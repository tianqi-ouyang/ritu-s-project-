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9092" y="5056115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9092" y="4346686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9092" y="3637257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979092" y="2927828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979092" y="221839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189245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77459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565673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753887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9092" y="5410829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9092" y="4701400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979092" y="3991971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979092" y="3282542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283352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471566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6597806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479945" y="1896563"/>
              <a:ext cx="0" cy="3826579"/>
            </a:xfrm>
            <a:custGeom>
              <a:avLst/>
              <a:pathLst>
                <a:path w="0" h="3826579">
                  <a:moveTo>
                    <a:pt x="0" y="382657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t22"/>
            <p:cNvSpPr/>
            <p:nvPr/>
          </p:nvSpPr>
          <p:spPr>
            <a:xfrm>
              <a:off x="1672859" y="24823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t23"/>
            <p:cNvSpPr/>
            <p:nvPr/>
          </p:nvSpPr>
          <p:spPr>
            <a:xfrm>
              <a:off x="3246903" y="30442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t24"/>
            <p:cNvSpPr/>
            <p:nvPr/>
          </p:nvSpPr>
          <p:spPr>
            <a:xfrm>
              <a:off x="2687117" y="2431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t25"/>
            <p:cNvSpPr/>
            <p:nvPr/>
          </p:nvSpPr>
          <p:spPr>
            <a:xfrm>
              <a:off x="1723767" y="26667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t26"/>
            <p:cNvSpPr/>
            <p:nvPr/>
          </p:nvSpPr>
          <p:spPr>
            <a:xfrm>
              <a:off x="1766139" y="2568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t27"/>
            <p:cNvSpPr/>
            <p:nvPr/>
          </p:nvSpPr>
          <p:spPr>
            <a:xfrm>
              <a:off x="1725448" y="2634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t28"/>
            <p:cNvSpPr/>
            <p:nvPr/>
          </p:nvSpPr>
          <p:spPr>
            <a:xfrm>
              <a:off x="2973811" y="2575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t29"/>
            <p:cNvSpPr/>
            <p:nvPr/>
          </p:nvSpPr>
          <p:spPr>
            <a:xfrm>
              <a:off x="1895110" y="2112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t30"/>
            <p:cNvSpPr/>
            <p:nvPr/>
          </p:nvSpPr>
          <p:spPr>
            <a:xfrm>
              <a:off x="2829572" y="2792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pt31"/>
            <p:cNvSpPr/>
            <p:nvPr/>
          </p:nvSpPr>
          <p:spPr>
            <a:xfrm>
              <a:off x="2309576" y="22144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" name="pt32"/>
            <p:cNvSpPr/>
            <p:nvPr/>
          </p:nvSpPr>
          <p:spPr>
            <a:xfrm>
              <a:off x="1760564" y="2438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" name="pt33"/>
            <p:cNvSpPr/>
            <p:nvPr/>
          </p:nvSpPr>
          <p:spPr>
            <a:xfrm>
              <a:off x="2201454" y="2741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t34"/>
            <p:cNvSpPr/>
            <p:nvPr/>
          </p:nvSpPr>
          <p:spPr>
            <a:xfrm>
              <a:off x="2800616" y="2705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" name="pt35"/>
            <p:cNvSpPr/>
            <p:nvPr/>
          </p:nvSpPr>
          <p:spPr>
            <a:xfrm>
              <a:off x="2153067" y="25605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" name="pt36"/>
            <p:cNvSpPr/>
            <p:nvPr/>
          </p:nvSpPr>
          <p:spPr>
            <a:xfrm>
              <a:off x="1795160" y="20456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" name="pt37"/>
            <p:cNvSpPr/>
            <p:nvPr/>
          </p:nvSpPr>
          <p:spPr>
            <a:xfrm>
              <a:off x="2308969" y="22991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" name="pt38"/>
            <p:cNvSpPr/>
            <p:nvPr/>
          </p:nvSpPr>
          <p:spPr>
            <a:xfrm>
              <a:off x="2013728" y="23916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" name="pt39"/>
            <p:cNvSpPr/>
            <p:nvPr/>
          </p:nvSpPr>
          <p:spPr>
            <a:xfrm>
              <a:off x="1774673" y="2688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" name="pt40"/>
            <p:cNvSpPr/>
            <p:nvPr/>
          </p:nvSpPr>
          <p:spPr>
            <a:xfrm>
              <a:off x="3144860" y="33407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" name="pt41"/>
            <p:cNvSpPr/>
            <p:nvPr/>
          </p:nvSpPr>
          <p:spPr>
            <a:xfrm>
              <a:off x="2196225" y="25249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" name="pt42"/>
            <p:cNvSpPr/>
            <p:nvPr/>
          </p:nvSpPr>
          <p:spPr>
            <a:xfrm>
              <a:off x="2312515" y="23945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" name="pt43"/>
            <p:cNvSpPr/>
            <p:nvPr/>
          </p:nvSpPr>
          <p:spPr>
            <a:xfrm>
              <a:off x="2596211" y="2796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" name="pt44"/>
            <p:cNvSpPr/>
            <p:nvPr/>
          </p:nvSpPr>
          <p:spPr>
            <a:xfrm>
              <a:off x="2500855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" name="pt45"/>
            <p:cNvSpPr/>
            <p:nvPr/>
          </p:nvSpPr>
          <p:spPr>
            <a:xfrm>
              <a:off x="2156633" y="25438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" name="pt46"/>
            <p:cNvSpPr/>
            <p:nvPr/>
          </p:nvSpPr>
          <p:spPr>
            <a:xfrm>
              <a:off x="2753346" y="27945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" name="pt47"/>
            <p:cNvSpPr/>
            <p:nvPr/>
          </p:nvSpPr>
          <p:spPr>
            <a:xfrm>
              <a:off x="1817301" y="2347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" name="pt48"/>
            <p:cNvSpPr/>
            <p:nvPr/>
          </p:nvSpPr>
          <p:spPr>
            <a:xfrm>
              <a:off x="2993114" y="2547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" name="pt49"/>
            <p:cNvSpPr/>
            <p:nvPr/>
          </p:nvSpPr>
          <p:spPr>
            <a:xfrm>
              <a:off x="2166636" y="25817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" name="pt50"/>
            <p:cNvSpPr/>
            <p:nvPr/>
          </p:nvSpPr>
          <p:spPr>
            <a:xfrm>
              <a:off x="1704661" y="23188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" name="pt51"/>
            <p:cNvSpPr/>
            <p:nvPr/>
          </p:nvSpPr>
          <p:spPr>
            <a:xfrm>
              <a:off x="2037380" y="25168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" name="pt52"/>
            <p:cNvSpPr/>
            <p:nvPr/>
          </p:nvSpPr>
          <p:spPr>
            <a:xfrm>
              <a:off x="2231771" y="24443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" name="pt53"/>
            <p:cNvSpPr/>
            <p:nvPr/>
          </p:nvSpPr>
          <p:spPr>
            <a:xfrm>
              <a:off x="1651855" y="24442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" name="pt54"/>
            <p:cNvSpPr/>
            <p:nvPr/>
          </p:nvSpPr>
          <p:spPr>
            <a:xfrm>
              <a:off x="2093098" y="2405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" name="pt55"/>
            <p:cNvSpPr/>
            <p:nvPr/>
          </p:nvSpPr>
          <p:spPr>
            <a:xfrm>
              <a:off x="2158783" y="2526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" name="pt56"/>
            <p:cNvSpPr/>
            <p:nvPr/>
          </p:nvSpPr>
          <p:spPr>
            <a:xfrm>
              <a:off x="2369146" y="2539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" name="pt57"/>
            <p:cNvSpPr/>
            <p:nvPr/>
          </p:nvSpPr>
          <p:spPr>
            <a:xfrm>
              <a:off x="3097428" y="2197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" name="pt58"/>
            <p:cNvSpPr/>
            <p:nvPr/>
          </p:nvSpPr>
          <p:spPr>
            <a:xfrm>
              <a:off x="1879130" y="2433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" name="pt59"/>
            <p:cNvSpPr/>
            <p:nvPr/>
          </p:nvSpPr>
          <p:spPr>
            <a:xfrm>
              <a:off x="2329886" y="2705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" name="pt60"/>
            <p:cNvSpPr/>
            <p:nvPr/>
          </p:nvSpPr>
          <p:spPr>
            <a:xfrm>
              <a:off x="2239510" y="2687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" name="pt61"/>
            <p:cNvSpPr/>
            <p:nvPr/>
          </p:nvSpPr>
          <p:spPr>
            <a:xfrm>
              <a:off x="2736869" y="2536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" name="pt62"/>
            <p:cNvSpPr/>
            <p:nvPr/>
          </p:nvSpPr>
          <p:spPr>
            <a:xfrm>
              <a:off x="2122625" y="2471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" name="pt63"/>
            <p:cNvSpPr/>
            <p:nvPr/>
          </p:nvSpPr>
          <p:spPr>
            <a:xfrm>
              <a:off x="2205465" y="22107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" name="pt64"/>
            <p:cNvSpPr/>
            <p:nvPr/>
          </p:nvSpPr>
          <p:spPr>
            <a:xfrm>
              <a:off x="1832093" y="2254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" name="pt65"/>
            <p:cNvSpPr/>
            <p:nvPr/>
          </p:nvSpPr>
          <p:spPr>
            <a:xfrm>
              <a:off x="2013643" y="2420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" name="pt66"/>
            <p:cNvSpPr/>
            <p:nvPr/>
          </p:nvSpPr>
          <p:spPr>
            <a:xfrm>
              <a:off x="3163651" y="28496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" name="pt67"/>
            <p:cNvSpPr/>
            <p:nvPr/>
          </p:nvSpPr>
          <p:spPr>
            <a:xfrm>
              <a:off x="1982579" y="25142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" name="pt68"/>
            <p:cNvSpPr/>
            <p:nvPr/>
          </p:nvSpPr>
          <p:spPr>
            <a:xfrm>
              <a:off x="2633356" y="2712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" name="pt69"/>
            <p:cNvSpPr/>
            <p:nvPr/>
          </p:nvSpPr>
          <p:spPr>
            <a:xfrm>
              <a:off x="2742904" y="25416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" name="pt70"/>
            <p:cNvSpPr/>
            <p:nvPr/>
          </p:nvSpPr>
          <p:spPr>
            <a:xfrm>
              <a:off x="2285092" y="26471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" name="pt71"/>
            <p:cNvSpPr/>
            <p:nvPr/>
          </p:nvSpPr>
          <p:spPr>
            <a:xfrm>
              <a:off x="2271650" y="25174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" name="pt72"/>
            <p:cNvSpPr/>
            <p:nvPr/>
          </p:nvSpPr>
          <p:spPr>
            <a:xfrm>
              <a:off x="2541115" y="26604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" name="pt73"/>
            <p:cNvSpPr/>
            <p:nvPr/>
          </p:nvSpPr>
          <p:spPr>
            <a:xfrm>
              <a:off x="2376138" y="27261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" name="pt74"/>
            <p:cNvSpPr/>
            <p:nvPr/>
          </p:nvSpPr>
          <p:spPr>
            <a:xfrm>
              <a:off x="1685410" y="2639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" name="pt75"/>
            <p:cNvSpPr/>
            <p:nvPr/>
          </p:nvSpPr>
          <p:spPr>
            <a:xfrm>
              <a:off x="3523799" y="318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" name="pt76"/>
            <p:cNvSpPr/>
            <p:nvPr/>
          </p:nvSpPr>
          <p:spPr>
            <a:xfrm>
              <a:off x="3393437" y="30094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" name="pt77"/>
            <p:cNvSpPr/>
            <p:nvPr/>
          </p:nvSpPr>
          <p:spPr>
            <a:xfrm>
              <a:off x="3010852" y="2414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" name="pt78"/>
            <p:cNvSpPr/>
            <p:nvPr/>
          </p:nvSpPr>
          <p:spPr>
            <a:xfrm>
              <a:off x="2696154" y="25555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" name="pt79"/>
            <p:cNvSpPr/>
            <p:nvPr/>
          </p:nvSpPr>
          <p:spPr>
            <a:xfrm>
              <a:off x="2049722" y="245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" name="pt80"/>
            <p:cNvSpPr/>
            <p:nvPr/>
          </p:nvSpPr>
          <p:spPr>
            <a:xfrm>
              <a:off x="1951978" y="2207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" name="pt81"/>
            <p:cNvSpPr/>
            <p:nvPr/>
          </p:nvSpPr>
          <p:spPr>
            <a:xfrm>
              <a:off x="1497668" y="26767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" name="pt82"/>
            <p:cNvSpPr/>
            <p:nvPr/>
          </p:nvSpPr>
          <p:spPr>
            <a:xfrm>
              <a:off x="3700102" y="2959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" name="pt83"/>
            <p:cNvSpPr/>
            <p:nvPr/>
          </p:nvSpPr>
          <p:spPr>
            <a:xfrm>
              <a:off x="1964662" y="24375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" name="pt84"/>
            <p:cNvSpPr/>
            <p:nvPr/>
          </p:nvSpPr>
          <p:spPr>
            <a:xfrm>
              <a:off x="2014316" y="24309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" name="pt85"/>
            <p:cNvSpPr/>
            <p:nvPr/>
          </p:nvSpPr>
          <p:spPr>
            <a:xfrm>
              <a:off x="2312110" y="2396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" name="pt86"/>
            <p:cNvSpPr/>
            <p:nvPr/>
          </p:nvSpPr>
          <p:spPr>
            <a:xfrm>
              <a:off x="2777059" y="2727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" name="pt87"/>
            <p:cNvSpPr/>
            <p:nvPr/>
          </p:nvSpPr>
          <p:spPr>
            <a:xfrm>
              <a:off x="4092966" y="3210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" name="pt88"/>
            <p:cNvSpPr/>
            <p:nvPr/>
          </p:nvSpPr>
          <p:spPr>
            <a:xfrm>
              <a:off x="1725698" y="2423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" name="pt89"/>
            <p:cNvSpPr/>
            <p:nvPr/>
          </p:nvSpPr>
          <p:spPr>
            <a:xfrm>
              <a:off x="2766662" y="24175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" name="pt90"/>
            <p:cNvSpPr/>
            <p:nvPr/>
          </p:nvSpPr>
          <p:spPr>
            <a:xfrm>
              <a:off x="3958552" y="3150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" name="pt91"/>
            <p:cNvSpPr/>
            <p:nvPr/>
          </p:nvSpPr>
          <p:spPr>
            <a:xfrm>
              <a:off x="1834562" y="2726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" name="pt92"/>
            <p:cNvSpPr/>
            <p:nvPr/>
          </p:nvSpPr>
          <p:spPr>
            <a:xfrm>
              <a:off x="2756183" y="21998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" name="pt93"/>
            <p:cNvSpPr/>
            <p:nvPr/>
          </p:nvSpPr>
          <p:spPr>
            <a:xfrm>
              <a:off x="1574629" y="2549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" name="pt94"/>
            <p:cNvSpPr/>
            <p:nvPr/>
          </p:nvSpPr>
          <p:spPr>
            <a:xfrm>
              <a:off x="1983107" y="2654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" name="pt95"/>
            <p:cNvSpPr/>
            <p:nvPr/>
          </p:nvSpPr>
          <p:spPr>
            <a:xfrm>
              <a:off x="2328731" y="2573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" name="pt96"/>
            <p:cNvSpPr/>
            <p:nvPr/>
          </p:nvSpPr>
          <p:spPr>
            <a:xfrm>
              <a:off x="1824905" y="2365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7" name="pt97"/>
            <p:cNvSpPr/>
            <p:nvPr/>
          </p:nvSpPr>
          <p:spPr>
            <a:xfrm>
              <a:off x="3707556" y="2711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8" name="pt98"/>
            <p:cNvSpPr/>
            <p:nvPr/>
          </p:nvSpPr>
          <p:spPr>
            <a:xfrm>
              <a:off x="2869171" y="2355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9" name="pt99"/>
            <p:cNvSpPr/>
            <p:nvPr/>
          </p:nvSpPr>
          <p:spPr>
            <a:xfrm>
              <a:off x="2062781" y="2454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0" name="pt100"/>
            <p:cNvSpPr/>
            <p:nvPr/>
          </p:nvSpPr>
          <p:spPr>
            <a:xfrm>
              <a:off x="2881286" y="234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1" name="pt101"/>
            <p:cNvSpPr/>
            <p:nvPr/>
          </p:nvSpPr>
          <p:spPr>
            <a:xfrm>
              <a:off x="1871185" y="2326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2" name="pt102"/>
            <p:cNvSpPr/>
            <p:nvPr/>
          </p:nvSpPr>
          <p:spPr>
            <a:xfrm>
              <a:off x="2386208" y="2558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3" name="pt103"/>
            <p:cNvSpPr/>
            <p:nvPr/>
          </p:nvSpPr>
          <p:spPr>
            <a:xfrm>
              <a:off x="1644420" y="2265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4" name="pt104"/>
            <p:cNvSpPr/>
            <p:nvPr/>
          </p:nvSpPr>
          <p:spPr>
            <a:xfrm>
              <a:off x="3531899" y="27413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5" name="pt105"/>
            <p:cNvSpPr/>
            <p:nvPr/>
          </p:nvSpPr>
          <p:spPr>
            <a:xfrm>
              <a:off x="2236000" y="2557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6" name="pt106"/>
            <p:cNvSpPr/>
            <p:nvPr/>
          </p:nvSpPr>
          <p:spPr>
            <a:xfrm>
              <a:off x="3394459" y="2981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7" name="pt107"/>
            <p:cNvSpPr/>
            <p:nvPr/>
          </p:nvSpPr>
          <p:spPr>
            <a:xfrm>
              <a:off x="1857012" y="2122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8" name="pt108"/>
            <p:cNvSpPr/>
            <p:nvPr/>
          </p:nvSpPr>
          <p:spPr>
            <a:xfrm>
              <a:off x="2891510" y="240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9" name="pt109"/>
            <p:cNvSpPr/>
            <p:nvPr/>
          </p:nvSpPr>
          <p:spPr>
            <a:xfrm>
              <a:off x="2369241" y="242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0" name="pt110"/>
            <p:cNvSpPr/>
            <p:nvPr/>
          </p:nvSpPr>
          <p:spPr>
            <a:xfrm>
              <a:off x="2709575" y="2423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1" name="pt111"/>
            <p:cNvSpPr/>
            <p:nvPr/>
          </p:nvSpPr>
          <p:spPr>
            <a:xfrm>
              <a:off x="3083417" y="2590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2" name="pt112"/>
            <p:cNvSpPr/>
            <p:nvPr/>
          </p:nvSpPr>
          <p:spPr>
            <a:xfrm>
              <a:off x="2137613" y="2500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3" name="pt113"/>
            <p:cNvSpPr/>
            <p:nvPr/>
          </p:nvSpPr>
          <p:spPr>
            <a:xfrm>
              <a:off x="1784482" y="26512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4" name="pt114"/>
            <p:cNvSpPr/>
            <p:nvPr/>
          </p:nvSpPr>
          <p:spPr>
            <a:xfrm>
              <a:off x="2412963" y="23675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5" name="pt115"/>
            <p:cNvSpPr/>
            <p:nvPr/>
          </p:nvSpPr>
          <p:spPr>
            <a:xfrm>
              <a:off x="2534689" y="2331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6" name="pt116"/>
            <p:cNvSpPr/>
            <p:nvPr/>
          </p:nvSpPr>
          <p:spPr>
            <a:xfrm>
              <a:off x="3125391" y="2882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7" name="pt117"/>
            <p:cNvSpPr/>
            <p:nvPr/>
          </p:nvSpPr>
          <p:spPr>
            <a:xfrm>
              <a:off x="2976414" y="2496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8" name="pt118"/>
            <p:cNvSpPr/>
            <p:nvPr/>
          </p:nvSpPr>
          <p:spPr>
            <a:xfrm>
              <a:off x="2257941" y="2257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9" name="pt119"/>
            <p:cNvSpPr/>
            <p:nvPr/>
          </p:nvSpPr>
          <p:spPr>
            <a:xfrm>
              <a:off x="2525460" y="24981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0" name="pt120"/>
            <p:cNvSpPr/>
            <p:nvPr/>
          </p:nvSpPr>
          <p:spPr>
            <a:xfrm>
              <a:off x="3070565" y="26444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1" name="pt121"/>
            <p:cNvSpPr/>
            <p:nvPr/>
          </p:nvSpPr>
          <p:spPr>
            <a:xfrm>
              <a:off x="2423163" y="2463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2" name="pt122"/>
            <p:cNvSpPr/>
            <p:nvPr/>
          </p:nvSpPr>
          <p:spPr>
            <a:xfrm>
              <a:off x="2138653" y="25453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3" name="pt123"/>
            <p:cNvSpPr/>
            <p:nvPr/>
          </p:nvSpPr>
          <p:spPr>
            <a:xfrm>
              <a:off x="3397815" y="27922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4" name="pt124"/>
            <p:cNvSpPr/>
            <p:nvPr/>
          </p:nvSpPr>
          <p:spPr>
            <a:xfrm>
              <a:off x="3242474" y="28991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5" name="pt125"/>
            <p:cNvSpPr/>
            <p:nvPr/>
          </p:nvSpPr>
          <p:spPr>
            <a:xfrm>
              <a:off x="2591515" y="24589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6" name="pt126"/>
            <p:cNvSpPr/>
            <p:nvPr/>
          </p:nvSpPr>
          <p:spPr>
            <a:xfrm>
              <a:off x="2890980" y="27925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7" name="pt127"/>
            <p:cNvSpPr/>
            <p:nvPr/>
          </p:nvSpPr>
          <p:spPr>
            <a:xfrm>
              <a:off x="1720490" y="2267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8" name="pt128"/>
            <p:cNvSpPr/>
            <p:nvPr/>
          </p:nvSpPr>
          <p:spPr>
            <a:xfrm>
              <a:off x="1846057" y="24164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9" name="pt129"/>
            <p:cNvSpPr/>
            <p:nvPr/>
          </p:nvSpPr>
          <p:spPr>
            <a:xfrm>
              <a:off x="1749422" y="23291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0" name="pt130"/>
            <p:cNvSpPr/>
            <p:nvPr/>
          </p:nvSpPr>
          <p:spPr>
            <a:xfrm>
              <a:off x="2891574" y="26176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1" name="pt131"/>
            <p:cNvSpPr/>
            <p:nvPr/>
          </p:nvSpPr>
          <p:spPr>
            <a:xfrm>
              <a:off x="2004778" y="23729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2" name="pt132"/>
            <p:cNvSpPr/>
            <p:nvPr/>
          </p:nvSpPr>
          <p:spPr>
            <a:xfrm>
              <a:off x="1696234" y="2575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3" name="pt133"/>
            <p:cNvSpPr/>
            <p:nvPr/>
          </p:nvSpPr>
          <p:spPr>
            <a:xfrm>
              <a:off x="1966651" y="26040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4" name="pt134"/>
            <p:cNvSpPr/>
            <p:nvPr/>
          </p:nvSpPr>
          <p:spPr>
            <a:xfrm>
              <a:off x="3771204" y="29162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5" name="pt135"/>
            <p:cNvSpPr/>
            <p:nvPr/>
          </p:nvSpPr>
          <p:spPr>
            <a:xfrm>
              <a:off x="2445505" y="2380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6" name="pt136"/>
            <p:cNvSpPr/>
            <p:nvPr/>
          </p:nvSpPr>
          <p:spPr>
            <a:xfrm>
              <a:off x="2940181" y="29683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7" name="pt137"/>
            <p:cNvSpPr/>
            <p:nvPr/>
          </p:nvSpPr>
          <p:spPr>
            <a:xfrm>
              <a:off x="4257517" y="36834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8" name="pt138"/>
            <p:cNvSpPr/>
            <p:nvPr/>
          </p:nvSpPr>
          <p:spPr>
            <a:xfrm>
              <a:off x="2145423" y="2224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9" name="pt139"/>
            <p:cNvSpPr/>
            <p:nvPr/>
          </p:nvSpPr>
          <p:spPr>
            <a:xfrm>
              <a:off x="1796088" y="2274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0" name="pt140"/>
            <p:cNvSpPr/>
            <p:nvPr/>
          </p:nvSpPr>
          <p:spPr>
            <a:xfrm>
              <a:off x="3080185" y="27579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1" name="pt141"/>
            <p:cNvSpPr/>
            <p:nvPr/>
          </p:nvSpPr>
          <p:spPr>
            <a:xfrm>
              <a:off x="1752914" y="2453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2" name="pt142"/>
            <p:cNvSpPr/>
            <p:nvPr/>
          </p:nvSpPr>
          <p:spPr>
            <a:xfrm>
              <a:off x="3480857" y="2923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3" name="pt143"/>
            <p:cNvSpPr/>
            <p:nvPr/>
          </p:nvSpPr>
          <p:spPr>
            <a:xfrm>
              <a:off x="2575991" y="24406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4" name="pt144"/>
            <p:cNvSpPr/>
            <p:nvPr/>
          </p:nvSpPr>
          <p:spPr>
            <a:xfrm>
              <a:off x="2681347" y="2544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5" name="pt145"/>
            <p:cNvSpPr/>
            <p:nvPr/>
          </p:nvSpPr>
          <p:spPr>
            <a:xfrm>
              <a:off x="3186669" y="3074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6" name="pt146"/>
            <p:cNvSpPr/>
            <p:nvPr/>
          </p:nvSpPr>
          <p:spPr>
            <a:xfrm>
              <a:off x="2479017" y="2538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7" name="pt147"/>
            <p:cNvSpPr/>
            <p:nvPr/>
          </p:nvSpPr>
          <p:spPr>
            <a:xfrm>
              <a:off x="1863656" y="23678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8" name="pt148"/>
            <p:cNvSpPr/>
            <p:nvPr/>
          </p:nvSpPr>
          <p:spPr>
            <a:xfrm>
              <a:off x="2239856" y="22128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9" name="pt149"/>
            <p:cNvSpPr/>
            <p:nvPr/>
          </p:nvSpPr>
          <p:spPr>
            <a:xfrm>
              <a:off x="2764386" y="26400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0" name="pt150"/>
            <p:cNvSpPr/>
            <p:nvPr/>
          </p:nvSpPr>
          <p:spPr>
            <a:xfrm>
              <a:off x="2309745" y="23476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1" name="pt151"/>
            <p:cNvSpPr/>
            <p:nvPr/>
          </p:nvSpPr>
          <p:spPr>
            <a:xfrm>
              <a:off x="2628288" y="2056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2" name="pt152"/>
            <p:cNvSpPr/>
            <p:nvPr/>
          </p:nvSpPr>
          <p:spPr>
            <a:xfrm>
              <a:off x="1916189" y="2324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3" name="pt153"/>
            <p:cNvSpPr/>
            <p:nvPr/>
          </p:nvSpPr>
          <p:spPr>
            <a:xfrm>
              <a:off x="2423324" y="2546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4" name="pt154"/>
            <p:cNvSpPr/>
            <p:nvPr/>
          </p:nvSpPr>
          <p:spPr>
            <a:xfrm>
              <a:off x="3606500" y="2716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5" name="pt155"/>
            <p:cNvSpPr/>
            <p:nvPr/>
          </p:nvSpPr>
          <p:spPr>
            <a:xfrm>
              <a:off x="1949600" y="2605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6" name="pt156"/>
            <p:cNvSpPr/>
            <p:nvPr/>
          </p:nvSpPr>
          <p:spPr>
            <a:xfrm>
              <a:off x="3770150" y="3315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7" name="pt157"/>
            <p:cNvSpPr/>
            <p:nvPr/>
          </p:nvSpPr>
          <p:spPr>
            <a:xfrm>
              <a:off x="1911710" y="2611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8" name="pt158"/>
            <p:cNvSpPr/>
            <p:nvPr/>
          </p:nvSpPr>
          <p:spPr>
            <a:xfrm>
              <a:off x="2741703" y="23516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9" name="pt159"/>
            <p:cNvSpPr/>
            <p:nvPr/>
          </p:nvSpPr>
          <p:spPr>
            <a:xfrm>
              <a:off x="3012338" y="2619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0" name="pt160"/>
            <p:cNvSpPr/>
            <p:nvPr/>
          </p:nvSpPr>
          <p:spPr>
            <a:xfrm>
              <a:off x="2198852" y="23792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1" name="pt161"/>
            <p:cNvSpPr/>
            <p:nvPr/>
          </p:nvSpPr>
          <p:spPr>
            <a:xfrm>
              <a:off x="2466295" y="2632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2" name="pt162"/>
            <p:cNvSpPr/>
            <p:nvPr/>
          </p:nvSpPr>
          <p:spPr>
            <a:xfrm>
              <a:off x="2150034" y="2496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3" name="pt163"/>
            <p:cNvSpPr/>
            <p:nvPr/>
          </p:nvSpPr>
          <p:spPr>
            <a:xfrm>
              <a:off x="2721110" y="23637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4" name="pt164"/>
            <p:cNvSpPr/>
            <p:nvPr/>
          </p:nvSpPr>
          <p:spPr>
            <a:xfrm>
              <a:off x="2338279" y="2354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5" name="pt165"/>
            <p:cNvSpPr/>
            <p:nvPr/>
          </p:nvSpPr>
          <p:spPr>
            <a:xfrm>
              <a:off x="2509703" y="26236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6" name="pt166"/>
            <p:cNvSpPr/>
            <p:nvPr/>
          </p:nvSpPr>
          <p:spPr>
            <a:xfrm>
              <a:off x="2033966" y="2310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7" name="pt167"/>
            <p:cNvSpPr/>
            <p:nvPr/>
          </p:nvSpPr>
          <p:spPr>
            <a:xfrm>
              <a:off x="2045395" y="2359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8" name="pt168"/>
            <p:cNvSpPr/>
            <p:nvPr/>
          </p:nvSpPr>
          <p:spPr>
            <a:xfrm>
              <a:off x="2426283" y="2529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9" name="pt169"/>
            <p:cNvSpPr/>
            <p:nvPr/>
          </p:nvSpPr>
          <p:spPr>
            <a:xfrm>
              <a:off x="2764230" y="2752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0" name="pt170"/>
            <p:cNvSpPr/>
            <p:nvPr/>
          </p:nvSpPr>
          <p:spPr>
            <a:xfrm>
              <a:off x="4938424" y="36864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1" name="pt171"/>
            <p:cNvSpPr/>
            <p:nvPr/>
          </p:nvSpPr>
          <p:spPr>
            <a:xfrm>
              <a:off x="2316832" y="2274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2" name="pt172"/>
            <p:cNvSpPr/>
            <p:nvPr/>
          </p:nvSpPr>
          <p:spPr>
            <a:xfrm>
              <a:off x="3504296" y="3084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3" name="pt173"/>
            <p:cNvSpPr/>
            <p:nvPr/>
          </p:nvSpPr>
          <p:spPr>
            <a:xfrm>
              <a:off x="3595102" y="287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4" name="pt174"/>
            <p:cNvSpPr/>
            <p:nvPr/>
          </p:nvSpPr>
          <p:spPr>
            <a:xfrm>
              <a:off x="2389640" y="244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5" name="pt175"/>
            <p:cNvSpPr/>
            <p:nvPr/>
          </p:nvSpPr>
          <p:spPr>
            <a:xfrm>
              <a:off x="1790443" y="24632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6" name="pt176"/>
            <p:cNvSpPr/>
            <p:nvPr/>
          </p:nvSpPr>
          <p:spPr>
            <a:xfrm>
              <a:off x="2618308" y="31023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7" name="pt177"/>
            <p:cNvSpPr/>
            <p:nvPr/>
          </p:nvSpPr>
          <p:spPr>
            <a:xfrm>
              <a:off x="3560351" y="24575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8" name="pt178"/>
            <p:cNvSpPr/>
            <p:nvPr/>
          </p:nvSpPr>
          <p:spPr>
            <a:xfrm>
              <a:off x="3135342" y="2549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9" name="pt179"/>
            <p:cNvSpPr/>
            <p:nvPr/>
          </p:nvSpPr>
          <p:spPr>
            <a:xfrm>
              <a:off x="3682274" y="2922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0" name="pt180"/>
            <p:cNvSpPr/>
            <p:nvPr/>
          </p:nvSpPr>
          <p:spPr>
            <a:xfrm>
              <a:off x="3382007" y="2864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1" name="pt181"/>
            <p:cNvSpPr/>
            <p:nvPr/>
          </p:nvSpPr>
          <p:spPr>
            <a:xfrm>
              <a:off x="2348659" y="27463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2" name="pt182"/>
            <p:cNvSpPr/>
            <p:nvPr/>
          </p:nvSpPr>
          <p:spPr>
            <a:xfrm>
              <a:off x="2538273" y="23669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3" name="pt183"/>
            <p:cNvSpPr/>
            <p:nvPr/>
          </p:nvSpPr>
          <p:spPr>
            <a:xfrm>
              <a:off x="2881429" y="28584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4" name="pt184"/>
            <p:cNvSpPr/>
            <p:nvPr/>
          </p:nvSpPr>
          <p:spPr>
            <a:xfrm>
              <a:off x="3862559" y="29089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5" name="pt185"/>
            <p:cNvSpPr/>
            <p:nvPr/>
          </p:nvSpPr>
          <p:spPr>
            <a:xfrm>
              <a:off x="2200221" y="2801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6" name="pt186"/>
            <p:cNvSpPr/>
            <p:nvPr/>
          </p:nvSpPr>
          <p:spPr>
            <a:xfrm>
              <a:off x="2434461" y="26500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7" name="pt187"/>
            <p:cNvSpPr/>
            <p:nvPr/>
          </p:nvSpPr>
          <p:spPr>
            <a:xfrm>
              <a:off x="2457416" y="2517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8" name="pt188"/>
            <p:cNvSpPr/>
            <p:nvPr/>
          </p:nvSpPr>
          <p:spPr>
            <a:xfrm>
              <a:off x="2648336" y="2551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9" name="pt189"/>
            <p:cNvSpPr/>
            <p:nvPr/>
          </p:nvSpPr>
          <p:spPr>
            <a:xfrm>
              <a:off x="2313999" y="2563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0" name="pt190"/>
            <p:cNvSpPr/>
            <p:nvPr/>
          </p:nvSpPr>
          <p:spPr>
            <a:xfrm>
              <a:off x="3983126" y="35693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1" name="pt191"/>
            <p:cNvSpPr/>
            <p:nvPr/>
          </p:nvSpPr>
          <p:spPr>
            <a:xfrm>
              <a:off x="1806898" y="26587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2" name="pt192"/>
            <p:cNvSpPr/>
            <p:nvPr/>
          </p:nvSpPr>
          <p:spPr>
            <a:xfrm>
              <a:off x="2340166" y="28898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3" name="pt193"/>
            <p:cNvSpPr/>
            <p:nvPr/>
          </p:nvSpPr>
          <p:spPr>
            <a:xfrm>
              <a:off x="1701556" y="2577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4" name="pt194"/>
            <p:cNvSpPr/>
            <p:nvPr/>
          </p:nvSpPr>
          <p:spPr>
            <a:xfrm>
              <a:off x="2288836" y="2547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5" name="pt195"/>
            <p:cNvSpPr/>
            <p:nvPr/>
          </p:nvSpPr>
          <p:spPr>
            <a:xfrm>
              <a:off x="2211618" y="2333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6" name="pt196"/>
            <p:cNvSpPr/>
            <p:nvPr/>
          </p:nvSpPr>
          <p:spPr>
            <a:xfrm>
              <a:off x="2186087" y="2461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7" name="pt197"/>
            <p:cNvSpPr/>
            <p:nvPr/>
          </p:nvSpPr>
          <p:spPr>
            <a:xfrm>
              <a:off x="1916252" y="2166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8" name="pt198"/>
            <p:cNvSpPr/>
            <p:nvPr/>
          </p:nvSpPr>
          <p:spPr>
            <a:xfrm>
              <a:off x="1808586" y="22332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9" name="pt199"/>
            <p:cNvSpPr/>
            <p:nvPr/>
          </p:nvSpPr>
          <p:spPr>
            <a:xfrm>
              <a:off x="1820844" y="25315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0" name="pt200"/>
            <p:cNvSpPr/>
            <p:nvPr/>
          </p:nvSpPr>
          <p:spPr>
            <a:xfrm>
              <a:off x="3566434" y="2572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1" name="pt201"/>
            <p:cNvSpPr/>
            <p:nvPr/>
          </p:nvSpPr>
          <p:spPr>
            <a:xfrm>
              <a:off x="2487101" y="2616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2" name="pt202"/>
            <p:cNvSpPr/>
            <p:nvPr/>
          </p:nvSpPr>
          <p:spPr>
            <a:xfrm>
              <a:off x="2960877" y="2355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3" name="pt203"/>
            <p:cNvSpPr/>
            <p:nvPr/>
          </p:nvSpPr>
          <p:spPr>
            <a:xfrm>
              <a:off x="2142287" y="25874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4" name="pt204"/>
            <p:cNvSpPr/>
            <p:nvPr/>
          </p:nvSpPr>
          <p:spPr>
            <a:xfrm>
              <a:off x="2686611" y="24904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5" name="pt205"/>
            <p:cNvSpPr/>
            <p:nvPr/>
          </p:nvSpPr>
          <p:spPr>
            <a:xfrm>
              <a:off x="2553977" y="241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6" name="pt206"/>
            <p:cNvSpPr/>
            <p:nvPr/>
          </p:nvSpPr>
          <p:spPr>
            <a:xfrm>
              <a:off x="2286578" y="2514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7" name="pt207"/>
            <p:cNvSpPr/>
            <p:nvPr/>
          </p:nvSpPr>
          <p:spPr>
            <a:xfrm>
              <a:off x="2883835" y="23201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8" name="pt208"/>
            <p:cNvSpPr/>
            <p:nvPr/>
          </p:nvSpPr>
          <p:spPr>
            <a:xfrm>
              <a:off x="2665998" y="27454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9" name="pt209"/>
            <p:cNvSpPr/>
            <p:nvPr/>
          </p:nvSpPr>
          <p:spPr>
            <a:xfrm>
              <a:off x="2092061" y="26048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0" name="pt210"/>
            <p:cNvSpPr/>
            <p:nvPr/>
          </p:nvSpPr>
          <p:spPr>
            <a:xfrm>
              <a:off x="3640596" y="30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1" name="pt211"/>
            <p:cNvSpPr/>
            <p:nvPr/>
          </p:nvSpPr>
          <p:spPr>
            <a:xfrm>
              <a:off x="4554122" y="363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2" name="pt212"/>
            <p:cNvSpPr/>
            <p:nvPr/>
          </p:nvSpPr>
          <p:spPr>
            <a:xfrm>
              <a:off x="2096158" y="22905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3" name="pt213"/>
            <p:cNvSpPr/>
            <p:nvPr/>
          </p:nvSpPr>
          <p:spPr>
            <a:xfrm>
              <a:off x="2477640" y="26987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4" name="pt214"/>
            <p:cNvSpPr/>
            <p:nvPr/>
          </p:nvSpPr>
          <p:spPr>
            <a:xfrm>
              <a:off x="1962500" y="2452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5" name="pt215"/>
            <p:cNvSpPr/>
            <p:nvPr/>
          </p:nvSpPr>
          <p:spPr>
            <a:xfrm>
              <a:off x="2628393" y="2530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6" name="pt216"/>
            <p:cNvSpPr/>
            <p:nvPr/>
          </p:nvSpPr>
          <p:spPr>
            <a:xfrm>
              <a:off x="2402799" y="2216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7" name="pt217"/>
            <p:cNvSpPr/>
            <p:nvPr/>
          </p:nvSpPr>
          <p:spPr>
            <a:xfrm>
              <a:off x="2044401" y="2355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8" name="pt218"/>
            <p:cNvSpPr/>
            <p:nvPr/>
          </p:nvSpPr>
          <p:spPr>
            <a:xfrm>
              <a:off x="2481109" y="25174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9" name="pt219"/>
            <p:cNvSpPr/>
            <p:nvPr/>
          </p:nvSpPr>
          <p:spPr>
            <a:xfrm>
              <a:off x="2531599" y="26367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0" name="pt220"/>
            <p:cNvSpPr/>
            <p:nvPr/>
          </p:nvSpPr>
          <p:spPr>
            <a:xfrm>
              <a:off x="2129648" y="2432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1" name="pt221"/>
            <p:cNvSpPr/>
            <p:nvPr/>
          </p:nvSpPr>
          <p:spPr>
            <a:xfrm>
              <a:off x="2186464" y="25858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2" name="pt222"/>
            <p:cNvSpPr/>
            <p:nvPr/>
          </p:nvSpPr>
          <p:spPr>
            <a:xfrm>
              <a:off x="2232899" y="27891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3" name="pt223"/>
            <p:cNvSpPr/>
            <p:nvPr/>
          </p:nvSpPr>
          <p:spPr>
            <a:xfrm>
              <a:off x="3014859" y="25459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4" name="pt224"/>
            <p:cNvSpPr/>
            <p:nvPr/>
          </p:nvSpPr>
          <p:spPr>
            <a:xfrm>
              <a:off x="2535412" y="2632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5" name="pt225"/>
            <p:cNvSpPr/>
            <p:nvPr/>
          </p:nvSpPr>
          <p:spPr>
            <a:xfrm>
              <a:off x="2412241" y="2367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6" name="pt226"/>
            <p:cNvSpPr/>
            <p:nvPr/>
          </p:nvSpPr>
          <p:spPr>
            <a:xfrm>
              <a:off x="2645995" y="2510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7" name="pt227"/>
            <p:cNvSpPr/>
            <p:nvPr/>
          </p:nvSpPr>
          <p:spPr>
            <a:xfrm>
              <a:off x="2705924" y="29324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8" name="pt228"/>
            <p:cNvSpPr/>
            <p:nvPr/>
          </p:nvSpPr>
          <p:spPr>
            <a:xfrm>
              <a:off x="1915577" y="2481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9" name="pt229"/>
            <p:cNvSpPr/>
            <p:nvPr/>
          </p:nvSpPr>
          <p:spPr>
            <a:xfrm>
              <a:off x="2143663" y="227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0" name="pt230"/>
            <p:cNvSpPr/>
            <p:nvPr/>
          </p:nvSpPr>
          <p:spPr>
            <a:xfrm>
              <a:off x="2748301" y="2521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1" name="pt231"/>
            <p:cNvSpPr/>
            <p:nvPr/>
          </p:nvSpPr>
          <p:spPr>
            <a:xfrm>
              <a:off x="2077321" y="23813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2" name="pt232"/>
            <p:cNvSpPr/>
            <p:nvPr/>
          </p:nvSpPr>
          <p:spPr>
            <a:xfrm>
              <a:off x="2644825" y="2712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3" name="pt233"/>
            <p:cNvSpPr/>
            <p:nvPr/>
          </p:nvSpPr>
          <p:spPr>
            <a:xfrm>
              <a:off x="2272548" y="24096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4" name="pt234"/>
            <p:cNvSpPr/>
            <p:nvPr/>
          </p:nvSpPr>
          <p:spPr>
            <a:xfrm>
              <a:off x="2368634" y="27381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5" name="pt235"/>
            <p:cNvSpPr/>
            <p:nvPr/>
          </p:nvSpPr>
          <p:spPr>
            <a:xfrm>
              <a:off x="2314915" y="23099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6" name="pt236"/>
            <p:cNvSpPr/>
            <p:nvPr/>
          </p:nvSpPr>
          <p:spPr>
            <a:xfrm>
              <a:off x="2806515" y="23100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7" name="pt237"/>
            <p:cNvSpPr/>
            <p:nvPr/>
          </p:nvSpPr>
          <p:spPr>
            <a:xfrm>
              <a:off x="1783391" y="23515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8" name="pt238"/>
            <p:cNvSpPr/>
            <p:nvPr/>
          </p:nvSpPr>
          <p:spPr>
            <a:xfrm>
              <a:off x="2288375" y="22644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9" name="pt239"/>
            <p:cNvSpPr/>
            <p:nvPr/>
          </p:nvSpPr>
          <p:spPr>
            <a:xfrm>
              <a:off x="2380498" y="242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0" name="pt240"/>
            <p:cNvSpPr/>
            <p:nvPr/>
          </p:nvSpPr>
          <p:spPr>
            <a:xfrm>
              <a:off x="2128570" y="221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1" name="pt241"/>
            <p:cNvSpPr/>
            <p:nvPr/>
          </p:nvSpPr>
          <p:spPr>
            <a:xfrm>
              <a:off x="2824759" y="22785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2" name="pt242"/>
            <p:cNvSpPr/>
            <p:nvPr/>
          </p:nvSpPr>
          <p:spPr>
            <a:xfrm>
              <a:off x="2783317" y="23498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3" name="pt243"/>
            <p:cNvSpPr/>
            <p:nvPr/>
          </p:nvSpPr>
          <p:spPr>
            <a:xfrm>
              <a:off x="2797324" y="26086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4" name="pt244"/>
            <p:cNvSpPr/>
            <p:nvPr/>
          </p:nvSpPr>
          <p:spPr>
            <a:xfrm>
              <a:off x="2083125" y="2440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5" name="pt245"/>
            <p:cNvSpPr/>
            <p:nvPr/>
          </p:nvSpPr>
          <p:spPr>
            <a:xfrm>
              <a:off x="2801840" y="23783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6" name="pt246"/>
            <p:cNvSpPr/>
            <p:nvPr/>
          </p:nvSpPr>
          <p:spPr>
            <a:xfrm>
              <a:off x="2463975" y="25893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7" name="pt247"/>
            <p:cNvSpPr/>
            <p:nvPr/>
          </p:nvSpPr>
          <p:spPr>
            <a:xfrm>
              <a:off x="2116387" y="2484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8" name="pt248"/>
            <p:cNvSpPr/>
            <p:nvPr/>
          </p:nvSpPr>
          <p:spPr>
            <a:xfrm>
              <a:off x="2253953" y="27305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9" name="pt249"/>
            <p:cNvSpPr/>
            <p:nvPr/>
          </p:nvSpPr>
          <p:spPr>
            <a:xfrm>
              <a:off x="2756922" y="23110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0" name="pt250"/>
            <p:cNvSpPr/>
            <p:nvPr/>
          </p:nvSpPr>
          <p:spPr>
            <a:xfrm>
              <a:off x="1533940" y="22525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1" name="pt251"/>
            <p:cNvSpPr/>
            <p:nvPr/>
          </p:nvSpPr>
          <p:spPr>
            <a:xfrm>
              <a:off x="2496848" y="22150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2" name="pt252"/>
            <p:cNvSpPr/>
            <p:nvPr/>
          </p:nvSpPr>
          <p:spPr>
            <a:xfrm>
              <a:off x="2488996" y="26382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3" name="pt253"/>
            <p:cNvSpPr/>
            <p:nvPr/>
          </p:nvSpPr>
          <p:spPr>
            <a:xfrm>
              <a:off x="1538872" y="2715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4" name="pt254"/>
            <p:cNvSpPr/>
            <p:nvPr/>
          </p:nvSpPr>
          <p:spPr>
            <a:xfrm>
              <a:off x="2096494" y="24881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5" name="pt255"/>
            <p:cNvSpPr/>
            <p:nvPr/>
          </p:nvSpPr>
          <p:spPr>
            <a:xfrm>
              <a:off x="3169587" y="3065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6" name="pt256"/>
            <p:cNvSpPr/>
            <p:nvPr/>
          </p:nvSpPr>
          <p:spPr>
            <a:xfrm>
              <a:off x="3517429" y="3046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7" name="pt257"/>
            <p:cNvSpPr/>
            <p:nvPr/>
          </p:nvSpPr>
          <p:spPr>
            <a:xfrm>
              <a:off x="2061406" y="2392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8" name="pt258"/>
            <p:cNvSpPr/>
            <p:nvPr/>
          </p:nvSpPr>
          <p:spPr>
            <a:xfrm>
              <a:off x="3601914" y="29273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9" name="pt259"/>
            <p:cNvSpPr/>
            <p:nvPr/>
          </p:nvSpPr>
          <p:spPr>
            <a:xfrm>
              <a:off x="2936275" y="25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0" name="pt260"/>
            <p:cNvSpPr/>
            <p:nvPr/>
          </p:nvSpPr>
          <p:spPr>
            <a:xfrm>
              <a:off x="2167486" y="23035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1" name="pt261"/>
            <p:cNvSpPr/>
            <p:nvPr/>
          </p:nvSpPr>
          <p:spPr>
            <a:xfrm>
              <a:off x="2564775" y="2530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2" name="pt262"/>
            <p:cNvSpPr/>
            <p:nvPr/>
          </p:nvSpPr>
          <p:spPr>
            <a:xfrm>
              <a:off x="2013296" y="2431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3" name="pt263"/>
            <p:cNvSpPr/>
            <p:nvPr/>
          </p:nvSpPr>
          <p:spPr>
            <a:xfrm>
              <a:off x="1869367" y="2457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4" name="pt264"/>
            <p:cNvSpPr/>
            <p:nvPr/>
          </p:nvSpPr>
          <p:spPr>
            <a:xfrm>
              <a:off x="1997650" y="2239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5" name="pt265"/>
            <p:cNvSpPr/>
            <p:nvPr/>
          </p:nvSpPr>
          <p:spPr>
            <a:xfrm>
              <a:off x="3062638" y="2667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6" name="pt266"/>
            <p:cNvSpPr/>
            <p:nvPr/>
          </p:nvSpPr>
          <p:spPr>
            <a:xfrm>
              <a:off x="2879525" y="2379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7" name="pt267"/>
            <p:cNvSpPr/>
            <p:nvPr/>
          </p:nvSpPr>
          <p:spPr>
            <a:xfrm>
              <a:off x="2246050" y="25564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8" name="pt268"/>
            <p:cNvSpPr/>
            <p:nvPr/>
          </p:nvSpPr>
          <p:spPr>
            <a:xfrm>
              <a:off x="2586129" y="2452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9" name="pt269"/>
            <p:cNvSpPr/>
            <p:nvPr/>
          </p:nvSpPr>
          <p:spPr>
            <a:xfrm>
              <a:off x="3083647" y="2775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0" name="pt270"/>
            <p:cNvSpPr/>
            <p:nvPr/>
          </p:nvSpPr>
          <p:spPr>
            <a:xfrm>
              <a:off x="2215164" y="2385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1" name="pt271"/>
            <p:cNvSpPr/>
            <p:nvPr/>
          </p:nvSpPr>
          <p:spPr>
            <a:xfrm>
              <a:off x="1881139" y="22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2" name="pt272"/>
            <p:cNvSpPr/>
            <p:nvPr/>
          </p:nvSpPr>
          <p:spPr>
            <a:xfrm>
              <a:off x="2153023" y="26029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3" name="pt273"/>
            <p:cNvSpPr/>
            <p:nvPr/>
          </p:nvSpPr>
          <p:spPr>
            <a:xfrm>
              <a:off x="2806908" y="2493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4" name="pt274"/>
            <p:cNvSpPr/>
            <p:nvPr/>
          </p:nvSpPr>
          <p:spPr>
            <a:xfrm>
              <a:off x="2885087" y="295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5" name="pt275"/>
            <p:cNvSpPr/>
            <p:nvPr/>
          </p:nvSpPr>
          <p:spPr>
            <a:xfrm>
              <a:off x="2809003" y="29028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6" name="pt276"/>
            <p:cNvSpPr/>
            <p:nvPr/>
          </p:nvSpPr>
          <p:spPr>
            <a:xfrm>
              <a:off x="2587928" y="2205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7" name="pt277"/>
            <p:cNvSpPr/>
            <p:nvPr/>
          </p:nvSpPr>
          <p:spPr>
            <a:xfrm>
              <a:off x="2416726" y="2363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8" name="pt278"/>
            <p:cNvSpPr/>
            <p:nvPr/>
          </p:nvSpPr>
          <p:spPr>
            <a:xfrm>
              <a:off x="2245336" y="2390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9" name="pt279"/>
            <p:cNvSpPr/>
            <p:nvPr/>
          </p:nvSpPr>
          <p:spPr>
            <a:xfrm>
              <a:off x="2038048" y="24239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0" name="pt280"/>
            <p:cNvSpPr/>
            <p:nvPr/>
          </p:nvSpPr>
          <p:spPr>
            <a:xfrm>
              <a:off x="2788212" y="25873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1" name="pt281"/>
            <p:cNvSpPr/>
            <p:nvPr/>
          </p:nvSpPr>
          <p:spPr>
            <a:xfrm>
              <a:off x="2713092" y="2712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2" name="pt282"/>
            <p:cNvSpPr/>
            <p:nvPr/>
          </p:nvSpPr>
          <p:spPr>
            <a:xfrm>
              <a:off x="2448007" y="2359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3" name="pt283"/>
            <p:cNvSpPr/>
            <p:nvPr/>
          </p:nvSpPr>
          <p:spPr>
            <a:xfrm>
              <a:off x="2421645" y="2370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4" name="pt284"/>
            <p:cNvSpPr/>
            <p:nvPr/>
          </p:nvSpPr>
          <p:spPr>
            <a:xfrm>
              <a:off x="2768149" y="25823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5" name="pt285"/>
            <p:cNvSpPr/>
            <p:nvPr/>
          </p:nvSpPr>
          <p:spPr>
            <a:xfrm>
              <a:off x="2985325" y="28845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6" name="pt286"/>
            <p:cNvSpPr/>
            <p:nvPr/>
          </p:nvSpPr>
          <p:spPr>
            <a:xfrm>
              <a:off x="1907866" y="246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7" name="pt287"/>
            <p:cNvSpPr/>
            <p:nvPr/>
          </p:nvSpPr>
          <p:spPr>
            <a:xfrm>
              <a:off x="2717342" y="27941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8" name="pt288"/>
            <p:cNvSpPr/>
            <p:nvPr/>
          </p:nvSpPr>
          <p:spPr>
            <a:xfrm>
              <a:off x="2769231" y="26013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9" name="pt289"/>
            <p:cNvSpPr/>
            <p:nvPr/>
          </p:nvSpPr>
          <p:spPr>
            <a:xfrm>
              <a:off x="4374671" y="34303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0" name="pt290"/>
            <p:cNvSpPr/>
            <p:nvPr/>
          </p:nvSpPr>
          <p:spPr>
            <a:xfrm>
              <a:off x="1704281" y="2515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1" name="pt291"/>
            <p:cNvSpPr/>
            <p:nvPr/>
          </p:nvSpPr>
          <p:spPr>
            <a:xfrm>
              <a:off x="2265761" y="2587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2" name="pt292"/>
            <p:cNvSpPr/>
            <p:nvPr/>
          </p:nvSpPr>
          <p:spPr>
            <a:xfrm>
              <a:off x="3076992" y="28117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3" name="pt293"/>
            <p:cNvSpPr/>
            <p:nvPr/>
          </p:nvSpPr>
          <p:spPr>
            <a:xfrm>
              <a:off x="1857637" y="2270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4" name="pt294"/>
            <p:cNvSpPr/>
            <p:nvPr/>
          </p:nvSpPr>
          <p:spPr>
            <a:xfrm>
              <a:off x="1930115" y="228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5" name="pt295"/>
            <p:cNvSpPr/>
            <p:nvPr/>
          </p:nvSpPr>
          <p:spPr>
            <a:xfrm>
              <a:off x="3068153" y="2637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6" name="pt296"/>
            <p:cNvSpPr/>
            <p:nvPr/>
          </p:nvSpPr>
          <p:spPr>
            <a:xfrm>
              <a:off x="3727724" y="2739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7" name="pt297"/>
            <p:cNvSpPr/>
            <p:nvPr/>
          </p:nvSpPr>
          <p:spPr>
            <a:xfrm>
              <a:off x="2076714" y="2518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8" name="pt298"/>
            <p:cNvSpPr/>
            <p:nvPr/>
          </p:nvSpPr>
          <p:spPr>
            <a:xfrm>
              <a:off x="2087002" y="2388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9" name="pt299"/>
            <p:cNvSpPr/>
            <p:nvPr/>
          </p:nvSpPr>
          <p:spPr>
            <a:xfrm>
              <a:off x="2092609" y="255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0" name="pt300"/>
            <p:cNvSpPr/>
            <p:nvPr/>
          </p:nvSpPr>
          <p:spPr>
            <a:xfrm>
              <a:off x="2386516" y="2738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1" name="pt301"/>
            <p:cNvSpPr/>
            <p:nvPr/>
          </p:nvSpPr>
          <p:spPr>
            <a:xfrm>
              <a:off x="2454150" y="21457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2" name="pt302"/>
            <p:cNvSpPr/>
            <p:nvPr/>
          </p:nvSpPr>
          <p:spPr>
            <a:xfrm>
              <a:off x="2432876" y="24001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3" name="pt303"/>
            <p:cNvSpPr/>
            <p:nvPr/>
          </p:nvSpPr>
          <p:spPr>
            <a:xfrm>
              <a:off x="1968487" y="26724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4" name="pt304"/>
            <p:cNvSpPr/>
            <p:nvPr/>
          </p:nvSpPr>
          <p:spPr>
            <a:xfrm>
              <a:off x="2285753" y="25167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5" name="pt305"/>
            <p:cNvSpPr/>
            <p:nvPr/>
          </p:nvSpPr>
          <p:spPr>
            <a:xfrm>
              <a:off x="2311718" y="2244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6" name="pt306"/>
            <p:cNvSpPr/>
            <p:nvPr/>
          </p:nvSpPr>
          <p:spPr>
            <a:xfrm>
              <a:off x="2564308" y="24389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7" name="pt307"/>
            <p:cNvSpPr/>
            <p:nvPr/>
          </p:nvSpPr>
          <p:spPr>
            <a:xfrm>
              <a:off x="2460456" y="26792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8" name="pt308"/>
            <p:cNvSpPr/>
            <p:nvPr/>
          </p:nvSpPr>
          <p:spPr>
            <a:xfrm>
              <a:off x="2650154" y="23137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9" name="pt309"/>
            <p:cNvSpPr/>
            <p:nvPr/>
          </p:nvSpPr>
          <p:spPr>
            <a:xfrm>
              <a:off x="2968858" y="26670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0" name="pt310"/>
            <p:cNvSpPr/>
            <p:nvPr/>
          </p:nvSpPr>
          <p:spPr>
            <a:xfrm>
              <a:off x="2548185" y="2440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1" name="pt311"/>
            <p:cNvSpPr/>
            <p:nvPr/>
          </p:nvSpPr>
          <p:spPr>
            <a:xfrm>
              <a:off x="2390383" y="2765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2" name="pt312"/>
            <p:cNvSpPr/>
            <p:nvPr/>
          </p:nvSpPr>
          <p:spPr>
            <a:xfrm>
              <a:off x="4400769" y="29794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3" name="pt313"/>
            <p:cNvSpPr/>
            <p:nvPr/>
          </p:nvSpPr>
          <p:spPr>
            <a:xfrm>
              <a:off x="3782969" y="3066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4" name="pt314"/>
            <p:cNvSpPr/>
            <p:nvPr/>
          </p:nvSpPr>
          <p:spPr>
            <a:xfrm>
              <a:off x="2114400" y="2237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5" name="pt315"/>
            <p:cNvSpPr/>
            <p:nvPr/>
          </p:nvSpPr>
          <p:spPr>
            <a:xfrm>
              <a:off x="2167338" y="28661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6" name="pt316"/>
            <p:cNvSpPr/>
            <p:nvPr/>
          </p:nvSpPr>
          <p:spPr>
            <a:xfrm>
              <a:off x="2666972" y="2557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7" name="pt317"/>
            <p:cNvSpPr/>
            <p:nvPr/>
          </p:nvSpPr>
          <p:spPr>
            <a:xfrm>
              <a:off x="2072724" y="24122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8" name="pt318"/>
            <p:cNvSpPr/>
            <p:nvPr/>
          </p:nvSpPr>
          <p:spPr>
            <a:xfrm>
              <a:off x="2417384" y="22989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9" name="pt319"/>
            <p:cNvSpPr/>
            <p:nvPr/>
          </p:nvSpPr>
          <p:spPr>
            <a:xfrm>
              <a:off x="2443393" y="23093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0" name="pt320"/>
            <p:cNvSpPr/>
            <p:nvPr/>
          </p:nvSpPr>
          <p:spPr>
            <a:xfrm>
              <a:off x="3002804" y="2582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1" name="pt321"/>
            <p:cNvSpPr/>
            <p:nvPr/>
          </p:nvSpPr>
          <p:spPr>
            <a:xfrm>
              <a:off x="2532671" y="25339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2" name="pt322"/>
            <p:cNvSpPr/>
            <p:nvPr/>
          </p:nvSpPr>
          <p:spPr>
            <a:xfrm>
              <a:off x="2020111" y="23157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3" name="pt323"/>
            <p:cNvSpPr/>
            <p:nvPr/>
          </p:nvSpPr>
          <p:spPr>
            <a:xfrm>
              <a:off x="2132485" y="2629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4" name="pt324"/>
            <p:cNvSpPr/>
            <p:nvPr/>
          </p:nvSpPr>
          <p:spPr>
            <a:xfrm>
              <a:off x="2413880" y="21545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5" name="pt325"/>
            <p:cNvSpPr/>
            <p:nvPr/>
          </p:nvSpPr>
          <p:spPr>
            <a:xfrm>
              <a:off x="2143562" y="2218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6" name="pt326"/>
            <p:cNvSpPr/>
            <p:nvPr/>
          </p:nvSpPr>
          <p:spPr>
            <a:xfrm>
              <a:off x="2099533" y="25012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7" name="pt327"/>
            <p:cNvSpPr/>
            <p:nvPr/>
          </p:nvSpPr>
          <p:spPr>
            <a:xfrm>
              <a:off x="3491820" y="30820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8" name="pt328"/>
            <p:cNvSpPr/>
            <p:nvPr/>
          </p:nvSpPr>
          <p:spPr>
            <a:xfrm>
              <a:off x="3041360" y="2645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29" name="pt329"/>
            <p:cNvSpPr/>
            <p:nvPr/>
          </p:nvSpPr>
          <p:spPr>
            <a:xfrm>
              <a:off x="2720597" y="27218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0" name="pt330"/>
            <p:cNvSpPr/>
            <p:nvPr/>
          </p:nvSpPr>
          <p:spPr>
            <a:xfrm>
              <a:off x="2542945" y="2698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1" name="pt331"/>
            <p:cNvSpPr/>
            <p:nvPr/>
          </p:nvSpPr>
          <p:spPr>
            <a:xfrm>
              <a:off x="2817876" y="22484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2" name="pt332"/>
            <p:cNvSpPr/>
            <p:nvPr/>
          </p:nvSpPr>
          <p:spPr>
            <a:xfrm>
              <a:off x="1401686" y="24470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3" name="pt333"/>
            <p:cNvSpPr/>
            <p:nvPr/>
          </p:nvSpPr>
          <p:spPr>
            <a:xfrm>
              <a:off x="2444971" y="2722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4" name="pt334"/>
            <p:cNvSpPr/>
            <p:nvPr/>
          </p:nvSpPr>
          <p:spPr>
            <a:xfrm>
              <a:off x="4268937" y="32226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5" name="pt335"/>
            <p:cNvSpPr/>
            <p:nvPr/>
          </p:nvSpPr>
          <p:spPr>
            <a:xfrm>
              <a:off x="2255559" y="22740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6" name="pt336"/>
            <p:cNvSpPr/>
            <p:nvPr/>
          </p:nvSpPr>
          <p:spPr>
            <a:xfrm>
              <a:off x="2832715" y="2496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7" name="pt337"/>
            <p:cNvSpPr/>
            <p:nvPr/>
          </p:nvSpPr>
          <p:spPr>
            <a:xfrm>
              <a:off x="2891829" y="2475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8" name="pt338"/>
            <p:cNvSpPr/>
            <p:nvPr/>
          </p:nvSpPr>
          <p:spPr>
            <a:xfrm>
              <a:off x="3034709" y="25701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39" name="pt339"/>
            <p:cNvSpPr/>
            <p:nvPr/>
          </p:nvSpPr>
          <p:spPr>
            <a:xfrm>
              <a:off x="1935426" y="2432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0" name="pt340"/>
            <p:cNvSpPr/>
            <p:nvPr/>
          </p:nvSpPr>
          <p:spPr>
            <a:xfrm>
              <a:off x="2518218" y="281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1" name="pt341"/>
            <p:cNvSpPr/>
            <p:nvPr/>
          </p:nvSpPr>
          <p:spPr>
            <a:xfrm>
              <a:off x="2342235" y="20731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2" name="pt342"/>
            <p:cNvSpPr/>
            <p:nvPr/>
          </p:nvSpPr>
          <p:spPr>
            <a:xfrm>
              <a:off x="2075325" y="2733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3" name="pt343"/>
            <p:cNvSpPr/>
            <p:nvPr/>
          </p:nvSpPr>
          <p:spPr>
            <a:xfrm>
              <a:off x="2373687" y="2271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4" name="pt344"/>
            <p:cNvSpPr/>
            <p:nvPr/>
          </p:nvSpPr>
          <p:spPr>
            <a:xfrm>
              <a:off x="4680905" y="33386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5" name="pt345"/>
            <p:cNvSpPr/>
            <p:nvPr/>
          </p:nvSpPr>
          <p:spPr>
            <a:xfrm>
              <a:off x="1818633" y="2669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6" name="pt346"/>
            <p:cNvSpPr/>
            <p:nvPr/>
          </p:nvSpPr>
          <p:spPr>
            <a:xfrm>
              <a:off x="4080684" y="30344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7" name="pt347"/>
            <p:cNvSpPr/>
            <p:nvPr/>
          </p:nvSpPr>
          <p:spPr>
            <a:xfrm>
              <a:off x="1801806" y="26153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8" name="pt348"/>
            <p:cNvSpPr/>
            <p:nvPr/>
          </p:nvSpPr>
          <p:spPr>
            <a:xfrm>
              <a:off x="3142906" y="23048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9" name="pt349"/>
            <p:cNvSpPr/>
            <p:nvPr/>
          </p:nvSpPr>
          <p:spPr>
            <a:xfrm>
              <a:off x="2737235" y="2803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0" name="pt350"/>
            <p:cNvSpPr/>
            <p:nvPr/>
          </p:nvSpPr>
          <p:spPr>
            <a:xfrm>
              <a:off x="2703368" y="2758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1" name="pt351"/>
            <p:cNvSpPr/>
            <p:nvPr/>
          </p:nvSpPr>
          <p:spPr>
            <a:xfrm>
              <a:off x="1636087" y="25792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2" name="pt352"/>
            <p:cNvSpPr/>
            <p:nvPr/>
          </p:nvSpPr>
          <p:spPr>
            <a:xfrm>
              <a:off x="3716272" y="28931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3" name="pt353"/>
            <p:cNvSpPr/>
            <p:nvPr/>
          </p:nvSpPr>
          <p:spPr>
            <a:xfrm>
              <a:off x="3174261" y="24004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4" name="pt354"/>
            <p:cNvSpPr/>
            <p:nvPr/>
          </p:nvSpPr>
          <p:spPr>
            <a:xfrm>
              <a:off x="2254687" y="2474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5" name="pt355"/>
            <p:cNvSpPr/>
            <p:nvPr/>
          </p:nvSpPr>
          <p:spPr>
            <a:xfrm>
              <a:off x="3347638" y="23955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6" name="pt356"/>
            <p:cNvSpPr/>
            <p:nvPr/>
          </p:nvSpPr>
          <p:spPr>
            <a:xfrm>
              <a:off x="2530641" y="2685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7" name="pt357"/>
            <p:cNvSpPr/>
            <p:nvPr/>
          </p:nvSpPr>
          <p:spPr>
            <a:xfrm>
              <a:off x="1789094" y="27476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8" name="pt358"/>
            <p:cNvSpPr/>
            <p:nvPr/>
          </p:nvSpPr>
          <p:spPr>
            <a:xfrm>
              <a:off x="3010251" y="26448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59" name="pt359"/>
            <p:cNvSpPr/>
            <p:nvPr/>
          </p:nvSpPr>
          <p:spPr>
            <a:xfrm>
              <a:off x="2212442" y="2272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0" name="pt360"/>
            <p:cNvSpPr/>
            <p:nvPr/>
          </p:nvSpPr>
          <p:spPr>
            <a:xfrm>
              <a:off x="2891929" y="26971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1" name="pt361"/>
            <p:cNvSpPr/>
            <p:nvPr/>
          </p:nvSpPr>
          <p:spPr>
            <a:xfrm>
              <a:off x="2307726" y="2594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2" name="pt362"/>
            <p:cNvSpPr/>
            <p:nvPr/>
          </p:nvSpPr>
          <p:spPr>
            <a:xfrm>
              <a:off x="3182043" y="25672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3" name="pt363"/>
            <p:cNvSpPr/>
            <p:nvPr/>
          </p:nvSpPr>
          <p:spPr>
            <a:xfrm>
              <a:off x="2979770" y="2719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4" name="pt364"/>
            <p:cNvSpPr/>
            <p:nvPr/>
          </p:nvSpPr>
          <p:spPr>
            <a:xfrm>
              <a:off x="2630180" y="2603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5" name="pt365"/>
            <p:cNvSpPr/>
            <p:nvPr/>
          </p:nvSpPr>
          <p:spPr>
            <a:xfrm>
              <a:off x="1679490" y="2589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6" name="pt366"/>
            <p:cNvSpPr/>
            <p:nvPr/>
          </p:nvSpPr>
          <p:spPr>
            <a:xfrm>
              <a:off x="1878169" y="2350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7" name="pt367"/>
            <p:cNvSpPr/>
            <p:nvPr/>
          </p:nvSpPr>
          <p:spPr>
            <a:xfrm>
              <a:off x="3869716" y="29840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8" name="pt368"/>
            <p:cNvSpPr/>
            <p:nvPr/>
          </p:nvSpPr>
          <p:spPr>
            <a:xfrm>
              <a:off x="1491728" y="25872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69" name="pt369"/>
            <p:cNvSpPr/>
            <p:nvPr/>
          </p:nvSpPr>
          <p:spPr>
            <a:xfrm>
              <a:off x="2483759" y="2075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0" name="pt370"/>
            <p:cNvSpPr/>
            <p:nvPr/>
          </p:nvSpPr>
          <p:spPr>
            <a:xfrm>
              <a:off x="2929401" y="2685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1" name="pt371"/>
            <p:cNvSpPr/>
            <p:nvPr/>
          </p:nvSpPr>
          <p:spPr>
            <a:xfrm>
              <a:off x="1790940" y="2591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2" name="pt372"/>
            <p:cNvSpPr/>
            <p:nvPr/>
          </p:nvSpPr>
          <p:spPr>
            <a:xfrm>
              <a:off x="2741076" y="26227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3" name="pt373"/>
            <p:cNvSpPr/>
            <p:nvPr/>
          </p:nvSpPr>
          <p:spPr>
            <a:xfrm>
              <a:off x="3073758" y="2519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4" name="pt374"/>
            <p:cNvSpPr/>
            <p:nvPr/>
          </p:nvSpPr>
          <p:spPr>
            <a:xfrm>
              <a:off x="2535848" y="2513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5" name="pt375"/>
            <p:cNvSpPr/>
            <p:nvPr/>
          </p:nvSpPr>
          <p:spPr>
            <a:xfrm>
              <a:off x="2998066" y="2816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6" name="pt376"/>
            <p:cNvSpPr/>
            <p:nvPr/>
          </p:nvSpPr>
          <p:spPr>
            <a:xfrm>
              <a:off x="2792168" y="266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7" name="pt377"/>
            <p:cNvSpPr/>
            <p:nvPr/>
          </p:nvSpPr>
          <p:spPr>
            <a:xfrm>
              <a:off x="2432889" y="23564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8" name="pt378"/>
            <p:cNvSpPr/>
            <p:nvPr/>
          </p:nvSpPr>
          <p:spPr>
            <a:xfrm>
              <a:off x="2071531" y="24636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79" name="pt379"/>
            <p:cNvSpPr/>
            <p:nvPr/>
          </p:nvSpPr>
          <p:spPr>
            <a:xfrm>
              <a:off x="3137591" y="28201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0" name="pt380"/>
            <p:cNvSpPr/>
            <p:nvPr/>
          </p:nvSpPr>
          <p:spPr>
            <a:xfrm>
              <a:off x="2034075" y="2537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1" name="pt381"/>
            <p:cNvSpPr/>
            <p:nvPr/>
          </p:nvSpPr>
          <p:spPr>
            <a:xfrm>
              <a:off x="3133124" y="3060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2" name="pt382"/>
            <p:cNvSpPr/>
            <p:nvPr/>
          </p:nvSpPr>
          <p:spPr>
            <a:xfrm>
              <a:off x="3165134" y="2959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3" name="pt383"/>
            <p:cNvSpPr/>
            <p:nvPr/>
          </p:nvSpPr>
          <p:spPr>
            <a:xfrm>
              <a:off x="1554357" y="2569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4" name="pt384"/>
            <p:cNvSpPr/>
            <p:nvPr/>
          </p:nvSpPr>
          <p:spPr>
            <a:xfrm>
              <a:off x="2797630" y="27594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5" name="pt385"/>
            <p:cNvSpPr/>
            <p:nvPr/>
          </p:nvSpPr>
          <p:spPr>
            <a:xfrm>
              <a:off x="2149939" y="248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6" name="pt386"/>
            <p:cNvSpPr/>
            <p:nvPr/>
          </p:nvSpPr>
          <p:spPr>
            <a:xfrm>
              <a:off x="2982343" y="28207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7" name="pt387"/>
            <p:cNvSpPr/>
            <p:nvPr/>
          </p:nvSpPr>
          <p:spPr>
            <a:xfrm>
              <a:off x="3560160" y="28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8" name="pt388"/>
            <p:cNvSpPr/>
            <p:nvPr/>
          </p:nvSpPr>
          <p:spPr>
            <a:xfrm>
              <a:off x="2477819" y="26743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89" name="pt389"/>
            <p:cNvSpPr/>
            <p:nvPr/>
          </p:nvSpPr>
          <p:spPr>
            <a:xfrm>
              <a:off x="2788589" y="27122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0" name="pt390"/>
            <p:cNvSpPr/>
            <p:nvPr/>
          </p:nvSpPr>
          <p:spPr>
            <a:xfrm>
              <a:off x="1956297" y="2440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1" name="pt391"/>
            <p:cNvSpPr/>
            <p:nvPr/>
          </p:nvSpPr>
          <p:spPr>
            <a:xfrm>
              <a:off x="2140694" y="25453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2" name="pt392"/>
            <p:cNvSpPr/>
            <p:nvPr/>
          </p:nvSpPr>
          <p:spPr>
            <a:xfrm>
              <a:off x="3565642" y="29440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3" name="pt393"/>
            <p:cNvSpPr/>
            <p:nvPr/>
          </p:nvSpPr>
          <p:spPr>
            <a:xfrm>
              <a:off x="2329510" y="24027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4" name="pt394"/>
            <p:cNvSpPr/>
            <p:nvPr/>
          </p:nvSpPr>
          <p:spPr>
            <a:xfrm>
              <a:off x="2986853" y="2828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5" name="pt395"/>
            <p:cNvSpPr/>
            <p:nvPr/>
          </p:nvSpPr>
          <p:spPr>
            <a:xfrm>
              <a:off x="2004968" y="22693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6" name="pt396"/>
            <p:cNvSpPr/>
            <p:nvPr/>
          </p:nvSpPr>
          <p:spPr>
            <a:xfrm>
              <a:off x="2404264" y="2308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7" name="pt397"/>
            <p:cNvSpPr/>
            <p:nvPr/>
          </p:nvSpPr>
          <p:spPr>
            <a:xfrm>
              <a:off x="2629968" y="26833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8" name="pt398"/>
            <p:cNvSpPr/>
            <p:nvPr/>
          </p:nvSpPr>
          <p:spPr>
            <a:xfrm>
              <a:off x="2100249" y="23746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99" name="pt399"/>
            <p:cNvSpPr/>
            <p:nvPr/>
          </p:nvSpPr>
          <p:spPr>
            <a:xfrm>
              <a:off x="2961544" y="30381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0" name="pt400"/>
            <p:cNvSpPr/>
            <p:nvPr/>
          </p:nvSpPr>
          <p:spPr>
            <a:xfrm>
              <a:off x="1758634" y="2292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1" name="pt401"/>
            <p:cNvSpPr/>
            <p:nvPr/>
          </p:nvSpPr>
          <p:spPr>
            <a:xfrm>
              <a:off x="2764115" y="25009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2" name="pt402"/>
            <p:cNvSpPr/>
            <p:nvPr/>
          </p:nvSpPr>
          <p:spPr>
            <a:xfrm>
              <a:off x="1718324" y="24111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3" name="pt403"/>
            <p:cNvSpPr/>
            <p:nvPr/>
          </p:nvSpPr>
          <p:spPr>
            <a:xfrm>
              <a:off x="2617532" y="2422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4" name="pt404"/>
            <p:cNvSpPr/>
            <p:nvPr/>
          </p:nvSpPr>
          <p:spPr>
            <a:xfrm>
              <a:off x="1756725" y="2597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5" name="pt405"/>
            <p:cNvSpPr/>
            <p:nvPr/>
          </p:nvSpPr>
          <p:spPr>
            <a:xfrm>
              <a:off x="2665210" y="2719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6" name="pt406"/>
            <p:cNvSpPr/>
            <p:nvPr/>
          </p:nvSpPr>
          <p:spPr>
            <a:xfrm>
              <a:off x="2233389" y="2619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7" name="pt407"/>
            <p:cNvSpPr/>
            <p:nvPr/>
          </p:nvSpPr>
          <p:spPr>
            <a:xfrm>
              <a:off x="2124048" y="25846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8" name="pt408"/>
            <p:cNvSpPr/>
            <p:nvPr/>
          </p:nvSpPr>
          <p:spPr>
            <a:xfrm>
              <a:off x="4238772" y="30920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09" name="pt409"/>
            <p:cNvSpPr/>
            <p:nvPr/>
          </p:nvSpPr>
          <p:spPr>
            <a:xfrm>
              <a:off x="2921086" y="26157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0" name="pt410"/>
            <p:cNvSpPr/>
            <p:nvPr/>
          </p:nvSpPr>
          <p:spPr>
            <a:xfrm>
              <a:off x="2120276" y="24506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1" name="pt411"/>
            <p:cNvSpPr/>
            <p:nvPr/>
          </p:nvSpPr>
          <p:spPr>
            <a:xfrm>
              <a:off x="2373778" y="23994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2" name="pt412"/>
            <p:cNvSpPr/>
            <p:nvPr/>
          </p:nvSpPr>
          <p:spPr>
            <a:xfrm>
              <a:off x="2310990" y="23191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3" name="pt413"/>
            <p:cNvSpPr/>
            <p:nvPr/>
          </p:nvSpPr>
          <p:spPr>
            <a:xfrm>
              <a:off x="2765668" y="2217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4" name="pt414"/>
            <p:cNvSpPr/>
            <p:nvPr/>
          </p:nvSpPr>
          <p:spPr>
            <a:xfrm>
              <a:off x="2512350" y="2443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5" name="pt415"/>
            <p:cNvSpPr/>
            <p:nvPr/>
          </p:nvSpPr>
          <p:spPr>
            <a:xfrm>
              <a:off x="2522272" y="2678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6" name="pt416"/>
            <p:cNvSpPr/>
            <p:nvPr/>
          </p:nvSpPr>
          <p:spPr>
            <a:xfrm>
              <a:off x="1455410" y="259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7" name="pt417"/>
            <p:cNvSpPr/>
            <p:nvPr/>
          </p:nvSpPr>
          <p:spPr>
            <a:xfrm>
              <a:off x="2154411" y="24973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8" name="pt418"/>
            <p:cNvSpPr/>
            <p:nvPr/>
          </p:nvSpPr>
          <p:spPr>
            <a:xfrm>
              <a:off x="2594962" y="23292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19" name="pt419"/>
            <p:cNvSpPr/>
            <p:nvPr/>
          </p:nvSpPr>
          <p:spPr>
            <a:xfrm>
              <a:off x="3442280" y="2757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0" name="pt420"/>
            <p:cNvSpPr/>
            <p:nvPr/>
          </p:nvSpPr>
          <p:spPr>
            <a:xfrm>
              <a:off x="1555689" y="25864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1" name="pt421"/>
            <p:cNvSpPr/>
            <p:nvPr/>
          </p:nvSpPr>
          <p:spPr>
            <a:xfrm>
              <a:off x="2219978" y="21997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2" name="pt422"/>
            <p:cNvSpPr/>
            <p:nvPr/>
          </p:nvSpPr>
          <p:spPr>
            <a:xfrm>
              <a:off x="2219554" y="24257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3" name="pt423"/>
            <p:cNvSpPr/>
            <p:nvPr/>
          </p:nvSpPr>
          <p:spPr>
            <a:xfrm>
              <a:off x="1760035" y="2133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4" name="pt424"/>
            <p:cNvSpPr/>
            <p:nvPr/>
          </p:nvSpPr>
          <p:spPr>
            <a:xfrm>
              <a:off x="2332259" y="25009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5" name="pt425"/>
            <p:cNvSpPr/>
            <p:nvPr/>
          </p:nvSpPr>
          <p:spPr>
            <a:xfrm>
              <a:off x="3274776" y="2452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6" name="pt426"/>
            <p:cNvSpPr/>
            <p:nvPr/>
          </p:nvSpPr>
          <p:spPr>
            <a:xfrm>
              <a:off x="2647811" y="2517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7" name="pt427"/>
            <p:cNvSpPr/>
            <p:nvPr/>
          </p:nvSpPr>
          <p:spPr>
            <a:xfrm>
              <a:off x="2285102" y="2242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8" name="pt428"/>
            <p:cNvSpPr/>
            <p:nvPr/>
          </p:nvSpPr>
          <p:spPr>
            <a:xfrm>
              <a:off x="2128434" y="23398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29" name="pt429"/>
            <p:cNvSpPr/>
            <p:nvPr/>
          </p:nvSpPr>
          <p:spPr>
            <a:xfrm>
              <a:off x="2757309" y="2727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0" name="pt430"/>
            <p:cNvSpPr/>
            <p:nvPr/>
          </p:nvSpPr>
          <p:spPr>
            <a:xfrm>
              <a:off x="1942673" y="2801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1" name="pt431"/>
            <p:cNvSpPr/>
            <p:nvPr/>
          </p:nvSpPr>
          <p:spPr>
            <a:xfrm>
              <a:off x="2968630" y="26937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2" name="pt432"/>
            <p:cNvSpPr/>
            <p:nvPr/>
          </p:nvSpPr>
          <p:spPr>
            <a:xfrm>
              <a:off x="2353830" y="2211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3" name="pt433"/>
            <p:cNvSpPr/>
            <p:nvPr/>
          </p:nvSpPr>
          <p:spPr>
            <a:xfrm>
              <a:off x="1763529" y="27403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4" name="pt434"/>
            <p:cNvSpPr/>
            <p:nvPr/>
          </p:nvSpPr>
          <p:spPr>
            <a:xfrm>
              <a:off x="4739285" y="4009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5" name="pt435"/>
            <p:cNvSpPr/>
            <p:nvPr/>
          </p:nvSpPr>
          <p:spPr>
            <a:xfrm>
              <a:off x="3216547" y="2626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6" name="pt436"/>
            <p:cNvSpPr/>
            <p:nvPr/>
          </p:nvSpPr>
          <p:spPr>
            <a:xfrm>
              <a:off x="2567660" y="2493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7" name="pt437"/>
            <p:cNvSpPr/>
            <p:nvPr/>
          </p:nvSpPr>
          <p:spPr>
            <a:xfrm>
              <a:off x="3691769" y="2591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8" name="pt438"/>
            <p:cNvSpPr/>
            <p:nvPr/>
          </p:nvSpPr>
          <p:spPr>
            <a:xfrm>
              <a:off x="2741351" y="26685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39" name="pt439"/>
            <p:cNvSpPr/>
            <p:nvPr/>
          </p:nvSpPr>
          <p:spPr>
            <a:xfrm>
              <a:off x="2039463" y="2691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0" name="pt440"/>
            <p:cNvSpPr/>
            <p:nvPr/>
          </p:nvSpPr>
          <p:spPr>
            <a:xfrm>
              <a:off x="3292431" y="3145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1" name="pt441"/>
            <p:cNvSpPr/>
            <p:nvPr/>
          </p:nvSpPr>
          <p:spPr>
            <a:xfrm>
              <a:off x="2550608" y="2329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2" name="pt442"/>
            <p:cNvSpPr/>
            <p:nvPr/>
          </p:nvSpPr>
          <p:spPr>
            <a:xfrm>
              <a:off x="2238609" y="26833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3" name="pt443"/>
            <p:cNvSpPr/>
            <p:nvPr/>
          </p:nvSpPr>
          <p:spPr>
            <a:xfrm>
              <a:off x="2146430" y="21329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4" name="pt444"/>
            <p:cNvSpPr/>
            <p:nvPr/>
          </p:nvSpPr>
          <p:spPr>
            <a:xfrm>
              <a:off x="2367121" y="252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5" name="pt445"/>
            <p:cNvSpPr/>
            <p:nvPr/>
          </p:nvSpPr>
          <p:spPr>
            <a:xfrm>
              <a:off x="3255192" y="2948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6" name="pt446"/>
            <p:cNvSpPr/>
            <p:nvPr/>
          </p:nvSpPr>
          <p:spPr>
            <a:xfrm>
              <a:off x="2549718" y="2795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7" name="pt447"/>
            <p:cNvSpPr/>
            <p:nvPr/>
          </p:nvSpPr>
          <p:spPr>
            <a:xfrm>
              <a:off x="2215519" y="21670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8" name="pt448"/>
            <p:cNvSpPr/>
            <p:nvPr/>
          </p:nvSpPr>
          <p:spPr>
            <a:xfrm>
              <a:off x="2573299" y="28110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49" name="pt449"/>
            <p:cNvSpPr/>
            <p:nvPr/>
          </p:nvSpPr>
          <p:spPr>
            <a:xfrm>
              <a:off x="2795946" y="2559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0" name="pt450"/>
            <p:cNvSpPr/>
            <p:nvPr/>
          </p:nvSpPr>
          <p:spPr>
            <a:xfrm>
              <a:off x="2409739" y="2629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1" name="pt451"/>
            <p:cNvSpPr/>
            <p:nvPr/>
          </p:nvSpPr>
          <p:spPr>
            <a:xfrm>
              <a:off x="2658611" y="23940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2" name="pt452"/>
            <p:cNvSpPr/>
            <p:nvPr/>
          </p:nvSpPr>
          <p:spPr>
            <a:xfrm>
              <a:off x="2096040" y="2249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3" name="pt453"/>
            <p:cNvSpPr/>
            <p:nvPr/>
          </p:nvSpPr>
          <p:spPr>
            <a:xfrm>
              <a:off x="2686135" y="2586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4" name="pt454"/>
            <p:cNvSpPr/>
            <p:nvPr/>
          </p:nvSpPr>
          <p:spPr>
            <a:xfrm>
              <a:off x="2247110" y="23181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5" name="pt455"/>
            <p:cNvSpPr/>
            <p:nvPr/>
          </p:nvSpPr>
          <p:spPr>
            <a:xfrm>
              <a:off x="3914423" y="31436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6" name="pt456"/>
            <p:cNvSpPr/>
            <p:nvPr/>
          </p:nvSpPr>
          <p:spPr>
            <a:xfrm>
              <a:off x="3331009" y="27161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7" name="pt457"/>
            <p:cNvSpPr/>
            <p:nvPr/>
          </p:nvSpPr>
          <p:spPr>
            <a:xfrm>
              <a:off x="1994039" y="2598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8" name="pt458"/>
            <p:cNvSpPr/>
            <p:nvPr/>
          </p:nvSpPr>
          <p:spPr>
            <a:xfrm>
              <a:off x="2132622" y="2281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59" name="pt459"/>
            <p:cNvSpPr/>
            <p:nvPr/>
          </p:nvSpPr>
          <p:spPr>
            <a:xfrm>
              <a:off x="3120200" y="26044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0" name="pt460"/>
            <p:cNvSpPr/>
            <p:nvPr/>
          </p:nvSpPr>
          <p:spPr>
            <a:xfrm>
              <a:off x="2831940" y="2880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1" name="pt461"/>
            <p:cNvSpPr/>
            <p:nvPr/>
          </p:nvSpPr>
          <p:spPr>
            <a:xfrm>
              <a:off x="3042340" y="3033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2" name="pt462"/>
            <p:cNvSpPr/>
            <p:nvPr/>
          </p:nvSpPr>
          <p:spPr>
            <a:xfrm>
              <a:off x="2697653" y="25189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3" name="pt463"/>
            <p:cNvSpPr/>
            <p:nvPr/>
          </p:nvSpPr>
          <p:spPr>
            <a:xfrm>
              <a:off x="3706089" y="2917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4" name="pt464"/>
            <p:cNvSpPr/>
            <p:nvPr/>
          </p:nvSpPr>
          <p:spPr>
            <a:xfrm>
              <a:off x="2393784" y="30399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5" name="pt465"/>
            <p:cNvSpPr/>
            <p:nvPr/>
          </p:nvSpPr>
          <p:spPr>
            <a:xfrm>
              <a:off x="2975230" y="270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6" name="pt466"/>
            <p:cNvSpPr/>
            <p:nvPr/>
          </p:nvSpPr>
          <p:spPr>
            <a:xfrm>
              <a:off x="3242769" y="26556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7" name="pt467"/>
            <p:cNvSpPr/>
            <p:nvPr/>
          </p:nvSpPr>
          <p:spPr>
            <a:xfrm>
              <a:off x="1821609" y="22786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8" name="pt468"/>
            <p:cNvSpPr/>
            <p:nvPr/>
          </p:nvSpPr>
          <p:spPr>
            <a:xfrm>
              <a:off x="2873117" y="2586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69" name="pt469"/>
            <p:cNvSpPr/>
            <p:nvPr/>
          </p:nvSpPr>
          <p:spPr>
            <a:xfrm>
              <a:off x="2541667" y="26618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0" name="pt470"/>
            <p:cNvSpPr/>
            <p:nvPr/>
          </p:nvSpPr>
          <p:spPr>
            <a:xfrm>
              <a:off x="1661410" y="24026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1" name="pt471"/>
            <p:cNvSpPr/>
            <p:nvPr/>
          </p:nvSpPr>
          <p:spPr>
            <a:xfrm>
              <a:off x="2575249" y="2302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2" name="pt472"/>
            <p:cNvSpPr/>
            <p:nvPr/>
          </p:nvSpPr>
          <p:spPr>
            <a:xfrm>
              <a:off x="2164082" y="23111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3" name="pt473"/>
            <p:cNvSpPr/>
            <p:nvPr/>
          </p:nvSpPr>
          <p:spPr>
            <a:xfrm>
              <a:off x="3644312" y="27431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4" name="pt474"/>
            <p:cNvSpPr/>
            <p:nvPr/>
          </p:nvSpPr>
          <p:spPr>
            <a:xfrm>
              <a:off x="2903192" y="2645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5" name="pt475"/>
            <p:cNvSpPr/>
            <p:nvPr/>
          </p:nvSpPr>
          <p:spPr>
            <a:xfrm>
              <a:off x="2350132" y="2340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6" name="pt476"/>
            <p:cNvSpPr/>
            <p:nvPr/>
          </p:nvSpPr>
          <p:spPr>
            <a:xfrm>
              <a:off x="3410949" y="26225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7" name="pt477"/>
            <p:cNvSpPr/>
            <p:nvPr/>
          </p:nvSpPr>
          <p:spPr>
            <a:xfrm>
              <a:off x="2958487" y="31292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8" name="pt478"/>
            <p:cNvSpPr/>
            <p:nvPr/>
          </p:nvSpPr>
          <p:spPr>
            <a:xfrm>
              <a:off x="2263615" y="2377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79" name="pt479"/>
            <p:cNvSpPr/>
            <p:nvPr/>
          </p:nvSpPr>
          <p:spPr>
            <a:xfrm>
              <a:off x="2118570" y="24923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0" name="pt480"/>
            <p:cNvSpPr/>
            <p:nvPr/>
          </p:nvSpPr>
          <p:spPr>
            <a:xfrm>
              <a:off x="2236293" y="23539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1" name="pt481"/>
            <p:cNvSpPr/>
            <p:nvPr/>
          </p:nvSpPr>
          <p:spPr>
            <a:xfrm>
              <a:off x="2319938" y="24906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2" name="pt482"/>
            <p:cNvSpPr/>
            <p:nvPr/>
          </p:nvSpPr>
          <p:spPr>
            <a:xfrm>
              <a:off x="3445437" y="25103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3" name="pt483"/>
            <p:cNvSpPr/>
            <p:nvPr/>
          </p:nvSpPr>
          <p:spPr>
            <a:xfrm>
              <a:off x="2378657" y="24714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4" name="pt484"/>
            <p:cNvSpPr/>
            <p:nvPr/>
          </p:nvSpPr>
          <p:spPr>
            <a:xfrm>
              <a:off x="1923383" y="23936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5" name="pt485"/>
            <p:cNvSpPr/>
            <p:nvPr/>
          </p:nvSpPr>
          <p:spPr>
            <a:xfrm>
              <a:off x="2636242" y="24258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6" name="pt486"/>
            <p:cNvSpPr/>
            <p:nvPr/>
          </p:nvSpPr>
          <p:spPr>
            <a:xfrm>
              <a:off x="2412499" y="2400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7" name="pt487"/>
            <p:cNvSpPr/>
            <p:nvPr/>
          </p:nvSpPr>
          <p:spPr>
            <a:xfrm>
              <a:off x="2231309" y="23655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8" name="pt488"/>
            <p:cNvSpPr/>
            <p:nvPr/>
          </p:nvSpPr>
          <p:spPr>
            <a:xfrm>
              <a:off x="2030101" y="23422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89" name="pt489"/>
            <p:cNvSpPr/>
            <p:nvPr/>
          </p:nvSpPr>
          <p:spPr>
            <a:xfrm>
              <a:off x="3167342" y="26052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0" name="pt490"/>
            <p:cNvSpPr/>
            <p:nvPr/>
          </p:nvSpPr>
          <p:spPr>
            <a:xfrm>
              <a:off x="2125553" y="256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1" name="pt491"/>
            <p:cNvSpPr/>
            <p:nvPr/>
          </p:nvSpPr>
          <p:spPr>
            <a:xfrm>
              <a:off x="1686428" y="23330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2" name="pt492"/>
            <p:cNvSpPr/>
            <p:nvPr/>
          </p:nvSpPr>
          <p:spPr>
            <a:xfrm>
              <a:off x="2734387" y="222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3" name="pt493"/>
            <p:cNvSpPr/>
            <p:nvPr/>
          </p:nvSpPr>
          <p:spPr>
            <a:xfrm>
              <a:off x="2137840" y="24529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4" name="pt494"/>
            <p:cNvSpPr/>
            <p:nvPr/>
          </p:nvSpPr>
          <p:spPr>
            <a:xfrm>
              <a:off x="2686133" y="2849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5" name="pt495"/>
            <p:cNvSpPr/>
            <p:nvPr/>
          </p:nvSpPr>
          <p:spPr>
            <a:xfrm>
              <a:off x="2967803" y="2388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6" name="pt496"/>
            <p:cNvSpPr/>
            <p:nvPr/>
          </p:nvSpPr>
          <p:spPr>
            <a:xfrm>
              <a:off x="3076148" y="24327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7" name="pt497"/>
            <p:cNvSpPr/>
            <p:nvPr/>
          </p:nvSpPr>
          <p:spPr>
            <a:xfrm>
              <a:off x="2249253" y="248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8" name="pt498"/>
            <p:cNvSpPr/>
            <p:nvPr/>
          </p:nvSpPr>
          <p:spPr>
            <a:xfrm>
              <a:off x="2307010" y="23439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99" name="pt499"/>
            <p:cNvSpPr/>
            <p:nvPr/>
          </p:nvSpPr>
          <p:spPr>
            <a:xfrm>
              <a:off x="3128645" y="2874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0" name="pt500"/>
            <p:cNvSpPr/>
            <p:nvPr/>
          </p:nvSpPr>
          <p:spPr>
            <a:xfrm>
              <a:off x="2454337" y="2383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1" name="pt501"/>
            <p:cNvSpPr/>
            <p:nvPr/>
          </p:nvSpPr>
          <p:spPr>
            <a:xfrm>
              <a:off x="2130249" y="21344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2" name="pt502"/>
            <p:cNvSpPr/>
            <p:nvPr/>
          </p:nvSpPr>
          <p:spPr>
            <a:xfrm>
              <a:off x="1603344" y="26087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3" name="pt503"/>
            <p:cNvSpPr/>
            <p:nvPr/>
          </p:nvSpPr>
          <p:spPr>
            <a:xfrm>
              <a:off x="3061398" y="27273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4" name="pt504"/>
            <p:cNvSpPr/>
            <p:nvPr/>
          </p:nvSpPr>
          <p:spPr>
            <a:xfrm>
              <a:off x="2934702" y="23962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5" name="pt505"/>
            <p:cNvSpPr/>
            <p:nvPr/>
          </p:nvSpPr>
          <p:spPr>
            <a:xfrm>
              <a:off x="2723586" y="2566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6" name="pt506"/>
            <p:cNvSpPr/>
            <p:nvPr/>
          </p:nvSpPr>
          <p:spPr>
            <a:xfrm>
              <a:off x="2475997" y="2337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7" name="pt507"/>
            <p:cNvSpPr/>
            <p:nvPr/>
          </p:nvSpPr>
          <p:spPr>
            <a:xfrm>
              <a:off x="2709767" y="2732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8" name="pt508"/>
            <p:cNvSpPr/>
            <p:nvPr/>
          </p:nvSpPr>
          <p:spPr>
            <a:xfrm>
              <a:off x="4522219" y="3762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09" name="pt509"/>
            <p:cNvSpPr/>
            <p:nvPr/>
          </p:nvSpPr>
          <p:spPr>
            <a:xfrm>
              <a:off x="2250191" y="25503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0" name="pt510"/>
            <p:cNvSpPr/>
            <p:nvPr/>
          </p:nvSpPr>
          <p:spPr>
            <a:xfrm>
              <a:off x="2359853" y="24885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1" name="pt511"/>
            <p:cNvSpPr/>
            <p:nvPr/>
          </p:nvSpPr>
          <p:spPr>
            <a:xfrm>
              <a:off x="2377832" y="23063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2" name="pt512"/>
            <p:cNvSpPr/>
            <p:nvPr/>
          </p:nvSpPr>
          <p:spPr>
            <a:xfrm>
              <a:off x="3042430" y="2460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3" name="pt513"/>
            <p:cNvSpPr/>
            <p:nvPr/>
          </p:nvSpPr>
          <p:spPr>
            <a:xfrm>
              <a:off x="4123684" y="35687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4" name="pt514"/>
            <p:cNvSpPr/>
            <p:nvPr/>
          </p:nvSpPr>
          <p:spPr>
            <a:xfrm>
              <a:off x="2286925" y="21147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5" name="pt515"/>
            <p:cNvSpPr/>
            <p:nvPr/>
          </p:nvSpPr>
          <p:spPr>
            <a:xfrm>
              <a:off x="2162099" y="2499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6" name="pt516"/>
            <p:cNvSpPr/>
            <p:nvPr/>
          </p:nvSpPr>
          <p:spPr>
            <a:xfrm>
              <a:off x="3127298" y="2436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7" name="pt517"/>
            <p:cNvSpPr/>
            <p:nvPr/>
          </p:nvSpPr>
          <p:spPr>
            <a:xfrm>
              <a:off x="2176544" y="2543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8" name="pt518"/>
            <p:cNvSpPr/>
            <p:nvPr/>
          </p:nvSpPr>
          <p:spPr>
            <a:xfrm>
              <a:off x="3256958" y="28324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19" name="pt519"/>
            <p:cNvSpPr/>
            <p:nvPr/>
          </p:nvSpPr>
          <p:spPr>
            <a:xfrm>
              <a:off x="2960069" y="31133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0" name="pt520"/>
            <p:cNvSpPr/>
            <p:nvPr/>
          </p:nvSpPr>
          <p:spPr>
            <a:xfrm>
              <a:off x="2496395" y="2584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1" name="pt521"/>
            <p:cNvSpPr/>
            <p:nvPr/>
          </p:nvSpPr>
          <p:spPr>
            <a:xfrm>
              <a:off x="2692300" y="2768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2" name="pt522"/>
            <p:cNvSpPr/>
            <p:nvPr/>
          </p:nvSpPr>
          <p:spPr>
            <a:xfrm>
              <a:off x="2835900" y="2528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3" name="pt523"/>
            <p:cNvSpPr/>
            <p:nvPr/>
          </p:nvSpPr>
          <p:spPr>
            <a:xfrm>
              <a:off x="4095662" y="30108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4" name="pt524"/>
            <p:cNvSpPr/>
            <p:nvPr/>
          </p:nvSpPr>
          <p:spPr>
            <a:xfrm>
              <a:off x="2648812" y="26300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5" name="pt525"/>
            <p:cNvSpPr/>
            <p:nvPr/>
          </p:nvSpPr>
          <p:spPr>
            <a:xfrm>
              <a:off x="2886025" y="24573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6" name="pt526"/>
            <p:cNvSpPr/>
            <p:nvPr/>
          </p:nvSpPr>
          <p:spPr>
            <a:xfrm>
              <a:off x="3196325" y="28329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7" name="pt527"/>
            <p:cNvSpPr/>
            <p:nvPr/>
          </p:nvSpPr>
          <p:spPr>
            <a:xfrm>
              <a:off x="3005500" y="3078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8" name="pt528"/>
            <p:cNvSpPr/>
            <p:nvPr/>
          </p:nvSpPr>
          <p:spPr>
            <a:xfrm>
              <a:off x="2760743" y="2383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29" name="pt529"/>
            <p:cNvSpPr/>
            <p:nvPr/>
          </p:nvSpPr>
          <p:spPr>
            <a:xfrm>
              <a:off x="3190026" y="33379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0" name="pt530"/>
            <p:cNvSpPr/>
            <p:nvPr/>
          </p:nvSpPr>
          <p:spPr>
            <a:xfrm>
              <a:off x="1706330" y="24620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1" name="pt531"/>
            <p:cNvSpPr/>
            <p:nvPr/>
          </p:nvSpPr>
          <p:spPr>
            <a:xfrm>
              <a:off x="2302316" y="23018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2" name="pt532"/>
            <p:cNvSpPr/>
            <p:nvPr/>
          </p:nvSpPr>
          <p:spPr>
            <a:xfrm>
              <a:off x="2932645" y="2497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3" name="pt533"/>
            <p:cNvSpPr/>
            <p:nvPr/>
          </p:nvSpPr>
          <p:spPr>
            <a:xfrm>
              <a:off x="2962831" y="25773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4" name="pt534"/>
            <p:cNvSpPr/>
            <p:nvPr/>
          </p:nvSpPr>
          <p:spPr>
            <a:xfrm>
              <a:off x="1830523" y="2694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5" name="pt535"/>
            <p:cNvSpPr/>
            <p:nvPr/>
          </p:nvSpPr>
          <p:spPr>
            <a:xfrm>
              <a:off x="2041993" y="2474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6" name="pt536"/>
            <p:cNvSpPr/>
            <p:nvPr/>
          </p:nvSpPr>
          <p:spPr>
            <a:xfrm>
              <a:off x="2233221" y="26249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7" name="pt537"/>
            <p:cNvSpPr/>
            <p:nvPr/>
          </p:nvSpPr>
          <p:spPr>
            <a:xfrm>
              <a:off x="2138363" y="24870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8" name="pt538"/>
            <p:cNvSpPr/>
            <p:nvPr/>
          </p:nvSpPr>
          <p:spPr>
            <a:xfrm>
              <a:off x="3524078" y="2940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39" name="pt539"/>
            <p:cNvSpPr/>
            <p:nvPr/>
          </p:nvSpPr>
          <p:spPr>
            <a:xfrm>
              <a:off x="2169295" y="25064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0" name="pt540"/>
            <p:cNvSpPr/>
            <p:nvPr/>
          </p:nvSpPr>
          <p:spPr>
            <a:xfrm>
              <a:off x="1951270" y="24563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1" name="pt541"/>
            <p:cNvSpPr/>
            <p:nvPr/>
          </p:nvSpPr>
          <p:spPr>
            <a:xfrm>
              <a:off x="2188465" y="23756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2" name="pt542"/>
            <p:cNvSpPr/>
            <p:nvPr/>
          </p:nvSpPr>
          <p:spPr>
            <a:xfrm>
              <a:off x="1775216" y="26962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3" name="pt543"/>
            <p:cNvSpPr/>
            <p:nvPr/>
          </p:nvSpPr>
          <p:spPr>
            <a:xfrm>
              <a:off x="2721701" y="2524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4" name="pt544"/>
            <p:cNvSpPr/>
            <p:nvPr/>
          </p:nvSpPr>
          <p:spPr>
            <a:xfrm>
              <a:off x="3838270" y="34822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5" name="pt545"/>
            <p:cNvSpPr/>
            <p:nvPr/>
          </p:nvSpPr>
          <p:spPr>
            <a:xfrm>
              <a:off x="4116224" y="35446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6" name="pt546"/>
            <p:cNvSpPr/>
            <p:nvPr/>
          </p:nvSpPr>
          <p:spPr>
            <a:xfrm>
              <a:off x="2805929" y="27859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7" name="pt547"/>
            <p:cNvSpPr/>
            <p:nvPr/>
          </p:nvSpPr>
          <p:spPr>
            <a:xfrm>
              <a:off x="3359687" y="28205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8" name="pt548"/>
            <p:cNvSpPr/>
            <p:nvPr/>
          </p:nvSpPr>
          <p:spPr>
            <a:xfrm>
              <a:off x="2379986" y="27406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49" name="pt549"/>
            <p:cNvSpPr/>
            <p:nvPr/>
          </p:nvSpPr>
          <p:spPr>
            <a:xfrm>
              <a:off x="2418672" y="2959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0" name="pt550"/>
            <p:cNvSpPr/>
            <p:nvPr/>
          </p:nvSpPr>
          <p:spPr>
            <a:xfrm>
              <a:off x="3239124" y="27623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1" name="pt551"/>
            <p:cNvSpPr/>
            <p:nvPr/>
          </p:nvSpPr>
          <p:spPr>
            <a:xfrm>
              <a:off x="2549201" y="25489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2" name="pt552"/>
            <p:cNvSpPr/>
            <p:nvPr/>
          </p:nvSpPr>
          <p:spPr>
            <a:xfrm>
              <a:off x="2309008" y="25943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3" name="pt553"/>
            <p:cNvSpPr/>
            <p:nvPr/>
          </p:nvSpPr>
          <p:spPr>
            <a:xfrm>
              <a:off x="2302947" y="27287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4" name="pt554"/>
            <p:cNvSpPr/>
            <p:nvPr/>
          </p:nvSpPr>
          <p:spPr>
            <a:xfrm>
              <a:off x="2607995" y="25770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5" name="pt555"/>
            <p:cNvSpPr/>
            <p:nvPr/>
          </p:nvSpPr>
          <p:spPr>
            <a:xfrm>
              <a:off x="2839266" y="25978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6" name="pt556"/>
            <p:cNvSpPr/>
            <p:nvPr/>
          </p:nvSpPr>
          <p:spPr>
            <a:xfrm>
              <a:off x="4174411" y="33905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7" name="pt557"/>
            <p:cNvSpPr/>
            <p:nvPr/>
          </p:nvSpPr>
          <p:spPr>
            <a:xfrm>
              <a:off x="2527674" y="26851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8" name="pt558"/>
            <p:cNvSpPr/>
            <p:nvPr/>
          </p:nvSpPr>
          <p:spPr>
            <a:xfrm>
              <a:off x="3181949" y="290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59" name="pt559"/>
            <p:cNvSpPr/>
            <p:nvPr/>
          </p:nvSpPr>
          <p:spPr>
            <a:xfrm>
              <a:off x="2645827" y="2346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0" name="pt560"/>
            <p:cNvSpPr/>
            <p:nvPr/>
          </p:nvSpPr>
          <p:spPr>
            <a:xfrm>
              <a:off x="2443665" y="21494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1" name="pt561"/>
            <p:cNvSpPr/>
            <p:nvPr/>
          </p:nvSpPr>
          <p:spPr>
            <a:xfrm>
              <a:off x="2693972" y="22994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2" name="pt562"/>
            <p:cNvSpPr/>
            <p:nvPr/>
          </p:nvSpPr>
          <p:spPr>
            <a:xfrm>
              <a:off x="2779414" y="24068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3" name="pt563"/>
            <p:cNvSpPr/>
            <p:nvPr/>
          </p:nvSpPr>
          <p:spPr>
            <a:xfrm>
              <a:off x="2891007" y="2605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4" name="pt564"/>
            <p:cNvSpPr/>
            <p:nvPr/>
          </p:nvSpPr>
          <p:spPr>
            <a:xfrm>
              <a:off x="2808855" y="26118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5" name="pt565"/>
            <p:cNvSpPr/>
            <p:nvPr/>
          </p:nvSpPr>
          <p:spPr>
            <a:xfrm>
              <a:off x="3119293" y="27332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6" name="pt566"/>
            <p:cNvSpPr/>
            <p:nvPr/>
          </p:nvSpPr>
          <p:spPr>
            <a:xfrm>
              <a:off x="2102853" y="23390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7" name="pt567"/>
            <p:cNvSpPr/>
            <p:nvPr/>
          </p:nvSpPr>
          <p:spPr>
            <a:xfrm>
              <a:off x="2425588" y="2480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8" name="pt568"/>
            <p:cNvSpPr/>
            <p:nvPr/>
          </p:nvSpPr>
          <p:spPr>
            <a:xfrm>
              <a:off x="2637354" y="27596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69" name="pt569"/>
            <p:cNvSpPr/>
            <p:nvPr/>
          </p:nvSpPr>
          <p:spPr>
            <a:xfrm>
              <a:off x="3028029" y="2801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0" name="pt570"/>
            <p:cNvSpPr/>
            <p:nvPr/>
          </p:nvSpPr>
          <p:spPr>
            <a:xfrm>
              <a:off x="2305032" y="2322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1" name="pt571"/>
            <p:cNvSpPr/>
            <p:nvPr/>
          </p:nvSpPr>
          <p:spPr>
            <a:xfrm>
              <a:off x="2526554" y="26933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2" name="pt572"/>
            <p:cNvSpPr/>
            <p:nvPr/>
          </p:nvSpPr>
          <p:spPr>
            <a:xfrm>
              <a:off x="2587032" y="215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3" name="pt573"/>
            <p:cNvSpPr/>
            <p:nvPr/>
          </p:nvSpPr>
          <p:spPr>
            <a:xfrm>
              <a:off x="2247441" y="21589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4" name="pt574"/>
            <p:cNvSpPr/>
            <p:nvPr/>
          </p:nvSpPr>
          <p:spPr>
            <a:xfrm>
              <a:off x="2443184" y="26512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5" name="pt575"/>
            <p:cNvSpPr/>
            <p:nvPr/>
          </p:nvSpPr>
          <p:spPr>
            <a:xfrm>
              <a:off x="1743865" y="2539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6" name="pt576"/>
            <p:cNvSpPr/>
            <p:nvPr/>
          </p:nvSpPr>
          <p:spPr>
            <a:xfrm>
              <a:off x="3427034" y="26171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7" name="pt577"/>
            <p:cNvSpPr/>
            <p:nvPr/>
          </p:nvSpPr>
          <p:spPr>
            <a:xfrm>
              <a:off x="2813855" y="2567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8" name="pt578"/>
            <p:cNvSpPr/>
            <p:nvPr/>
          </p:nvSpPr>
          <p:spPr>
            <a:xfrm>
              <a:off x="1753094" y="24072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79" name="pt579"/>
            <p:cNvSpPr/>
            <p:nvPr/>
          </p:nvSpPr>
          <p:spPr>
            <a:xfrm>
              <a:off x="2586968" y="26776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0" name="pt580"/>
            <p:cNvSpPr/>
            <p:nvPr/>
          </p:nvSpPr>
          <p:spPr>
            <a:xfrm>
              <a:off x="2829521" y="2927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1" name="pt581"/>
            <p:cNvSpPr/>
            <p:nvPr/>
          </p:nvSpPr>
          <p:spPr>
            <a:xfrm>
              <a:off x="2268798" y="2629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2" name="pt582"/>
            <p:cNvSpPr/>
            <p:nvPr/>
          </p:nvSpPr>
          <p:spPr>
            <a:xfrm>
              <a:off x="1899831" y="2778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3" name="pt583"/>
            <p:cNvSpPr/>
            <p:nvPr/>
          </p:nvSpPr>
          <p:spPr>
            <a:xfrm>
              <a:off x="2025072" y="23908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4" name="pt584"/>
            <p:cNvSpPr/>
            <p:nvPr/>
          </p:nvSpPr>
          <p:spPr>
            <a:xfrm>
              <a:off x="2115391" y="2356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5" name="pt585"/>
            <p:cNvSpPr/>
            <p:nvPr/>
          </p:nvSpPr>
          <p:spPr>
            <a:xfrm>
              <a:off x="2598770" y="23207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6" name="pt586"/>
            <p:cNvSpPr/>
            <p:nvPr/>
          </p:nvSpPr>
          <p:spPr>
            <a:xfrm>
              <a:off x="1970783" y="25015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7" name="pt587"/>
            <p:cNvSpPr/>
            <p:nvPr/>
          </p:nvSpPr>
          <p:spPr>
            <a:xfrm>
              <a:off x="2936223" y="2516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8" name="pt588"/>
            <p:cNvSpPr/>
            <p:nvPr/>
          </p:nvSpPr>
          <p:spPr>
            <a:xfrm>
              <a:off x="2347137" y="21646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89" name="pt589"/>
            <p:cNvSpPr/>
            <p:nvPr/>
          </p:nvSpPr>
          <p:spPr>
            <a:xfrm>
              <a:off x="2978262" y="25832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0" name="pt590"/>
            <p:cNvSpPr/>
            <p:nvPr/>
          </p:nvSpPr>
          <p:spPr>
            <a:xfrm>
              <a:off x="2975087" y="284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1" name="pt591"/>
            <p:cNvSpPr/>
            <p:nvPr/>
          </p:nvSpPr>
          <p:spPr>
            <a:xfrm>
              <a:off x="2904741" y="26904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2" name="pt592"/>
            <p:cNvSpPr/>
            <p:nvPr/>
          </p:nvSpPr>
          <p:spPr>
            <a:xfrm>
              <a:off x="2060074" y="2668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3" name="pt593"/>
            <p:cNvSpPr/>
            <p:nvPr/>
          </p:nvSpPr>
          <p:spPr>
            <a:xfrm>
              <a:off x="2640527" y="2547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4" name="pt594"/>
            <p:cNvSpPr/>
            <p:nvPr/>
          </p:nvSpPr>
          <p:spPr>
            <a:xfrm>
              <a:off x="2536297" y="23991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5" name="pt595"/>
            <p:cNvSpPr/>
            <p:nvPr/>
          </p:nvSpPr>
          <p:spPr>
            <a:xfrm>
              <a:off x="3165274" y="2527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6" name="pt596"/>
            <p:cNvSpPr/>
            <p:nvPr/>
          </p:nvSpPr>
          <p:spPr>
            <a:xfrm>
              <a:off x="2570421" y="2257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7" name="pt597"/>
            <p:cNvSpPr/>
            <p:nvPr/>
          </p:nvSpPr>
          <p:spPr>
            <a:xfrm>
              <a:off x="1507986" y="2540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8" name="pt598"/>
            <p:cNvSpPr/>
            <p:nvPr/>
          </p:nvSpPr>
          <p:spPr>
            <a:xfrm>
              <a:off x="1565846" y="23322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99" name="pt599"/>
            <p:cNvSpPr/>
            <p:nvPr/>
          </p:nvSpPr>
          <p:spPr>
            <a:xfrm>
              <a:off x="1697766" y="24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0" name="pt600"/>
            <p:cNvSpPr/>
            <p:nvPr/>
          </p:nvSpPr>
          <p:spPr>
            <a:xfrm>
              <a:off x="2201203" y="2819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1" name="pt601"/>
            <p:cNvSpPr/>
            <p:nvPr/>
          </p:nvSpPr>
          <p:spPr>
            <a:xfrm>
              <a:off x="2111871" y="23235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2" name="pt602"/>
            <p:cNvSpPr/>
            <p:nvPr/>
          </p:nvSpPr>
          <p:spPr>
            <a:xfrm>
              <a:off x="1860544" y="2234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3" name="pt603"/>
            <p:cNvSpPr/>
            <p:nvPr/>
          </p:nvSpPr>
          <p:spPr>
            <a:xfrm>
              <a:off x="1915339" y="24436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4" name="pt604"/>
            <p:cNvSpPr/>
            <p:nvPr/>
          </p:nvSpPr>
          <p:spPr>
            <a:xfrm>
              <a:off x="2422871" y="29248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5" name="pt605"/>
            <p:cNvSpPr/>
            <p:nvPr/>
          </p:nvSpPr>
          <p:spPr>
            <a:xfrm>
              <a:off x="2686006" y="2372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6" name="pt606"/>
            <p:cNvSpPr/>
            <p:nvPr/>
          </p:nvSpPr>
          <p:spPr>
            <a:xfrm>
              <a:off x="1927249" y="25555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7" name="pt607"/>
            <p:cNvSpPr/>
            <p:nvPr/>
          </p:nvSpPr>
          <p:spPr>
            <a:xfrm>
              <a:off x="3377836" y="33061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8" name="pt608"/>
            <p:cNvSpPr/>
            <p:nvPr/>
          </p:nvSpPr>
          <p:spPr>
            <a:xfrm>
              <a:off x="2547118" y="23229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09" name="pt609"/>
            <p:cNvSpPr/>
            <p:nvPr/>
          </p:nvSpPr>
          <p:spPr>
            <a:xfrm>
              <a:off x="2605362" y="25394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0" name="pt610"/>
            <p:cNvSpPr/>
            <p:nvPr/>
          </p:nvSpPr>
          <p:spPr>
            <a:xfrm>
              <a:off x="2883430" y="24333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1" name="pt611"/>
            <p:cNvSpPr/>
            <p:nvPr/>
          </p:nvSpPr>
          <p:spPr>
            <a:xfrm>
              <a:off x="1928835" y="262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2" name="pt612"/>
            <p:cNvSpPr/>
            <p:nvPr/>
          </p:nvSpPr>
          <p:spPr>
            <a:xfrm>
              <a:off x="3804963" y="29986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3" name="pt613"/>
            <p:cNvSpPr/>
            <p:nvPr/>
          </p:nvSpPr>
          <p:spPr>
            <a:xfrm>
              <a:off x="2741790" y="2770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4" name="pt614"/>
            <p:cNvSpPr/>
            <p:nvPr/>
          </p:nvSpPr>
          <p:spPr>
            <a:xfrm>
              <a:off x="2552288" y="26047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5" name="pt615"/>
            <p:cNvSpPr/>
            <p:nvPr/>
          </p:nvSpPr>
          <p:spPr>
            <a:xfrm>
              <a:off x="1942912" y="24805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6" name="pt616"/>
            <p:cNvSpPr/>
            <p:nvPr/>
          </p:nvSpPr>
          <p:spPr>
            <a:xfrm>
              <a:off x="2479247" y="25831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7" name="pt617"/>
            <p:cNvSpPr/>
            <p:nvPr/>
          </p:nvSpPr>
          <p:spPr>
            <a:xfrm>
              <a:off x="2446989" y="25197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8" name="pt618"/>
            <p:cNvSpPr/>
            <p:nvPr/>
          </p:nvSpPr>
          <p:spPr>
            <a:xfrm>
              <a:off x="1683811" y="24598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19" name="pt619"/>
            <p:cNvSpPr/>
            <p:nvPr/>
          </p:nvSpPr>
          <p:spPr>
            <a:xfrm>
              <a:off x="2383958" y="24865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0" name="pt620"/>
            <p:cNvSpPr/>
            <p:nvPr/>
          </p:nvSpPr>
          <p:spPr>
            <a:xfrm>
              <a:off x="1838434" y="23914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1" name="pt621"/>
            <p:cNvSpPr/>
            <p:nvPr/>
          </p:nvSpPr>
          <p:spPr>
            <a:xfrm>
              <a:off x="2504058" y="23473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2" name="pt622"/>
            <p:cNvSpPr/>
            <p:nvPr/>
          </p:nvSpPr>
          <p:spPr>
            <a:xfrm>
              <a:off x="1858582" y="22572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3" name="pt623"/>
            <p:cNvSpPr/>
            <p:nvPr/>
          </p:nvSpPr>
          <p:spPr>
            <a:xfrm>
              <a:off x="2457912" y="227641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4" name="pt624"/>
            <p:cNvSpPr/>
            <p:nvPr/>
          </p:nvSpPr>
          <p:spPr>
            <a:xfrm>
              <a:off x="2934432" y="28364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5" name="pt625"/>
            <p:cNvSpPr/>
            <p:nvPr/>
          </p:nvSpPr>
          <p:spPr>
            <a:xfrm>
              <a:off x="1905591" y="25896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6" name="pt626"/>
            <p:cNvSpPr/>
            <p:nvPr/>
          </p:nvSpPr>
          <p:spPr>
            <a:xfrm>
              <a:off x="3537068" y="2917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7" name="pt627"/>
            <p:cNvSpPr/>
            <p:nvPr/>
          </p:nvSpPr>
          <p:spPr>
            <a:xfrm>
              <a:off x="1488894" y="24500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8" name="pt628"/>
            <p:cNvSpPr/>
            <p:nvPr/>
          </p:nvSpPr>
          <p:spPr>
            <a:xfrm>
              <a:off x="2764041" y="27370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29" name="pt629"/>
            <p:cNvSpPr/>
            <p:nvPr/>
          </p:nvSpPr>
          <p:spPr>
            <a:xfrm>
              <a:off x="4331673" y="36980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0" name="pt630"/>
            <p:cNvSpPr/>
            <p:nvPr/>
          </p:nvSpPr>
          <p:spPr>
            <a:xfrm>
              <a:off x="2227275" y="22338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1" name="pt631"/>
            <p:cNvSpPr/>
            <p:nvPr/>
          </p:nvSpPr>
          <p:spPr>
            <a:xfrm>
              <a:off x="2450383" y="291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2" name="pt632"/>
            <p:cNvSpPr/>
            <p:nvPr/>
          </p:nvSpPr>
          <p:spPr>
            <a:xfrm>
              <a:off x="2864614" y="25662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3" name="pt633"/>
            <p:cNvSpPr/>
            <p:nvPr/>
          </p:nvSpPr>
          <p:spPr>
            <a:xfrm>
              <a:off x="2026815" y="22271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4" name="pt634"/>
            <p:cNvSpPr/>
            <p:nvPr/>
          </p:nvSpPr>
          <p:spPr>
            <a:xfrm>
              <a:off x="2878716" y="25686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5" name="pt635"/>
            <p:cNvSpPr/>
            <p:nvPr/>
          </p:nvSpPr>
          <p:spPr>
            <a:xfrm>
              <a:off x="2018016" y="2482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6" name="pt636"/>
            <p:cNvSpPr/>
            <p:nvPr/>
          </p:nvSpPr>
          <p:spPr>
            <a:xfrm>
              <a:off x="2466433" y="25261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7" name="pt637"/>
            <p:cNvSpPr/>
            <p:nvPr/>
          </p:nvSpPr>
          <p:spPr>
            <a:xfrm>
              <a:off x="2198820" y="24056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8" name="pt638"/>
            <p:cNvSpPr/>
            <p:nvPr/>
          </p:nvSpPr>
          <p:spPr>
            <a:xfrm>
              <a:off x="2619707" y="2587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39" name="pt639"/>
            <p:cNvSpPr/>
            <p:nvPr/>
          </p:nvSpPr>
          <p:spPr>
            <a:xfrm>
              <a:off x="2450317" y="25190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0" name="pt640"/>
            <p:cNvSpPr/>
            <p:nvPr/>
          </p:nvSpPr>
          <p:spPr>
            <a:xfrm>
              <a:off x="3266090" y="27751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1" name="pt641"/>
            <p:cNvSpPr/>
            <p:nvPr/>
          </p:nvSpPr>
          <p:spPr>
            <a:xfrm>
              <a:off x="1966876" y="23454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2" name="pt642"/>
            <p:cNvSpPr/>
            <p:nvPr/>
          </p:nvSpPr>
          <p:spPr>
            <a:xfrm>
              <a:off x="3419293" y="2642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3" name="pt643"/>
            <p:cNvSpPr/>
            <p:nvPr/>
          </p:nvSpPr>
          <p:spPr>
            <a:xfrm>
              <a:off x="3042995" y="24510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4" name="pt644"/>
            <p:cNvSpPr/>
            <p:nvPr/>
          </p:nvSpPr>
          <p:spPr>
            <a:xfrm>
              <a:off x="2761989" y="23314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5" name="pt645"/>
            <p:cNvSpPr/>
            <p:nvPr/>
          </p:nvSpPr>
          <p:spPr>
            <a:xfrm>
              <a:off x="3612056" y="3301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6" name="pt646"/>
            <p:cNvSpPr/>
            <p:nvPr/>
          </p:nvSpPr>
          <p:spPr>
            <a:xfrm>
              <a:off x="2820913" y="2752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7" name="pt647"/>
            <p:cNvSpPr/>
            <p:nvPr/>
          </p:nvSpPr>
          <p:spPr>
            <a:xfrm>
              <a:off x="3816836" y="29325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8" name="pt648"/>
            <p:cNvSpPr/>
            <p:nvPr/>
          </p:nvSpPr>
          <p:spPr>
            <a:xfrm>
              <a:off x="3020442" y="25039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49" name="pt649"/>
            <p:cNvSpPr/>
            <p:nvPr/>
          </p:nvSpPr>
          <p:spPr>
            <a:xfrm>
              <a:off x="2501694" y="26806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0" name="pt650"/>
            <p:cNvSpPr/>
            <p:nvPr/>
          </p:nvSpPr>
          <p:spPr>
            <a:xfrm>
              <a:off x="2192368" y="2337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1" name="pt651"/>
            <p:cNvSpPr/>
            <p:nvPr/>
          </p:nvSpPr>
          <p:spPr>
            <a:xfrm>
              <a:off x="2334028" y="26826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2" name="pt652"/>
            <p:cNvSpPr/>
            <p:nvPr/>
          </p:nvSpPr>
          <p:spPr>
            <a:xfrm>
              <a:off x="2673899" y="24035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3" name="pt653"/>
            <p:cNvSpPr/>
            <p:nvPr/>
          </p:nvSpPr>
          <p:spPr>
            <a:xfrm>
              <a:off x="3268753" y="2670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4" name="pt654"/>
            <p:cNvSpPr/>
            <p:nvPr/>
          </p:nvSpPr>
          <p:spPr>
            <a:xfrm>
              <a:off x="2090439" y="26984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5" name="pt655"/>
            <p:cNvSpPr/>
            <p:nvPr/>
          </p:nvSpPr>
          <p:spPr>
            <a:xfrm>
              <a:off x="2542235" y="23856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6" name="pt656"/>
            <p:cNvSpPr/>
            <p:nvPr/>
          </p:nvSpPr>
          <p:spPr>
            <a:xfrm>
              <a:off x="2253493" y="2831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7" name="pt657"/>
            <p:cNvSpPr/>
            <p:nvPr/>
          </p:nvSpPr>
          <p:spPr>
            <a:xfrm>
              <a:off x="3786454" y="27622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8" name="pt658"/>
            <p:cNvSpPr/>
            <p:nvPr/>
          </p:nvSpPr>
          <p:spPr>
            <a:xfrm>
              <a:off x="3735194" y="27208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59" name="pt659"/>
            <p:cNvSpPr/>
            <p:nvPr/>
          </p:nvSpPr>
          <p:spPr>
            <a:xfrm>
              <a:off x="3981388" y="28455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0" name="pt660"/>
            <p:cNvSpPr/>
            <p:nvPr/>
          </p:nvSpPr>
          <p:spPr>
            <a:xfrm>
              <a:off x="2666073" y="23387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1" name="pt661"/>
            <p:cNvSpPr/>
            <p:nvPr/>
          </p:nvSpPr>
          <p:spPr>
            <a:xfrm>
              <a:off x="1991560" y="26962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2" name="pt662"/>
            <p:cNvSpPr/>
            <p:nvPr/>
          </p:nvSpPr>
          <p:spPr>
            <a:xfrm>
              <a:off x="3277812" y="25350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3" name="pt663"/>
            <p:cNvSpPr/>
            <p:nvPr/>
          </p:nvSpPr>
          <p:spPr>
            <a:xfrm>
              <a:off x="2027336" y="2587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4" name="pt664"/>
            <p:cNvSpPr/>
            <p:nvPr/>
          </p:nvSpPr>
          <p:spPr>
            <a:xfrm>
              <a:off x="2376239" y="23719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5" name="pt665"/>
            <p:cNvSpPr/>
            <p:nvPr/>
          </p:nvSpPr>
          <p:spPr>
            <a:xfrm>
              <a:off x="2260934" y="23996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6" name="pt666"/>
            <p:cNvSpPr/>
            <p:nvPr/>
          </p:nvSpPr>
          <p:spPr>
            <a:xfrm>
              <a:off x="3111214" y="2661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7" name="pt667"/>
            <p:cNvSpPr/>
            <p:nvPr/>
          </p:nvSpPr>
          <p:spPr>
            <a:xfrm>
              <a:off x="2600215" y="2245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8" name="pt668"/>
            <p:cNvSpPr/>
            <p:nvPr/>
          </p:nvSpPr>
          <p:spPr>
            <a:xfrm>
              <a:off x="2498820" y="23704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69" name="pt669"/>
            <p:cNvSpPr/>
            <p:nvPr/>
          </p:nvSpPr>
          <p:spPr>
            <a:xfrm>
              <a:off x="2303305" y="23763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0" name="pt670"/>
            <p:cNvSpPr/>
            <p:nvPr/>
          </p:nvSpPr>
          <p:spPr>
            <a:xfrm>
              <a:off x="3596976" y="30093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1" name="pt671"/>
            <p:cNvSpPr/>
            <p:nvPr/>
          </p:nvSpPr>
          <p:spPr>
            <a:xfrm>
              <a:off x="3849850" y="3223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2" name="pt672"/>
            <p:cNvSpPr/>
            <p:nvPr/>
          </p:nvSpPr>
          <p:spPr>
            <a:xfrm>
              <a:off x="2388239" y="24443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3" name="pt673"/>
            <p:cNvSpPr/>
            <p:nvPr/>
          </p:nvSpPr>
          <p:spPr>
            <a:xfrm>
              <a:off x="2712537" y="25351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4" name="pt674"/>
            <p:cNvSpPr/>
            <p:nvPr/>
          </p:nvSpPr>
          <p:spPr>
            <a:xfrm>
              <a:off x="2838364" y="25605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5" name="pt675"/>
            <p:cNvSpPr/>
            <p:nvPr/>
          </p:nvSpPr>
          <p:spPr>
            <a:xfrm>
              <a:off x="2725058" y="28201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6" name="pt676"/>
            <p:cNvSpPr/>
            <p:nvPr/>
          </p:nvSpPr>
          <p:spPr>
            <a:xfrm>
              <a:off x="3264412" y="266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7" name="pt677"/>
            <p:cNvSpPr/>
            <p:nvPr/>
          </p:nvSpPr>
          <p:spPr>
            <a:xfrm>
              <a:off x="8245197" y="55243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8" name="pt678"/>
            <p:cNvSpPr/>
            <p:nvPr/>
          </p:nvSpPr>
          <p:spPr>
            <a:xfrm>
              <a:off x="2315315" y="26077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79" name="pt679"/>
            <p:cNvSpPr/>
            <p:nvPr/>
          </p:nvSpPr>
          <p:spPr>
            <a:xfrm>
              <a:off x="2300080" y="25441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0" name="pt680"/>
            <p:cNvSpPr/>
            <p:nvPr/>
          </p:nvSpPr>
          <p:spPr>
            <a:xfrm>
              <a:off x="2711032" y="2414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1" name="pt681"/>
            <p:cNvSpPr/>
            <p:nvPr/>
          </p:nvSpPr>
          <p:spPr>
            <a:xfrm>
              <a:off x="2884161" y="26659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2" name="pt682"/>
            <p:cNvSpPr/>
            <p:nvPr/>
          </p:nvSpPr>
          <p:spPr>
            <a:xfrm>
              <a:off x="2817591" y="2578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3" name="pt683"/>
            <p:cNvSpPr/>
            <p:nvPr/>
          </p:nvSpPr>
          <p:spPr>
            <a:xfrm>
              <a:off x="2814169" y="27360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4" name="pt684"/>
            <p:cNvSpPr/>
            <p:nvPr/>
          </p:nvSpPr>
          <p:spPr>
            <a:xfrm>
              <a:off x="3281018" y="26434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5" name="pt685"/>
            <p:cNvSpPr/>
            <p:nvPr/>
          </p:nvSpPr>
          <p:spPr>
            <a:xfrm>
              <a:off x="2003944" y="24186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6" name="pt686"/>
            <p:cNvSpPr/>
            <p:nvPr/>
          </p:nvSpPr>
          <p:spPr>
            <a:xfrm>
              <a:off x="1931125" y="2243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7" name="pt687"/>
            <p:cNvSpPr/>
            <p:nvPr/>
          </p:nvSpPr>
          <p:spPr>
            <a:xfrm>
              <a:off x="1851629" y="24278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8" name="pt688"/>
            <p:cNvSpPr/>
            <p:nvPr/>
          </p:nvSpPr>
          <p:spPr>
            <a:xfrm>
              <a:off x="3119961" y="28222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89" name="pt689"/>
            <p:cNvSpPr/>
            <p:nvPr/>
          </p:nvSpPr>
          <p:spPr>
            <a:xfrm>
              <a:off x="2585148" y="218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0" name="pt690"/>
            <p:cNvSpPr/>
            <p:nvPr/>
          </p:nvSpPr>
          <p:spPr>
            <a:xfrm>
              <a:off x="3718763" y="26516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1" name="pt691"/>
            <p:cNvSpPr/>
            <p:nvPr/>
          </p:nvSpPr>
          <p:spPr>
            <a:xfrm>
              <a:off x="2733737" y="2679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2" name="pt692"/>
            <p:cNvSpPr/>
            <p:nvPr/>
          </p:nvSpPr>
          <p:spPr>
            <a:xfrm>
              <a:off x="2248554" y="2544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3" name="pt693"/>
            <p:cNvSpPr/>
            <p:nvPr/>
          </p:nvSpPr>
          <p:spPr>
            <a:xfrm>
              <a:off x="2359918" y="25467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4" name="pt694"/>
            <p:cNvSpPr/>
            <p:nvPr/>
          </p:nvSpPr>
          <p:spPr>
            <a:xfrm>
              <a:off x="3535634" y="30991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5" name="pt695"/>
            <p:cNvSpPr/>
            <p:nvPr/>
          </p:nvSpPr>
          <p:spPr>
            <a:xfrm>
              <a:off x="2883888" y="24464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6" name="pt696"/>
            <p:cNvSpPr/>
            <p:nvPr/>
          </p:nvSpPr>
          <p:spPr>
            <a:xfrm>
              <a:off x="3958550" y="31266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7" name="pt697"/>
            <p:cNvSpPr/>
            <p:nvPr/>
          </p:nvSpPr>
          <p:spPr>
            <a:xfrm>
              <a:off x="4373218" y="381296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8" name="pt698"/>
            <p:cNvSpPr/>
            <p:nvPr/>
          </p:nvSpPr>
          <p:spPr>
            <a:xfrm>
              <a:off x="2261097" y="22301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99" name="pt699"/>
            <p:cNvSpPr/>
            <p:nvPr/>
          </p:nvSpPr>
          <p:spPr>
            <a:xfrm>
              <a:off x="2343867" y="22363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0" name="pt700"/>
            <p:cNvSpPr/>
            <p:nvPr/>
          </p:nvSpPr>
          <p:spPr>
            <a:xfrm>
              <a:off x="1940119" y="24572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1" name="pt701"/>
            <p:cNvSpPr/>
            <p:nvPr/>
          </p:nvSpPr>
          <p:spPr>
            <a:xfrm>
              <a:off x="2597303" y="25134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2" name="pt702"/>
            <p:cNvSpPr/>
            <p:nvPr/>
          </p:nvSpPr>
          <p:spPr>
            <a:xfrm>
              <a:off x="2263775" y="26004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3" name="pt703"/>
            <p:cNvSpPr/>
            <p:nvPr/>
          </p:nvSpPr>
          <p:spPr>
            <a:xfrm>
              <a:off x="3448121" y="30823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4" name="pt704"/>
            <p:cNvSpPr/>
            <p:nvPr/>
          </p:nvSpPr>
          <p:spPr>
            <a:xfrm>
              <a:off x="1772988" y="23145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5" name="pt705"/>
            <p:cNvSpPr/>
            <p:nvPr/>
          </p:nvSpPr>
          <p:spPr>
            <a:xfrm>
              <a:off x="2513671" y="22398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6" name="pt706"/>
            <p:cNvSpPr/>
            <p:nvPr/>
          </p:nvSpPr>
          <p:spPr>
            <a:xfrm>
              <a:off x="2869046" y="2568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7" name="pt707"/>
            <p:cNvSpPr/>
            <p:nvPr/>
          </p:nvSpPr>
          <p:spPr>
            <a:xfrm>
              <a:off x="2579272" y="26292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8" name="pt708"/>
            <p:cNvSpPr/>
            <p:nvPr/>
          </p:nvSpPr>
          <p:spPr>
            <a:xfrm>
              <a:off x="2981731" y="284293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09" name="pt709"/>
            <p:cNvSpPr/>
            <p:nvPr/>
          </p:nvSpPr>
          <p:spPr>
            <a:xfrm>
              <a:off x="1792196" y="25638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0" name="pt710"/>
            <p:cNvSpPr/>
            <p:nvPr/>
          </p:nvSpPr>
          <p:spPr>
            <a:xfrm>
              <a:off x="1945939" y="25461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1" name="pt711"/>
            <p:cNvSpPr/>
            <p:nvPr/>
          </p:nvSpPr>
          <p:spPr>
            <a:xfrm>
              <a:off x="2265845" y="23678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2" name="pt712"/>
            <p:cNvSpPr/>
            <p:nvPr/>
          </p:nvSpPr>
          <p:spPr>
            <a:xfrm>
              <a:off x="3243121" y="29646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3" name="pt713"/>
            <p:cNvSpPr/>
            <p:nvPr/>
          </p:nvSpPr>
          <p:spPr>
            <a:xfrm>
              <a:off x="1956364" y="26715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4" name="pt714"/>
            <p:cNvSpPr/>
            <p:nvPr/>
          </p:nvSpPr>
          <p:spPr>
            <a:xfrm>
              <a:off x="3057870" y="3022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5" name="pt715"/>
            <p:cNvSpPr/>
            <p:nvPr/>
          </p:nvSpPr>
          <p:spPr>
            <a:xfrm>
              <a:off x="2874539" y="30266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6" name="pt716"/>
            <p:cNvSpPr/>
            <p:nvPr/>
          </p:nvSpPr>
          <p:spPr>
            <a:xfrm>
              <a:off x="1869721" y="25437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7" name="pt717"/>
            <p:cNvSpPr/>
            <p:nvPr/>
          </p:nvSpPr>
          <p:spPr>
            <a:xfrm>
              <a:off x="2081590" y="24178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8" name="pt718"/>
            <p:cNvSpPr/>
            <p:nvPr/>
          </p:nvSpPr>
          <p:spPr>
            <a:xfrm>
              <a:off x="3080637" y="253700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19" name="pt719"/>
            <p:cNvSpPr/>
            <p:nvPr/>
          </p:nvSpPr>
          <p:spPr>
            <a:xfrm>
              <a:off x="2259434" y="23916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0" name="pt720"/>
            <p:cNvSpPr/>
            <p:nvPr/>
          </p:nvSpPr>
          <p:spPr>
            <a:xfrm>
              <a:off x="2924703" y="24705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1" name="pt721"/>
            <p:cNvSpPr/>
            <p:nvPr/>
          </p:nvSpPr>
          <p:spPr>
            <a:xfrm>
              <a:off x="1830577" y="26645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2" name="pt722"/>
            <p:cNvSpPr/>
            <p:nvPr/>
          </p:nvSpPr>
          <p:spPr>
            <a:xfrm>
              <a:off x="2674652" y="2570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3" name="pt723"/>
            <p:cNvSpPr/>
            <p:nvPr/>
          </p:nvSpPr>
          <p:spPr>
            <a:xfrm>
              <a:off x="3264094" y="27817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4" name="pt724"/>
            <p:cNvSpPr/>
            <p:nvPr/>
          </p:nvSpPr>
          <p:spPr>
            <a:xfrm>
              <a:off x="3559315" y="326299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5" name="pt725"/>
            <p:cNvSpPr/>
            <p:nvPr/>
          </p:nvSpPr>
          <p:spPr>
            <a:xfrm>
              <a:off x="2452074" y="26950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6" name="pt726"/>
            <p:cNvSpPr/>
            <p:nvPr/>
          </p:nvSpPr>
          <p:spPr>
            <a:xfrm>
              <a:off x="2766209" y="24144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7" name="pt727"/>
            <p:cNvSpPr/>
            <p:nvPr/>
          </p:nvSpPr>
          <p:spPr>
            <a:xfrm>
              <a:off x="2599270" y="26994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8" name="pt728"/>
            <p:cNvSpPr/>
            <p:nvPr/>
          </p:nvSpPr>
          <p:spPr>
            <a:xfrm>
              <a:off x="3322494" y="2630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29" name="pt729"/>
            <p:cNvSpPr/>
            <p:nvPr/>
          </p:nvSpPr>
          <p:spPr>
            <a:xfrm>
              <a:off x="2070460" y="25074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0" name="pt730"/>
            <p:cNvSpPr/>
            <p:nvPr/>
          </p:nvSpPr>
          <p:spPr>
            <a:xfrm>
              <a:off x="2012485" y="25389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1" name="pt731"/>
            <p:cNvSpPr/>
            <p:nvPr/>
          </p:nvSpPr>
          <p:spPr>
            <a:xfrm>
              <a:off x="3649269" y="24497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2" name="pt732"/>
            <p:cNvSpPr/>
            <p:nvPr/>
          </p:nvSpPr>
          <p:spPr>
            <a:xfrm>
              <a:off x="2808598" y="31778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3" name="pt733"/>
            <p:cNvSpPr/>
            <p:nvPr/>
          </p:nvSpPr>
          <p:spPr>
            <a:xfrm>
              <a:off x="2286718" y="22606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4" name="pt734"/>
            <p:cNvSpPr/>
            <p:nvPr/>
          </p:nvSpPr>
          <p:spPr>
            <a:xfrm>
              <a:off x="3293687" y="30202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5" name="pt735"/>
            <p:cNvSpPr/>
            <p:nvPr/>
          </p:nvSpPr>
          <p:spPr>
            <a:xfrm>
              <a:off x="2287113" y="24194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6" name="pt736"/>
            <p:cNvSpPr/>
            <p:nvPr/>
          </p:nvSpPr>
          <p:spPr>
            <a:xfrm>
              <a:off x="3184658" y="25517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7" name="pt737"/>
            <p:cNvSpPr/>
            <p:nvPr/>
          </p:nvSpPr>
          <p:spPr>
            <a:xfrm>
              <a:off x="2774422" y="25728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8" name="pt738"/>
            <p:cNvSpPr/>
            <p:nvPr/>
          </p:nvSpPr>
          <p:spPr>
            <a:xfrm>
              <a:off x="3451235" y="28274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39" name="pt739"/>
            <p:cNvSpPr/>
            <p:nvPr/>
          </p:nvSpPr>
          <p:spPr>
            <a:xfrm>
              <a:off x="2576429" y="23252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0" name="pt740"/>
            <p:cNvSpPr/>
            <p:nvPr/>
          </p:nvSpPr>
          <p:spPr>
            <a:xfrm>
              <a:off x="1724393" y="21652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1" name="pt741"/>
            <p:cNvSpPr/>
            <p:nvPr/>
          </p:nvSpPr>
          <p:spPr>
            <a:xfrm>
              <a:off x="3372298" y="31649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2" name="pt742"/>
            <p:cNvSpPr/>
            <p:nvPr/>
          </p:nvSpPr>
          <p:spPr>
            <a:xfrm>
              <a:off x="2535430" y="27795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3" name="pt743"/>
            <p:cNvSpPr/>
            <p:nvPr/>
          </p:nvSpPr>
          <p:spPr>
            <a:xfrm>
              <a:off x="2200571" y="24678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4" name="pt744"/>
            <p:cNvSpPr/>
            <p:nvPr/>
          </p:nvSpPr>
          <p:spPr>
            <a:xfrm>
              <a:off x="2916023" y="25553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5" name="pt745"/>
            <p:cNvSpPr/>
            <p:nvPr/>
          </p:nvSpPr>
          <p:spPr>
            <a:xfrm>
              <a:off x="2150722" y="24928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6" name="pt746"/>
            <p:cNvSpPr/>
            <p:nvPr/>
          </p:nvSpPr>
          <p:spPr>
            <a:xfrm>
              <a:off x="3126277" y="25212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7" name="pt747"/>
            <p:cNvSpPr/>
            <p:nvPr/>
          </p:nvSpPr>
          <p:spPr>
            <a:xfrm>
              <a:off x="2176529" y="25937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8" name="pt748"/>
            <p:cNvSpPr/>
            <p:nvPr/>
          </p:nvSpPr>
          <p:spPr>
            <a:xfrm>
              <a:off x="2726532" y="26595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49" name="pt749"/>
            <p:cNvSpPr/>
            <p:nvPr/>
          </p:nvSpPr>
          <p:spPr>
            <a:xfrm>
              <a:off x="4463275" y="31481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0" name="pt750"/>
            <p:cNvSpPr/>
            <p:nvPr/>
          </p:nvSpPr>
          <p:spPr>
            <a:xfrm>
              <a:off x="3408950" y="26544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1" name="pt751"/>
            <p:cNvSpPr/>
            <p:nvPr/>
          </p:nvSpPr>
          <p:spPr>
            <a:xfrm>
              <a:off x="2841306" y="24733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2" name="pt752"/>
            <p:cNvSpPr/>
            <p:nvPr/>
          </p:nvSpPr>
          <p:spPr>
            <a:xfrm>
              <a:off x="4420646" y="3734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3" name="pt753"/>
            <p:cNvSpPr/>
            <p:nvPr/>
          </p:nvSpPr>
          <p:spPr>
            <a:xfrm>
              <a:off x="2687265" y="295683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4" name="pt754"/>
            <p:cNvSpPr/>
            <p:nvPr/>
          </p:nvSpPr>
          <p:spPr>
            <a:xfrm>
              <a:off x="2676977" y="2720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5" name="pt755"/>
            <p:cNvSpPr/>
            <p:nvPr/>
          </p:nvSpPr>
          <p:spPr>
            <a:xfrm>
              <a:off x="3860804" y="31954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6" name="pt756"/>
            <p:cNvSpPr/>
            <p:nvPr/>
          </p:nvSpPr>
          <p:spPr>
            <a:xfrm>
              <a:off x="4273790" y="33068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7" name="pt757"/>
            <p:cNvSpPr/>
            <p:nvPr/>
          </p:nvSpPr>
          <p:spPr>
            <a:xfrm>
              <a:off x="2670474" y="25438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8" name="pt758"/>
            <p:cNvSpPr/>
            <p:nvPr/>
          </p:nvSpPr>
          <p:spPr>
            <a:xfrm>
              <a:off x="2906649" y="22446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59" name="pt759"/>
            <p:cNvSpPr/>
            <p:nvPr/>
          </p:nvSpPr>
          <p:spPr>
            <a:xfrm>
              <a:off x="2570843" y="24953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0" name="pt760"/>
            <p:cNvSpPr/>
            <p:nvPr/>
          </p:nvSpPr>
          <p:spPr>
            <a:xfrm>
              <a:off x="2808189" y="274791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1" name="pt761"/>
            <p:cNvSpPr/>
            <p:nvPr/>
          </p:nvSpPr>
          <p:spPr>
            <a:xfrm>
              <a:off x="2817683" y="257418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2" name="pt762"/>
            <p:cNvSpPr/>
            <p:nvPr/>
          </p:nvSpPr>
          <p:spPr>
            <a:xfrm>
              <a:off x="1874814" y="23642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3" name="pt763"/>
            <p:cNvSpPr/>
            <p:nvPr/>
          </p:nvSpPr>
          <p:spPr>
            <a:xfrm>
              <a:off x="2322432" y="2514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4" name="pt764"/>
            <p:cNvSpPr/>
            <p:nvPr/>
          </p:nvSpPr>
          <p:spPr>
            <a:xfrm>
              <a:off x="3319280" y="27259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5" name="pt765"/>
            <p:cNvSpPr/>
            <p:nvPr/>
          </p:nvSpPr>
          <p:spPr>
            <a:xfrm>
              <a:off x="3731051" y="30106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6" name="pt766"/>
            <p:cNvSpPr/>
            <p:nvPr/>
          </p:nvSpPr>
          <p:spPr>
            <a:xfrm>
              <a:off x="2079958" y="27053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7" name="pt767"/>
            <p:cNvSpPr/>
            <p:nvPr/>
          </p:nvSpPr>
          <p:spPr>
            <a:xfrm>
              <a:off x="2330215" y="241199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8" name="pt768"/>
            <p:cNvSpPr/>
            <p:nvPr/>
          </p:nvSpPr>
          <p:spPr>
            <a:xfrm>
              <a:off x="2882140" y="28061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69" name="pt769"/>
            <p:cNvSpPr/>
            <p:nvPr/>
          </p:nvSpPr>
          <p:spPr>
            <a:xfrm>
              <a:off x="2599699" y="261209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0" name="pt770"/>
            <p:cNvSpPr/>
            <p:nvPr/>
          </p:nvSpPr>
          <p:spPr>
            <a:xfrm>
              <a:off x="3157662" y="28250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1" name="pt771"/>
            <p:cNvSpPr/>
            <p:nvPr/>
          </p:nvSpPr>
          <p:spPr>
            <a:xfrm>
              <a:off x="3054349" y="26760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2" name="pt772"/>
            <p:cNvSpPr/>
            <p:nvPr/>
          </p:nvSpPr>
          <p:spPr>
            <a:xfrm>
              <a:off x="2393226" y="24877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3" name="pt773"/>
            <p:cNvSpPr/>
            <p:nvPr/>
          </p:nvSpPr>
          <p:spPr>
            <a:xfrm>
              <a:off x="1810946" y="22995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4" name="pt774"/>
            <p:cNvSpPr/>
            <p:nvPr/>
          </p:nvSpPr>
          <p:spPr>
            <a:xfrm>
              <a:off x="3067271" y="223309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5" name="pt775"/>
            <p:cNvSpPr/>
            <p:nvPr/>
          </p:nvSpPr>
          <p:spPr>
            <a:xfrm>
              <a:off x="3933318" y="30350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6" name="pt776"/>
            <p:cNvSpPr/>
            <p:nvPr/>
          </p:nvSpPr>
          <p:spPr>
            <a:xfrm>
              <a:off x="4157721" y="315541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7" name="pt777"/>
            <p:cNvSpPr/>
            <p:nvPr/>
          </p:nvSpPr>
          <p:spPr>
            <a:xfrm>
              <a:off x="2069697" y="22844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8" name="pt778"/>
            <p:cNvSpPr/>
            <p:nvPr/>
          </p:nvSpPr>
          <p:spPr>
            <a:xfrm>
              <a:off x="1967023" y="23100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79" name="pt779"/>
            <p:cNvSpPr/>
            <p:nvPr/>
          </p:nvSpPr>
          <p:spPr>
            <a:xfrm>
              <a:off x="3117820" y="28635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0" name="pt780"/>
            <p:cNvSpPr/>
            <p:nvPr/>
          </p:nvSpPr>
          <p:spPr>
            <a:xfrm>
              <a:off x="2955201" y="25981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1" name="pt781"/>
            <p:cNvSpPr/>
            <p:nvPr/>
          </p:nvSpPr>
          <p:spPr>
            <a:xfrm>
              <a:off x="3663705" y="3115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2" name="pt782"/>
            <p:cNvSpPr/>
            <p:nvPr/>
          </p:nvSpPr>
          <p:spPr>
            <a:xfrm>
              <a:off x="2373625" y="24415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3" name="pt783"/>
            <p:cNvSpPr/>
            <p:nvPr/>
          </p:nvSpPr>
          <p:spPr>
            <a:xfrm>
              <a:off x="4073721" y="31878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4" name="pt784"/>
            <p:cNvSpPr/>
            <p:nvPr/>
          </p:nvSpPr>
          <p:spPr>
            <a:xfrm>
              <a:off x="2077632" y="209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5" name="pt785"/>
            <p:cNvSpPr/>
            <p:nvPr/>
          </p:nvSpPr>
          <p:spPr>
            <a:xfrm>
              <a:off x="1987656" y="2785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6" name="pt786"/>
            <p:cNvSpPr/>
            <p:nvPr/>
          </p:nvSpPr>
          <p:spPr>
            <a:xfrm>
              <a:off x="2223864" y="27153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7" name="pt787"/>
            <p:cNvSpPr/>
            <p:nvPr/>
          </p:nvSpPr>
          <p:spPr>
            <a:xfrm>
              <a:off x="4079612" y="305148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8" name="pt788"/>
            <p:cNvSpPr/>
            <p:nvPr/>
          </p:nvSpPr>
          <p:spPr>
            <a:xfrm>
              <a:off x="2395863" y="2618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89" name="pt789"/>
            <p:cNvSpPr/>
            <p:nvPr/>
          </p:nvSpPr>
          <p:spPr>
            <a:xfrm>
              <a:off x="4572677" y="32836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0" name="pt790"/>
            <p:cNvSpPr/>
            <p:nvPr/>
          </p:nvSpPr>
          <p:spPr>
            <a:xfrm>
              <a:off x="3926932" y="28004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1" name="pt791"/>
            <p:cNvSpPr/>
            <p:nvPr/>
          </p:nvSpPr>
          <p:spPr>
            <a:xfrm>
              <a:off x="2096462" y="261758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2" name="pt792"/>
            <p:cNvSpPr/>
            <p:nvPr/>
          </p:nvSpPr>
          <p:spPr>
            <a:xfrm>
              <a:off x="2987459" y="28780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3" name="pt793"/>
            <p:cNvSpPr/>
            <p:nvPr/>
          </p:nvSpPr>
          <p:spPr>
            <a:xfrm>
              <a:off x="2957450" y="272118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4" name="pt794"/>
            <p:cNvSpPr/>
            <p:nvPr/>
          </p:nvSpPr>
          <p:spPr>
            <a:xfrm>
              <a:off x="2943444" y="23147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5" name="pt795"/>
            <p:cNvSpPr/>
            <p:nvPr/>
          </p:nvSpPr>
          <p:spPr>
            <a:xfrm>
              <a:off x="2460661" y="25801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6" name="pt796"/>
            <p:cNvSpPr/>
            <p:nvPr/>
          </p:nvSpPr>
          <p:spPr>
            <a:xfrm>
              <a:off x="3512654" y="28077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7" name="pt797"/>
            <p:cNvSpPr/>
            <p:nvPr/>
          </p:nvSpPr>
          <p:spPr>
            <a:xfrm>
              <a:off x="3080769" y="28132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8" name="pt798"/>
            <p:cNvSpPr/>
            <p:nvPr/>
          </p:nvSpPr>
          <p:spPr>
            <a:xfrm>
              <a:off x="1876819" y="27686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99" name="pt799"/>
            <p:cNvSpPr/>
            <p:nvPr/>
          </p:nvSpPr>
          <p:spPr>
            <a:xfrm>
              <a:off x="2427674" y="23892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0" name="pt800"/>
            <p:cNvSpPr/>
            <p:nvPr/>
          </p:nvSpPr>
          <p:spPr>
            <a:xfrm>
              <a:off x="2444065" y="23470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1" name="pt801"/>
            <p:cNvSpPr/>
            <p:nvPr/>
          </p:nvSpPr>
          <p:spPr>
            <a:xfrm>
              <a:off x="3212206" y="29695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2" name="pt802"/>
            <p:cNvSpPr/>
            <p:nvPr/>
          </p:nvSpPr>
          <p:spPr>
            <a:xfrm>
              <a:off x="1895627" y="221323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3" name="pt803"/>
            <p:cNvSpPr/>
            <p:nvPr/>
          </p:nvSpPr>
          <p:spPr>
            <a:xfrm>
              <a:off x="2376316" y="29436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4" name="pt804"/>
            <p:cNvSpPr/>
            <p:nvPr/>
          </p:nvSpPr>
          <p:spPr>
            <a:xfrm>
              <a:off x="2338972" y="24689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5" name="pt805"/>
            <p:cNvSpPr/>
            <p:nvPr/>
          </p:nvSpPr>
          <p:spPr>
            <a:xfrm>
              <a:off x="2316064" y="28844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6" name="pt806"/>
            <p:cNvSpPr/>
            <p:nvPr/>
          </p:nvSpPr>
          <p:spPr>
            <a:xfrm>
              <a:off x="2477436" y="2727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7" name="pt807"/>
            <p:cNvSpPr/>
            <p:nvPr/>
          </p:nvSpPr>
          <p:spPr>
            <a:xfrm>
              <a:off x="3112755" y="25546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8" name="pt808"/>
            <p:cNvSpPr/>
            <p:nvPr/>
          </p:nvSpPr>
          <p:spPr>
            <a:xfrm>
              <a:off x="2847094" y="24414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09" name="pt809"/>
            <p:cNvSpPr/>
            <p:nvPr/>
          </p:nvSpPr>
          <p:spPr>
            <a:xfrm>
              <a:off x="2833048" y="27905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0" name="pt810"/>
            <p:cNvSpPr/>
            <p:nvPr/>
          </p:nvSpPr>
          <p:spPr>
            <a:xfrm>
              <a:off x="2370581" y="27155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1" name="pt811"/>
            <p:cNvSpPr/>
            <p:nvPr/>
          </p:nvSpPr>
          <p:spPr>
            <a:xfrm>
              <a:off x="2455940" y="25480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2" name="pt812"/>
            <p:cNvSpPr/>
            <p:nvPr/>
          </p:nvSpPr>
          <p:spPr>
            <a:xfrm>
              <a:off x="2940220" y="271055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3" name="pt813"/>
            <p:cNvSpPr/>
            <p:nvPr/>
          </p:nvSpPr>
          <p:spPr>
            <a:xfrm>
              <a:off x="3107595" y="24592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4" name="pt814"/>
            <p:cNvSpPr/>
            <p:nvPr/>
          </p:nvSpPr>
          <p:spPr>
            <a:xfrm>
              <a:off x="2714970" y="24836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5" name="pt815"/>
            <p:cNvSpPr/>
            <p:nvPr/>
          </p:nvSpPr>
          <p:spPr>
            <a:xfrm>
              <a:off x="3258194" y="249527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6" name="pt816"/>
            <p:cNvSpPr/>
            <p:nvPr/>
          </p:nvSpPr>
          <p:spPr>
            <a:xfrm>
              <a:off x="2274719" y="24722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7" name="pt817"/>
            <p:cNvSpPr/>
            <p:nvPr/>
          </p:nvSpPr>
          <p:spPr>
            <a:xfrm>
              <a:off x="2787570" y="24427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8" name="pt818"/>
            <p:cNvSpPr/>
            <p:nvPr/>
          </p:nvSpPr>
          <p:spPr>
            <a:xfrm>
              <a:off x="2892900" y="31847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19" name="pt819"/>
            <p:cNvSpPr/>
            <p:nvPr/>
          </p:nvSpPr>
          <p:spPr>
            <a:xfrm>
              <a:off x="2331824" y="24092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0" name="pt820"/>
            <p:cNvSpPr/>
            <p:nvPr/>
          </p:nvSpPr>
          <p:spPr>
            <a:xfrm>
              <a:off x="2669860" y="28285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1" name="pt821"/>
            <p:cNvSpPr/>
            <p:nvPr/>
          </p:nvSpPr>
          <p:spPr>
            <a:xfrm>
              <a:off x="2606317" y="28644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2" name="pt822"/>
            <p:cNvSpPr/>
            <p:nvPr/>
          </p:nvSpPr>
          <p:spPr>
            <a:xfrm>
              <a:off x="2932197" y="26311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3" name="pt823"/>
            <p:cNvSpPr/>
            <p:nvPr/>
          </p:nvSpPr>
          <p:spPr>
            <a:xfrm>
              <a:off x="2497969" y="27532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4" name="pt824"/>
            <p:cNvSpPr/>
            <p:nvPr/>
          </p:nvSpPr>
          <p:spPr>
            <a:xfrm>
              <a:off x="3286066" y="29906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5" name="pt825"/>
            <p:cNvSpPr/>
            <p:nvPr/>
          </p:nvSpPr>
          <p:spPr>
            <a:xfrm>
              <a:off x="2894901" y="27031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6" name="pt826"/>
            <p:cNvSpPr/>
            <p:nvPr/>
          </p:nvSpPr>
          <p:spPr>
            <a:xfrm>
              <a:off x="2290346" y="24596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7" name="pt827"/>
            <p:cNvSpPr/>
            <p:nvPr/>
          </p:nvSpPr>
          <p:spPr>
            <a:xfrm>
              <a:off x="1862290" y="242878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8" name="pt828"/>
            <p:cNvSpPr/>
            <p:nvPr/>
          </p:nvSpPr>
          <p:spPr>
            <a:xfrm>
              <a:off x="1823396" y="22497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29" name="pt829"/>
            <p:cNvSpPr/>
            <p:nvPr/>
          </p:nvSpPr>
          <p:spPr>
            <a:xfrm>
              <a:off x="2242198" y="23967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0" name="pt830"/>
            <p:cNvSpPr/>
            <p:nvPr/>
          </p:nvSpPr>
          <p:spPr>
            <a:xfrm>
              <a:off x="3578733" y="2984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1" name="pt831"/>
            <p:cNvSpPr/>
            <p:nvPr/>
          </p:nvSpPr>
          <p:spPr>
            <a:xfrm>
              <a:off x="2735041" y="25778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2" name="pt832"/>
            <p:cNvSpPr/>
            <p:nvPr/>
          </p:nvSpPr>
          <p:spPr>
            <a:xfrm>
              <a:off x="1864950" y="25511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3" name="pt833"/>
            <p:cNvSpPr/>
            <p:nvPr/>
          </p:nvSpPr>
          <p:spPr>
            <a:xfrm>
              <a:off x="1959820" y="25544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4" name="pt834"/>
            <p:cNvSpPr/>
            <p:nvPr/>
          </p:nvSpPr>
          <p:spPr>
            <a:xfrm>
              <a:off x="2634747" y="23989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5" name="pt835"/>
            <p:cNvSpPr/>
            <p:nvPr/>
          </p:nvSpPr>
          <p:spPr>
            <a:xfrm>
              <a:off x="2437510" y="23838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6" name="pt836"/>
            <p:cNvSpPr/>
            <p:nvPr/>
          </p:nvSpPr>
          <p:spPr>
            <a:xfrm>
              <a:off x="2030521" y="22099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7" name="pt837"/>
            <p:cNvSpPr/>
            <p:nvPr/>
          </p:nvSpPr>
          <p:spPr>
            <a:xfrm>
              <a:off x="2050797" y="21139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8" name="pt838"/>
            <p:cNvSpPr/>
            <p:nvPr/>
          </p:nvSpPr>
          <p:spPr>
            <a:xfrm>
              <a:off x="2526996" y="27952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39" name="pt839"/>
            <p:cNvSpPr/>
            <p:nvPr/>
          </p:nvSpPr>
          <p:spPr>
            <a:xfrm>
              <a:off x="4843637" y="33753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0" name="pt840"/>
            <p:cNvSpPr/>
            <p:nvPr/>
          </p:nvSpPr>
          <p:spPr>
            <a:xfrm>
              <a:off x="4166505" y="295372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1" name="pt841"/>
            <p:cNvSpPr/>
            <p:nvPr/>
          </p:nvSpPr>
          <p:spPr>
            <a:xfrm>
              <a:off x="1994922" y="28899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2" name="pt842"/>
            <p:cNvSpPr/>
            <p:nvPr/>
          </p:nvSpPr>
          <p:spPr>
            <a:xfrm>
              <a:off x="2494257" y="241082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3" name="pt843"/>
            <p:cNvSpPr/>
            <p:nvPr/>
          </p:nvSpPr>
          <p:spPr>
            <a:xfrm>
              <a:off x="3932262" y="287487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4" name="pt844"/>
            <p:cNvSpPr/>
            <p:nvPr/>
          </p:nvSpPr>
          <p:spPr>
            <a:xfrm>
              <a:off x="1301453" y="258780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5" name="pt845"/>
            <p:cNvSpPr/>
            <p:nvPr/>
          </p:nvSpPr>
          <p:spPr>
            <a:xfrm>
              <a:off x="2075012" y="24519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6" name="pt846"/>
            <p:cNvSpPr/>
            <p:nvPr/>
          </p:nvSpPr>
          <p:spPr>
            <a:xfrm>
              <a:off x="2168550" y="256269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7" name="pt847"/>
            <p:cNvSpPr/>
            <p:nvPr/>
          </p:nvSpPr>
          <p:spPr>
            <a:xfrm>
              <a:off x="2373384" y="25237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8" name="pt848"/>
            <p:cNvSpPr/>
            <p:nvPr/>
          </p:nvSpPr>
          <p:spPr>
            <a:xfrm>
              <a:off x="3249102" y="27986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49" name="pt849"/>
            <p:cNvSpPr/>
            <p:nvPr/>
          </p:nvSpPr>
          <p:spPr>
            <a:xfrm>
              <a:off x="2093413" y="24420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0" name="pt850"/>
            <p:cNvSpPr/>
            <p:nvPr/>
          </p:nvSpPr>
          <p:spPr>
            <a:xfrm>
              <a:off x="2016484" y="24009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1" name="pt851"/>
            <p:cNvSpPr/>
            <p:nvPr/>
          </p:nvSpPr>
          <p:spPr>
            <a:xfrm>
              <a:off x="2544103" y="2230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2" name="pt852"/>
            <p:cNvSpPr/>
            <p:nvPr/>
          </p:nvSpPr>
          <p:spPr>
            <a:xfrm>
              <a:off x="5595267" y="4237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3" name="pt853"/>
            <p:cNvSpPr/>
            <p:nvPr/>
          </p:nvSpPr>
          <p:spPr>
            <a:xfrm>
              <a:off x="2551102" y="228595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4" name="pt854"/>
            <p:cNvSpPr/>
            <p:nvPr/>
          </p:nvSpPr>
          <p:spPr>
            <a:xfrm>
              <a:off x="3571757" y="295999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5" name="pt855"/>
            <p:cNvSpPr/>
            <p:nvPr/>
          </p:nvSpPr>
          <p:spPr>
            <a:xfrm>
              <a:off x="4139125" y="29111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6" name="pt856"/>
            <p:cNvSpPr/>
            <p:nvPr/>
          </p:nvSpPr>
          <p:spPr>
            <a:xfrm>
              <a:off x="3333161" y="28201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7" name="pt857"/>
            <p:cNvSpPr/>
            <p:nvPr/>
          </p:nvSpPr>
          <p:spPr>
            <a:xfrm>
              <a:off x="2235604" y="251194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8" name="pt858"/>
            <p:cNvSpPr/>
            <p:nvPr/>
          </p:nvSpPr>
          <p:spPr>
            <a:xfrm>
              <a:off x="4227287" y="311287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59" name="pt859"/>
            <p:cNvSpPr/>
            <p:nvPr/>
          </p:nvSpPr>
          <p:spPr>
            <a:xfrm>
              <a:off x="2226301" y="25098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0" name="pt860"/>
            <p:cNvSpPr/>
            <p:nvPr/>
          </p:nvSpPr>
          <p:spPr>
            <a:xfrm>
              <a:off x="2580765" y="2505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1" name="pt861"/>
            <p:cNvSpPr/>
            <p:nvPr/>
          </p:nvSpPr>
          <p:spPr>
            <a:xfrm>
              <a:off x="2092993" y="253527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2" name="pt862"/>
            <p:cNvSpPr/>
            <p:nvPr/>
          </p:nvSpPr>
          <p:spPr>
            <a:xfrm>
              <a:off x="3665681" y="29078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3" name="pt863"/>
            <p:cNvSpPr/>
            <p:nvPr/>
          </p:nvSpPr>
          <p:spPr>
            <a:xfrm>
              <a:off x="2112214" y="21937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4" name="pt864"/>
            <p:cNvSpPr/>
            <p:nvPr/>
          </p:nvSpPr>
          <p:spPr>
            <a:xfrm>
              <a:off x="2808949" y="242487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5" name="pt865"/>
            <p:cNvSpPr/>
            <p:nvPr/>
          </p:nvSpPr>
          <p:spPr>
            <a:xfrm>
              <a:off x="2695688" y="24919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6" name="pt866"/>
            <p:cNvSpPr/>
            <p:nvPr/>
          </p:nvSpPr>
          <p:spPr>
            <a:xfrm>
              <a:off x="2327462" y="27888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7" name="pt867"/>
            <p:cNvSpPr/>
            <p:nvPr/>
          </p:nvSpPr>
          <p:spPr>
            <a:xfrm>
              <a:off x="3242814" y="267323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8" name="pt868"/>
            <p:cNvSpPr/>
            <p:nvPr/>
          </p:nvSpPr>
          <p:spPr>
            <a:xfrm>
              <a:off x="3041662" y="23397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69" name="pt869"/>
            <p:cNvSpPr/>
            <p:nvPr/>
          </p:nvSpPr>
          <p:spPr>
            <a:xfrm>
              <a:off x="2679122" y="240352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0" name="pt870"/>
            <p:cNvSpPr/>
            <p:nvPr/>
          </p:nvSpPr>
          <p:spPr>
            <a:xfrm>
              <a:off x="2771438" y="27945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1" name="pt871"/>
            <p:cNvSpPr/>
            <p:nvPr/>
          </p:nvSpPr>
          <p:spPr>
            <a:xfrm>
              <a:off x="2554359" y="259976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2" name="pt872"/>
            <p:cNvSpPr/>
            <p:nvPr/>
          </p:nvSpPr>
          <p:spPr>
            <a:xfrm>
              <a:off x="2045696" y="25237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3" name="pt873"/>
            <p:cNvSpPr/>
            <p:nvPr/>
          </p:nvSpPr>
          <p:spPr>
            <a:xfrm>
              <a:off x="2450506" y="22198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4" name="pt874"/>
            <p:cNvSpPr/>
            <p:nvPr/>
          </p:nvSpPr>
          <p:spPr>
            <a:xfrm>
              <a:off x="2619587" y="24398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5" name="pt875"/>
            <p:cNvSpPr/>
            <p:nvPr/>
          </p:nvSpPr>
          <p:spPr>
            <a:xfrm>
              <a:off x="1798854" y="22783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6" name="pt876"/>
            <p:cNvSpPr/>
            <p:nvPr/>
          </p:nvSpPr>
          <p:spPr>
            <a:xfrm>
              <a:off x="4272359" y="29375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7" name="pt877"/>
            <p:cNvSpPr/>
            <p:nvPr/>
          </p:nvSpPr>
          <p:spPr>
            <a:xfrm>
              <a:off x="3576465" y="350152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8" name="pt878"/>
            <p:cNvSpPr/>
            <p:nvPr/>
          </p:nvSpPr>
          <p:spPr>
            <a:xfrm>
              <a:off x="3052376" y="26144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79" name="pt879"/>
            <p:cNvSpPr/>
            <p:nvPr/>
          </p:nvSpPr>
          <p:spPr>
            <a:xfrm>
              <a:off x="2041166" y="23616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0" name="pt880"/>
            <p:cNvSpPr/>
            <p:nvPr/>
          </p:nvSpPr>
          <p:spPr>
            <a:xfrm>
              <a:off x="3785489" y="290600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1" name="pt881"/>
            <p:cNvSpPr/>
            <p:nvPr/>
          </p:nvSpPr>
          <p:spPr>
            <a:xfrm>
              <a:off x="2657230" y="265716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2" name="pt882"/>
            <p:cNvSpPr/>
            <p:nvPr/>
          </p:nvSpPr>
          <p:spPr>
            <a:xfrm>
              <a:off x="3632527" y="302028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3" name="pt883"/>
            <p:cNvSpPr/>
            <p:nvPr/>
          </p:nvSpPr>
          <p:spPr>
            <a:xfrm>
              <a:off x="1652732" y="28447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4" name="pt884"/>
            <p:cNvSpPr/>
            <p:nvPr/>
          </p:nvSpPr>
          <p:spPr>
            <a:xfrm>
              <a:off x="2931606" y="24022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5" name="pt885"/>
            <p:cNvSpPr/>
            <p:nvPr/>
          </p:nvSpPr>
          <p:spPr>
            <a:xfrm>
              <a:off x="2167002" y="258506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6" name="pt886"/>
            <p:cNvSpPr/>
            <p:nvPr/>
          </p:nvSpPr>
          <p:spPr>
            <a:xfrm>
              <a:off x="2878912" y="322531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7" name="pt887"/>
            <p:cNvSpPr/>
            <p:nvPr/>
          </p:nvSpPr>
          <p:spPr>
            <a:xfrm>
              <a:off x="2011648" y="21497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8" name="pt888"/>
            <p:cNvSpPr/>
            <p:nvPr/>
          </p:nvSpPr>
          <p:spPr>
            <a:xfrm>
              <a:off x="2029080" y="260028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89" name="pt889"/>
            <p:cNvSpPr/>
            <p:nvPr/>
          </p:nvSpPr>
          <p:spPr>
            <a:xfrm>
              <a:off x="2487576" y="25440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0" name="pt890"/>
            <p:cNvSpPr/>
            <p:nvPr/>
          </p:nvSpPr>
          <p:spPr>
            <a:xfrm>
              <a:off x="2491280" y="222977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1" name="pt891"/>
            <p:cNvSpPr/>
            <p:nvPr/>
          </p:nvSpPr>
          <p:spPr>
            <a:xfrm>
              <a:off x="2295193" y="25441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2" name="pt892"/>
            <p:cNvSpPr/>
            <p:nvPr/>
          </p:nvSpPr>
          <p:spPr>
            <a:xfrm>
              <a:off x="3295981" y="277733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3" name="pt893"/>
            <p:cNvSpPr/>
            <p:nvPr/>
          </p:nvSpPr>
          <p:spPr>
            <a:xfrm>
              <a:off x="2134571" y="240870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4" name="pt894"/>
            <p:cNvSpPr/>
            <p:nvPr/>
          </p:nvSpPr>
          <p:spPr>
            <a:xfrm>
              <a:off x="2638563" y="22148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5" name="pt895"/>
            <p:cNvSpPr/>
            <p:nvPr/>
          </p:nvSpPr>
          <p:spPr>
            <a:xfrm>
              <a:off x="3172563" y="28822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6" name="pt896"/>
            <p:cNvSpPr/>
            <p:nvPr/>
          </p:nvSpPr>
          <p:spPr>
            <a:xfrm>
              <a:off x="2640902" y="267191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7" name="pt897"/>
            <p:cNvSpPr/>
            <p:nvPr/>
          </p:nvSpPr>
          <p:spPr>
            <a:xfrm>
              <a:off x="2213307" y="216937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8" name="pt898"/>
            <p:cNvSpPr/>
            <p:nvPr/>
          </p:nvSpPr>
          <p:spPr>
            <a:xfrm>
              <a:off x="1858733" y="2430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99" name="pt899"/>
            <p:cNvSpPr/>
            <p:nvPr/>
          </p:nvSpPr>
          <p:spPr>
            <a:xfrm>
              <a:off x="2196036" y="235817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0" name="pt900"/>
            <p:cNvSpPr/>
            <p:nvPr/>
          </p:nvSpPr>
          <p:spPr>
            <a:xfrm>
              <a:off x="2782431" y="27191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1" name="pt901"/>
            <p:cNvSpPr/>
            <p:nvPr/>
          </p:nvSpPr>
          <p:spPr>
            <a:xfrm>
              <a:off x="3509501" y="29960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2" name="pt902"/>
            <p:cNvSpPr/>
            <p:nvPr/>
          </p:nvSpPr>
          <p:spPr>
            <a:xfrm>
              <a:off x="2661362" y="234411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3" name="pt903"/>
            <p:cNvSpPr/>
            <p:nvPr/>
          </p:nvSpPr>
          <p:spPr>
            <a:xfrm>
              <a:off x="2507250" y="24169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4" name="pt904"/>
            <p:cNvSpPr/>
            <p:nvPr/>
          </p:nvSpPr>
          <p:spPr>
            <a:xfrm>
              <a:off x="2795070" y="247909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5" name="pt905"/>
            <p:cNvSpPr/>
            <p:nvPr/>
          </p:nvSpPr>
          <p:spPr>
            <a:xfrm>
              <a:off x="3661249" y="31676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6" name="pt906"/>
            <p:cNvSpPr/>
            <p:nvPr/>
          </p:nvSpPr>
          <p:spPr>
            <a:xfrm>
              <a:off x="2127880" y="25709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7" name="pt907"/>
            <p:cNvSpPr/>
            <p:nvPr/>
          </p:nvSpPr>
          <p:spPr>
            <a:xfrm>
              <a:off x="2208011" y="250304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8" name="pt908"/>
            <p:cNvSpPr/>
            <p:nvPr/>
          </p:nvSpPr>
          <p:spPr>
            <a:xfrm>
              <a:off x="2135887" y="233461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09" name="pt909"/>
            <p:cNvSpPr/>
            <p:nvPr/>
          </p:nvSpPr>
          <p:spPr>
            <a:xfrm>
              <a:off x="2342160" y="23207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0" name="pt910"/>
            <p:cNvSpPr/>
            <p:nvPr/>
          </p:nvSpPr>
          <p:spPr>
            <a:xfrm>
              <a:off x="2476993" y="23350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1" name="pt911"/>
            <p:cNvSpPr/>
            <p:nvPr/>
          </p:nvSpPr>
          <p:spPr>
            <a:xfrm>
              <a:off x="2141460" y="272744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2" name="pt912"/>
            <p:cNvSpPr/>
            <p:nvPr/>
          </p:nvSpPr>
          <p:spPr>
            <a:xfrm>
              <a:off x="2393037" y="239156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3" name="pt913"/>
            <p:cNvSpPr/>
            <p:nvPr/>
          </p:nvSpPr>
          <p:spPr>
            <a:xfrm>
              <a:off x="2936494" y="25347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4" name="pt914"/>
            <p:cNvSpPr/>
            <p:nvPr/>
          </p:nvSpPr>
          <p:spPr>
            <a:xfrm>
              <a:off x="2266191" y="224970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5" name="pt915"/>
            <p:cNvSpPr/>
            <p:nvPr/>
          </p:nvSpPr>
          <p:spPr>
            <a:xfrm>
              <a:off x="2396589" y="248099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6" name="pt916"/>
            <p:cNvSpPr/>
            <p:nvPr/>
          </p:nvSpPr>
          <p:spPr>
            <a:xfrm>
              <a:off x="2219796" y="239186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7" name="pt917"/>
            <p:cNvSpPr/>
            <p:nvPr/>
          </p:nvSpPr>
          <p:spPr>
            <a:xfrm>
              <a:off x="2950954" y="265151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8" name="pt918"/>
            <p:cNvSpPr/>
            <p:nvPr/>
          </p:nvSpPr>
          <p:spPr>
            <a:xfrm>
              <a:off x="2438628" y="2547324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19" name="pt919"/>
            <p:cNvSpPr/>
            <p:nvPr/>
          </p:nvSpPr>
          <p:spPr>
            <a:xfrm>
              <a:off x="2950755" y="290095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0" name="pt920"/>
            <p:cNvSpPr/>
            <p:nvPr/>
          </p:nvSpPr>
          <p:spPr>
            <a:xfrm>
              <a:off x="2158538" y="232664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1" name="pt921"/>
            <p:cNvSpPr/>
            <p:nvPr/>
          </p:nvSpPr>
          <p:spPr>
            <a:xfrm>
              <a:off x="2876858" y="244528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2" name="pt922"/>
            <p:cNvSpPr/>
            <p:nvPr/>
          </p:nvSpPr>
          <p:spPr>
            <a:xfrm>
              <a:off x="4556598" y="361155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3" name="pt923"/>
            <p:cNvSpPr/>
            <p:nvPr/>
          </p:nvSpPr>
          <p:spPr>
            <a:xfrm>
              <a:off x="1826912" y="259404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4" name="pt924"/>
            <p:cNvSpPr/>
            <p:nvPr/>
          </p:nvSpPr>
          <p:spPr>
            <a:xfrm>
              <a:off x="2644878" y="275013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5" name="pt925"/>
            <p:cNvSpPr/>
            <p:nvPr/>
          </p:nvSpPr>
          <p:spPr>
            <a:xfrm>
              <a:off x="1753065" y="233695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6" name="pt926"/>
            <p:cNvSpPr/>
            <p:nvPr/>
          </p:nvSpPr>
          <p:spPr>
            <a:xfrm>
              <a:off x="3824820" y="281578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7" name="pt927"/>
            <p:cNvSpPr/>
            <p:nvPr/>
          </p:nvSpPr>
          <p:spPr>
            <a:xfrm>
              <a:off x="3454896" y="275454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8" name="pt928"/>
            <p:cNvSpPr/>
            <p:nvPr/>
          </p:nvSpPr>
          <p:spPr>
            <a:xfrm>
              <a:off x="2015614" y="21888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29" name="pt929"/>
            <p:cNvSpPr/>
            <p:nvPr/>
          </p:nvSpPr>
          <p:spPr>
            <a:xfrm>
              <a:off x="2058710" y="231644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0" name="pt930"/>
            <p:cNvSpPr/>
            <p:nvPr/>
          </p:nvSpPr>
          <p:spPr>
            <a:xfrm>
              <a:off x="2927188" y="265781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1" name="pt931"/>
            <p:cNvSpPr/>
            <p:nvPr/>
          </p:nvSpPr>
          <p:spPr>
            <a:xfrm>
              <a:off x="2558038" y="232812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2" name="pt932"/>
            <p:cNvSpPr/>
            <p:nvPr/>
          </p:nvSpPr>
          <p:spPr>
            <a:xfrm>
              <a:off x="2524684" y="2389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3" name="pt933"/>
            <p:cNvSpPr/>
            <p:nvPr/>
          </p:nvSpPr>
          <p:spPr>
            <a:xfrm>
              <a:off x="2947535" y="2366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4" name="pt934"/>
            <p:cNvSpPr/>
            <p:nvPr/>
          </p:nvSpPr>
          <p:spPr>
            <a:xfrm>
              <a:off x="2543431" y="219735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5" name="pt935"/>
            <p:cNvSpPr/>
            <p:nvPr/>
          </p:nvSpPr>
          <p:spPr>
            <a:xfrm>
              <a:off x="1622521" y="265930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6" name="pt936"/>
            <p:cNvSpPr/>
            <p:nvPr/>
          </p:nvSpPr>
          <p:spPr>
            <a:xfrm>
              <a:off x="1827628" y="268351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7" name="pt937"/>
            <p:cNvSpPr/>
            <p:nvPr/>
          </p:nvSpPr>
          <p:spPr>
            <a:xfrm>
              <a:off x="3937030" y="279636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8" name="pt938"/>
            <p:cNvSpPr/>
            <p:nvPr/>
          </p:nvSpPr>
          <p:spPr>
            <a:xfrm>
              <a:off x="3290833" y="246083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39" name="pt939"/>
            <p:cNvSpPr/>
            <p:nvPr/>
          </p:nvSpPr>
          <p:spPr>
            <a:xfrm>
              <a:off x="3566972" y="256219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0" name="pt940"/>
            <p:cNvSpPr/>
            <p:nvPr/>
          </p:nvSpPr>
          <p:spPr>
            <a:xfrm>
              <a:off x="3869171" y="308934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1" name="pt941"/>
            <p:cNvSpPr/>
            <p:nvPr/>
          </p:nvSpPr>
          <p:spPr>
            <a:xfrm>
              <a:off x="2793055" y="249305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2" name="pt942"/>
            <p:cNvSpPr/>
            <p:nvPr/>
          </p:nvSpPr>
          <p:spPr>
            <a:xfrm>
              <a:off x="2689346" y="229103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3" name="pt943"/>
            <p:cNvSpPr/>
            <p:nvPr/>
          </p:nvSpPr>
          <p:spPr>
            <a:xfrm>
              <a:off x="2896207" y="268734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4" name="pt944"/>
            <p:cNvSpPr/>
            <p:nvPr/>
          </p:nvSpPr>
          <p:spPr>
            <a:xfrm>
              <a:off x="2324762" y="228552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5" name="pt945"/>
            <p:cNvSpPr/>
            <p:nvPr/>
          </p:nvSpPr>
          <p:spPr>
            <a:xfrm>
              <a:off x="2327305" y="228277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6" name="pt946"/>
            <p:cNvSpPr/>
            <p:nvPr/>
          </p:nvSpPr>
          <p:spPr>
            <a:xfrm>
              <a:off x="3261275" y="288782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7" name="pt947"/>
            <p:cNvSpPr/>
            <p:nvPr/>
          </p:nvSpPr>
          <p:spPr>
            <a:xfrm>
              <a:off x="3412036" y="260819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8" name="pt948"/>
            <p:cNvSpPr/>
            <p:nvPr/>
          </p:nvSpPr>
          <p:spPr>
            <a:xfrm>
              <a:off x="2820833" y="229495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49" name="pt949"/>
            <p:cNvSpPr/>
            <p:nvPr/>
          </p:nvSpPr>
          <p:spPr>
            <a:xfrm>
              <a:off x="4112316" y="289968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0" name="pt950"/>
            <p:cNvSpPr/>
            <p:nvPr/>
          </p:nvSpPr>
          <p:spPr>
            <a:xfrm>
              <a:off x="2408368" y="230152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1" name="pt951"/>
            <p:cNvSpPr/>
            <p:nvPr/>
          </p:nvSpPr>
          <p:spPr>
            <a:xfrm>
              <a:off x="2588391" y="252842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2" name="pt952"/>
            <p:cNvSpPr/>
            <p:nvPr/>
          </p:nvSpPr>
          <p:spPr>
            <a:xfrm>
              <a:off x="2618019" y="2503157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3" name="pt953"/>
            <p:cNvSpPr/>
            <p:nvPr/>
          </p:nvSpPr>
          <p:spPr>
            <a:xfrm>
              <a:off x="2533415" y="2542900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4" name="pt954"/>
            <p:cNvSpPr/>
            <p:nvPr/>
          </p:nvSpPr>
          <p:spPr>
            <a:xfrm>
              <a:off x="4554715" y="3373308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5" name="pt955"/>
            <p:cNvSpPr/>
            <p:nvPr/>
          </p:nvSpPr>
          <p:spPr>
            <a:xfrm>
              <a:off x="1927691" y="253597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6" name="pt956"/>
            <p:cNvSpPr/>
            <p:nvPr/>
          </p:nvSpPr>
          <p:spPr>
            <a:xfrm>
              <a:off x="2192741" y="217066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7" name="pt957"/>
            <p:cNvSpPr/>
            <p:nvPr/>
          </p:nvSpPr>
          <p:spPr>
            <a:xfrm>
              <a:off x="3993794" y="3464966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8" name="pt958"/>
            <p:cNvSpPr/>
            <p:nvPr/>
          </p:nvSpPr>
          <p:spPr>
            <a:xfrm>
              <a:off x="2312105" y="211706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59" name="pt959"/>
            <p:cNvSpPr/>
            <p:nvPr/>
          </p:nvSpPr>
          <p:spPr>
            <a:xfrm>
              <a:off x="4282738" y="3038733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0" name="pt960"/>
            <p:cNvSpPr/>
            <p:nvPr/>
          </p:nvSpPr>
          <p:spPr>
            <a:xfrm>
              <a:off x="2858693" y="2823845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1" name="pt961"/>
            <p:cNvSpPr/>
            <p:nvPr/>
          </p:nvSpPr>
          <p:spPr>
            <a:xfrm>
              <a:off x="3115390" y="278935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2" name="pt962"/>
            <p:cNvSpPr/>
            <p:nvPr/>
          </p:nvSpPr>
          <p:spPr>
            <a:xfrm>
              <a:off x="3658967" y="3094839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3" name="pt963"/>
            <p:cNvSpPr/>
            <p:nvPr/>
          </p:nvSpPr>
          <p:spPr>
            <a:xfrm>
              <a:off x="2993881" y="2754002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4" name="pt964"/>
            <p:cNvSpPr/>
            <p:nvPr/>
          </p:nvSpPr>
          <p:spPr>
            <a:xfrm>
              <a:off x="1908444" y="2320401"/>
              <a:ext cx="49651" cy="49651"/>
            </a:xfrm>
            <a:prstGeom prst="ellipse">
              <a:avLst/>
            </a:prstGeom>
            <a:solidFill>
              <a:srgbClr val="000000">
                <a:alpha val="29803"/>
              </a:srgbClr>
            </a:solidFill>
            <a:ln w="9000" cap="rnd">
              <a:solidFill>
                <a:srgbClr val="000000">
                  <a:alpha val="29803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5" name="pg965"/>
            <p:cNvSpPr/>
            <p:nvPr/>
          </p:nvSpPr>
          <p:spPr>
            <a:xfrm>
              <a:off x="1326279" y="2161316"/>
              <a:ext cx="6943744" cy="2407218"/>
            </a:xfrm>
            <a:custGeom>
              <a:avLst/>
              <a:pathLst>
                <a:path w="6943744" h="2407218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  <a:lnTo>
                    <a:pt x="6943744" y="2407218"/>
                  </a:lnTo>
                  <a:lnTo>
                    <a:pt x="6855848" y="2376811"/>
                  </a:lnTo>
                  <a:lnTo>
                    <a:pt x="6767953" y="2346403"/>
                  </a:lnTo>
                  <a:lnTo>
                    <a:pt x="6680057" y="2315997"/>
                  </a:lnTo>
                  <a:lnTo>
                    <a:pt x="6592162" y="2285591"/>
                  </a:lnTo>
                  <a:lnTo>
                    <a:pt x="6504266" y="2255185"/>
                  </a:lnTo>
                  <a:lnTo>
                    <a:pt x="6416371" y="2224779"/>
                  </a:lnTo>
                  <a:lnTo>
                    <a:pt x="6328475" y="2194375"/>
                  </a:lnTo>
                  <a:lnTo>
                    <a:pt x="6240580" y="2163970"/>
                  </a:lnTo>
                  <a:lnTo>
                    <a:pt x="6152684" y="2133567"/>
                  </a:lnTo>
                  <a:lnTo>
                    <a:pt x="6064789" y="2103164"/>
                  </a:lnTo>
                  <a:lnTo>
                    <a:pt x="5976893" y="2072761"/>
                  </a:lnTo>
                  <a:lnTo>
                    <a:pt x="5888998" y="2042360"/>
                  </a:lnTo>
                  <a:lnTo>
                    <a:pt x="5801102" y="2011959"/>
                  </a:lnTo>
                  <a:lnTo>
                    <a:pt x="5713207" y="1981558"/>
                  </a:lnTo>
                  <a:lnTo>
                    <a:pt x="5625311" y="1951159"/>
                  </a:lnTo>
                  <a:lnTo>
                    <a:pt x="5537416" y="1920760"/>
                  </a:lnTo>
                  <a:lnTo>
                    <a:pt x="5449520" y="1890363"/>
                  </a:lnTo>
                  <a:lnTo>
                    <a:pt x="5361625" y="1859966"/>
                  </a:lnTo>
                  <a:lnTo>
                    <a:pt x="5273729" y="1829570"/>
                  </a:lnTo>
                  <a:lnTo>
                    <a:pt x="5185834" y="1799176"/>
                  </a:lnTo>
                  <a:lnTo>
                    <a:pt x="5097938" y="1768782"/>
                  </a:lnTo>
                  <a:lnTo>
                    <a:pt x="5010043" y="1738390"/>
                  </a:lnTo>
                  <a:lnTo>
                    <a:pt x="4922147" y="1707999"/>
                  </a:lnTo>
                  <a:lnTo>
                    <a:pt x="4834252" y="1677610"/>
                  </a:lnTo>
                  <a:lnTo>
                    <a:pt x="4746356" y="1647222"/>
                  </a:lnTo>
                  <a:lnTo>
                    <a:pt x="4658461" y="1616835"/>
                  </a:lnTo>
                  <a:lnTo>
                    <a:pt x="4570565" y="1586451"/>
                  </a:lnTo>
                  <a:lnTo>
                    <a:pt x="4482670" y="1556068"/>
                  </a:lnTo>
                  <a:lnTo>
                    <a:pt x="4394774" y="1525688"/>
                  </a:lnTo>
                  <a:lnTo>
                    <a:pt x="4306879" y="1495310"/>
                  </a:lnTo>
                  <a:lnTo>
                    <a:pt x="4218983" y="1464934"/>
                  </a:lnTo>
                  <a:lnTo>
                    <a:pt x="4131088" y="1434561"/>
                  </a:lnTo>
                  <a:lnTo>
                    <a:pt x="4043192" y="1404191"/>
                  </a:lnTo>
                  <a:lnTo>
                    <a:pt x="3955297" y="1373824"/>
                  </a:lnTo>
                  <a:lnTo>
                    <a:pt x="3867401" y="1343460"/>
                  </a:lnTo>
                  <a:lnTo>
                    <a:pt x="3779506" y="1313101"/>
                  </a:lnTo>
                  <a:lnTo>
                    <a:pt x="3691610" y="1282746"/>
                  </a:lnTo>
                  <a:lnTo>
                    <a:pt x="3603715" y="1252395"/>
                  </a:lnTo>
                  <a:lnTo>
                    <a:pt x="3515819" y="1222050"/>
                  </a:lnTo>
                  <a:lnTo>
                    <a:pt x="3427924" y="1191710"/>
                  </a:lnTo>
                  <a:lnTo>
                    <a:pt x="3340028" y="1161377"/>
                  </a:lnTo>
                  <a:lnTo>
                    <a:pt x="3252133" y="1131052"/>
                  </a:lnTo>
                  <a:lnTo>
                    <a:pt x="3164237" y="1100735"/>
                  </a:lnTo>
                  <a:lnTo>
                    <a:pt x="3076342" y="1070427"/>
                  </a:lnTo>
                  <a:lnTo>
                    <a:pt x="2988446" y="1040129"/>
                  </a:lnTo>
                  <a:lnTo>
                    <a:pt x="2900551" y="1009845"/>
                  </a:lnTo>
                  <a:lnTo>
                    <a:pt x="2812655" y="979574"/>
                  </a:lnTo>
                  <a:lnTo>
                    <a:pt x="2724760" y="949319"/>
                  </a:lnTo>
                  <a:lnTo>
                    <a:pt x="2636864" y="919083"/>
                  </a:lnTo>
                  <a:lnTo>
                    <a:pt x="2548969" y="888870"/>
                  </a:lnTo>
                  <a:lnTo>
                    <a:pt x="2461073" y="858682"/>
                  </a:lnTo>
                  <a:lnTo>
                    <a:pt x="2373178" y="828526"/>
                  </a:lnTo>
                  <a:lnTo>
                    <a:pt x="2285282" y="798406"/>
                  </a:lnTo>
                  <a:lnTo>
                    <a:pt x="2197387" y="768331"/>
                  </a:lnTo>
                  <a:lnTo>
                    <a:pt x="2109491" y="738310"/>
                  </a:lnTo>
                  <a:lnTo>
                    <a:pt x="2021596" y="708353"/>
                  </a:lnTo>
                  <a:lnTo>
                    <a:pt x="1933700" y="678476"/>
                  </a:lnTo>
                  <a:lnTo>
                    <a:pt x="1845805" y="648695"/>
                  </a:lnTo>
                  <a:lnTo>
                    <a:pt x="1757909" y="619032"/>
                  </a:lnTo>
                  <a:lnTo>
                    <a:pt x="1670014" y="589511"/>
                  </a:lnTo>
                  <a:lnTo>
                    <a:pt x="1582118" y="560159"/>
                  </a:lnTo>
                  <a:lnTo>
                    <a:pt x="1494223" y="531001"/>
                  </a:lnTo>
                  <a:lnTo>
                    <a:pt x="1406327" y="502063"/>
                  </a:lnTo>
                  <a:lnTo>
                    <a:pt x="1318432" y="473359"/>
                  </a:lnTo>
                  <a:lnTo>
                    <a:pt x="1230536" y="444895"/>
                  </a:lnTo>
                  <a:lnTo>
                    <a:pt x="1142641" y="416663"/>
                  </a:lnTo>
                  <a:lnTo>
                    <a:pt x="1054745" y="388646"/>
                  </a:lnTo>
                  <a:lnTo>
                    <a:pt x="966850" y="360820"/>
                  </a:lnTo>
                  <a:lnTo>
                    <a:pt x="878954" y="333157"/>
                  </a:lnTo>
                  <a:lnTo>
                    <a:pt x="791059" y="305631"/>
                  </a:lnTo>
                  <a:lnTo>
                    <a:pt x="703163" y="278218"/>
                  </a:lnTo>
                  <a:lnTo>
                    <a:pt x="615268" y="250899"/>
                  </a:lnTo>
                  <a:lnTo>
                    <a:pt x="527372" y="223656"/>
                  </a:lnTo>
                  <a:lnTo>
                    <a:pt x="439477" y="196477"/>
                  </a:lnTo>
                  <a:lnTo>
                    <a:pt x="351581" y="169348"/>
                  </a:lnTo>
                  <a:lnTo>
                    <a:pt x="263686" y="142263"/>
                  </a:lnTo>
                  <a:lnTo>
                    <a:pt x="175790" y="115213"/>
                  </a:lnTo>
                  <a:lnTo>
                    <a:pt x="87895" y="88194"/>
                  </a:lnTo>
                  <a:lnTo>
                    <a:pt x="0" y="61199"/>
                  </a:lnTo>
                  <a:close/>
                </a:path>
              </a:pathLst>
            </a:custGeom>
            <a:solidFill>
              <a:srgbClr val="999999">
                <a:alpha val="40000"/>
              </a:srgbClr>
            </a:solidFill>
          </p:spPr>
          <p:txBody>
            <a:bodyPr/>
            <a:lstStyle/>
            <a:p/>
          </p:txBody>
        </p:sp>
        <p:sp>
          <p:nvSpPr>
            <p:cNvPr id="966" name="pl966"/>
            <p:cNvSpPr/>
            <p:nvPr/>
          </p:nvSpPr>
          <p:spPr>
            <a:xfrm>
              <a:off x="1326279" y="2161316"/>
              <a:ext cx="6943744" cy="2173752"/>
            </a:xfrm>
            <a:custGeom>
              <a:avLst/>
              <a:pathLst>
                <a:path w="6943744" h="2173752">
                  <a:moveTo>
                    <a:pt x="0" y="0"/>
                  </a:moveTo>
                  <a:lnTo>
                    <a:pt x="87895" y="30217"/>
                  </a:lnTo>
                  <a:lnTo>
                    <a:pt x="175790" y="60410"/>
                  </a:lnTo>
                  <a:lnTo>
                    <a:pt x="263686" y="90573"/>
                  </a:lnTo>
                  <a:lnTo>
                    <a:pt x="351581" y="120700"/>
                  </a:lnTo>
                  <a:lnTo>
                    <a:pt x="439477" y="150784"/>
                  </a:lnTo>
                  <a:lnTo>
                    <a:pt x="527372" y="180816"/>
                  </a:lnTo>
                  <a:lnTo>
                    <a:pt x="615268" y="210786"/>
                  </a:lnTo>
                  <a:lnTo>
                    <a:pt x="703163" y="240679"/>
                  </a:lnTo>
                  <a:lnTo>
                    <a:pt x="791059" y="270479"/>
                  </a:lnTo>
                  <a:lnTo>
                    <a:pt x="878954" y="300165"/>
                  </a:lnTo>
                  <a:lnTo>
                    <a:pt x="966850" y="329714"/>
                  </a:lnTo>
                  <a:lnTo>
                    <a:pt x="1054745" y="359100"/>
                  </a:lnTo>
                  <a:lnTo>
                    <a:pt x="1142641" y="388296"/>
                  </a:lnTo>
                  <a:lnTo>
                    <a:pt x="1230536" y="417276"/>
                  </a:lnTo>
                  <a:lnTo>
                    <a:pt x="1318432" y="446024"/>
                  </a:lnTo>
                  <a:lnTo>
                    <a:pt x="1406327" y="474533"/>
                  </a:lnTo>
                  <a:lnTo>
                    <a:pt x="1494223" y="502806"/>
                  </a:lnTo>
                  <a:lnTo>
                    <a:pt x="1582118" y="530861"/>
                  </a:lnTo>
                  <a:lnTo>
                    <a:pt x="1670014" y="558721"/>
                  </a:lnTo>
                  <a:lnTo>
                    <a:pt x="1757909" y="586412"/>
                  </a:lnTo>
                  <a:lnTo>
                    <a:pt x="1845805" y="613962"/>
                  </a:lnTo>
                  <a:lnTo>
                    <a:pt x="1933700" y="641393"/>
                  </a:lnTo>
                  <a:lnTo>
                    <a:pt x="2021596" y="668728"/>
                  </a:lnTo>
                  <a:lnTo>
                    <a:pt x="2109491" y="695984"/>
                  </a:lnTo>
                  <a:lnTo>
                    <a:pt x="2197387" y="723175"/>
                  </a:lnTo>
                  <a:lnTo>
                    <a:pt x="2285282" y="750312"/>
                  </a:lnTo>
                  <a:lnTo>
                    <a:pt x="2373178" y="777405"/>
                  </a:lnTo>
                  <a:lnTo>
                    <a:pt x="2461073" y="804460"/>
                  </a:lnTo>
                  <a:lnTo>
                    <a:pt x="2548969" y="831485"/>
                  </a:lnTo>
                  <a:lnTo>
                    <a:pt x="2636864" y="858484"/>
                  </a:lnTo>
                  <a:lnTo>
                    <a:pt x="2724760" y="885461"/>
                  </a:lnTo>
                  <a:lnTo>
                    <a:pt x="2812655" y="912418"/>
                  </a:lnTo>
                  <a:lnTo>
                    <a:pt x="2900551" y="939360"/>
                  </a:lnTo>
                  <a:lnTo>
                    <a:pt x="2988446" y="966287"/>
                  </a:lnTo>
                  <a:lnTo>
                    <a:pt x="3076342" y="993202"/>
                  </a:lnTo>
                  <a:lnTo>
                    <a:pt x="3164237" y="1020107"/>
                  </a:lnTo>
                  <a:lnTo>
                    <a:pt x="3252133" y="1047002"/>
                  </a:lnTo>
                  <a:lnTo>
                    <a:pt x="3340028" y="1073889"/>
                  </a:lnTo>
                  <a:lnTo>
                    <a:pt x="3427924" y="1100768"/>
                  </a:lnTo>
                  <a:lnTo>
                    <a:pt x="3515819" y="1127641"/>
                  </a:lnTo>
                  <a:lnTo>
                    <a:pt x="3603715" y="1154508"/>
                  </a:lnTo>
                  <a:lnTo>
                    <a:pt x="3691610" y="1181369"/>
                  </a:lnTo>
                  <a:lnTo>
                    <a:pt x="3779506" y="1208226"/>
                  </a:lnTo>
                  <a:lnTo>
                    <a:pt x="3867401" y="1235079"/>
                  </a:lnTo>
                  <a:lnTo>
                    <a:pt x="3955297" y="1261928"/>
                  </a:lnTo>
                  <a:lnTo>
                    <a:pt x="4043192" y="1288773"/>
                  </a:lnTo>
                  <a:lnTo>
                    <a:pt x="4131088" y="1315616"/>
                  </a:lnTo>
                  <a:lnTo>
                    <a:pt x="4218983" y="1342455"/>
                  </a:lnTo>
                  <a:lnTo>
                    <a:pt x="4306879" y="1369291"/>
                  </a:lnTo>
                  <a:lnTo>
                    <a:pt x="4394774" y="1396126"/>
                  </a:lnTo>
                  <a:lnTo>
                    <a:pt x="4482670" y="1422957"/>
                  </a:lnTo>
                  <a:lnTo>
                    <a:pt x="4570565" y="1449787"/>
                  </a:lnTo>
                  <a:lnTo>
                    <a:pt x="4658461" y="1476615"/>
                  </a:lnTo>
                  <a:lnTo>
                    <a:pt x="4746356" y="1503441"/>
                  </a:lnTo>
                  <a:lnTo>
                    <a:pt x="4834252" y="1530265"/>
                  </a:lnTo>
                  <a:lnTo>
                    <a:pt x="4922147" y="1557088"/>
                  </a:lnTo>
                  <a:lnTo>
                    <a:pt x="5010043" y="1583910"/>
                  </a:lnTo>
                  <a:lnTo>
                    <a:pt x="5097938" y="1610730"/>
                  </a:lnTo>
                  <a:lnTo>
                    <a:pt x="5185834" y="1637549"/>
                  </a:lnTo>
                  <a:lnTo>
                    <a:pt x="5273729" y="1664366"/>
                  </a:lnTo>
                  <a:lnTo>
                    <a:pt x="5361625" y="1691183"/>
                  </a:lnTo>
                  <a:lnTo>
                    <a:pt x="5449520" y="1717998"/>
                  </a:lnTo>
                  <a:lnTo>
                    <a:pt x="5537416" y="1744813"/>
                  </a:lnTo>
                  <a:lnTo>
                    <a:pt x="5625311" y="1771627"/>
                  </a:lnTo>
                  <a:lnTo>
                    <a:pt x="5713207" y="1798439"/>
                  </a:lnTo>
                  <a:lnTo>
                    <a:pt x="5801102" y="1825251"/>
                  </a:lnTo>
                  <a:lnTo>
                    <a:pt x="5888998" y="1852063"/>
                  </a:lnTo>
                  <a:lnTo>
                    <a:pt x="5976893" y="1878873"/>
                  </a:lnTo>
                  <a:lnTo>
                    <a:pt x="6064789" y="1905683"/>
                  </a:lnTo>
                  <a:lnTo>
                    <a:pt x="6152684" y="1932493"/>
                  </a:lnTo>
                  <a:lnTo>
                    <a:pt x="6240580" y="1959301"/>
                  </a:lnTo>
                  <a:lnTo>
                    <a:pt x="6328475" y="1986109"/>
                  </a:lnTo>
                  <a:lnTo>
                    <a:pt x="6416371" y="2012917"/>
                  </a:lnTo>
                  <a:lnTo>
                    <a:pt x="6504266" y="2039724"/>
                  </a:lnTo>
                  <a:lnTo>
                    <a:pt x="6592162" y="2066530"/>
                  </a:lnTo>
                  <a:lnTo>
                    <a:pt x="6680057" y="2093336"/>
                  </a:lnTo>
                  <a:lnTo>
                    <a:pt x="6767953" y="2120142"/>
                  </a:lnTo>
                  <a:lnTo>
                    <a:pt x="6855848" y="2146947"/>
                  </a:lnTo>
                  <a:lnTo>
                    <a:pt x="6943744" y="2173752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7" name="pl967"/>
            <p:cNvSpPr/>
            <p:nvPr/>
          </p:nvSpPr>
          <p:spPr>
            <a:xfrm>
              <a:off x="1326279" y="2222516"/>
              <a:ext cx="6943744" cy="2346018"/>
            </a:xfrm>
            <a:custGeom>
              <a:avLst/>
              <a:pathLst>
                <a:path w="6943744" h="2346018">
                  <a:moveTo>
                    <a:pt x="6943744" y="2346018"/>
                  </a:moveTo>
                  <a:lnTo>
                    <a:pt x="6855848" y="2315611"/>
                  </a:lnTo>
                  <a:lnTo>
                    <a:pt x="6767953" y="2285204"/>
                  </a:lnTo>
                  <a:lnTo>
                    <a:pt x="6680057" y="2254797"/>
                  </a:lnTo>
                  <a:lnTo>
                    <a:pt x="6592162" y="2224391"/>
                  </a:lnTo>
                  <a:lnTo>
                    <a:pt x="6504266" y="2193985"/>
                  </a:lnTo>
                  <a:lnTo>
                    <a:pt x="6416371" y="2163580"/>
                  </a:lnTo>
                  <a:lnTo>
                    <a:pt x="6328475" y="2133175"/>
                  </a:lnTo>
                  <a:lnTo>
                    <a:pt x="6240580" y="2102771"/>
                  </a:lnTo>
                  <a:lnTo>
                    <a:pt x="6152684" y="2072367"/>
                  </a:lnTo>
                  <a:lnTo>
                    <a:pt x="6064789" y="2041964"/>
                  </a:lnTo>
                  <a:lnTo>
                    <a:pt x="5976893" y="2011562"/>
                  </a:lnTo>
                  <a:lnTo>
                    <a:pt x="5888998" y="1981160"/>
                  </a:lnTo>
                  <a:lnTo>
                    <a:pt x="5801102" y="1950759"/>
                  </a:lnTo>
                  <a:lnTo>
                    <a:pt x="5713207" y="1920359"/>
                  </a:lnTo>
                  <a:lnTo>
                    <a:pt x="5625311" y="1889959"/>
                  </a:lnTo>
                  <a:lnTo>
                    <a:pt x="5537416" y="1859561"/>
                  </a:lnTo>
                  <a:lnTo>
                    <a:pt x="5449520" y="1829163"/>
                  </a:lnTo>
                  <a:lnTo>
                    <a:pt x="5361625" y="1798766"/>
                  </a:lnTo>
                  <a:lnTo>
                    <a:pt x="5273729" y="1768371"/>
                  </a:lnTo>
                  <a:lnTo>
                    <a:pt x="5185834" y="1737976"/>
                  </a:lnTo>
                  <a:lnTo>
                    <a:pt x="5097938" y="1707582"/>
                  </a:lnTo>
                  <a:lnTo>
                    <a:pt x="5010043" y="1677190"/>
                  </a:lnTo>
                  <a:lnTo>
                    <a:pt x="4922147" y="1646799"/>
                  </a:lnTo>
                  <a:lnTo>
                    <a:pt x="4834252" y="1616410"/>
                  </a:lnTo>
                  <a:lnTo>
                    <a:pt x="4746356" y="1586022"/>
                  </a:lnTo>
                  <a:lnTo>
                    <a:pt x="4658461" y="1555636"/>
                  </a:lnTo>
                  <a:lnTo>
                    <a:pt x="4570565" y="1525251"/>
                  </a:lnTo>
                  <a:lnTo>
                    <a:pt x="4482670" y="1494869"/>
                  </a:lnTo>
                  <a:lnTo>
                    <a:pt x="4394774" y="1464488"/>
                  </a:lnTo>
                  <a:lnTo>
                    <a:pt x="4306879" y="1434110"/>
                  </a:lnTo>
                  <a:lnTo>
                    <a:pt x="4218983" y="1403734"/>
                  </a:lnTo>
                  <a:lnTo>
                    <a:pt x="4131088" y="1373361"/>
                  </a:lnTo>
                  <a:lnTo>
                    <a:pt x="4043192" y="1342991"/>
                  </a:lnTo>
                  <a:lnTo>
                    <a:pt x="3955297" y="1312624"/>
                  </a:lnTo>
                  <a:lnTo>
                    <a:pt x="3867401" y="1282261"/>
                  </a:lnTo>
                  <a:lnTo>
                    <a:pt x="3779506" y="1251901"/>
                  </a:lnTo>
                  <a:lnTo>
                    <a:pt x="3691610" y="1221546"/>
                  </a:lnTo>
                  <a:lnTo>
                    <a:pt x="3603715" y="1191195"/>
                  </a:lnTo>
                  <a:lnTo>
                    <a:pt x="3515819" y="1160850"/>
                  </a:lnTo>
                  <a:lnTo>
                    <a:pt x="3427924" y="1130511"/>
                  </a:lnTo>
                  <a:lnTo>
                    <a:pt x="3340028" y="1100178"/>
                  </a:lnTo>
                  <a:lnTo>
                    <a:pt x="3252133" y="1069852"/>
                  </a:lnTo>
                  <a:lnTo>
                    <a:pt x="3164237" y="1039535"/>
                  </a:lnTo>
                  <a:lnTo>
                    <a:pt x="3076342" y="1009227"/>
                  </a:lnTo>
                  <a:lnTo>
                    <a:pt x="2988446" y="978930"/>
                  </a:lnTo>
                  <a:lnTo>
                    <a:pt x="2900551" y="948645"/>
                  </a:lnTo>
                  <a:lnTo>
                    <a:pt x="2812655" y="918374"/>
                  </a:lnTo>
                  <a:lnTo>
                    <a:pt x="2724760" y="888119"/>
                  </a:lnTo>
                  <a:lnTo>
                    <a:pt x="2636864" y="857884"/>
                  </a:lnTo>
                  <a:lnTo>
                    <a:pt x="2548969" y="827670"/>
                  </a:lnTo>
                  <a:lnTo>
                    <a:pt x="2461073" y="797483"/>
                  </a:lnTo>
                  <a:lnTo>
                    <a:pt x="2373178" y="767326"/>
                  </a:lnTo>
                  <a:lnTo>
                    <a:pt x="2285282" y="737207"/>
                  </a:lnTo>
                  <a:lnTo>
                    <a:pt x="2197387" y="707132"/>
                  </a:lnTo>
                  <a:lnTo>
                    <a:pt x="2109491" y="677110"/>
                  </a:lnTo>
                  <a:lnTo>
                    <a:pt x="2021596" y="647153"/>
                  </a:lnTo>
                  <a:lnTo>
                    <a:pt x="1933700" y="617276"/>
                  </a:lnTo>
                  <a:lnTo>
                    <a:pt x="1845805" y="587496"/>
                  </a:lnTo>
                  <a:lnTo>
                    <a:pt x="1757909" y="557833"/>
                  </a:lnTo>
                  <a:lnTo>
                    <a:pt x="1670014" y="528312"/>
                  </a:lnTo>
                  <a:lnTo>
                    <a:pt x="1582118" y="498959"/>
                  </a:lnTo>
                  <a:lnTo>
                    <a:pt x="1494223" y="469802"/>
                  </a:lnTo>
                  <a:lnTo>
                    <a:pt x="1406327" y="440863"/>
                  </a:lnTo>
                  <a:lnTo>
                    <a:pt x="1318432" y="412159"/>
                  </a:lnTo>
                  <a:lnTo>
                    <a:pt x="1230536" y="383695"/>
                  </a:lnTo>
                  <a:lnTo>
                    <a:pt x="1142641" y="355463"/>
                  </a:lnTo>
                  <a:lnTo>
                    <a:pt x="1054745" y="327446"/>
                  </a:lnTo>
                  <a:lnTo>
                    <a:pt x="966850" y="299620"/>
                  </a:lnTo>
                  <a:lnTo>
                    <a:pt x="878954" y="271957"/>
                  </a:lnTo>
                  <a:lnTo>
                    <a:pt x="791059" y="244431"/>
                  </a:lnTo>
                  <a:lnTo>
                    <a:pt x="703163" y="217019"/>
                  </a:lnTo>
                  <a:lnTo>
                    <a:pt x="615268" y="189700"/>
                  </a:lnTo>
                  <a:lnTo>
                    <a:pt x="527372" y="162457"/>
                  </a:lnTo>
                  <a:lnTo>
                    <a:pt x="439477" y="135277"/>
                  </a:lnTo>
                  <a:lnTo>
                    <a:pt x="351581" y="108149"/>
                  </a:lnTo>
                  <a:lnTo>
                    <a:pt x="263686" y="81063"/>
                  </a:lnTo>
                  <a:lnTo>
                    <a:pt x="175790" y="54014"/>
                  </a:lnTo>
                  <a:lnTo>
                    <a:pt x="87895" y="26994"/>
                  </a:lnTo>
                  <a:lnTo>
                    <a:pt x="0" y="0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968" name="pl968"/>
            <p:cNvSpPr/>
            <p:nvPr/>
          </p:nvSpPr>
          <p:spPr>
            <a:xfrm>
              <a:off x="1326279" y="2191916"/>
              <a:ext cx="6943744" cy="2259885"/>
            </a:xfrm>
            <a:custGeom>
              <a:avLst/>
              <a:pathLst>
                <a:path w="6943744" h="2259885">
                  <a:moveTo>
                    <a:pt x="0" y="0"/>
                  </a:moveTo>
                  <a:lnTo>
                    <a:pt x="87895" y="28606"/>
                  </a:lnTo>
                  <a:lnTo>
                    <a:pt x="175790" y="57212"/>
                  </a:lnTo>
                  <a:lnTo>
                    <a:pt x="263686" y="85818"/>
                  </a:lnTo>
                  <a:lnTo>
                    <a:pt x="351581" y="114424"/>
                  </a:lnTo>
                  <a:lnTo>
                    <a:pt x="439477" y="143030"/>
                  </a:lnTo>
                  <a:lnTo>
                    <a:pt x="527372" y="171636"/>
                  </a:lnTo>
                  <a:lnTo>
                    <a:pt x="615268" y="200243"/>
                  </a:lnTo>
                  <a:lnTo>
                    <a:pt x="703163" y="228849"/>
                  </a:lnTo>
                  <a:lnTo>
                    <a:pt x="791059" y="257455"/>
                  </a:lnTo>
                  <a:lnTo>
                    <a:pt x="878954" y="286061"/>
                  </a:lnTo>
                  <a:lnTo>
                    <a:pt x="966850" y="314667"/>
                  </a:lnTo>
                  <a:lnTo>
                    <a:pt x="1054745" y="343273"/>
                  </a:lnTo>
                  <a:lnTo>
                    <a:pt x="1142641" y="371879"/>
                  </a:lnTo>
                  <a:lnTo>
                    <a:pt x="1230536" y="400486"/>
                  </a:lnTo>
                  <a:lnTo>
                    <a:pt x="1318432" y="429092"/>
                  </a:lnTo>
                  <a:lnTo>
                    <a:pt x="1406327" y="457698"/>
                  </a:lnTo>
                  <a:lnTo>
                    <a:pt x="1494223" y="486304"/>
                  </a:lnTo>
                  <a:lnTo>
                    <a:pt x="1582118" y="514910"/>
                  </a:lnTo>
                  <a:lnTo>
                    <a:pt x="1670014" y="543516"/>
                  </a:lnTo>
                  <a:lnTo>
                    <a:pt x="1757909" y="572122"/>
                  </a:lnTo>
                  <a:lnTo>
                    <a:pt x="1845805" y="600729"/>
                  </a:lnTo>
                  <a:lnTo>
                    <a:pt x="1933700" y="629335"/>
                  </a:lnTo>
                  <a:lnTo>
                    <a:pt x="2021596" y="657941"/>
                  </a:lnTo>
                  <a:lnTo>
                    <a:pt x="2109491" y="686547"/>
                  </a:lnTo>
                  <a:lnTo>
                    <a:pt x="2197387" y="715153"/>
                  </a:lnTo>
                  <a:lnTo>
                    <a:pt x="2285282" y="743759"/>
                  </a:lnTo>
                  <a:lnTo>
                    <a:pt x="2373178" y="772365"/>
                  </a:lnTo>
                  <a:lnTo>
                    <a:pt x="2461073" y="800972"/>
                  </a:lnTo>
                  <a:lnTo>
                    <a:pt x="2548969" y="829578"/>
                  </a:lnTo>
                  <a:lnTo>
                    <a:pt x="2636864" y="858184"/>
                  </a:lnTo>
                  <a:lnTo>
                    <a:pt x="2724760" y="886790"/>
                  </a:lnTo>
                  <a:lnTo>
                    <a:pt x="2812655" y="915396"/>
                  </a:lnTo>
                  <a:lnTo>
                    <a:pt x="2900551" y="944002"/>
                  </a:lnTo>
                  <a:lnTo>
                    <a:pt x="2988446" y="972609"/>
                  </a:lnTo>
                  <a:lnTo>
                    <a:pt x="3076342" y="1001215"/>
                  </a:lnTo>
                  <a:lnTo>
                    <a:pt x="3164237" y="1029821"/>
                  </a:lnTo>
                  <a:lnTo>
                    <a:pt x="3252133" y="1058427"/>
                  </a:lnTo>
                  <a:lnTo>
                    <a:pt x="3340028" y="1087033"/>
                  </a:lnTo>
                  <a:lnTo>
                    <a:pt x="3427924" y="1115639"/>
                  </a:lnTo>
                  <a:lnTo>
                    <a:pt x="3515819" y="1144245"/>
                  </a:lnTo>
                  <a:lnTo>
                    <a:pt x="3603715" y="1172852"/>
                  </a:lnTo>
                  <a:lnTo>
                    <a:pt x="3691610" y="1201458"/>
                  </a:lnTo>
                  <a:lnTo>
                    <a:pt x="3779506" y="1230064"/>
                  </a:lnTo>
                  <a:lnTo>
                    <a:pt x="3867401" y="1258670"/>
                  </a:lnTo>
                  <a:lnTo>
                    <a:pt x="3955297" y="1287276"/>
                  </a:lnTo>
                  <a:lnTo>
                    <a:pt x="4043192" y="1315882"/>
                  </a:lnTo>
                  <a:lnTo>
                    <a:pt x="4131088" y="1344488"/>
                  </a:lnTo>
                  <a:lnTo>
                    <a:pt x="4218983" y="1373095"/>
                  </a:lnTo>
                  <a:lnTo>
                    <a:pt x="4306879" y="1401701"/>
                  </a:lnTo>
                  <a:lnTo>
                    <a:pt x="4394774" y="1430307"/>
                  </a:lnTo>
                  <a:lnTo>
                    <a:pt x="4482670" y="1458913"/>
                  </a:lnTo>
                  <a:lnTo>
                    <a:pt x="4570565" y="1487519"/>
                  </a:lnTo>
                  <a:lnTo>
                    <a:pt x="4658461" y="1516125"/>
                  </a:lnTo>
                  <a:lnTo>
                    <a:pt x="4746356" y="1544731"/>
                  </a:lnTo>
                  <a:lnTo>
                    <a:pt x="4834252" y="1573338"/>
                  </a:lnTo>
                  <a:lnTo>
                    <a:pt x="4922147" y="1601944"/>
                  </a:lnTo>
                  <a:lnTo>
                    <a:pt x="5010043" y="1630550"/>
                  </a:lnTo>
                  <a:lnTo>
                    <a:pt x="5097938" y="1659156"/>
                  </a:lnTo>
                  <a:lnTo>
                    <a:pt x="5185834" y="1687762"/>
                  </a:lnTo>
                  <a:lnTo>
                    <a:pt x="5273729" y="1716368"/>
                  </a:lnTo>
                  <a:lnTo>
                    <a:pt x="5361625" y="1744975"/>
                  </a:lnTo>
                  <a:lnTo>
                    <a:pt x="5449520" y="1773581"/>
                  </a:lnTo>
                  <a:lnTo>
                    <a:pt x="5537416" y="1802187"/>
                  </a:lnTo>
                  <a:lnTo>
                    <a:pt x="5625311" y="1830793"/>
                  </a:lnTo>
                  <a:lnTo>
                    <a:pt x="5713207" y="1859399"/>
                  </a:lnTo>
                  <a:lnTo>
                    <a:pt x="5801102" y="1888005"/>
                  </a:lnTo>
                  <a:lnTo>
                    <a:pt x="5888998" y="1916611"/>
                  </a:lnTo>
                  <a:lnTo>
                    <a:pt x="5976893" y="1945218"/>
                  </a:lnTo>
                  <a:lnTo>
                    <a:pt x="6064789" y="1973824"/>
                  </a:lnTo>
                  <a:lnTo>
                    <a:pt x="6152684" y="2002430"/>
                  </a:lnTo>
                  <a:lnTo>
                    <a:pt x="6240580" y="2031036"/>
                  </a:lnTo>
                  <a:lnTo>
                    <a:pt x="6328475" y="2059642"/>
                  </a:lnTo>
                  <a:lnTo>
                    <a:pt x="6416371" y="2088248"/>
                  </a:lnTo>
                  <a:lnTo>
                    <a:pt x="6504266" y="2116854"/>
                  </a:lnTo>
                  <a:lnTo>
                    <a:pt x="6592162" y="2145461"/>
                  </a:lnTo>
                  <a:lnTo>
                    <a:pt x="6680057" y="2174067"/>
                  </a:lnTo>
                  <a:lnTo>
                    <a:pt x="6767953" y="2202673"/>
                  </a:lnTo>
                  <a:lnTo>
                    <a:pt x="6855848" y="2231279"/>
                  </a:lnTo>
                  <a:lnTo>
                    <a:pt x="6943744" y="2259885"/>
                  </a:lnTo>
                </a:path>
              </a:pathLst>
            </a:custGeom>
            <a:ln w="27101" cap="flat">
              <a:solidFill>
                <a:srgbClr val="4682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69" name="pl969"/>
            <p:cNvSpPr/>
            <p:nvPr/>
          </p:nvSpPr>
          <p:spPr>
            <a:xfrm>
              <a:off x="979092" y="2573113"/>
              <a:ext cx="7638118" cy="0"/>
            </a:xfrm>
            <a:custGeom>
              <a:avLst/>
              <a:pathLst>
                <a:path w="7638118" h="0">
                  <a:moveTo>
                    <a:pt x="0" y="0"/>
                  </a:moveTo>
                  <a:lnTo>
                    <a:pt x="7638118" y="0"/>
                  </a:lnTo>
                  <a:lnTo>
                    <a:pt x="7638118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970" name="tx970"/>
            <p:cNvSpPr/>
            <p:nvPr/>
          </p:nvSpPr>
          <p:spPr>
            <a:xfrm>
              <a:off x="692708" y="5370779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-200</a:t>
              </a:r>
            </a:p>
          </p:txBody>
        </p:sp>
        <p:sp>
          <p:nvSpPr>
            <p:cNvPr id="971" name="tx971"/>
            <p:cNvSpPr/>
            <p:nvPr/>
          </p:nvSpPr>
          <p:spPr>
            <a:xfrm>
              <a:off x="692708" y="4661350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-150</a:t>
              </a:r>
            </a:p>
          </p:txBody>
        </p:sp>
        <p:sp>
          <p:nvSpPr>
            <p:cNvPr id="972" name="tx972"/>
            <p:cNvSpPr/>
            <p:nvPr/>
          </p:nvSpPr>
          <p:spPr>
            <a:xfrm>
              <a:off x="692708" y="3951921"/>
              <a:ext cx="223753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-100</a:t>
              </a:r>
            </a:p>
          </p:txBody>
        </p:sp>
        <p:sp>
          <p:nvSpPr>
            <p:cNvPr id="973" name="tx973"/>
            <p:cNvSpPr/>
            <p:nvPr/>
          </p:nvSpPr>
          <p:spPr>
            <a:xfrm>
              <a:off x="754887" y="324249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974" name="tx974"/>
            <p:cNvSpPr/>
            <p:nvPr/>
          </p:nvSpPr>
          <p:spPr>
            <a:xfrm>
              <a:off x="854283" y="2533063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75" name="tx975"/>
            <p:cNvSpPr/>
            <p:nvPr/>
          </p:nvSpPr>
          <p:spPr>
            <a:xfrm>
              <a:off x="274025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100</a:t>
              </a:r>
            </a:p>
          </p:txBody>
        </p:sp>
        <p:sp>
          <p:nvSpPr>
            <p:cNvPr id="976" name="tx976"/>
            <p:cNvSpPr/>
            <p:nvPr/>
          </p:nvSpPr>
          <p:spPr>
            <a:xfrm>
              <a:off x="462239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977" name="tx977"/>
            <p:cNvSpPr/>
            <p:nvPr/>
          </p:nvSpPr>
          <p:spPr>
            <a:xfrm>
              <a:off x="650453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300</a:t>
              </a:r>
            </a:p>
          </p:txBody>
        </p:sp>
        <p:sp>
          <p:nvSpPr>
            <p:cNvPr id="978" name="tx978"/>
            <p:cNvSpPr/>
            <p:nvPr/>
          </p:nvSpPr>
          <p:spPr>
            <a:xfrm>
              <a:off x="8386677" y="5785772"/>
              <a:ext cx="186537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979" name="tx979"/>
            <p:cNvSpPr/>
            <p:nvPr/>
          </p:nvSpPr>
          <p:spPr>
            <a:xfrm>
              <a:off x="3812382" y="5925448"/>
              <a:ext cx="197153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Cockcroft-Gault eGFR (mL/min)</a:t>
              </a:r>
            </a:p>
          </p:txBody>
        </p:sp>
        <p:sp>
          <p:nvSpPr>
            <p:cNvPr id="980" name="tx980"/>
            <p:cNvSpPr/>
            <p:nvPr/>
          </p:nvSpPr>
          <p:spPr>
            <a:xfrm rot="-5400000">
              <a:off x="-308058" y="3759743"/>
              <a:ext cx="1769912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(mL/min)</a:t>
              </a:r>
            </a:p>
          </p:txBody>
        </p:sp>
        <p:sp>
          <p:nvSpPr>
            <p:cNvPr id="981" name="tx981"/>
            <p:cNvSpPr/>
            <p:nvPr/>
          </p:nvSpPr>
          <p:spPr>
            <a:xfrm>
              <a:off x="979092" y="1669789"/>
              <a:ext cx="3332622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eGFR Discrepancy vs Cockcroft-Gault eGFR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2026-10-27T11:21:34Z</dcterms:modified>
  <cp:category/>
</cp:coreProperties>
</file>