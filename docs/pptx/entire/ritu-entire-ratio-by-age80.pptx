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2"/>
                  </a:lnTo>
                  <a:lnTo>
                    <a:pt x="53539" y="2528904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2"/>
                  </a:lnTo>
                  <a:lnTo>
                    <a:pt x="388160" y="2489090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5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9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5"/>
                  </a:lnTo>
                  <a:lnTo>
                    <a:pt x="696011" y="2427420"/>
                  </a:lnTo>
                  <a:lnTo>
                    <a:pt x="709396" y="2424203"/>
                  </a:lnTo>
                  <a:lnTo>
                    <a:pt x="722780" y="2420917"/>
                  </a:lnTo>
                  <a:lnTo>
                    <a:pt x="736165" y="2417589"/>
                  </a:lnTo>
                  <a:lnTo>
                    <a:pt x="749550" y="2414195"/>
                  </a:lnTo>
                  <a:lnTo>
                    <a:pt x="762935" y="2410726"/>
                  </a:lnTo>
                  <a:lnTo>
                    <a:pt x="776320" y="2407211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2"/>
                  </a:lnTo>
                  <a:lnTo>
                    <a:pt x="870014" y="2380283"/>
                  </a:lnTo>
                  <a:lnTo>
                    <a:pt x="883398" y="2376060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6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8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9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8"/>
                  </a:lnTo>
                  <a:lnTo>
                    <a:pt x="1432177" y="2036244"/>
                  </a:lnTo>
                  <a:lnTo>
                    <a:pt x="1445561" y="2022519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6"/>
                  </a:lnTo>
                  <a:lnTo>
                    <a:pt x="1579410" y="1872904"/>
                  </a:lnTo>
                  <a:lnTo>
                    <a:pt x="1592795" y="1856789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7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2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10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3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1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7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60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3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30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9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4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7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8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7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7"/>
                  </a:lnTo>
                  <a:lnTo>
                    <a:pt x="6063329" y="2265936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2"/>
                  </a:lnTo>
                  <a:lnTo>
                    <a:pt x="6143638" y="2289310"/>
                  </a:lnTo>
                  <a:lnTo>
                    <a:pt x="6157023" y="2292804"/>
                  </a:lnTo>
                  <a:lnTo>
                    <a:pt x="6170408" y="2296221"/>
                  </a:lnTo>
                  <a:lnTo>
                    <a:pt x="6183792" y="2299497"/>
                  </a:lnTo>
                  <a:lnTo>
                    <a:pt x="6197177" y="2302687"/>
                  </a:lnTo>
                  <a:lnTo>
                    <a:pt x="6210562" y="2305808"/>
                  </a:lnTo>
                  <a:lnTo>
                    <a:pt x="6223947" y="2308788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6"/>
                  </a:lnTo>
                  <a:lnTo>
                    <a:pt x="6625492" y="2370563"/>
                  </a:lnTo>
                  <a:lnTo>
                    <a:pt x="6638877" y="2372192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3"/>
                  </a:lnTo>
                  <a:lnTo>
                    <a:pt x="6759340" y="2387303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8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2"/>
                  </a:lnTo>
                  <a:lnTo>
                    <a:pt x="53539" y="2528904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2"/>
                  </a:lnTo>
                  <a:lnTo>
                    <a:pt x="388160" y="2489090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5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9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5"/>
                  </a:lnTo>
                  <a:lnTo>
                    <a:pt x="696011" y="2427420"/>
                  </a:lnTo>
                  <a:lnTo>
                    <a:pt x="709396" y="2424203"/>
                  </a:lnTo>
                  <a:lnTo>
                    <a:pt x="722780" y="2420917"/>
                  </a:lnTo>
                  <a:lnTo>
                    <a:pt x="736165" y="2417589"/>
                  </a:lnTo>
                  <a:lnTo>
                    <a:pt x="749550" y="2414195"/>
                  </a:lnTo>
                  <a:lnTo>
                    <a:pt x="762935" y="2410726"/>
                  </a:lnTo>
                  <a:lnTo>
                    <a:pt x="776320" y="2407211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2"/>
                  </a:lnTo>
                  <a:lnTo>
                    <a:pt x="870014" y="2380283"/>
                  </a:lnTo>
                  <a:lnTo>
                    <a:pt x="883398" y="2376060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6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8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9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8"/>
                  </a:lnTo>
                  <a:lnTo>
                    <a:pt x="1432177" y="2036244"/>
                  </a:lnTo>
                  <a:lnTo>
                    <a:pt x="1445561" y="2022519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6"/>
                  </a:lnTo>
                  <a:lnTo>
                    <a:pt x="1579410" y="1872904"/>
                  </a:lnTo>
                  <a:lnTo>
                    <a:pt x="1592795" y="1856789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7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2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10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3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1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7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60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3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30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9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4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7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8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7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7"/>
                  </a:lnTo>
                  <a:lnTo>
                    <a:pt x="6063329" y="2265936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2"/>
                  </a:lnTo>
                  <a:lnTo>
                    <a:pt x="6143638" y="2289310"/>
                  </a:lnTo>
                  <a:lnTo>
                    <a:pt x="6157023" y="2292804"/>
                  </a:lnTo>
                  <a:lnTo>
                    <a:pt x="6170408" y="2296221"/>
                  </a:lnTo>
                  <a:lnTo>
                    <a:pt x="6183792" y="2299497"/>
                  </a:lnTo>
                  <a:lnTo>
                    <a:pt x="6197177" y="2302687"/>
                  </a:lnTo>
                  <a:lnTo>
                    <a:pt x="6210562" y="2305808"/>
                  </a:lnTo>
                  <a:lnTo>
                    <a:pt x="6223947" y="2308788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6"/>
                  </a:lnTo>
                  <a:lnTo>
                    <a:pt x="6625492" y="2370563"/>
                  </a:lnTo>
                  <a:lnTo>
                    <a:pt x="6638877" y="2372192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3"/>
                  </a:lnTo>
                  <a:lnTo>
                    <a:pt x="6759340" y="2387303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8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6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8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6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3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7"/>
                  </a:lnTo>
                  <a:lnTo>
                    <a:pt x="1351868" y="1688526"/>
                  </a:lnTo>
                  <a:lnTo>
                    <a:pt x="1365252" y="1667149"/>
                  </a:lnTo>
                  <a:lnTo>
                    <a:pt x="1378637" y="1645478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799"/>
                  </a:lnTo>
                  <a:lnTo>
                    <a:pt x="1472331" y="1482045"/>
                  </a:lnTo>
                  <a:lnTo>
                    <a:pt x="1485716" y="1456824"/>
                  </a:lnTo>
                  <a:lnTo>
                    <a:pt x="1499101" y="1431130"/>
                  </a:lnTo>
                  <a:lnTo>
                    <a:pt x="1512486" y="1404833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5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7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5"/>
                  </a:lnTo>
                  <a:lnTo>
                    <a:pt x="1726643" y="933979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4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3"/>
                  </a:lnTo>
                  <a:lnTo>
                    <a:pt x="2235267" y="365212"/>
                  </a:lnTo>
                  <a:lnTo>
                    <a:pt x="2248651" y="361263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4"/>
                  </a:lnTo>
                  <a:lnTo>
                    <a:pt x="2342345" y="325362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2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39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4"/>
                  </a:lnTo>
                  <a:lnTo>
                    <a:pt x="3172205" y="408467"/>
                  </a:lnTo>
                  <a:lnTo>
                    <a:pt x="3185590" y="428348"/>
                  </a:lnTo>
                  <a:lnTo>
                    <a:pt x="3198975" y="447618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5"/>
                  </a:lnTo>
                  <a:lnTo>
                    <a:pt x="3252514" y="518588"/>
                  </a:lnTo>
                  <a:lnTo>
                    <a:pt x="3265899" y="534476"/>
                  </a:lnTo>
                  <a:lnTo>
                    <a:pt x="3279284" y="549660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59"/>
                  </a:lnTo>
                  <a:lnTo>
                    <a:pt x="3372977" y="634984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0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2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8"/>
                  </a:lnTo>
                  <a:lnTo>
                    <a:pt x="3667444" y="839116"/>
                  </a:lnTo>
                  <a:lnTo>
                    <a:pt x="3680829" y="853752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7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6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3"/>
                  </a:lnTo>
                  <a:lnTo>
                    <a:pt x="4189452" y="1650852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5"/>
                  </a:lnTo>
                  <a:lnTo>
                    <a:pt x="4256376" y="1742511"/>
                  </a:lnTo>
                  <a:lnTo>
                    <a:pt x="4269761" y="1760205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5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79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4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6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8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6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3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7"/>
                  </a:lnTo>
                  <a:lnTo>
                    <a:pt x="1351868" y="1688526"/>
                  </a:lnTo>
                  <a:lnTo>
                    <a:pt x="1365252" y="1667149"/>
                  </a:lnTo>
                  <a:lnTo>
                    <a:pt x="1378637" y="1645478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799"/>
                  </a:lnTo>
                  <a:lnTo>
                    <a:pt x="1472331" y="1482045"/>
                  </a:lnTo>
                  <a:lnTo>
                    <a:pt x="1485716" y="1456824"/>
                  </a:lnTo>
                  <a:lnTo>
                    <a:pt x="1499101" y="1431130"/>
                  </a:lnTo>
                  <a:lnTo>
                    <a:pt x="1512486" y="1404833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5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7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5"/>
                  </a:lnTo>
                  <a:lnTo>
                    <a:pt x="1726643" y="933979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4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3"/>
                  </a:lnTo>
                  <a:lnTo>
                    <a:pt x="2235267" y="365212"/>
                  </a:lnTo>
                  <a:lnTo>
                    <a:pt x="2248651" y="361263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4"/>
                  </a:lnTo>
                  <a:lnTo>
                    <a:pt x="2342345" y="325362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2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39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4"/>
                  </a:lnTo>
                  <a:lnTo>
                    <a:pt x="3172205" y="408467"/>
                  </a:lnTo>
                  <a:lnTo>
                    <a:pt x="3185590" y="428348"/>
                  </a:lnTo>
                  <a:lnTo>
                    <a:pt x="3198975" y="447618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5"/>
                  </a:lnTo>
                  <a:lnTo>
                    <a:pt x="3252514" y="518588"/>
                  </a:lnTo>
                  <a:lnTo>
                    <a:pt x="3265899" y="534476"/>
                  </a:lnTo>
                  <a:lnTo>
                    <a:pt x="3279284" y="549660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59"/>
                  </a:lnTo>
                  <a:lnTo>
                    <a:pt x="3372977" y="634984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0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2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8"/>
                  </a:lnTo>
                  <a:lnTo>
                    <a:pt x="3667444" y="839116"/>
                  </a:lnTo>
                  <a:lnTo>
                    <a:pt x="3680829" y="853752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7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6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3"/>
                  </a:lnTo>
                  <a:lnTo>
                    <a:pt x="4189452" y="1650852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5"/>
                  </a:lnTo>
                  <a:lnTo>
                    <a:pt x="4256376" y="1742511"/>
                  </a:lnTo>
                  <a:lnTo>
                    <a:pt x="4269761" y="1760205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5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79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4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2026-10-08T10:06:03Z</dcterms:modified>
  <cp:category/>
</cp:coreProperties>
</file>