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07021"/>
              <a:ext cx="7090630" cy="2583221"/>
            </a:xfrm>
            <a:custGeom>
              <a:avLst/>
              <a:pathLst>
                <a:path w="7090630" h="2583221">
                  <a:moveTo>
                    <a:pt x="0" y="0"/>
                  </a:moveTo>
                  <a:lnTo>
                    <a:pt x="71622" y="76732"/>
                  </a:lnTo>
                  <a:lnTo>
                    <a:pt x="143245" y="151324"/>
                  </a:lnTo>
                  <a:lnTo>
                    <a:pt x="214867" y="223834"/>
                  </a:lnTo>
                  <a:lnTo>
                    <a:pt x="286490" y="294322"/>
                  </a:lnTo>
                  <a:lnTo>
                    <a:pt x="358112" y="362842"/>
                  </a:lnTo>
                  <a:lnTo>
                    <a:pt x="429735" y="429451"/>
                  </a:lnTo>
                  <a:lnTo>
                    <a:pt x="501357" y="494202"/>
                  </a:lnTo>
                  <a:lnTo>
                    <a:pt x="572980" y="557146"/>
                  </a:lnTo>
                  <a:lnTo>
                    <a:pt x="644602" y="618334"/>
                  </a:lnTo>
                  <a:lnTo>
                    <a:pt x="716225" y="677815"/>
                  </a:lnTo>
                  <a:lnTo>
                    <a:pt x="787847" y="735636"/>
                  </a:lnTo>
                  <a:lnTo>
                    <a:pt x="859470" y="791844"/>
                  </a:lnTo>
                  <a:lnTo>
                    <a:pt x="931092" y="846484"/>
                  </a:lnTo>
                  <a:lnTo>
                    <a:pt x="1002715" y="899599"/>
                  </a:lnTo>
                  <a:lnTo>
                    <a:pt x="1074337" y="951232"/>
                  </a:lnTo>
                  <a:lnTo>
                    <a:pt x="1145960" y="1001425"/>
                  </a:lnTo>
                  <a:lnTo>
                    <a:pt x="1217582" y="1050217"/>
                  </a:lnTo>
                  <a:lnTo>
                    <a:pt x="1289205" y="1097648"/>
                  </a:lnTo>
                  <a:lnTo>
                    <a:pt x="1360827" y="1143756"/>
                  </a:lnTo>
                  <a:lnTo>
                    <a:pt x="1432450" y="1188577"/>
                  </a:lnTo>
                  <a:lnTo>
                    <a:pt x="1504073" y="1232148"/>
                  </a:lnTo>
                  <a:lnTo>
                    <a:pt x="1575695" y="1274503"/>
                  </a:lnTo>
                  <a:lnTo>
                    <a:pt x="1647318" y="1315676"/>
                  </a:lnTo>
                  <a:lnTo>
                    <a:pt x="1718940" y="1355701"/>
                  </a:lnTo>
                  <a:lnTo>
                    <a:pt x="1790563" y="1394609"/>
                  </a:lnTo>
                  <a:lnTo>
                    <a:pt x="1862185" y="1432431"/>
                  </a:lnTo>
                  <a:lnTo>
                    <a:pt x="1933808" y="1469198"/>
                  </a:lnTo>
                  <a:lnTo>
                    <a:pt x="2005430" y="1504939"/>
                  </a:lnTo>
                  <a:lnTo>
                    <a:pt x="2077053" y="1539683"/>
                  </a:lnTo>
                  <a:lnTo>
                    <a:pt x="2148675" y="1573458"/>
                  </a:lnTo>
                  <a:lnTo>
                    <a:pt x="2220298" y="1606290"/>
                  </a:lnTo>
                  <a:lnTo>
                    <a:pt x="2291920" y="1638207"/>
                  </a:lnTo>
                  <a:lnTo>
                    <a:pt x="2363543" y="1669233"/>
                  </a:lnTo>
                  <a:lnTo>
                    <a:pt x="2435165" y="1699393"/>
                  </a:lnTo>
                  <a:lnTo>
                    <a:pt x="2506788" y="1728712"/>
                  </a:lnTo>
                  <a:lnTo>
                    <a:pt x="2578410" y="1757212"/>
                  </a:lnTo>
                  <a:lnTo>
                    <a:pt x="2650033" y="1784918"/>
                  </a:lnTo>
                  <a:lnTo>
                    <a:pt x="2721655" y="1811850"/>
                  </a:lnTo>
                  <a:lnTo>
                    <a:pt x="2793278" y="1838031"/>
                  </a:lnTo>
                  <a:lnTo>
                    <a:pt x="2864901" y="1863482"/>
                  </a:lnTo>
                  <a:lnTo>
                    <a:pt x="2936523" y="1888223"/>
                  </a:lnTo>
                  <a:lnTo>
                    <a:pt x="3008146" y="1912273"/>
                  </a:lnTo>
                  <a:lnTo>
                    <a:pt x="3079768" y="1924425"/>
                  </a:lnTo>
                  <a:lnTo>
                    <a:pt x="3151391" y="1930111"/>
                  </a:lnTo>
                  <a:lnTo>
                    <a:pt x="3223013" y="1935758"/>
                  </a:lnTo>
                  <a:lnTo>
                    <a:pt x="3294636" y="1941366"/>
                  </a:lnTo>
                  <a:lnTo>
                    <a:pt x="3366258" y="1946936"/>
                  </a:lnTo>
                  <a:lnTo>
                    <a:pt x="3437881" y="1952467"/>
                  </a:lnTo>
                  <a:lnTo>
                    <a:pt x="3509503" y="1957961"/>
                  </a:lnTo>
                  <a:lnTo>
                    <a:pt x="3581126" y="1963416"/>
                  </a:lnTo>
                  <a:lnTo>
                    <a:pt x="3652748" y="1968834"/>
                  </a:lnTo>
                  <a:lnTo>
                    <a:pt x="3724371" y="1974214"/>
                  </a:lnTo>
                  <a:lnTo>
                    <a:pt x="3795993" y="1979558"/>
                  </a:lnTo>
                  <a:lnTo>
                    <a:pt x="3867616" y="1984864"/>
                  </a:lnTo>
                  <a:lnTo>
                    <a:pt x="3939238" y="1990135"/>
                  </a:lnTo>
                  <a:lnTo>
                    <a:pt x="4010861" y="1995368"/>
                  </a:lnTo>
                  <a:lnTo>
                    <a:pt x="4082483" y="2000566"/>
                  </a:lnTo>
                  <a:lnTo>
                    <a:pt x="4154106" y="2005728"/>
                  </a:lnTo>
                  <a:lnTo>
                    <a:pt x="4225729" y="2010855"/>
                  </a:lnTo>
                  <a:lnTo>
                    <a:pt x="4297351" y="2015946"/>
                  </a:lnTo>
                  <a:lnTo>
                    <a:pt x="4368974" y="2021002"/>
                  </a:lnTo>
                  <a:lnTo>
                    <a:pt x="4440596" y="2026023"/>
                  </a:lnTo>
                  <a:lnTo>
                    <a:pt x="4512219" y="2031010"/>
                  </a:lnTo>
                  <a:lnTo>
                    <a:pt x="4583841" y="2035962"/>
                  </a:lnTo>
                  <a:lnTo>
                    <a:pt x="4655464" y="2040881"/>
                  </a:lnTo>
                  <a:lnTo>
                    <a:pt x="4727086" y="2045765"/>
                  </a:lnTo>
                  <a:lnTo>
                    <a:pt x="4798709" y="2050616"/>
                  </a:lnTo>
                  <a:lnTo>
                    <a:pt x="4870331" y="2055433"/>
                  </a:lnTo>
                  <a:lnTo>
                    <a:pt x="4941954" y="2060218"/>
                  </a:lnTo>
                  <a:lnTo>
                    <a:pt x="5013576" y="2064969"/>
                  </a:lnTo>
                  <a:lnTo>
                    <a:pt x="5085199" y="2069687"/>
                  </a:lnTo>
                  <a:lnTo>
                    <a:pt x="5156821" y="2074373"/>
                  </a:lnTo>
                  <a:lnTo>
                    <a:pt x="5228444" y="2079027"/>
                  </a:lnTo>
                  <a:lnTo>
                    <a:pt x="5300066" y="2083649"/>
                  </a:lnTo>
                  <a:lnTo>
                    <a:pt x="5371689" y="2088239"/>
                  </a:lnTo>
                  <a:lnTo>
                    <a:pt x="5443311" y="2092797"/>
                  </a:lnTo>
                  <a:lnTo>
                    <a:pt x="5514934" y="2097324"/>
                  </a:lnTo>
                  <a:lnTo>
                    <a:pt x="5586557" y="2101820"/>
                  </a:lnTo>
                  <a:lnTo>
                    <a:pt x="5658179" y="2106285"/>
                  </a:lnTo>
                  <a:lnTo>
                    <a:pt x="5729802" y="2110719"/>
                  </a:lnTo>
                  <a:lnTo>
                    <a:pt x="5801424" y="2115122"/>
                  </a:lnTo>
                  <a:lnTo>
                    <a:pt x="5873047" y="2119495"/>
                  </a:lnTo>
                  <a:lnTo>
                    <a:pt x="5944669" y="2123839"/>
                  </a:lnTo>
                  <a:lnTo>
                    <a:pt x="6016292" y="2128152"/>
                  </a:lnTo>
                  <a:lnTo>
                    <a:pt x="6087914" y="2132435"/>
                  </a:lnTo>
                  <a:lnTo>
                    <a:pt x="6159537" y="2136689"/>
                  </a:lnTo>
                  <a:lnTo>
                    <a:pt x="6231159" y="2140914"/>
                  </a:lnTo>
                  <a:lnTo>
                    <a:pt x="6302782" y="2145110"/>
                  </a:lnTo>
                  <a:lnTo>
                    <a:pt x="6374404" y="2149276"/>
                  </a:lnTo>
                  <a:lnTo>
                    <a:pt x="6446027" y="2153414"/>
                  </a:lnTo>
                  <a:lnTo>
                    <a:pt x="6517649" y="2157524"/>
                  </a:lnTo>
                  <a:lnTo>
                    <a:pt x="6589272" y="2161605"/>
                  </a:lnTo>
                  <a:lnTo>
                    <a:pt x="6660894" y="2165658"/>
                  </a:lnTo>
                  <a:lnTo>
                    <a:pt x="6732517" y="2169683"/>
                  </a:lnTo>
                  <a:lnTo>
                    <a:pt x="6804139" y="2173681"/>
                  </a:lnTo>
                  <a:lnTo>
                    <a:pt x="6875762" y="2177651"/>
                  </a:lnTo>
                  <a:lnTo>
                    <a:pt x="6947385" y="2181594"/>
                  </a:lnTo>
                  <a:lnTo>
                    <a:pt x="7019007" y="2185509"/>
                  </a:lnTo>
                  <a:lnTo>
                    <a:pt x="7090630" y="2189398"/>
                  </a:lnTo>
                  <a:lnTo>
                    <a:pt x="7090630" y="2583221"/>
                  </a:lnTo>
                  <a:lnTo>
                    <a:pt x="7019007" y="2578428"/>
                  </a:lnTo>
                  <a:lnTo>
                    <a:pt x="6947385" y="2573497"/>
                  </a:lnTo>
                  <a:lnTo>
                    <a:pt x="6875762" y="2568425"/>
                  </a:lnTo>
                  <a:lnTo>
                    <a:pt x="6804139" y="2563207"/>
                  </a:lnTo>
                  <a:lnTo>
                    <a:pt x="6732517" y="2557839"/>
                  </a:lnTo>
                  <a:lnTo>
                    <a:pt x="6660894" y="2552317"/>
                  </a:lnTo>
                  <a:lnTo>
                    <a:pt x="6589272" y="2546637"/>
                  </a:lnTo>
                  <a:lnTo>
                    <a:pt x="6517649" y="2540794"/>
                  </a:lnTo>
                  <a:lnTo>
                    <a:pt x="6446027" y="2534783"/>
                  </a:lnTo>
                  <a:lnTo>
                    <a:pt x="6374404" y="2528599"/>
                  </a:lnTo>
                  <a:lnTo>
                    <a:pt x="6302782" y="2522238"/>
                  </a:lnTo>
                  <a:lnTo>
                    <a:pt x="6231159" y="2515695"/>
                  </a:lnTo>
                  <a:lnTo>
                    <a:pt x="6159537" y="2508963"/>
                  </a:lnTo>
                  <a:lnTo>
                    <a:pt x="6087914" y="2502039"/>
                  </a:lnTo>
                  <a:lnTo>
                    <a:pt x="6016292" y="2494915"/>
                  </a:lnTo>
                  <a:lnTo>
                    <a:pt x="5944669" y="2487587"/>
                  </a:lnTo>
                  <a:lnTo>
                    <a:pt x="5873047" y="2480049"/>
                  </a:lnTo>
                  <a:lnTo>
                    <a:pt x="5801424" y="2472295"/>
                  </a:lnTo>
                  <a:lnTo>
                    <a:pt x="5729802" y="2464318"/>
                  </a:lnTo>
                  <a:lnTo>
                    <a:pt x="5658179" y="2456112"/>
                  </a:lnTo>
                  <a:lnTo>
                    <a:pt x="5586557" y="2447670"/>
                  </a:lnTo>
                  <a:lnTo>
                    <a:pt x="5514934" y="2438987"/>
                  </a:lnTo>
                  <a:lnTo>
                    <a:pt x="5443311" y="2430054"/>
                  </a:lnTo>
                  <a:lnTo>
                    <a:pt x="5371689" y="2420864"/>
                  </a:lnTo>
                  <a:lnTo>
                    <a:pt x="5300066" y="2411411"/>
                  </a:lnTo>
                  <a:lnTo>
                    <a:pt x="5228444" y="2401687"/>
                  </a:lnTo>
                  <a:lnTo>
                    <a:pt x="5156821" y="2391683"/>
                  </a:lnTo>
                  <a:lnTo>
                    <a:pt x="5085199" y="2381392"/>
                  </a:lnTo>
                  <a:lnTo>
                    <a:pt x="5013576" y="2370806"/>
                  </a:lnTo>
                  <a:lnTo>
                    <a:pt x="4941954" y="2359917"/>
                  </a:lnTo>
                  <a:lnTo>
                    <a:pt x="4870331" y="2348714"/>
                  </a:lnTo>
                  <a:lnTo>
                    <a:pt x="4798709" y="2337190"/>
                  </a:lnTo>
                  <a:lnTo>
                    <a:pt x="4727086" y="2325336"/>
                  </a:lnTo>
                  <a:lnTo>
                    <a:pt x="4655464" y="2313141"/>
                  </a:lnTo>
                  <a:lnTo>
                    <a:pt x="4583841" y="2300596"/>
                  </a:lnTo>
                  <a:lnTo>
                    <a:pt x="4512219" y="2287691"/>
                  </a:lnTo>
                  <a:lnTo>
                    <a:pt x="4440596" y="2274415"/>
                  </a:lnTo>
                  <a:lnTo>
                    <a:pt x="4368974" y="2260759"/>
                  </a:lnTo>
                  <a:lnTo>
                    <a:pt x="4297351" y="2246711"/>
                  </a:lnTo>
                  <a:lnTo>
                    <a:pt x="4225729" y="2232259"/>
                  </a:lnTo>
                  <a:lnTo>
                    <a:pt x="4154106" y="2217393"/>
                  </a:lnTo>
                  <a:lnTo>
                    <a:pt x="4082483" y="2202100"/>
                  </a:lnTo>
                  <a:lnTo>
                    <a:pt x="4010861" y="2186368"/>
                  </a:lnTo>
                  <a:lnTo>
                    <a:pt x="3939238" y="2170184"/>
                  </a:lnTo>
                  <a:lnTo>
                    <a:pt x="3867616" y="2153537"/>
                  </a:lnTo>
                  <a:lnTo>
                    <a:pt x="3795993" y="2136411"/>
                  </a:lnTo>
                  <a:lnTo>
                    <a:pt x="3724371" y="2118794"/>
                  </a:lnTo>
                  <a:lnTo>
                    <a:pt x="3652748" y="2100671"/>
                  </a:lnTo>
                  <a:lnTo>
                    <a:pt x="3581126" y="2082028"/>
                  </a:lnTo>
                  <a:lnTo>
                    <a:pt x="3509503" y="2062849"/>
                  </a:lnTo>
                  <a:lnTo>
                    <a:pt x="3437881" y="2043121"/>
                  </a:lnTo>
                  <a:lnTo>
                    <a:pt x="3366258" y="2022826"/>
                  </a:lnTo>
                  <a:lnTo>
                    <a:pt x="3294636" y="2001949"/>
                  </a:lnTo>
                  <a:lnTo>
                    <a:pt x="3223013" y="1980472"/>
                  </a:lnTo>
                  <a:lnTo>
                    <a:pt x="3151391" y="1958379"/>
                  </a:lnTo>
                  <a:lnTo>
                    <a:pt x="3079768" y="1935652"/>
                  </a:lnTo>
                  <a:lnTo>
                    <a:pt x="3008146" y="1918699"/>
                  </a:lnTo>
                  <a:lnTo>
                    <a:pt x="2936523" y="1912934"/>
                  </a:lnTo>
                  <a:lnTo>
                    <a:pt x="2864901" y="1907128"/>
                  </a:lnTo>
                  <a:lnTo>
                    <a:pt x="2793278" y="1901282"/>
                  </a:lnTo>
                  <a:lnTo>
                    <a:pt x="2721655" y="1895396"/>
                  </a:lnTo>
                  <a:lnTo>
                    <a:pt x="2650033" y="1889469"/>
                  </a:lnTo>
                  <a:lnTo>
                    <a:pt x="2578410" y="1883501"/>
                  </a:lnTo>
                  <a:lnTo>
                    <a:pt x="2506788" y="1877492"/>
                  </a:lnTo>
                  <a:lnTo>
                    <a:pt x="2435165" y="1871441"/>
                  </a:lnTo>
                  <a:lnTo>
                    <a:pt x="2363543" y="1865347"/>
                  </a:lnTo>
                  <a:lnTo>
                    <a:pt x="2291920" y="1859212"/>
                  </a:lnTo>
                  <a:lnTo>
                    <a:pt x="2220298" y="1853034"/>
                  </a:lnTo>
                  <a:lnTo>
                    <a:pt x="2148675" y="1846813"/>
                  </a:lnTo>
                  <a:lnTo>
                    <a:pt x="2077053" y="1840550"/>
                  </a:lnTo>
                  <a:lnTo>
                    <a:pt x="2005430" y="1834242"/>
                  </a:lnTo>
                  <a:lnTo>
                    <a:pt x="1933808" y="1827891"/>
                  </a:lnTo>
                  <a:lnTo>
                    <a:pt x="1862185" y="1821496"/>
                  </a:lnTo>
                  <a:lnTo>
                    <a:pt x="1790563" y="1815057"/>
                  </a:lnTo>
                  <a:lnTo>
                    <a:pt x="1718940" y="1808573"/>
                  </a:lnTo>
                  <a:lnTo>
                    <a:pt x="1647318" y="1802044"/>
                  </a:lnTo>
                  <a:lnTo>
                    <a:pt x="1575695" y="1795470"/>
                  </a:lnTo>
                  <a:lnTo>
                    <a:pt x="1504073" y="1788850"/>
                  </a:lnTo>
                  <a:lnTo>
                    <a:pt x="1432450" y="1782184"/>
                  </a:lnTo>
                  <a:lnTo>
                    <a:pt x="1360827" y="1775472"/>
                  </a:lnTo>
                  <a:lnTo>
                    <a:pt x="1289205" y="1768713"/>
                  </a:lnTo>
                  <a:lnTo>
                    <a:pt x="1217582" y="1761908"/>
                  </a:lnTo>
                  <a:lnTo>
                    <a:pt x="1145960" y="1755056"/>
                  </a:lnTo>
                  <a:lnTo>
                    <a:pt x="1074337" y="1748156"/>
                  </a:lnTo>
                  <a:lnTo>
                    <a:pt x="1002715" y="1741208"/>
                  </a:lnTo>
                  <a:lnTo>
                    <a:pt x="931092" y="1734212"/>
                  </a:lnTo>
                  <a:lnTo>
                    <a:pt x="859470" y="1727167"/>
                  </a:lnTo>
                  <a:lnTo>
                    <a:pt x="787847" y="1720074"/>
                  </a:lnTo>
                  <a:lnTo>
                    <a:pt x="716225" y="1712931"/>
                  </a:lnTo>
                  <a:lnTo>
                    <a:pt x="644602" y="1705739"/>
                  </a:lnTo>
                  <a:lnTo>
                    <a:pt x="572980" y="1698497"/>
                  </a:lnTo>
                  <a:lnTo>
                    <a:pt x="501357" y="1691205"/>
                  </a:lnTo>
                  <a:lnTo>
                    <a:pt x="429735" y="1683862"/>
                  </a:lnTo>
                  <a:lnTo>
                    <a:pt x="358112" y="1676468"/>
                  </a:lnTo>
                  <a:lnTo>
                    <a:pt x="286490" y="1669023"/>
                  </a:lnTo>
                  <a:lnTo>
                    <a:pt x="214867" y="1661527"/>
                  </a:lnTo>
                  <a:lnTo>
                    <a:pt x="143245" y="1653978"/>
                  </a:lnTo>
                  <a:lnTo>
                    <a:pt x="71622" y="1646377"/>
                  </a:lnTo>
                  <a:lnTo>
                    <a:pt x="0" y="16387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07021"/>
              <a:ext cx="7090630" cy="2189398"/>
            </a:xfrm>
            <a:custGeom>
              <a:avLst/>
              <a:pathLst>
                <a:path w="7090630" h="2189398">
                  <a:moveTo>
                    <a:pt x="0" y="0"/>
                  </a:moveTo>
                  <a:lnTo>
                    <a:pt x="71622" y="76732"/>
                  </a:lnTo>
                  <a:lnTo>
                    <a:pt x="143245" y="151324"/>
                  </a:lnTo>
                  <a:lnTo>
                    <a:pt x="214867" y="223834"/>
                  </a:lnTo>
                  <a:lnTo>
                    <a:pt x="286490" y="294322"/>
                  </a:lnTo>
                  <a:lnTo>
                    <a:pt x="358112" y="362842"/>
                  </a:lnTo>
                  <a:lnTo>
                    <a:pt x="429735" y="429451"/>
                  </a:lnTo>
                  <a:lnTo>
                    <a:pt x="501357" y="494202"/>
                  </a:lnTo>
                  <a:lnTo>
                    <a:pt x="572980" y="557146"/>
                  </a:lnTo>
                  <a:lnTo>
                    <a:pt x="644602" y="618334"/>
                  </a:lnTo>
                  <a:lnTo>
                    <a:pt x="716225" y="677815"/>
                  </a:lnTo>
                  <a:lnTo>
                    <a:pt x="787847" y="735636"/>
                  </a:lnTo>
                  <a:lnTo>
                    <a:pt x="859470" y="791844"/>
                  </a:lnTo>
                  <a:lnTo>
                    <a:pt x="931092" y="846484"/>
                  </a:lnTo>
                  <a:lnTo>
                    <a:pt x="1002715" y="899599"/>
                  </a:lnTo>
                  <a:lnTo>
                    <a:pt x="1074337" y="951232"/>
                  </a:lnTo>
                  <a:lnTo>
                    <a:pt x="1145960" y="1001425"/>
                  </a:lnTo>
                  <a:lnTo>
                    <a:pt x="1217582" y="1050217"/>
                  </a:lnTo>
                  <a:lnTo>
                    <a:pt x="1289205" y="1097648"/>
                  </a:lnTo>
                  <a:lnTo>
                    <a:pt x="1360827" y="1143756"/>
                  </a:lnTo>
                  <a:lnTo>
                    <a:pt x="1432450" y="1188577"/>
                  </a:lnTo>
                  <a:lnTo>
                    <a:pt x="1504073" y="1232148"/>
                  </a:lnTo>
                  <a:lnTo>
                    <a:pt x="1575695" y="1274503"/>
                  </a:lnTo>
                  <a:lnTo>
                    <a:pt x="1647318" y="1315676"/>
                  </a:lnTo>
                  <a:lnTo>
                    <a:pt x="1718940" y="1355701"/>
                  </a:lnTo>
                  <a:lnTo>
                    <a:pt x="1790563" y="1394609"/>
                  </a:lnTo>
                  <a:lnTo>
                    <a:pt x="1862185" y="1432431"/>
                  </a:lnTo>
                  <a:lnTo>
                    <a:pt x="1933808" y="1469198"/>
                  </a:lnTo>
                  <a:lnTo>
                    <a:pt x="2005430" y="1504939"/>
                  </a:lnTo>
                  <a:lnTo>
                    <a:pt x="2077053" y="1539683"/>
                  </a:lnTo>
                  <a:lnTo>
                    <a:pt x="2148675" y="1573458"/>
                  </a:lnTo>
                  <a:lnTo>
                    <a:pt x="2220298" y="1606290"/>
                  </a:lnTo>
                  <a:lnTo>
                    <a:pt x="2291920" y="1638207"/>
                  </a:lnTo>
                  <a:lnTo>
                    <a:pt x="2363543" y="1669233"/>
                  </a:lnTo>
                  <a:lnTo>
                    <a:pt x="2435165" y="1699393"/>
                  </a:lnTo>
                  <a:lnTo>
                    <a:pt x="2506788" y="1728712"/>
                  </a:lnTo>
                  <a:lnTo>
                    <a:pt x="2578410" y="1757212"/>
                  </a:lnTo>
                  <a:lnTo>
                    <a:pt x="2650033" y="1784918"/>
                  </a:lnTo>
                  <a:lnTo>
                    <a:pt x="2721655" y="1811850"/>
                  </a:lnTo>
                  <a:lnTo>
                    <a:pt x="2793278" y="1838031"/>
                  </a:lnTo>
                  <a:lnTo>
                    <a:pt x="2864901" y="1863482"/>
                  </a:lnTo>
                  <a:lnTo>
                    <a:pt x="2936523" y="1888223"/>
                  </a:lnTo>
                  <a:lnTo>
                    <a:pt x="3008146" y="1912273"/>
                  </a:lnTo>
                  <a:lnTo>
                    <a:pt x="3079768" y="1924425"/>
                  </a:lnTo>
                  <a:lnTo>
                    <a:pt x="3151391" y="1930111"/>
                  </a:lnTo>
                  <a:lnTo>
                    <a:pt x="3223013" y="1935758"/>
                  </a:lnTo>
                  <a:lnTo>
                    <a:pt x="3294636" y="1941366"/>
                  </a:lnTo>
                  <a:lnTo>
                    <a:pt x="3366258" y="1946936"/>
                  </a:lnTo>
                  <a:lnTo>
                    <a:pt x="3437881" y="1952467"/>
                  </a:lnTo>
                  <a:lnTo>
                    <a:pt x="3509503" y="1957961"/>
                  </a:lnTo>
                  <a:lnTo>
                    <a:pt x="3581126" y="1963416"/>
                  </a:lnTo>
                  <a:lnTo>
                    <a:pt x="3652748" y="1968834"/>
                  </a:lnTo>
                  <a:lnTo>
                    <a:pt x="3724371" y="1974214"/>
                  </a:lnTo>
                  <a:lnTo>
                    <a:pt x="3795993" y="1979558"/>
                  </a:lnTo>
                  <a:lnTo>
                    <a:pt x="3867616" y="1984864"/>
                  </a:lnTo>
                  <a:lnTo>
                    <a:pt x="3939238" y="1990135"/>
                  </a:lnTo>
                  <a:lnTo>
                    <a:pt x="4010861" y="1995368"/>
                  </a:lnTo>
                  <a:lnTo>
                    <a:pt x="4082483" y="2000566"/>
                  </a:lnTo>
                  <a:lnTo>
                    <a:pt x="4154106" y="2005728"/>
                  </a:lnTo>
                  <a:lnTo>
                    <a:pt x="4225729" y="2010855"/>
                  </a:lnTo>
                  <a:lnTo>
                    <a:pt x="4297351" y="2015946"/>
                  </a:lnTo>
                  <a:lnTo>
                    <a:pt x="4368974" y="2021002"/>
                  </a:lnTo>
                  <a:lnTo>
                    <a:pt x="4440596" y="2026023"/>
                  </a:lnTo>
                  <a:lnTo>
                    <a:pt x="4512219" y="2031010"/>
                  </a:lnTo>
                  <a:lnTo>
                    <a:pt x="4583841" y="2035962"/>
                  </a:lnTo>
                  <a:lnTo>
                    <a:pt x="4655464" y="2040881"/>
                  </a:lnTo>
                  <a:lnTo>
                    <a:pt x="4727086" y="2045765"/>
                  </a:lnTo>
                  <a:lnTo>
                    <a:pt x="4798709" y="2050616"/>
                  </a:lnTo>
                  <a:lnTo>
                    <a:pt x="4870331" y="2055433"/>
                  </a:lnTo>
                  <a:lnTo>
                    <a:pt x="4941954" y="2060218"/>
                  </a:lnTo>
                  <a:lnTo>
                    <a:pt x="5013576" y="2064969"/>
                  </a:lnTo>
                  <a:lnTo>
                    <a:pt x="5085199" y="2069687"/>
                  </a:lnTo>
                  <a:lnTo>
                    <a:pt x="5156821" y="2074373"/>
                  </a:lnTo>
                  <a:lnTo>
                    <a:pt x="5228444" y="2079027"/>
                  </a:lnTo>
                  <a:lnTo>
                    <a:pt x="5300066" y="2083649"/>
                  </a:lnTo>
                  <a:lnTo>
                    <a:pt x="5371689" y="2088239"/>
                  </a:lnTo>
                  <a:lnTo>
                    <a:pt x="5443311" y="2092797"/>
                  </a:lnTo>
                  <a:lnTo>
                    <a:pt x="5514934" y="2097324"/>
                  </a:lnTo>
                  <a:lnTo>
                    <a:pt x="5586557" y="2101820"/>
                  </a:lnTo>
                  <a:lnTo>
                    <a:pt x="5658179" y="2106285"/>
                  </a:lnTo>
                  <a:lnTo>
                    <a:pt x="5729802" y="2110719"/>
                  </a:lnTo>
                  <a:lnTo>
                    <a:pt x="5801424" y="2115122"/>
                  </a:lnTo>
                  <a:lnTo>
                    <a:pt x="5873047" y="2119495"/>
                  </a:lnTo>
                  <a:lnTo>
                    <a:pt x="5944669" y="2123839"/>
                  </a:lnTo>
                  <a:lnTo>
                    <a:pt x="6016292" y="2128152"/>
                  </a:lnTo>
                  <a:lnTo>
                    <a:pt x="6087914" y="2132435"/>
                  </a:lnTo>
                  <a:lnTo>
                    <a:pt x="6159537" y="2136689"/>
                  </a:lnTo>
                  <a:lnTo>
                    <a:pt x="6231159" y="2140914"/>
                  </a:lnTo>
                  <a:lnTo>
                    <a:pt x="6302782" y="2145110"/>
                  </a:lnTo>
                  <a:lnTo>
                    <a:pt x="6374404" y="2149276"/>
                  </a:lnTo>
                  <a:lnTo>
                    <a:pt x="6446027" y="2153414"/>
                  </a:lnTo>
                  <a:lnTo>
                    <a:pt x="6517649" y="2157524"/>
                  </a:lnTo>
                  <a:lnTo>
                    <a:pt x="6589272" y="2161605"/>
                  </a:lnTo>
                  <a:lnTo>
                    <a:pt x="6660894" y="2165658"/>
                  </a:lnTo>
                  <a:lnTo>
                    <a:pt x="6732517" y="2169683"/>
                  </a:lnTo>
                  <a:lnTo>
                    <a:pt x="6804139" y="2173681"/>
                  </a:lnTo>
                  <a:lnTo>
                    <a:pt x="6875762" y="2177651"/>
                  </a:lnTo>
                  <a:lnTo>
                    <a:pt x="6947385" y="2181594"/>
                  </a:lnTo>
                  <a:lnTo>
                    <a:pt x="7019007" y="2185509"/>
                  </a:lnTo>
                  <a:lnTo>
                    <a:pt x="7090630" y="2189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5745"/>
              <a:ext cx="7090630" cy="944497"/>
            </a:xfrm>
            <a:custGeom>
              <a:avLst/>
              <a:pathLst>
                <a:path w="7090630" h="944497">
                  <a:moveTo>
                    <a:pt x="7090630" y="944497"/>
                  </a:moveTo>
                  <a:lnTo>
                    <a:pt x="7019007" y="939704"/>
                  </a:lnTo>
                  <a:lnTo>
                    <a:pt x="6947385" y="934773"/>
                  </a:lnTo>
                  <a:lnTo>
                    <a:pt x="6875762" y="929701"/>
                  </a:lnTo>
                  <a:lnTo>
                    <a:pt x="6804139" y="924483"/>
                  </a:lnTo>
                  <a:lnTo>
                    <a:pt x="6732517" y="919115"/>
                  </a:lnTo>
                  <a:lnTo>
                    <a:pt x="6660894" y="913593"/>
                  </a:lnTo>
                  <a:lnTo>
                    <a:pt x="6589272" y="907913"/>
                  </a:lnTo>
                  <a:lnTo>
                    <a:pt x="6517649" y="902070"/>
                  </a:lnTo>
                  <a:lnTo>
                    <a:pt x="6446027" y="896059"/>
                  </a:lnTo>
                  <a:lnTo>
                    <a:pt x="6374404" y="889875"/>
                  </a:lnTo>
                  <a:lnTo>
                    <a:pt x="6302782" y="883514"/>
                  </a:lnTo>
                  <a:lnTo>
                    <a:pt x="6231159" y="876970"/>
                  </a:lnTo>
                  <a:lnTo>
                    <a:pt x="6159537" y="870239"/>
                  </a:lnTo>
                  <a:lnTo>
                    <a:pt x="6087914" y="863314"/>
                  </a:lnTo>
                  <a:lnTo>
                    <a:pt x="6016292" y="856191"/>
                  </a:lnTo>
                  <a:lnTo>
                    <a:pt x="5944669" y="848863"/>
                  </a:lnTo>
                  <a:lnTo>
                    <a:pt x="5873047" y="841325"/>
                  </a:lnTo>
                  <a:lnTo>
                    <a:pt x="5801424" y="833571"/>
                  </a:lnTo>
                  <a:lnTo>
                    <a:pt x="5729802" y="825594"/>
                  </a:lnTo>
                  <a:lnTo>
                    <a:pt x="5658179" y="817388"/>
                  </a:lnTo>
                  <a:lnTo>
                    <a:pt x="5586557" y="808946"/>
                  </a:lnTo>
                  <a:lnTo>
                    <a:pt x="5514934" y="800263"/>
                  </a:lnTo>
                  <a:lnTo>
                    <a:pt x="5443311" y="791330"/>
                  </a:lnTo>
                  <a:lnTo>
                    <a:pt x="5371689" y="782140"/>
                  </a:lnTo>
                  <a:lnTo>
                    <a:pt x="5300066" y="772687"/>
                  </a:lnTo>
                  <a:lnTo>
                    <a:pt x="5228444" y="762963"/>
                  </a:lnTo>
                  <a:lnTo>
                    <a:pt x="5156821" y="752959"/>
                  </a:lnTo>
                  <a:lnTo>
                    <a:pt x="5085199" y="742668"/>
                  </a:lnTo>
                  <a:lnTo>
                    <a:pt x="5013576" y="732082"/>
                  </a:lnTo>
                  <a:lnTo>
                    <a:pt x="4941954" y="721193"/>
                  </a:lnTo>
                  <a:lnTo>
                    <a:pt x="4870331" y="709990"/>
                  </a:lnTo>
                  <a:lnTo>
                    <a:pt x="4798709" y="698466"/>
                  </a:lnTo>
                  <a:lnTo>
                    <a:pt x="4727086" y="686612"/>
                  </a:lnTo>
                  <a:lnTo>
                    <a:pt x="4655464" y="674417"/>
                  </a:lnTo>
                  <a:lnTo>
                    <a:pt x="4583841" y="661872"/>
                  </a:lnTo>
                  <a:lnTo>
                    <a:pt x="4512219" y="648967"/>
                  </a:lnTo>
                  <a:lnTo>
                    <a:pt x="4440596" y="635691"/>
                  </a:lnTo>
                  <a:lnTo>
                    <a:pt x="4368974" y="622035"/>
                  </a:lnTo>
                  <a:lnTo>
                    <a:pt x="4297351" y="607987"/>
                  </a:lnTo>
                  <a:lnTo>
                    <a:pt x="4225729" y="593535"/>
                  </a:lnTo>
                  <a:lnTo>
                    <a:pt x="4154106" y="578669"/>
                  </a:lnTo>
                  <a:lnTo>
                    <a:pt x="4082483" y="563376"/>
                  </a:lnTo>
                  <a:lnTo>
                    <a:pt x="4010861" y="547644"/>
                  </a:lnTo>
                  <a:lnTo>
                    <a:pt x="3939238" y="531460"/>
                  </a:lnTo>
                  <a:lnTo>
                    <a:pt x="3867616" y="514813"/>
                  </a:lnTo>
                  <a:lnTo>
                    <a:pt x="3795993" y="497687"/>
                  </a:lnTo>
                  <a:lnTo>
                    <a:pt x="3724371" y="480069"/>
                  </a:lnTo>
                  <a:lnTo>
                    <a:pt x="3652748" y="461947"/>
                  </a:lnTo>
                  <a:lnTo>
                    <a:pt x="3581126" y="443303"/>
                  </a:lnTo>
                  <a:lnTo>
                    <a:pt x="3509503" y="424125"/>
                  </a:lnTo>
                  <a:lnTo>
                    <a:pt x="3437881" y="404397"/>
                  </a:lnTo>
                  <a:lnTo>
                    <a:pt x="3366258" y="384102"/>
                  </a:lnTo>
                  <a:lnTo>
                    <a:pt x="3294636" y="363225"/>
                  </a:lnTo>
                  <a:lnTo>
                    <a:pt x="3223013" y="341748"/>
                  </a:lnTo>
                  <a:lnTo>
                    <a:pt x="3151391" y="319655"/>
                  </a:lnTo>
                  <a:lnTo>
                    <a:pt x="3079768" y="296928"/>
                  </a:lnTo>
                  <a:lnTo>
                    <a:pt x="3008146" y="279975"/>
                  </a:lnTo>
                  <a:lnTo>
                    <a:pt x="2936523" y="274210"/>
                  </a:lnTo>
                  <a:lnTo>
                    <a:pt x="2864901" y="268404"/>
                  </a:lnTo>
                  <a:lnTo>
                    <a:pt x="2793278" y="262558"/>
                  </a:lnTo>
                  <a:lnTo>
                    <a:pt x="2721655" y="256672"/>
                  </a:lnTo>
                  <a:lnTo>
                    <a:pt x="2650033" y="250745"/>
                  </a:lnTo>
                  <a:lnTo>
                    <a:pt x="2578410" y="244777"/>
                  </a:lnTo>
                  <a:lnTo>
                    <a:pt x="2506788" y="238768"/>
                  </a:lnTo>
                  <a:lnTo>
                    <a:pt x="2435165" y="232717"/>
                  </a:lnTo>
                  <a:lnTo>
                    <a:pt x="2363543" y="226623"/>
                  </a:lnTo>
                  <a:lnTo>
                    <a:pt x="2291920" y="220488"/>
                  </a:lnTo>
                  <a:lnTo>
                    <a:pt x="2220298" y="214310"/>
                  </a:lnTo>
                  <a:lnTo>
                    <a:pt x="2148675" y="208089"/>
                  </a:lnTo>
                  <a:lnTo>
                    <a:pt x="2077053" y="201826"/>
                  </a:lnTo>
                  <a:lnTo>
                    <a:pt x="2005430" y="195518"/>
                  </a:lnTo>
                  <a:lnTo>
                    <a:pt x="1933808" y="189167"/>
                  </a:lnTo>
                  <a:lnTo>
                    <a:pt x="1862185" y="182772"/>
                  </a:lnTo>
                  <a:lnTo>
                    <a:pt x="1790563" y="176333"/>
                  </a:lnTo>
                  <a:lnTo>
                    <a:pt x="1718940" y="169849"/>
                  </a:lnTo>
                  <a:lnTo>
                    <a:pt x="1647318" y="163320"/>
                  </a:lnTo>
                  <a:lnTo>
                    <a:pt x="1575695" y="156746"/>
                  </a:lnTo>
                  <a:lnTo>
                    <a:pt x="1504073" y="150126"/>
                  </a:lnTo>
                  <a:lnTo>
                    <a:pt x="1432450" y="143460"/>
                  </a:lnTo>
                  <a:lnTo>
                    <a:pt x="1360827" y="136748"/>
                  </a:lnTo>
                  <a:lnTo>
                    <a:pt x="1289205" y="129989"/>
                  </a:lnTo>
                  <a:lnTo>
                    <a:pt x="1217582" y="123184"/>
                  </a:lnTo>
                  <a:lnTo>
                    <a:pt x="1145960" y="116332"/>
                  </a:lnTo>
                  <a:lnTo>
                    <a:pt x="1074337" y="109431"/>
                  </a:lnTo>
                  <a:lnTo>
                    <a:pt x="1002715" y="102484"/>
                  </a:lnTo>
                  <a:lnTo>
                    <a:pt x="931092" y="95487"/>
                  </a:lnTo>
                  <a:lnTo>
                    <a:pt x="859470" y="88443"/>
                  </a:lnTo>
                  <a:lnTo>
                    <a:pt x="787847" y="81349"/>
                  </a:lnTo>
                  <a:lnTo>
                    <a:pt x="716225" y="74207"/>
                  </a:lnTo>
                  <a:lnTo>
                    <a:pt x="644602" y="67015"/>
                  </a:lnTo>
                  <a:lnTo>
                    <a:pt x="572980" y="59773"/>
                  </a:lnTo>
                  <a:lnTo>
                    <a:pt x="501357" y="52481"/>
                  </a:lnTo>
                  <a:lnTo>
                    <a:pt x="429735" y="45138"/>
                  </a:lnTo>
                  <a:lnTo>
                    <a:pt x="358112" y="37744"/>
                  </a:lnTo>
                  <a:lnTo>
                    <a:pt x="286490" y="30299"/>
                  </a:lnTo>
                  <a:lnTo>
                    <a:pt x="214867" y="22803"/>
                  </a:lnTo>
                  <a:lnTo>
                    <a:pt x="143245" y="15254"/>
                  </a:lnTo>
                  <a:lnTo>
                    <a:pt x="71622" y="7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8853"/>
              <a:ext cx="7090630" cy="1442353"/>
            </a:xfrm>
            <a:custGeom>
              <a:avLst/>
              <a:pathLst>
                <a:path w="7090630" h="1442353">
                  <a:moveTo>
                    <a:pt x="0" y="0"/>
                  </a:moveTo>
                  <a:lnTo>
                    <a:pt x="71622" y="30508"/>
                  </a:lnTo>
                  <a:lnTo>
                    <a:pt x="143245" y="60484"/>
                  </a:lnTo>
                  <a:lnTo>
                    <a:pt x="214867" y="89937"/>
                  </a:lnTo>
                  <a:lnTo>
                    <a:pt x="286490" y="118875"/>
                  </a:lnTo>
                  <a:lnTo>
                    <a:pt x="358112" y="147309"/>
                  </a:lnTo>
                  <a:lnTo>
                    <a:pt x="429735" y="175247"/>
                  </a:lnTo>
                  <a:lnTo>
                    <a:pt x="501357" y="202698"/>
                  </a:lnTo>
                  <a:lnTo>
                    <a:pt x="572980" y="229669"/>
                  </a:lnTo>
                  <a:lnTo>
                    <a:pt x="644602" y="256170"/>
                  </a:lnTo>
                  <a:lnTo>
                    <a:pt x="716225" y="282208"/>
                  </a:lnTo>
                  <a:lnTo>
                    <a:pt x="787847" y="307792"/>
                  </a:lnTo>
                  <a:lnTo>
                    <a:pt x="859470" y="332929"/>
                  </a:lnTo>
                  <a:lnTo>
                    <a:pt x="931092" y="357628"/>
                  </a:lnTo>
                  <a:lnTo>
                    <a:pt x="1002715" y="381896"/>
                  </a:lnTo>
                  <a:lnTo>
                    <a:pt x="1074337" y="405741"/>
                  </a:lnTo>
                  <a:lnTo>
                    <a:pt x="1145960" y="429169"/>
                  </a:lnTo>
                  <a:lnTo>
                    <a:pt x="1217582" y="452189"/>
                  </a:lnTo>
                  <a:lnTo>
                    <a:pt x="1289205" y="474806"/>
                  </a:lnTo>
                  <a:lnTo>
                    <a:pt x="1360827" y="497030"/>
                  </a:lnTo>
                  <a:lnTo>
                    <a:pt x="1432450" y="518865"/>
                  </a:lnTo>
                  <a:lnTo>
                    <a:pt x="1504073" y="540320"/>
                  </a:lnTo>
                  <a:lnTo>
                    <a:pt x="1575695" y="561400"/>
                  </a:lnTo>
                  <a:lnTo>
                    <a:pt x="1647318" y="582112"/>
                  </a:lnTo>
                  <a:lnTo>
                    <a:pt x="1718940" y="602463"/>
                  </a:lnTo>
                  <a:lnTo>
                    <a:pt x="1790563" y="622458"/>
                  </a:lnTo>
                  <a:lnTo>
                    <a:pt x="1862185" y="642105"/>
                  </a:lnTo>
                  <a:lnTo>
                    <a:pt x="1933808" y="661409"/>
                  </a:lnTo>
                  <a:lnTo>
                    <a:pt x="2005430" y="680376"/>
                  </a:lnTo>
                  <a:lnTo>
                    <a:pt x="2077053" y="699012"/>
                  </a:lnTo>
                  <a:lnTo>
                    <a:pt x="2148675" y="717323"/>
                  </a:lnTo>
                  <a:lnTo>
                    <a:pt x="2220298" y="735315"/>
                  </a:lnTo>
                  <a:lnTo>
                    <a:pt x="2291920" y="752993"/>
                  </a:lnTo>
                  <a:lnTo>
                    <a:pt x="2363543" y="770362"/>
                  </a:lnTo>
                  <a:lnTo>
                    <a:pt x="2435165" y="787428"/>
                  </a:lnTo>
                  <a:lnTo>
                    <a:pt x="2506788" y="804196"/>
                  </a:lnTo>
                  <a:lnTo>
                    <a:pt x="2578410" y="820671"/>
                  </a:lnTo>
                  <a:lnTo>
                    <a:pt x="2650033" y="836860"/>
                  </a:lnTo>
                  <a:lnTo>
                    <a:pt x="2721655" y="852765"/>
                  </a:lnTo>
                  <a:lnTo>
                    <a:pt x="2793278" y="868393"/>
                  </a:lnTo>
                  <a:lnTo>
                    <a:pt x="2864901" y="883749"/>
                  </a:lnTo>
                  <a:lnTo>
                    <a:pt x="2936523" y="898836"/>
                  </a:lnTo>
                  <a:lnTo>
                    <a:pt x="3008146" y="913660"/>
                  </a:lnTo>
                  <a:lnTo>
                    <a:pt x="3079768" y="928226"/>
                  </a:lnTo>
                  <a:lnTo>
                    <a:pt x="3151391" y="942537"/>
                  </a:lnTo>
                  <a:lnTo>
                    <a:pt x="3223013" y="956599"/>
                  </a:lnTo>
                  <a:lnTo>
                    <a:pt x="3294636" y="970415"/>
                  </a:lnTo>
                  <a:lnTo>
                    <a:pt x="3366258" y="983991"/>
                  </a:lnTo>
                  <a:lnTo>
                    <a:pt x="3437881" y="997329"/>
                  </a:lnTo>
                  <a:lnTo>
                    <a:pt x="3509503" y="1010434"/>
                  </a:lnTo>
                  <a:lnTo>
                    <a:pt x="3581126" y="1023311"/>
                  </a:lnTo>
                  <a:lnTo>
                    <a:pt x="3652748" y="1035964"/>
                  </a:lnTo>
                  <a:lnTo>
                    <a:pt x="3724371" y="1048395"/>
                  </a:lnTo>
                  <a:lnTo>
                    <a:pt x="3795993" y="1060610"/>
                  </a:lnTo>
                  <a:lnTo>
                    <a:pt x="3867616" y="1072611"/>
                  </a:lnTo>
                  <a:lnTo>
                    <a:pt x="3939238" y="1084403"/>
                  </a:lnTo>
                  <a:lnTo>
                    <a:pt x="4010861" y="1095989"/>
                  </a:lnTo>
                  <a:lnTo>
                    <a:pt x="4082483" y="1107373"/>
                  </a:lnTo>
                  <a:lnTo>
                    <a:pt x="4154106" y="1118559"/>
                  </a:lnTo>
                  <a:lnTo>
                    <a:pt x="4225729" y="1129549"/>
                  </a:lnTo>
                  <a:lnTo>
                    <a:pt x="4297351" y="1140347"/>
                  </a:lnTo>
                  <a:lnTo>
                    <a:pt x="4368974" y="1150957"/>
                  </a:lnTo>
                  <a:lnTo>
                    <a:pt x="4440596" y="1161382"/>
                  </a:lnTo>
                  <a:lnTo>
                    <a:pt x="4512219" y="1171625"/>
                  </a:lnTo>
                  <a:lnTo>
                    <a:pt x="4583841" y="1181689"/>
                  </a:lnTo>
                  <a:lnTo>
                    <a:pt x="4655464" y="1191578"/>
                  </a:lnTo>
                  <a:lnTo>
                    <a:pt x="4727086" y="1201294"/>
                  </a:lnTo>
                  <a:lnTo>
                    <a:pt x="4798709" y="1210841"/>
                  </a:lnTo>
                  <a:lnTo>
                    <a:pt x="4870331" y="1220221"/>
                  </a:lnTo>
                  <a:lnTo>
                    <a:pt x="4941954" y="1229437"/>
                  </a:lnTo>
                  <a:lnTo>
                    <a:pt x="5013576" y="1238492"/>
                  </a:lnTo>
                  <a:lnTo>
                    <a:pt x="5085199" y="1247390"/>
                  </a:lnTo>
                  <a:lnTo>
                    <a:pt x="5156821" y="1256132"/>
                  </a:lnTo>
                  <a:lnTo>
                    <a:pt x="5228444" y="1264722"/>
                  </a:lnTo>
                  <a:lnTo>
                    <a:pt x="5300066" y="1273161"/>
                  </a:lnTo>
                  <a:lnTo>
                    <a:pt x="5371689" y="1281454"/>
                  </a:lnTo>
                  <a:lnTo>
                    <a:pt x="5443311" y="1289602"/>
                  </a:lnTo>
                  <a:lnTo>
                    <a:pt x="5514934" y="1297607"/>
                  </a:lnTo>
                  <a:lnTo>
                    <a:pt x="5586557" y="1305473"/>
                  </a:lnTo>
                  <a:lnTo>
                    <a:pt x="5658179" y="1313202"/>
                  </a:lnTo>
                  <a:lnTo>
                    <a:pt x="5729802" y="1320796"/>
                  </a:lnTo>
                  <a:lnTo>
                    <a:pt x="5801424" y="1328257"/>
                  </a:lnTo>
                  <a:lnTo>
                    <a:pt x="5873047" y="1335588"/>
                  </a:lnTo>
                  <a:lnTo>
                    <a:pt x="5944669" y="1342791"/>
                  </a:lnTo>
                  <a:lnTo>
                    <a:pt x="6016292" y="1349869"/>
                  </a:lnTo>
                  <a:lnTo>
                    <a:pt x="6087914" y="1356823"/>
                  </a:lnTo>
                  <a:lnTo>
                    <a:pt x="6159537" y="1363656"/>
                  </a:lnTo>
                  <a:lnTo>
                    <a:pt x="6231159" y="1370369"/>
                  </a:lnTo>
                  <a:lnTo>
                    <a:pt x="6302782" y="1376965"/>
                  </a:lnTo>
                  <a:lnTo>
                    <a:pt x="6374404" y="1383447"/>
                  </a:lnTo>
                  <a:lnTo>
                    <a:pt x="6446027" y="1389815"/>
                  </a:lnTo>
                  <a:lnTo>
                    <a:pt x="6517649" y="1396072"/>
                  </a:lnTo>
                  <a:lnTo>
                    <a:pt x="6589272" y="1402219"/>
                  </a:lnTo>
                  <a:lnTo>
                    <a:pt x="6660894" y="1408260"/>
                  </a:lnTo>
                  <a:lnTo>
                    <a:pt x="6732517" y="1414195"/>
                  </a:lnTo>
                  <a:lnTo>
                    <a:pt x="6804139" y="1420027"/>
                  </a:lnTo>
                  <a:lnTo>
                    <a:pt x="6875762" y="1425757"/>
                  </a:lnTo>
                  <a:lnTo>
                    <a:pt x="6947385" y="1431386"/>
                  </a:lnTo>
                  <a:lnTo>
                    <a:pt x="7019007" y="1436918"/>
                  </a:lnTo>
                  <a:lnTo>
                    <a:pt x="7090630" y="14423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1.81 (1.26-2.59)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2026-10-09T13:04:12Z</dcterms:modified>
  <cp:category/>
</cp:coreProperties>
</file>