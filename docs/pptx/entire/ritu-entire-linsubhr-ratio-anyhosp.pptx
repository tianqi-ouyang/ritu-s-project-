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958512"/>
              <a:ext cx="7090630" cy="2355901"/>
            </a:xfrm>
            <a:custGeom>
              <a:avLst/>
              <a:pathLst>
                <a:path w="7090630" h="2355901">
                  <a:moveTo>
                    <a:pt x="0" y="0"/>
                  </a:moveTo>
                  <a:lnTo>
                    <a:pt x="71622" y="61483"/>
                  </a:lnTo>
                  <a:lnTo>
                    <a:pt x="143245" y="121512"/>
                  </a:lnTo>
                  <a:lnTo>
                    <a:pt x="214867" y="180121"/>
                  </a:lnTo>
                  <a:lnTo>
                    <a:pt x="286490" y="237343"/>
                  </a:lnTo>
                  <a:lnTo>
                    <a:pt x="358112" y="293211"/>
                  </a:lnTo>
                  <a:lnTo>
                    <a:pt x="429735" y="347758"/>
                  </a:lnTo>
                  <a:lnTo>
                    <a:pt x="501357" y="401014"/>
                  </a:lnTo>
                  <a:lnTo>
                    <a:pt x="572980" y="453010"/>
                  </a:lnTo>
                  <a:lnTo>
                    <a:pt x="644602" y="503775"/>
                  </a:lnTo>
                  <a:lnTo>
                    <a:pt x="716225" y="553340"/>
                  </a:lnTo>
                  <a:lnTo>
                    <a:pt x="787847" y="601732"/>
                  </a:lnTo>
                  <a:lnTo>
                    <a:pt x="859470" y="648979"/>
                  </a:lnTo>
                  <a:lnTo>
                    <a:pt x="931092" y="695109"/>
                  </a:lnTo>
                  <a:lnTo>
                    <a:pt x="1002715" y="740147"/>
                  </a:lnTo>
                  <a:lnTo>
                    <a:pt x="1074337" y="784119"/>
                  </a:lnTo>
                  <a:lnTo>
                    <a:pt x="1145960" y="827051"/>
                  </a:lnTo>
                  <a:lnTo>
                    <a:pt x="1217582" y="868968"/>
                  </a:lnTo>
                  <a:lnTo>
                    <a:pt x="1289205" y="909892"/>
                  </a:lnTo>
                  <a:lnTo>
                    <a:pt x="1360827" y="949849"/>
                  </a:lnTo>
                  <a:lnTo>
                    <a:pt x="1432450" y="988860"/>
                  </a:lnTo>
                  <a:lnTo>
                    <a:pt x="1504073" y="1026948"/>
                  </a:lnTo>
                  <a:lnTo>
                    <a:pt x="1575695" y="1064135"/>
                  </a:lnTo>
                  <a:lnTo>
                    <a:pt x="1647318" y="1100442"/>
                  </a:lnTo>
                  <a:lnTo>
                    <a:pt x="1718940" y="1135890"/>
                  </a:lnTo>
                  <a:lnTo>
                    <a:pt x="1790563" y="1170500"/>
                  </a:lnTo>
                  <a:lnTo>
                    <a:pt x="1862185" y="1204291"/>
                  </a:lnTo>
                  <a:lnTo>
                    <a:pt x="1933808" y="1237282"/>
                  </a:lnTo>
                  <a:lnTo>
                    <a:pt x="2005430" y="1269492"/>
                  </a:lnTo>
                  <a:lnTo>
                    <a:pt x="2077053" y="1300941"/>
                  </a:lnTo>
                  <a:lnTo>
                    <a:pt x="2148675" y="1331646"/>
                  </a:lnTo>
                  <a:lnTo>
                    <a:pt x="2220298" y="1361624"/>
                  </a:lnTo>
                  <a:lnTo>
                    <a:pt x="2291920" y="1390893"/>
                  </a:lnTo>
                  <a:lnTo>
                    <a:pt x="2363543" y="1419469"/>
                  </a:lnTo>
                  <a:lnTo>
                    <a:pt x="2435165" y="1447369"/>
                  </a:lnTo>
                  <a:lnTo>
                    <a:pt x="2506788" y="1474610"/>
                  </a:lnTo>
                  <a:lnTo>
                    <a:pt x="2578410" y="1501205"/>
                  </a:lnTo>
                  <a:lnTo>
                    <a:pt x="2650033" y="1527172"/>
                  </a:lnTo>
                  <a:lnTo>
                    <a:pt x="2721655" y="1552524"/>
                  </a:lnTo>
                  <a:lnTo>
                    <a:pt x="2793278" y="1577277"/>
                  </a:lnTo>
                  <a:lnTo>
                    <a:pt x="2864901" y="1601443"/>
                  </a:lnTo>
                  <a:lnTo>
                    <a:pt x="2936523" y="1625038"/>
                  </a:lnTo>
                  <a:lnTo>
                    <a:pt x="3008146" y="1648075"/>
                  </a:lnTo>
                  <a:lnTo>
                    <a:pt x="3079768" y="1670567"/>
                  </a:lnTo>
                  <a:lnTo>
                    <a:pt x="3151391" y="1692526"/>
                  </a:lnTo>
                  <a:lnTo>
                    <a:pt x="3223013" y="1713966"/>
                  </a:lnTo>
                  <a:lnTo>
                    <a:pt x="3294636" y="1734899"/>
                  </a:lnTo>
                  <a:lnTo>
                    <a:pt x="3366258" y="1755337"/>
                  </a:lnTo>
                  <a:lnTo>
                    <a:pt x="3437881" y="1771543"/>
                  </a:lnTo>
                  <a:lnTo>
                    <a:pt x="3509503" y="1778964"/>
                  </a:lnTo>
                  <a:lnTo>
                    <a:pt x="3581126" y="1786318"/>
                  </a:lnTo>
                  <a:lnTo>
                    <a:pt x="3652748" y="1793606"/>
                  </a:lnTo>
                  <a:lnTo>
                    <a:pt x="3724371" y="1800829"/>
                  </a:lnTo>
                  <a:lnTo>
                    <a:pt x="3795993" y="1807987"/>
                  </a:lnTo>
                  <a:lnTo>
                    <a:pt x="3867616" y="1815081"/>
                  </a:lnTo>
                  <a:lnTo>
                    <a:pt x="3939238" y="1822111"/>
                  </a:lnTo>
                  <a:lnTo>
                    <a:pt x="4010861" y="1829078"/>
                  </a:lnTo>
                  <a:lnTo>
                    <a:pt x="4082483" y="1835982"/>
                  </a:lnTo>
                  <a:lnTo>
                    <a:pt x="4154106" y="1842825"/>
                  </a:lnTo>
                  <a:lnTo>
                    <a:pt x="4225729" y="1849606"/>
                  </a:lnTo>
                  <a:lnTo>
                    <a:pt x="4297351" y="1856326"/>
                  </a:lnTo>
                  <a:lnTo>
                    <a:pt x="4368974" y="1862986"/>
                  </a:lnTo>
                  <a:lnTo>
                    <a:pt x="4440596" y="1869587"/>
                  </a:lnTo>
                  <a:lnTo>
                    <a:pt x="4512219" y="1876128"/>
                  </a:lnTo>
                  <a:lnTo>
                    <a:pt x="4583841" y="1882610"/>
                  </a:lnTo>
                  <a:lnTo>
                    <a:pt x="4655464" y="1889034"/>
                  </a:lnTo>
                  <a:lnTo>
                    <a:pt x="4727086" y="1895401"/>
                  </a:lnTo>
                  <a:lnTo>
                    <a:pt x="4798709" y="1901711"/>
                  </a:lnTo>
                  <a:lnTo>
                    <a:pt x="4870331" y="1907963"/>
                  </a:lnTo>
                  <a:lnTo>
                    <a:pt x="4941954" y="1914160"/>
                  </a:lnTo>
                  <a:lnTo>
                    <a:pt x="5013576" y="1920301"/>
                  </a:lnTo>
                  <a:lnTo>
                    <a:pt x="5085199" y="1926388"/>
                  </a:lnTo>
                  <a:lnTo>
                    <a:pt x="5156821" y="1932419"/>
                  </a:lnTo>
                  <a:lnTo>
                    <a:pt x="5228444" y="1938397"/>
                  </a:lnTo>
                  <a:lnTo>
                    <a:pt x="5300066" y="1944320"/>
                  </a:lnTo>
                  <a:lnTo>
                    <a:pt x="5371689" y="1950191"/>
                  </a:lnTo>
                  <a:lnTo>
                    <a:pt x="5443311" y="1956009"/>
                  </a:lnTo>
                  <a:lnTo>
                    <a:pt x="5514934" y="1961775"/>
                  </a:lnTo>
                  <a:lnTo>
                    <a:pt x="5586557" y="1967489"/>
                  </a:lnTo>
                  <a:lnTo>
                    <a:pt x="5658179" y="1973152"/>
                  </a:lnTo>
                  <a:lnTo>
                    <a:pt x="5729802" y="1978764"/>
                  </a:lnTo>
                  <a:lnTo>
                    <a:pt x="5801424" y="1984326"/>
                  </a:lnTo>
                  <a:lnTo>
                    <a:pt x="5873047" y="1989837"/>
                  </a:lnTo>
                  <a:lnTo>
                    <a:pt x="5944669" y="1995300"/>
                  </a:lnTo>
                  <a:lnTo>
                    <a:pt x="6016292" y="2000713"/>
                  </a:lnTo>
                  <a:lnTo>
                    <a:pt x="6087914" y="2006078"/>
                  </a:lnTo>
                  <a:lnTo>
                    <a:pt x="6159537" y="2011394"/>
                  </a:lnTo>
                  <a:lnTo>
                    <a:pt x="6231159" y="2016663"/>
                  </a:lnTo>
                  <a:lnTo>
                    <a:pt x="6302782" y="2021885"/>
                  </a:lnTo>
                  <a:lnTo>
                    <a:pt x="6374404" y="2027060"/>
                  </a:lnTo>
                  <a:lnTo>
                    <a:pt x="6446027" y="2032188"/>
                  </a:lnTo>
                  <a:lnTo>
                    <a:pt x="6517649" y="2037271"/>
                  </a:lnTo>
                  <a:lnTo>
                    <a:pt x="6589272" y="2042308"/>
                  </a:lnTo>
                  <a:lnTo>
                    <a:pt x="6660894" y="2047299"/>
                  </a:lnTo>
                  <a:lnTo>
                    <a:pt x="6732517" y="2052246"/>
                  </a:lnTo>
                  <a:lnTo>
                    <a:pt x="6804139" y="2057149"/>
                  </a:lnTo>
                  <a:lnTo>
                    <a:pt x="6875762" y="2062007"/>
                  </a:lnTo>
                  <a:lnTo>
                    <a:pt x="6947385" y="2066822"/>
                  </a:lnTo>
                  <a:lnTo>
                    <a:pt x="7019007" y="2071594"/>
                  </a:lnTo>
                  <a:lnTo>
                    <a:pt x="7090630" y="2076323"/>
                  </a:lnTo>
                  <a:lnTo>
                    <a:pt x="7090630" y="2355901"/>
                  </a:lnTo>
                  <a:lnTo>
                    <a:pt x="7019007" y="2350017"/>
                  </a:lnTo>
                  <a:lnTo>
                    <a:pt x="6947385" y="2343990"/>
                  </a:lnTo>
                  <a:lnTo>
                    <a:pt x="6875762" y="2337817"/>
                  </a:lnTo>
                  <a:lnTo>
                    <a:pt x="6804139" y="2331494"/>
                  </a:lnTo>
                  <a:lnTo>
                    <a:pt x="6732517" y="2325018"/>
                  </a:lnTo>
                  <a:lnTo>
                    <a:pt x="6660894" y="2318385"/>
                  </a:lnTo>
                  <a:lnTo>
                    <a:pt x="6589272" y="2311592"/>
                  </a:lnTo>
                  <a:lnTo>
                    <a:pt x="6517649" y="2304634"/>
                  </a:lnTo>
                  <a:lnTo>
                    <a:pt x="6446027" y="2297507"/>
                  </a:lnTo>
                  <a:lnTo>
                    <a:pt x="6374404" y="2290207"/>
                  </a:lnTo>
                  <a:lnTo>
                    <a:pt x="6302782" y="2282731"/>
                  </a:lnTo>
                  <a:lnTo>
                    <a:pt x="6231159" y="2275073"/>
                  </a:lnTo>
                  <a:lnTo>
                    <a:pt x="6159537" y="2267230"/>
                  </a:lnTo>
                  <a:lnTo>
                    <a:pt x="6087914" y="2259197"/>
                  </a:lnTo>
                  <a:lnTo>
                    <a:pt x="6016292" y="2250969"/>
                  </a:lnTo>
                  <a:lnTo>
                    <a:pt x="5944669" y="2242542"/>
                  </a:lnTo>
                  <a:lnTo>
                    <a:pt x="5873047" y="2233910"/>
                  </a:lnTo>
                  <a:lnTo>
                    <a:pt x="5801424" y="2225070"/>
                  </a:lnTo>
                  <a:lnTo>
                    <a:pt x="5729802" y="2216015"/>
                  </a:lnTo>
                  <a:lnTo>
                    <a:pt x="5658179" y="2206741"/>
                  </a:lnTo>
                  <a:lnTo>
                    <a:pt x="5586557" y="2197242"/>
                  </a:lnTo>
                  <a:lnTo>
                    <a:pt x="5514934" y="2187512"/>
                  </a:lnTo>
                  <a:lnTo>
                    <a:pt x="5443311" y="2177547"/>
                  </a:lnTo>
                  <a:lnTo>
                    <a:pt x="5371689" y="2167341"/>
                  </a:lnTo>
                  <a:lnTo>
                    <a:pt x="5300066" y="2156887"/>
                  </a:lnTo>
                  <a:lnTo>
                    <a:pt x="5228444" y="2146180"/>
                  </a:lnTo>
                  <a:lnTo>
                    <a:pt x="5156821" y="2135214"/>
                  </a:lnTo>
                  <a:lnTo>
                    <a:pt x="5085199" y="2123982"/>
                  </a:lnTo>
                  <a:lnTo>
                    <a:pt x="5013576" y="2112477"/>
                  </a:lnTo>
                  <a:lnTo>
                    <a:pt x="4941954" y="2100694"/>
                  </a:lnTo>
                  <a:lnTo>
                    <a:pt x="4870331" y="2088625"/>
                  </a:lnTo>
                  <a:lnTo>
                    <a:pt x="4798709" y="2076264"/>
                  </a:lnTo>
                  <a:lnTo>
                    <a:pt x="4727086" y="2063603"/>
                  </a:lnTo>
                  <a:lnTo>
                    <a:pt x="4655464" y="2050636"/>
                  </a:lnTo>
                  <a:lnTo>
                    <a:pt x="4583841" y="2037354"/>
                  </a:lnTo>
                  <a:lnTo>
                    <a:pt x="4512219" y="2023750"/>
                  </a:lnTo>
                  <a:lnTo>
                    <a:pt x="4440596" y="2009817"/>
                  </a:lnTo>
                  <a:lnTo>
                    <a:pt x="4368974" y="1995546"/>
                  </a:lnTo>
                  <a:lnTo>
                    <a:pt x="4297351" y="1980929"/>
                  </a:lnTo>
                  <a:lnTo>
                    <a:pt x="4225729" y="1965958"/>
                  </a:lnTo>
                  <a:lnTo>
                    <a:pt x="4154106" y="1950625"/>
                  </a:lnTo>
                  <a:lnTo>
                    <a:pt x="4082483" y="1934919"/>
                  </a:lnTo>
                  <a:lnTo>
                    <a:pt x="4010861" y="1918833"/>
                  </a:lnTo>
                  <a:lnTo>
                    <a:pt x="3939238" y="1902358"/>
                  </a:lnTo>
                  <a:lnTo>
                    <a:pt x="3867616" y="1885483"/>
                  </a:lnTo>
                  <a:lnTo>
                    <a:pt x="3795993" y="1868199"/>
                  </a:lnTo>
                  <a:lnTo>
                    <a:pt x="3724371" y="1850496"/>
                  </a:lnTo>
                  <a:lnTo>
                    <a:pt x="3652748" y="1832365"/>
                  </a:lnTo>
                  <a:lnTo>
                    <a:pt x="3581126" y="1813794"/>
                  </a:lnTo>
                  <a:lnTo>
                    <a:pt x="3509503" y="1794773"/>
                  </a:lnTo>
                  <a:lnTo>
                    <a:pt x="3437881" y="1775291"/>
                  </a:lnTo>
                  <a:lnTo>
                    <a:pt x="3366258" y="1764056"/>
                  </a:lnTo>
                  <a:lnTo>
                    <a:pt x="3294636" y="1756500"/>
                  </a:lnTo>
                  <a:lnTo>
                    <a:pt x="3223013" y="1748876"/>
                  </a:lnTo>
                  <a:lnTo>
                    <a:pt x="3151391" y="1741183"/>
                  </a:lnTo>
                  <a:lnTo>
                    <a:pt x="3079768" y="1733421"/>
                  </a:lnTo>
                  <a:lnTo>
                    <a:pt x="3008146" y="1725588"/>
                  </a:lnTo>
                  <a:lnTo>
                    <a:pt x="2936523" y="1717684"/>
                  </a:lnTo>
                  <a:lnTo>
                    <a:pt x="2864901" y="1709709"/>
                  </a:lnTo>
                  <a:lnTo>
                    <a:pt x="2793278" y="1701661"/>
                  </a:lnTo>
                  <a:lnTo>
                    <a:pt x="2721655" y="1693541"/>
                  </a:lnTo>
                  <a:lnTo>
                    <a:pt x="2650033" y="1685347"/>
                  </a:lnTo>
                  <a:lnTo>
                    <a:pt x="2578410" y="1677079"/>
                  </a:lnTo>
                  <a:lnTo>
                    <a:pt x="2506788" y="1668736"/>
                  </a:lnTo>
                  <a:lnTo>
                    <a:pt x="2435165" y="1660317"/>
                  </a:lnTo>
                  <a:lnTo>
                    <a:pt x="2363543" y="1651823"/>
                  </a:lnTo>
                  <a:lnTo>
                    <a:pt x="2291920" y="1643251"/>
                  </a:lnTo>
                  <a:lnTo>
                    <a:pt x="2220298" y="1634602"/>
                  </a:lnTo>
                  <a:lnTo>
                    <a:pt x="2148675" y="1625875"/>
                  </a:lnTo>
                  <a:lnTo>
                    <a:pt x="2077053" y="1617068"/>
                  </a:lnTo>
                  <a:lnTo>
                    <a:pt x="2005430" y="1608182"/>
                  </a:lnTo>
                  <a:lnTo>
                    <a:pt x="1933808" y="1599216"/>
                  </a:lnTo>
                  <a:lnTo>
                    <a:pt x="1862185" y="1590168"/>
                  </a:lnTo>
                  <a:lnTo>
                    <a:pt x="1790563" y="1581038"/>
                  </a:lnTo>
                  <a:lnTo>
                    <a:pt x="1718940" y="1571826"/>
                  </a:lnTo>
                  <a:lnTo>
                    <a:pt x="1647318" y="1562530"/>
                  </a:lnTo>
                  <a:lnTo>
                    <a:pt x="1575695" y="1553151"/>
                  </a:lnTo>
                  <a:lnTo>
                    <a:pt x="1504073" y="1543686"/>
                  </a:lnTo>
                  <a:lnTo>
                    <a:pt x="1432450" y="1534135"/>
                  </a:lnTo>
                  <a:lnTo>
                    <a:pt x="1360827" y="1524499"/>
                  </a:lnTo>
                  <a:lnTo>
                    <a:pt x="1289205" y="1514775"/>
                  </a:lnTo>
                  <a:lnTo>
                    <a:pt x="1217582" y="1504963"/>
                  </a:lnTo>
                  <a:lnTo>
                    <a:pt x="1145960" y="1495062"/>
                  </a:lnTo>
                  <a:lnTo>
                    <a:pt x="1074337" y="1485071"/>
                  </a:lnTo>
                  <a:lnTo>
                    <a:pt x="1002715" y="1474990"/>
                  </a:lnTo>
                  <a:lnTo>
                    <a:pt x="931092" y="1464818"/>
                  </a:lnTo>
                  <a:lnTo>
                    <a:pt x="859470" y="1454554"/>
                  </a:lnTo>
                  <a:lnTo>
                    <a:pt x="787847" y="1444196"/>
                  </a:lnTo>
                  <a:lnTo>
                    <a:pt x="716225" y="1433745"/>
                  </a:lnTo>
                  <a:lnTo>
                    <a:pt x="644602" y="1423200"/>
                  </a:lnTo>
                  <a:lnTo>
                    <a:pt x="572980" y="1412559"/>
                  </a:lnTo>
                  <a:lnTo>
                    <a:pt x="501357" y="1401822"/>
                  </a:lnTo>
                  <a:lnTo>
                    <a:pt x="429735" y="1390987"/>
                  </a:lnTo>
                  <a:lnTo>
                    <a:pt x="358112" y="1380054"/>
                  </a:lnTo>
                  <a:lnTo>
                    <a:pt x="286490" y="1369023"/>
                  </a:lnTo>
                  <a:lnTo>
                    <a:pt x="214867" y="1357891"/>
                  </a:lnTo>
                  <a:lnTo>
                    <a:pt x="143245" y="1346659"/>
                  </a:lnTo>
                  <a:lnTo>
                    <a:pt x="71622" y="1335325"/>
                  </a:lnTo>
                  <a:lnTo>
                    <a:pt x="0" y="13238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958512"/>
              <a:ext cx="7090630" cy="2076323"/>
            </a:xfrm>
            <a:custGeom>
              <a:avLst/>
              <a:pathLst>
                <a:path w="7090630" h="2076323">
                  <a:moveTo>
                    <a:pt x="0" y="0"/>
                  </a:moveTo>
                  <a:lnTo>
                    <a:pt x="71622" y="61483"/>
                  </a:lnTo>
                  <a:lnTo>
                    <a:pt x="143245" y="121512"/>
                  </a:lnTo>
                  <a:lnTo>
                    <a:pt x="214867" y="180121"/>
                  </a:lnTo>
                  <a:lnTo>
                    <a:pt x="286490" y="237343"/>
                  </a:lnTo>
                  <a:lnTo>
                    <a:pt x="358112" y="293211"/>
                  </a:lnTo>
                  <a:lnTo>
                    <a:pt x="429735" y="347758"/>
                  </a:lnTo>
                  <a:lnTo>
                    <a:pt x="501357" y="401014"/>
                  </a:lnTo>
                  <a:lnTo>
                    <a:pt x="572980" y="453010"/>
                  </a:lnTo>
                  <a:lnTo>
                    <a:pt x="644602" y="503775"/>
                  </a:lnTo>
                  <a:lnTo>
                    <a:pt x="716225" y="553340"/>
                  </a:lnTo>
                  <a:lnTo>
                    <a:pt x="787847" y="601732"/>
                  </a:lnTo>
                  <a:lnTo>
                    <a:pt x="859470" y="648979"/>
                  </a:lnTo>
                  <a:lnTo>
                    <a:pt x="931092" y="695109"/>
                  </a:lnTo>
                  <a:lnTo>
                    <a:pt x="1002715" y="740147"/>
                  </a:lnTo>
                  <a:lnTo>
                    <a:pt x="1074337" y="784119"/>
                  </a:lnTo>
                  <a:lnTo>
                    <a:pt x="1145960" y="827051"/>
                  </a:lnTo>
                  <a:lnTo>
                    <a:pt x="1217582" y="868968"/>
                  </a:lnTo>
                  <a:lnTo>
                    <a:pt x="1289205" y="909892"/>
                  </a:lnTo>
                  <a:lnTo>
                    <a:pt x="1360827" y="949849"/>
                  </a:lnTo>
                  <a:lnTo>
                    <a:pt x="1432450" y="988860"/>
                  </a:lnTo>
                  <a:lnTo>
                    <a:pt x="1504073" y="1026948"/>
                  </a:lnTo>
                  <a:lnTo>
                    <a:pt x="1575695" y="1064135"/>
                  </a:lnTo>
                  <a:lnTo>
                    <a:pt x="1647318" y="1100442"/>
                  </a:lnTo>
                  <a:lnTo>
                    <a:pt x="1718940" y="1135890"/>
                  </a:lnTo>
                  <a:lnTo>
                    <a:pt x="1790563" y="1170500"/>
                  </a:lnTo>
                  <a:lnTo>
                    <a:pt x="1862185" y="1204291"/>
                  </a:lnTo>
                  <a:lnTo>
                    <a:pt x="1933808" y="1237282"/>
                  </a:lnTo>
                  <a:lnTo>
                    <a:pt x="2005430" y="1269492"/>
                  </a:lnTo>
                  <a:lnTo>
                    <a:pt x="2077053" y="1300941"/>
                  </a:lnTo>
                  <a:lnTo>
                    <a:pt x="2148675" y="1331646"/>
                  </a:lnTo>
                  <a:lnTo>
                    <a:pt x="2220298" y="1361624"/>
                  </a:lnTo>
                  <a:lnTo>
                    <a:pt x="2291920" y="1390893"/>
                  </a:lnTo>
                  <a:lnTo>
                    <a:pt x="2363543" y="1419469"/>
                  </a:lnTo>
                  <a:lnTo>
                    <a:pt x="2435165" y="1447369"/>
                  </a:lnTo>
                  <a:lnTo>
                    <a:pt x="2506788" y="1474610"/>
                  </a:lnTo>
                  <a:lnTo>
                    <a:pt x="2578410" y="1501205"/>
                  </a:lnTo>
                  <a:lnTo>
                    <a:pt x="2650033" y="1527172"/>
                  </a:lnTo>
                  <a:lnTo>
                    <a:pt x="2721655" y="1552524"/>
                  </a:lnTo>
                  <a:lnTo>
                    <a:pt x="2793278" y="1577277"/>
                  </a:lnTo>
                  <a:lnTo>
                    <a:pt x="2864901" y="1601443"/>
                  </a:lnTo>
                  <a:lnTo>
                    <a:pt x="2936523" y="1625038"/>
                  </a:lnTo>
                  <a:lnTo>
                    <a:pt x="3008146" y="1648075"/>
                  </a:lnTo>
                  <a:lnTo>
                    <a:pt x="3079768" y="1670567"/>
                  </a:lnTo>
                  <a:lnTo>
                    <a:pt x="3151391" y="1692526"/>
                  </a:lnTo>
                  <a:lnTo>
                    <a:pt x="3223013" y="1713966"/>
                  </a:lnTo>
                  <a:lnTo>
                    <a:pt x="3294636" y="1734899"/>
                  </a:lnTo>
                  <a:lnTo>
                    <a:pt x="3366258" y="1755337"/>
                  </a:lnTo>
                  <a:lnTo>
                    <a:pt x="3437881" y="1771543"/>
                  </a:lnTo>
                  <a:lnTo>
                    <a:pt x="3509503" y="1778964"/>
                  </a:lnTo>
                  <a:lnTo>
                    <a:pt x="3581126" y="1786318"/>
                  </a:lnTo>
                  <a:lnTo>
                    <a:pt x="3652748" y="1793606"/>
                  </a:lnTo>
                  <a:lnTo>
                    <a:pt x="3724371" y="1800829"/>
                  </a:lnTo>
                  <a:lnTo>
                    <a:pt x="3795993" y="1807987"/>
                  </a:lnTo>
                  <a:lnTo>
                    <a:pt x="3867616" y="1815081"/>
                  </a:lnTo>
                  <a:lnTo>
                    <a:pt x="3939238" y="1822111"/>
                  </a:lnTo>
                  <a:lnTo>
                    <a:pt x="4010861" y="1829078"/>
                  </a:lnTo>
                  <a:lnTo>
                    <a:pt x="4082483" y="1835982"/>
                  </a:lnTo>
                  <a:lnTo>
                    <a:pt x="4154106" y="1842825"/>
                  </a:lnTo>
                  <a:lnTo>
                    <a:pt x="4225729" y="1849606"/>
                  </a:lnTo>
                  <a:lnTo>
                    <a:pt x="4297351" y="1856326"/>
                  </a:lnTo>
                  <a:lnTo>
                    <a:pt x="4368974" y="1862986"/>
                  </a:lnTo>
                  <a:lnTo>
                    <a:pt x="4440596" y="1869587"/>
                  </a:lnTo>
                  <a:lnTo>
                    <a:pt x="4512219" y="1876128"/>
                  </a:lnTo>
                  <a:lnTo>
                    <a:pt x="4583841" y="1882610"/>
                  </a:lnTo>
                  <a:lnTo>
                    <a:pt x="4655464" y="1889034"/>
                  </a:lnTo>
                  <a:lnTo>
                    <a:pt x="4727086" y="1895401"/>
                  </a:lnTo>
                  <a:lnTo>
                    <a:pt x="4798709" y="1901711"/>
                  </a:lnTo>
                  <a:lnTo>
                    <a:pt x="4870331" y="1907963"/>
                  </a:lnTo>
                  <a:lnTo>
                    <a:pt x="4941954" y="1914160"/>
                  </a:lnTo>
                  <a:lnTo>
                    <a:pt x="5013576" y="1920301"/>
                  </a:lnTo>
                  <a:lnTo>
                    <a:pt x="5085199" y="1926388"/>
                  </a:lnTo>
                  <a:lnTo>
                    <a:pt x="5156821" y="1932419"/>
                  </a:lnTo>
                  <a:lnTo>
                    <a:pt x="5228444" y="1938397"/>
                  </a:lnTo>
                  <a:lnTo>
                    <a:pt x="5300066" y="1944320"/>
                  </a:lnTo>
                  <a:lnTo>
                    <a:pt x="5371689" y="1950191"/>
                  </a:lnTo>
                  <a:lnTo>
                    <a:pt x="5443311" y="1956009"/>
                  </a:lnTo>
                  <a:lnTo>
                    <a:pt x="5514934" y="1961775"/>
                  </a:lnTo>
                  <a:lnTo>
                    <a:pt x="5586557" y="1967489"/>
                  </a:lnTo>
                  <a:lnTo>
                    <a:pt x="5658179" y="1973152"/>
                  </a:lnTo>
                  <a:lnTo>
                    <a:pt x="5729802" y="1978764"/>
                  </a:lnTo>
                  <a:lnTo>
                    <a:pt x="5801424" y="1984326"/>
                  </a:lnTo>
                  <a:lnTo>
                    <a:pt x="5873047" y="1989837"/>
                  </a:lnTo>
                  <a:lnTo>
                    <a:pt x="5944669" y="1995300"/>
                  </a:lnTo>
                  <a:lnTo>
                    <a:pt x="6016292" y="2000713"/>
                  </a:lnTo>
                  <a:lnTo>
                    <a:pt x="6087914" y="2006078"/>
                  </a:lnTo>
                  <a:lnTo>
                    <a:pt x="6159537" y="2011394"/>
                  </a:lnTo>
                  <a:lnTo>
                    <a:pt x="6231159" y="2016663"/>
                  </a:lnTo>
                  <a:lnTo>
                    <a:pt x="6302782" y="2021885"/>
                  </a:lnTo>
                  <a:lnTo>
                    <a:pt x="6374404" y="2027060"/>
                  </a:lnTo>
                  <a:lnTo>
                    <a:pt x="6446027" y="2032188"/>
                  </a:lnTo>
                  <a:lnTo>
                    <a:pt x="6517649" y="2037271"/>
                  </a:lnTo>
                  <a:lnTo>
                    <a:pt x="6589272" y="2042308"/>
                  </a:lnTo>
                  <a:lnTo>
                    <a:pt x="6660894" y="2047299"/>
                  </a:lnTo>
                  <a:lnTo>
                    <a:pt x="6732517" y="2052246"/>
                  </a:lnTo>
                  <a:lnTo>
                    <a:pt x="6804139" y="2057149"/>
                  </a:lnTo>
                  <a:lnTo>
                    <a:pt x="6875762" y="2062007"/>
                  </a:lnTo>
                  <a:lnTo>
                    <a:pt x="6947385" y="2066822"/>
                  </a:lnTo>
                  <a:lnTo>
                    <a:pt x="7019007" y="2071594"/>
                  </a:lnTo>
                  <a:lnTo>
                    <a:pt x="7090630" y="2076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282401"/>
              <a:ext cx="7090630" cy="1032012"/>
            </a:xfrm>
            <a:custGeom>
              <a:avLst/>
              <a:pathLst>
                <a:path w="7090630" h="1032012">
                  <a:moveTo>
                    <a:pt x="7090630" y="1032012"/>
                  </a:moveTo>
                  <a:lnTo>
                    <a:pt x="7019007" y="1026128"/>
                  </a:lnTo>
                  <a:lnTo>
                    <a:pt x="6947385" y="1020101"/>
                  </a:lnTo>
                  <a:lnTo>
                    <a:pt x="6875762" y="1013927"/>
                  </a:lnTo>
                  <a:lnTo>
                    <a:pt x="6804139" y="1007605"/>
                  </a:lnTo>
                  <a:lnTo>
                    <a:pt x="6732517" y="1001129"/>
                  </a:lnTo>
                  <a:lnTo>
                    <a:pt x="6660894" y="994496"/>
                  </a:lnTo>
                  <a:lnTo>
                    <a:pt x="6589272" y="987702"/>
                  </a:lnTo>
                  <a:lnTo>
                    <a:pt x="6517649" y="980744"/>
                  </a:lnTo>
                  <a:lnTo>
                    <a:pt x="6446027" y="973617"/>
                  </a:lnTo>
                  <a:lnTo>
                    <a:pt x="6374404" y="966318"/>
                  </a:lnTo>
                  <a:lnTo>
                    <a:pt x="6302782" y="958841"/>
                  </a:lnTo>
                  <a:lnTo>
                    <a:pt x="6231159" y="951184"/>
                  </a:lnTo>
                  <a:lnTo>
                    <a:pt x="6159537" y="943341"/>
                  </a:lnTo>
                  <a:lnTo>
                    <a:pt x="6087914" y="935308"/>
                  </a:lnTo>
                  <a:lnTo>
                    <a:pt x="6016292" y="927080"/>
                  </a:lnTo>
                  <a:lnTo>
                    <a:pt x="5944669" y="918652"/>
                  </a:lnTo>
                  <a:lnTo>
                    <a:pt x="5873047" y="910021"/>
                  </a:lnTo>
                  <a:lnTo>
                    <a:pt x="5801424" y="901180"/>
                  </a:lnTo>
                  <a:lnTo>
                    <a:pt x="5729802" y="892126"/>
                  </a:lnTo>
                  <a:lnTo>
                    <a:pt x="5658179" y="882851"/>
                  </a:lnTo>
                  <a:lnTo>
                    <a:pt x="5586557" y="873352"/>
                  </a:lnTo>
                  <a:lnTo>
                    <a:pt x="5514934" y="863623"/>
                  </a:lnTo>
                  <a:lnTo>
                    <a:pt x="5443311" y="853658"/>
                  </a:lnTo>
                  <a:lnTo>
                    <a:pt x="5371689" y="843452"/>
                  </a:lnTo>
                  <a:lnTo>
                    <a:pt x="5300066" y="832998"/>
                  </a:lnTo>
                  <a:lnTo>
                    <a:pt x="5228444" y="822291"/>
                  </a:lnTo>
                  <a:lnTo>
                    <a:pt x="5156821" y="811324"/>
                  </a:lnTo>
                  <a:lnTo>
                    <a:pt x="5085199" y="800092"/>
                  </a:lnTo>
                  <a:lnTo>
                    <a:pt x="5013576" y="788588"/>
                  </a:lnTo>
                  <a:lnTo>
                    <a:pt x="4941954" y="776805"/>
                  </a:lnTo>
                  <a:lnTo>
                    <a:pt x="4870331" y="764736"/>
                  </a:lnTo>
                  <a:lnTo>
                    <a:pt x="4798709" y="752375"/>
                  </a:lnTo>
                  <a:lnTo>
                    <a:pt x="4727086" y="739714"/>
                  </a:lnTo>
                  <a:lnTo>
                    <a:pt x="4655464" y="726746"/>
                  </a:lnTo>
                  <a:lnTo>
                    <a:pt x="4583841" y="713465"/>
                  </a:lnTo>
                  <a:lnTo>
                    <a:pt x="4512219" y="699861"/>
                  </a:lnTo>
                  <a:lnTo>
                    <a:pt x="4440596" y="685928"/>
                  </a:lnTo>
                  <a:lnTo>
                    <a:pt x="4368974" y="671657"/>
                  </a:lnTo>
                  <a:lnTo>
                    <a:pt x="4297351" y="657040"/>
                  </a:lnTo>
                  <a:lnTo>
                    <a:pt x="4225729" y="642069"/>
                  </a:lnTo>
                  <a:lnTo>
                    <a:pt x="4154106" y="626735"/>
                  </a:lnTo>
                  <a:lnTo>
                    <a:pt x="4082483" y="611030"/>
                  </a:lnTo>
                  <a:lnTo>
                    <a:pt x="4010861" y="594944"/>
                  </a:lnTo>
                  <a:lnTo>
                    <a:pt x="3939238" y="578469"/>
                  </a:lnTo>
                  <a:lnTo>
                    <a:pt x="3867616" y="561594"/>
                  </a:lnTo>
                  <a:lnTo>
                    <a:pt x="3795993" y="544310"/>
                  </a:lnTo>
                  <a:lnTo>
                    <a:pt x="3724371" y="526607"/>
                  </a:lnTo>
                  <a:lnTo>
                    <a:pt x="3652748" y="508476"/>
                  </a:lnTo>
                  <a:lnTo>
                    <a:pt x="3581126" y="489905"/>
                  </a:lnTo>
                  <a:lnTo>
                    <a:pt x="3509503" y="470884"/>
                  </a:lnTo>
                  <a:lnTo>
                    <a:pt x="3437881" y="451402"/>
                  </a:lnTo>
                  <a:lnTo>
                    <a:pt x="3366258" y="440166"/>
                  </a:lnTo>
                  <a:lnTo>
                    <a:pt x="3294636" y="432611"/>
                  </a:lnTo>
                  <a:lnTo>
                    <a:pt x="3223013" y="424987"/>
                  </a:lnTo>
                  <a:lnTo>
                    <a:pt x="3151391" y="417294"/>
                  </a:lnTo>
                  <a:lnTo>
                    <a:pt x="3079768" y="409531"/>
                  </a:lnTo>
                  <a:lnTo>
                    <a:pt x="3008146" y="401698"/>
                  </a:lnTo>
                  <a:lnTo>
                    <a:pt x="2936523" y="393795"/>
                  </a:lnTo>
                  <a:lnTo>
                    <a:pt x="2864901" y="385819"/>
                  </a:lnTo>
                  <a:lnTo>
                    <a:pt x="2793278" y="377772"/>
                  </a:lnTo>
                  <a:lnTo>
                    <a:pt x="2721655" y="369651"/>
                  </a:lnTo>
                  <a:lnTo>
                    <a:pt x="2650033" y="361457"/>
                  </a:lnTo>
                  <a:lnTo>
                    <a:pt x="2578410" y="353189"/>
                  </a:lnTo>
                  <a:lnTo>
                    <a:pt x="2506788" y="344846"/>
                  </a:lnTo>
                  <a:lnTo>
                    <a:pt x="2435165" y="336428"/>
                  </a:lnTo>
                  <a:lnTo>
                    <a:pt x="2363543" y="327933"/>
                  </a:lnTo>
                  <a:lnTo>
                    <a:pt x="2291920" y="319362"/>
                  </a:lnTo>
                  <a:lnTo>
                    <a:pt x="2220298" y="310713"/>
                  </a:lnTo>
                  <a:lnTo>
                    <a:pt x="2148675" y="301985"/>
                  </a:lnTo>
                  <a:lnTo>
                    <a:pt x="2077053" y="293179"/>
                  </a:lnTo>
                  <a:lnTo>
                    <a:pt x="2005430" y="284293"/>
                  </a:lnTo>
                  <a:lnTo>
                    <a:pt x="1933808" y="275326"/>
                  </a:lnTo>
                  <a:lnTo>
                    <a:pt x="1862185" y="266279"/>
                  </a:lnTo>
                  <a:lnTo>
                    <a:pt x="1790563" y="257149"/>
                  </a:lnTo>
                  <a:lnTo>
                    <a:pt x="1718940" y="247937"/>
                  </a:lnTo>
                  <a:lnTo>
                    <a:pt x="1647318" y="238641"/>
                  </a:lnTo>
                  <a:lnTo>
                    <a:pt x="1575695" y="229261"/>
                  </a:lnTo>
                  <a:lnTo>
                    <a:pt x="1504073" y="219797"/>
                  </a:lnTo>
                  <a:lnTo>
                    <a:pt x="1432450" y="210246"/>
                  </a:lnTo>
                  <a:lnTo>
                    <a:pt x="1360827" y="200609"/>
                  </a:lnTo>
                  <a:lnTo>
                    <a:pt x="1289205" y="190885"/>
                  </a:lnTo>
                  <a:lnTo>
                    <a:pt x="1217582" y="181073"/>
                  </a:lnTo>
                  <a:lnTo>
                    <a:pt x="1145960" y="171172"/>
                  </a:lnTo>
                  <a:lnTo>
                    <a:pt x="1074337" y="161182"/>
                  </a:lnTo>
                  <a:lnTo>
                    <a:pt x="1002715" y="151101"/>
                  </a:lnTo>
                  <a:lnTo>
                    <a:pt x="931092" y="140929"/>
                  </a:lnTo>
                  <a:lnTo>
                    <a:pt x="859470" y="130664"/>
                  </a:lnTo>
                  <a:lnTo>
                    <a:pt x="787847" y="120307"/>
                  </a:lnTo>
                  <a:lnTo>
                    <a:pt x="716225" y="109856"/>
                  </a:lnTo>
                  <a:lnTo>
                    <a:pt x="644602" y="99311"/>
                  </a:lnTo>
                  <a:lnTo>
                    <a:pt x="572980" y="88670"/>
                  </a:lnTo>
                  <a:lnTo>
                    <a:pt x="501357" y="77932"/>
                  </a:lnTo>
                  <a:lnTo>
                    <a:pt x="429735" y="67098"/>
                  </a:lnTo>
                  <a:lnTo>
                    <a:pt x="358112" y="56165"/>
                  </a:lnTo>
                  <a:lnTo>
                    <a:pt x="286490" y="45133"/>
                  </a:lnTo>
                  <a:lnTo>
                    <a:pt x="214867" y="34002"/>
                  </a:lnTo>
                  <a:lnTo>
                    <a:pt x="143245" y="22770"/>
                  </a:lnTo>
                  <a:lnTo>
                    <a:pt x="71622" y="1143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37085"/>
              <a:ext cx="7090630" cy="1463988"/>
            </a:xfrm>
            <a:custGeom>
              <a:avLst/>
              <a:pathLst>
                <a:path w="7090630" h="1463988">
                  <a:moveTo>
                    <a:pt x="0" y="0"/>
                  </a:moveTo>
                  <a:lnTo>
                    <a:pt x="71622" y="29745"/>
                  </a:lnTo>
                  <a:lnTo>
                    <a:pt x="143245" y="59005"/>
                  </a:lnTo>
                  <a:lnTo>
                    <a:pt x="214867" y="87786"/>
                  </a:lnTo>
                  <a:lnTo>
                    <a:pt x="286490" y="116097"/>
                  </a:lnTo>
                  <a:lnTo>
                    <a:pt x="358112" y="143946"/>
                  </a:lnTo>
                  <a:lnTo>
                    <a:pt x="429735" y="171339"/>
                  </a:lnTo>
                  <a:lnTo>
                    <a:pt x="501357" y="198285"/>
                  </a:lnTo>
                  <a:lnTo>
                    <a:pt x="572980" y="224790"/>
                  </a:lnTo>
                  <a:lnTo>
                    <a:pt x="644602" y="250862"/>
                  </a:lnTo>
                  <a:lnTo>
                    <a:pt x="716225" y="276508"/>
                  </a:lnTo>
                  <a:lnTo>
                    <a:pt x="787847" y="301735"/>
                  </a:lnTo>
                  <a:lnTo>
                    <a:pt x="859470" y="326550"/>
                  </a:lnTo>
                  <a:lnTo>
                    <a:pt x="931092" y="350959"/>
                  </a:lnTo>
                  <a:lnTo>
                    <a:pt x="1002715" y="374969"/>
                  </a:lnTo>
                  <a:lnTo>
                    <a:pt x="1074337" y="398587"/>
                  </a:lnTo>
                  <a:lnTo>
                    <a:pt x="1145960" y="421819"/>
                  </a:lnTo>
                  <a:lnTo>
                    <a:pt x="1217582" y="444671"/>
                  </a:lnTo>
                  <a:lnTo>
                    <a:pt x="1289205" y="467150"/>
                  </a:lnTo>
                  <a:lnTo>
                    <a:pt x="1360827" y="489262"/>
                  </a:lnTo>
                  <a:lnTo>
                    <a:pt x="1432450" y="511012"/>
                  </a:lnTo>
                  <a:lnTo>
                    <a:pt x="1504073" y="532406"/>
                  </a:lnTo>
                  <a:lnTo>
                    <a:pt x="1575695" y="553451"/>
                  </a:lnTo>
                  <a:lnTo>
                    <a:pt x="1647318" y="574152"/>
                  </a:lnTo>
                  <a:lnTo>
                    <a:pt x="1718940" y="594515"/>
                  </a:lnTo>
                  <a:lnTo>
                    <a:pt x="1790563" y="614545"/>
                  </a:lnTo>
                  <a:lnTo>
                    <a:pt x="1862185" y="634248"/>
                  </a:lnTo>
                  <a:lnTo>
                    <a:pt x="1933808" y="653628"/>
                  </a:lnTo>
                  <a:lnTo>
                    <a:pt x="2005430" y="672692"/>
                  </a:lnTo>
                  <a:lnTo>
                    <a:pt x="2077053" y="691445"/>
                  </a:lnTo>
                  <a:lnTo>
                    <a:pt x="2148675" y="709891"/>
                  </a:lnTo>
                  <a:lnTo>
                    <a:pt x="2220298" y="728035"/>
                  </a:lnTo>
                  <a:lnTo>
                    <a:pt x="2291920" y="745883"/>
                  </a:lnTo>
                  <a:lnTo>
                    <a:pt x="2363543" y="763439"/>
                  </a:lnTo>
                  <a:lnTo>
                    <a:pt x="2435165" y="780709"/>
                  </a:lnTo>
                  <a:lnTo>
                    <a:pt x="2506788" y="797696"/>
                  </a:lnTo>
                  <a:lnTo>
                    <a:pt x="2578410" y="814405"/>
                  </a:lnTo>
                  <a:lnTo>
                    <a:pt x="2650033" y="830842"/>
                  </a:lnTo>
                  <a:lnTo>
                    <a:pt x="2721655" y="847010"/>
                  </a:lnTo>
                  <a:lnTo>
                    <a:pt x="2793278" y="862913"/>
                  </a:lnTo>
                  <a:lnTo>
                    <a:pt x="2864901" y="878557"/>
                  </a:lnTo>
                  <a:lnTo>
                    <a:pt x="2936523" y="893945"/>
                  </a:lnTo>
                  <a:lnTo>
                    <a:pt x="3008146" y="909082"/>
                  </a:lnTo>
                  <a:lnTo>
                    <a:pt x="3079768" y="923971"/>
                  </a:lnTo>
                  <a:lnTo>
                    <a:pt x="3151391" y="938617"/>
                  </a:lnTo>
                  <a:lnTo>
                    <a:pt x="3223013" y="953023"/>
                  </a:lnTo>
                  <a:lnTo>
                    <a:pt x="3294636" y="967194"/>
                  </a:lnTo>
                  <a:lnTo>
                    <a:pt x="3366258" y="981134"/>
                  </a:lnTo>
                  <a:lnTo>
                    <a:pt x="3437881" y="994846"/>
                  </a:lnTo>
                  <a:lnTo>
                    <a:pt x="3509503" y="1008333"/>
                  </a:lnTo>
                  <a:lnTo>
                    <a:pt x="3581126" y="1021600"/>
                  </a:lnTo>
                  <a:lnTo>
                    <a:pt x="3652748" y="1034651"/>
                  </a:lnTo>
                  <a:lnTo>
                    <a:pt x="3724371" y="1047488"/>
                  </a:lnTo>
                  <a:lnTo>
                    <a:pt x="3795993" y="1060115"/>
                  </a:lnTo>
                  <a:lnTo>
                    <a:pt x="3867616" y="1072536"/>
                  </a:lnTo>
                  <a:lnTo>
                    <a:pt x="3939238" y="1084754"/>
                  </a:lnTo>
                  <a:lnTo>
                    <a:pt x="4010861" y="1096772"/>
                  </a:lnTo>
                  <a:lnTo>
                    <a:pt x="4082483" y="1108594"/>
                  </a:lnTo>
                  <a:lnTo>
                    <a:pt x="4154106" y="1120223"/>
                  </a:lnTo>
                  <a:lnTo>
                    <a:pt x="4225729" y="1131662"/>
                  </a:lnTo>
                  <a:lnTo>
                    <a:pt x="4297351" y="1142914"/>
                  </a:lnTo>
                  <a:lnTo>
                    <a:pt x="4368974" y="1153981"/>
                  </a:lnTo>
                  <a:lnTo>
                    <a:pt x="4440596" y="1164868"/>
                  </a:lnTo>
                  <a:lnTo>
                    <a:pt x="4512219" y="1175577"/>
                  </a:lnTo>
                  <a:lnTo>
                    <a:pt x="4583841" y="1186111"/>
                  </a:lnTo>
                  <a:lnTo>
                    <a:pt x="4655464" y="1196473"/>
                  </a:lnTo>
                  <a:lnTo>
                    <a:pt x="4727086" y="1206666"/>
                  </a:lnTo>
                  <a:lnTo>
                    <a:pt x="4798709" y="1216692"/>
                  </a:lnTo>
                  <a:lnTo>
                    <a:pt x="4870331" y="1226554"/>
                  </a:lnTo>
                  <a:lnTo>
                    <a:pt x="4941954" y="1236255"/>
                  </a:lnTo>
                  <a:lnTo>
                    <a:pt x="5013576" y="1245797"/>
                  </a:lnTo>
                  <a:lnTo>
                    <a:pt x="5085199" y="1255184"/>
                  </a:lnTo>
                  <a:lnTo>
                    <a:pt x="5156821" y="1264417"/>
                  </a:lnTo>
                  <a:lnTo>
                    <a:pt x="5228444" y="1273499"/>
                  </a:lnTo>
                  <a:lnTo>
                    <a:pt x="5300066" y="1282433"/>
                  </a:lnTo>
                  <a:lnTo>
                    <a:pt x="5371689" y="1291221"/>
                  </a:lnTo>
                  <a:lnTo>
                    <a:pt x="5443311" y="1299865"/>
                  </a:lnTo>
                  <a:lnTo>
                    <a:pt x="5514934" y="1308368"/>
                  </a:lnTo>
                  <a:lnTo>
                    <a:pt x="5586557" y="1316732"/>
                  </a:lnTo>
                  <a:lnTo>
                    <a:pt x="5658179" y="1324959"/>
                  </a:lnTo>
                  <a:lnTo>
                    <a:pt x="5729802" y="1333052"/>
                  </a:lnTo>
                  <a:lnTo>
                    <a:pt x="5801424" y="1341012"/>
                  </a:lnTo>
                  <a:lnTo>
                    <a:pt x="5873047" y="1348843"/>
                  </a:lnTo>
                  <a:lnTo>
                    <a:pt x="5944669" y="1356545"/>
                  </a:lnTo>
                  <a:lnTo>
                    <a:pt x="6016292" y="1364122"/>
                  </a:lnTo>
                  <a:lnTo>
                    <a:pt x="6087914" y="1371575"/>
                  </a:lnTo>
                  <a:lnTo>
                    <a:pt x="6159537" y="1378906"/>
                  </a:lnTo>
                  <a:lnTo>
                    <a:pt x="6231159" y="1386117"/>
                  </a:lnTo>
                  <a:lnTo>
                    <a:pt x="6302782" y="1393210"/>
                  </a:lnTo>
                  <a:lnTo>
                    <a:pt x="6374404" y="1400188"/>
                  </a:lnTo>
                  <a:lnTo>
                    <a:pt x="6446027" y="1407051"/>
                  </a:lnTo>
                  <a:lnTo>
                    <a:pt x="6517649" y="1413802"/>
                  </a:lnTo>
                  <a:lnTo>
                    <a:pt x="6589272" y="1420443"/>
                  </a:lnTo>
                  <a:lnTo>
                    <a:pt x="6660894" y="1426976"/>
                  </a:lnTo>
                  <a:lnTo>
                    <a:pt x="6732517" y="1433401"/>
                  </a:lnTo>
                  <a:lnTo>
                    <a:pt x="6804139" y="1439722"/>
                  </a:lnTo>
                  <a:lnTo>
                    <a:pt x="6875762" y="1445939"/>
                  </a:lnTo>
                  <a:lnTo>
                    <a:pt x="6947385" y="1452055"/>
                  </a:lnTo>
                  <a:lnTo>
                    <a:pt x="7019007" y="1458071"/>
                  </a:lnTo>
                  <a:lnTo>
                    <a:pt x="7090630" y="146398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(1.11-1.33), p_Bonf = &lt;0.001 (n = 6)  |  per IQR decline (Δ = 29.3 %): 1.79 (1.37-2.32)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2026-10-09T11:50:47Z</dcterms:modified>
  <cp:category/>
</cp:coreProperties>
</file>