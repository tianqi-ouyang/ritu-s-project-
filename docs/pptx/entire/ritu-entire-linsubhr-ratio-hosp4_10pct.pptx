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446733"/>
            </a:xfrm>
            <a:custGeom>
              <a:avLst/>
              <a:pathLst>
                <a:path w="7090630" h="3446733">
                  <a:moveTo>
                    <a:pt x="1720290" y="0"/>
                  </a:moveTo>
                  <a:lnTo>
                    <a:pt x="1790563" y="201238"/>
                  </a:lnTo>
                  <a:lnTo>
                    <a:pt x="1862185" y="394279"/>
                  </a:lnTo>
                  <a:lnTo>
                    <a:pt x="1933808" y="575968"/>
                  </a:lnTo>
                  <a:lnTo>
                    <a:pt x="2005430" y="746972"/>
                  </a:lnTo>
                  <a:lnTo>
                    <a:pt x="2077053" y="907919"/>
                  </a:lnTo>
                  <a:lnTo>
                    <a:pt x="2148675" y="1059401"/>
                  </a:lnTo>
                  <a:lnTo>
                    <a:pt x="2220298" y="1201975"/>
                  </a:lnTo>
                  <a:lnTo>
                    <a:pt x="2291920" y="1336164"/>
                  </a:lnTo>
                  <a:lnTo>
                    <a:pt x="2363543" y="1462461"/>
                  </a:lnTo>
                  <a:lnTo>
                    <a:pt x="2435165" y="1581331"/>
                  </a:lnTo>
                  <a:lnTo>
                    <a:pt x="2506788" y="1693211"/>
                  </a:lnTo>
                  <a:lnTo>
                    <a:pt x="2578410" y="1798511"/>
                  </a:lnTo>
                  <a:lnTo>
                    <a:pt x="2650033" y="1897618"/>
                  </a:lnTo>
                  <a:lnTo>
                    <a:pt x="2721655" y="1990897"/>
                  </a:lnTo>
                  <a:lnTo>
                    <a:pt x="2793278" y="2078690"/>
                  </a:lnTo>
                  <a:lnTo>
                    <a:pt x="2864901" y="2161320"/>
                  </a:lnTo>
                  <a:lnTo>
                    <a:pt x="2936523" y="2239091"/>
                  </a:lnTo>
                  <a:lnTo>
                    <a:pt x="3008146" y="2312288"/>
                  </a:lnTo>
                  <a:lnTo>
                    <a:pt x="3079768" y="2381180"/>
                  </a:lnTo>
                  <a:lnTo>
                    <a:pt x="3151391" y="2446021"/>
                  </a:lnTo>
                  <a:lnTo>
                    <a:pt x="3223013" y="2507049"/>
                  </a:lnTo>
                  <a:lnTo>
                    <a:pt x="3294636" y="2564488"/>
                  </a:lnTo>
                  <a:lnTo>
                    <a:pt x="3366258" y="2618548"/>
                  </a:lnTo>
                  <a:lnTo>
                    <a:pt x="3437881" y="2655250"/>
                  </a:lnTo>
                  <a:lnTo>
                    <a:pt x="3509503" y="2658423"/>
                  </a:lnTo>
                  <a:lnTo>
                    <a:pt x="3581126" y="2661584"/>
                  </a:lnTo>
                  <a:lnTo>
                    <a:pt x="3652748" y="2664733"/>
                  </a:lnTo>
                  <a:lnTo>
                    <a:pt x="3724371" y="2667869"/>
                  </a:lnTo>
                  <a:lnTo>
                    <a:pt x="3795993" y="2670994"/>
                  </a:lnTo>
                  <a:lnTo>
                    <a:pt x="3867616" y="2674107"/>
                  </a:lnTo>
                  <a:lnTo>
                    <a:pt x="3939238" y="2677208"/>
                  </a:lnTo>
                  <a:lnTo>
                    <a:pt x="4010861" y="2680297"/>
                  </a:lnTo>
                  <a:lnTo>
                    <a:pt x="4082483" y="2683374"/>
                  </a:lnTo>
                  <a:lnTo>
                    <a:pt x="4154106" y="2686439"/>
                  </a:lnTo>
                  <a:lnTo>
                    <a:pt x="4225729" y="2689493"/>
                  </a:lnTo>
                  <a:lnTo>
                    <a:pt x="4297351" y="2692535"/>
                  </a:lnTo>
                  <a:lnTo>
                    <a:pt x="4368974" y="2695565"/>
                  </a:lnTo>
                  <a:lnTo>
                    <a:pt x="4440596" y="2698583"/>
                  </a:lnTo>
                  <a:lnTo>
                    <a:pt x="4512219" y="2701590"/>
                  </a:lnTo>
                  <a:lnTo>
                    <a:pt x="4583841" y="2704586"/>
                  </a:lnTo>
                  <a:lnTo>
                    <a:pt x="4655464" y="2707570"/>
                  </a:lnTo>
                  <a:lnTo>
                    <a:pt x="4727086" y="2710543"/>
                  </a:lnTo>
                  <a:lnTo>
                    <a:pt x="4798709" y="2713504"/>
                  </a:lnTo>
                  <a:lnTo>
                    <a:pt x="4870331" y="2716454"/>
                  </a:lnTo>
                  <a:lnTo>
                    <a:pt x="4941954" y="2719392"/>
                  </a:lnTo>
                  <a:lnTo>
                    <a:pt x="5013576" y="2722320"/>
                  </a:lnTo>
                  <a:lnTo>
                    <a:pt x="5085199" y="2725236"/>
                  </a:lnTo>
                  <a:lnTo>
                    <a:pt x="5156821" y="2728141"/>
                  </a:lnTo>
                  <a:lnTo>
                    <a:pt x="5228444" y="2731035"/>
                  </a:lnTo>
                  <a:lnTo>
                    <a:pt x="5300066" y="2733918"/>
                  </a:lnTo>
                  <a:lnTo>
                    <a:pt x="5371689" y="2736789"/>
                  </a:lnTo>
                  <a:lnTo>
                    <a:pt x="5443311" y="2739650"/>
                  </a:lnTo>
                  <a:lnTo>
                    <a:pt x="5514934" y="2742500"/>
                  </a:lnTo>
                  <a:lnTo>
                    <a:pt x="5586557" y="2745339"/>
                  </a:lnTo>
                  <a:lnTo>
                    <a:pt x="5658179" y="2748167"/>
                  </a:lnTo>
                  <a:lnTo>
                    <a:pt x="5729802" y="2750984"/>
                  </a:lnTo>
                  <a:lnTo>
                    <a:pt x="5801424" y="2753790"/>
                  </a:lnTo>
                  <a:lnTo>
                    <a:pt x="5873047" y="2756586"/>
                  </a:lnTo>
                  <a:lnTo>
                    <a:pt x="5944669" y="2759371"/>
                  </a:lnTo>
                  <a:lnTo>
                    <a:pt x="6016292" y="2762145"/>
                  </a:lnTo>
                  <a:lnTo>
                    <a:pt x="6087914" y="2764909"/>
                  </a:lnTo>
                  <a:lnTo>
                    <a:pt x="6159537" y="2767662"/>
                  </a:lnTo>
                  <a:lnTo>
                    <a:pt x="6231159" y="2770404"/>
                  </a:lnTo>
                  <a:lnTo>
                    <a:pt x="6302782" y="2773136"/>
                  </a:lnTo>
                  <a:lnTo>
                    <a:pt x="6374404" y="2775858"/>
                  </a:lnTo>
                  <a:lnTo>
                    <a:pt x="6446027" y="2778569"/>
                  </a:lnTo>
                  <a:lnTo>
                    <a:pt x="6517649" y="2781270"/>
                  </a:lnTo>
                  <a:lnTo>
                    <a:pt x="6589272" y="2783960"/>
                  </a:lnTo>
                  <a:lnTo>
                    <a:pt x="6660894" y="2786640"/>
                  </a:lnTo>
                  <a:lnTo>
                    <a:pt x="6732517" y="2789310"/>
                  </a:lnTo>
                  <a:lnTo>
                    <a:pt x="6804139" y="2791970"/>
                  </a:lnTo>
                  <a:lnTo>
                    <a:pt x="6875762" y="2794619"/>
                  </a:lnTo>
                  <a:lnTo>
                    <a:pt x="6947385" y="2797258"/>
                  </a:lnTo>
                  <a:lnTo>
                    <a:pt x="7019007" y="2799887"/>
                  </a:lnTo>
                  <a:lnTo>
                    <a:pt x="7090630" y="2802506"/>
                  </a:lnTo>
                  <a:lnTo>
                    <a:pt x="7090630" y="3446733"/>
                  </a:lnTo>
                  <a:lnTo>
                    <a:pt x="7019007" y="3444420"/>
                  </a:lnTo>
                  <a:lnTo>
                    <a:pt x="6947385" y="3441963"/>
                  </a:lnTo>
                  <a:lnTo>
                    <a:pt x="6875762" y="3439352"/>
                  </a:lnTo>
                  <a:lnTo>
                    <a:pt x="6804139" y="3436579"/>
                  </a:lnTo>
                  <a:lnTo>
                    <a:pt x="6732517" y="3433631"/>
                  </a:lnTo>
                  <a:lnTo>
                    <a:pt x="6660894" y="3430500"/>
                  </a:lnTo>
                  <a:lnTo>
                    <a:pt x="6589272" y="3427173"/>
                  </a:lnTo>
                  <a:lnTo>
                    <a:pt x="6517649" y="3423638"/>
                  </a:lnTo>
                  <a:lnTo>
                    <a:pt x="6446027" y="3419882"/>
                  </a:lnTo>
                  <a:lnTo>
                    <a:pt x="6374404" y="3415892"/>
                  </a:lnTo>
                  <a:lnTo>
                    <a:pt x="6302782" y="3411652"/>
                  </a:lnTo>
                  <a:lnTo>
                    <a:pt x="6231159" y="3407147"/>
                  </a:lnTo>
                  <a:lnTo>
                    <a:pt x="6159537" y="3402361"/>
                  </a:lnTo>
                  <a:lnTo>
                    <a:pt x="6087914" y="3397276"/>
                  </a:lnTo>
                  <a:lnTo>
                    <a:pt x="6016292" y="3391873"/>
                  </a:lnTo>
                  <a:lnTo>
                    <a:pt x="5944669" y="3386132"/>
                  </a:lnTo>
                  <a:lnTo>
                    <a:pt x="5873047" y="3380033"/>
                  </a:lnTo>
                  <a:lnTo>
                    <a:pt x="5801424" y="3373552"/>
                  </a:lnTo>
                  <a:lnTo>
                    <a:pt x="5729802" y="3366667"/>
                  </a:lnTo>
                  <a:lnTo>
                    <a:pt x="5658179" y="3359352"/>
                  </a:lnTo>
                  <a:lnTo>
                    <a:pt x="5586557" y="3351579"/>
                  </a:lnTo>
                  <a:lnTo>
                    <a:pt x="5514934" y="3343321"/>
                  </a:lnTo>
                  <a:lnTo>
                    <a:pt x="5443311" y="3334546"/>
                  </a:lnTo>
                  <a:lnTo>
                    <a:pt x="5371689" y="3325224"/>
                  </a:lnTo>
                  <a:lnTo>
                    <a:pt x="5300066" y="3315319"/>
                  </a:lnTo>
                  <a:lnTo>
                    <a:pt x="5228444" y="3304795"/>
                  </a:lnTo>
                  <a:lnTo>
                    <a:pt x="5156821" y="3293613"/>
                  </a:lnTo>
                  <a:lnTo>
                    <a:pt x="5085199" y="3281733"/>
                  </a:lnTo>
                  <a:lnTo>
                    <a:pt x="5013576" y="3269110"/>
                  </a:lnTo>
                  <a:lnTo>
                    <a:pt x="4941954" y="3255699"/>
                  </a:lnTo>
                  <a:lnTo>
                    <a:pt x="4870331" y="3241450"/>
                  </a:lnTo>
                  <a:lnTo>
                    <a:pt x="4798709" y="3226310"/>
                  </a:lnTo>
                  <a:lnTo>
                    <a:pt x="4727086" y="3210225"/>
                  </a:lnTo>
                  <a:lnTo>
                    <a:pt x="4655464" y="3193134"/>
                  </a:lnTo>
                  <a:lnTo>
                    <a:pt x="4583841" y="3174975"/>
                  </a:lnTo>
                  <a:lnTo>
                    <a:pt x="4512219" y="3155682"/>
                  </a:lnTo>
                  <a:lnTo>
                    <a:pt x="4440596" y="3135183"/>
                  </a:lnTo>
                  <a:lnTo>
                    <a:pt x="4368974" y="3113404"/>
                  </a:lnTo>
                  <a:lnTo>
                    <a:pt x="4297351" y="3090264"/>
                  </a:lnTo>
                  <a:lnTo>
                    <a:pt x="4225729" y="3065677"/>
                  </a:lnTo>
                  <a:lnTo>
                    <a:pt x="4154106" y="3039555"/>
                  </a:lnTo>
                  <a:lnTo>
                    <a:pt x="4082483" y="3011800"/>
                  </a:lnTo>
                  <a:lnTo>
                    <a:pt x="4010861" y="2982311"/>
                  </a:lnTo>
                  <a:lnTo>
                    <a:pt x="3939238" y="2950980"/>
                  </a:lnTo>
                  <a:lnTo>
                    <a:pt x="3867616" y="2917690"/>
                  </a:lnTo>
                  <a:lnTo>
                    <a:pt x="3795993" y="2882321"/>
                  </a:lnTo>
                  <a:lnTo>
                    <a:pt x="3724371" y="2844742"/>
                  </a:lnTo>
                  <a:lnTo>
                    <a:pt x="3652748" y="2804814"/>
                  </a:lnTo>
                  <a:lnTo>
                    <a:pt x="3581126" y="2762392"/>
                  </a:lnTo>
                  <a:lnTo>
                    <a:pt x="3509503" y="2717319"/>
                  </a:lnTo>
                  <a:lnTo>
                    <a:pt x="3437881" y="2669430"/>
                  </a:lnTo>
                  <a:lnTo>
                    <a:pt x="3366258" y="2652065"/>
                  </a:lnTo>
                  <a:lnTo>
                    <a:pt x="3294636" y="2648867"/>
                  </a:lnTo>
                  <a:lnTo>
                    <a:pt x="3223013" y="2645658"/>
                  </a:lnTo>
                  <a:lnTo>
                    <a:pt x="3151391" y="2642436"/>
                  </a:lnTo>
                  <a:lnTo>
                    <a:pt x="3079768" y="2639201"/>
                  </a:lnTo>
                  <a:lnTo>
                    <a:pt x="3008146" y="2635954"/>
                  </a:lnTo>
                  <a:lnTo>
                    <a:pt x="2936523" y="2632695"/>
                  </a:lnTo>
                  <a:lnTo>
                    <a:pt x="2864901" y="2629423"/>
                  </a:lnTo>
                  <a:lnTo>
                    <a:pt x="2793278" y="2626138"/>
                  </a:lnTo>
                  <a:lnTo>
                    <a:pt x="2721655" y="2622841"/>
                  </a:lnTo>
                  <a:lnTo>
                    <a:pt x="2650033" y="2619531"/>
                  </a:lnTo>
                  <a:lnTo>
                    <a:pt x="2578410" y="2616209"/>
                  </a:lnTo>
                  <a:lnTo>
                    <a:pt x="2506788" y="2612873"/>
                  </a:lnTo>
                  <a:lnTo>
                    <a:pt x="2435165" y="2609525"/>
                  </a:lnTo>
                  <a:lnTo>
                    <a:pt x="2363543" y="2606164"/>
                  </a:lnTo>
                  <a:lnTo>
                    <a:pt x="2291920" y="2602790"/>
                  </a:lnTo>
                  <a:lnTo>
                    <a:pt x="2220298" y="2599403"/>
                  </a:lnTo>
                  <a:lnTo>
                    <a:pt x="2148675" y="2596004"/>
                  </a:lnTo>
                  <a:lnTo>
                    <a:pt x="2077053" y="2592591"/>
                  </a:lnTo>
                  <a:lnTo>
                    <a:pt x="2005430" y="2589164"/>
                  </a:lnTo>
                  <a:lnTo>
                    <a:pt x="1933808" y="2585725"/>
                  </a:lnTo>
                  <a:lnTo>
                    <a:pt x="1862185" y="2582273"/>
                  </a:lnTo>
                  <a:lnTo>
                    <a:pt x="1790563" y="2578807"/>
                  </a:lnTo>
                  <a:lnTo>
                    <a:pt x="1718940" y="2575328"/>
                  </a:lnTo>
                  <a:lnTo>
                    <a:pt x="1647318" y="2571835"/>
                  </a:lnTo>
                  <a:lnTo>
                    <a:pt x="1575695" y="2568329"/>
                  </a:lnTo>
                  <a:lnTo>
                    <a:pt x="1504073" y="2564810"/>
                  </a:lnTo>
                  <a:lnTo>
                    <a:pt x="1432450" y="2561277"/>
                  </a:lnTo>
                  <a:lnTo>
                    <a:pt x="1360827" y="2557730"/>
                  </a:lnTo>
                  <a:lnTo>
                    <a:pt x="1289205" y="2554170"/>
                  </a:lnTo>
                  <a:lnTo>
                    <a:pt x="1217582" y="2550597"/>
                  </a:lnTo>
                  <a:lnTo>
                    <a:pt x="1145960" y="2547009"/>
                  </a:lnTo>
                  <a:lnTo>
                    <a:pt x="1074337" y="2543408"/>
                  </a:lnTo>
                  <a:lnTo>
                    <a:pt x="1002715" y="2539792"/>
                  </a:lnTo>
                  <a:lnTo>
                    <a:pt x="931092" y="2536163"/>
                  </a:lnTo>
                  <a:lnTo>
                    <a:pt x="859470" y="2532520"/>
                  </a:lnTo>
                  <a:lnTo>
                    <a:pt x="787847" y="2528863"/>
                  </a:lnTo>
                  <a:lnTo>
                    <a:pt x="716225" y="2525192"/>
                  </a:lnTo>
                  <a:lnTo>
                    <a:pt x="644602" y="2521507"/>
                  </a:lnTo>
                  <a:lnTo>
                    <a:pt x="572980" y="2517807"/>
                  </a:lnTo>
                  <a:lnTo>
                    <a:pt x="501357" y="2514094"/>
                  </a:lnTo>
                  <a:lnTo>
                    <a:pt x="429735" y="2510366"/>
                  </a:lnTo>
                  <a:lnTo>
                    <a:pt x="358112" y="2506624"/>
                  </a:lnTo>
                  <a:lnTo>
                    <a:pt x="286490" y="2502867"/>
                  </a:lnTo>
                  <a:lnTo>
                    <a:pt x="214867" y="2499096"/>
                  </a:lnTo>
                  <a:lnTo>
                    <a:pt x="143245" y="2495310"/>
                  </a:lnTo>
                  <a:lnTo>
                    <a:pt x="71622" y="2491510"/>
                  </a:lnTo>
                  <a:lnTo>
                    <a:pt x="0" y="248769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892339" y="2073503"/>
              <a:ext cx="5370339" cy="2802506"/>
            </a:xfrm>
            <a:custGeom>
              <a:avLst/>
              <a:pathLst>
                <a:path w="5370339" h="2802506">
                  <a:moveTo>
                    <a:pt x="0" y="0"/>
                  </a:moveTo>
                  <a:lnTo>
                    <a:pt x="70272" y="201238"/>
                  </a:lnTo>
                  <a:lnTo>
                    <a:pt x="141895" y="394279"/>
                  </a:lnTo>
                  <a:lnTo>
                    <a:pt x="213517" y="575968"/>
                  </a:lnTo>
                  <a:lnTo>
                    <a:pt x="285140" y="746972"/>
                  </a:lnTo>
                  <a:lnTo>
                    <a:pt x="356763" y="907919"/>
                  </a:lnTo>
                  <a:lnTo>
                    <a:pt x="428385" y="1059401"/>
                  </a:lnTo>
                  <a:lnTo>
                    <a:pt x="500008" y="1201975"/>
                  </a:lnTo>
                  <a:lnTo>
                    <a:pt x="571630" y="1336164"/>
                  </a:lnTo>
                  <a:lnTo>
                    <a:pt x="643253" y="1462461"/>
                  </a:lnTo>
                  <a:lnTo>
                    <a:pt x="714875" y="1581331"/>
                  </a:lnTo>
                  <a:lnTo>
                    <a:pt x="786498" y="1693211"/>
                  </a:lnTo>
                  <a:lnTo>
                    <a:pt x="858120" y="1798511"/>
                  </a:lnTo>
                  <a:lnTo>
                    <a:pt x="929743" y="1897618"/>
                  </a:lnTo>
                  <a:lnTo>
                    <a:pt x="1001365" y="1990897"/>
                  </a:lnTo>
                  <a:lnTo>
                    <a:pt x="1072988" y="2078690"/>
                  </a:lnTo>
                  <a:lnTo>
                    <a:pt x="1144610" y="2161320"/>
                  </a:lnTo>
                  <a:lnTo>
                    <a:pt x="1216233" y="2239091"/>
                  </a:lnTo>
                  <a:lnTo>
                    <a:pt x="1287855" y="2312288"/>
                  </a:lnTo>
                  <a:lnTo>
                    <a:pt x="1359478" y="2381180"/>
                  </a:lnTo>
                  <a:lnTo>
                    <a:pt x="1431100" y="2446021"/>
                  </a:lnTo>
                  <a:lnTo>
                    <a:pt x="1502723" y="2507049"/>
                  </a:lnTo>
                  <a:lnTo>
                    <a:pt x="1574345" y="2564488"/>
                  </a:lnTo>
                  <a:lnTo>
                    <a:pt x="1645968" y="2618548"/>
                  </a:lnTo>
                  <a:lnTo>
                    <a:pt x="1717591" y="2655250"/>
                  </a:lnTo>
                  <a:lnTo>
                    <a:pt x="1789213" y="2658423"/>
                  </a:lnTo>
                  <a:lnTo>
                    <a:pt x="1860836" y="2661584"/>
                  </a:lnTo>
                  <a:lnTo>
                    <a:pt x="1932458" y="2664733"/>
                  </a:lnTo>
                  <a:lnTo>
                    <a:pt x="2004081" y="2667869"/>
                  </a:lnTo>
                  <a:lnTo>
                    <a:pt x="2075703" y="2670994"/>
                  </a:lnTo>
                  <a:lnTo>
                    <a:pt x="2147326" y="2674107"/>
                  </a:lnTo>
                  <a:lnTo>
                    <a:pt x="2218948" y="2677208"/>
                  </a:lnTo>
                  <a:lnTo>
                    <a:pt x="2290571" y="2680297"/>
                  </a:lnTo>
                  <a:lnTo>
                    <a:pt x="2362193" y="2683374"/>
                  </a:lnTo>
                  <a:lnTo>
                    <a:pt x="2433816" y="2686439"/>
                  </a:lnTo>
                  <a:lnTo>
                    <a:pt x="2505438" y="2689493"/>
                  </a:lnTo>
                  <a:lnTo>
                    <a:pt x="2577061" y="2692535"/>
                  </a:lnTo>
                  <a:lnTo>
                    <a:pt x="2648683" y="2695565"/>
                  </a:lnTo>
                  <a:lnTo>
                    <a:pt x="2720306" y="2698583"/>
                  </a:lnTo>
                  <a:lnTo>
                    <a:pt x="2791928" y="2701590"/>
                  </a:lnTo>
                  <a:lnTo>
                    <a:pt x="2863551" y="2704586"/>
                  </a:lnTo>
                  <a:lnTo>
                    <a:pt x="2935173" y="2707570"/>
                  </a:lnTo>
                  <a:lnTo>
                    <a:pt x="3006796" y="2710543"/>
                  </a:lnTo>
                  <a:lnTo>
                    <a:pt x="3078419" y="2713504"/>
                  </a:lnTo>
                  <a:lnTo>
                    <a:pt x="3150041" y="2716454"/>
                  </a:lnTo>
                  <a:lnTo>
                    <a:pt x="3221664" y="2719392"/>
                  </a:lnTo>
                  <a:lnTo>
                    <a:pt x="3293286" y="2722320"/>
                  </a:lnTo>
                  <a:lnTo>
                    <a:pt x="3364909" y="2725236"/>
                  </a:lnTo>
                  <a:lnTo>
                    <a:pt x="3436531" y="2728141"/>
                  </a:lnTo>
                  <a:lnTo>
                    <a:pt x="3508154" y="2731035"/>
                  </a:lnTo>
                  <a:lnTo>
                    <a:pt x="3579776" y="2733918"/>
                  </a:lnTo>
                  <a:lnTo>
                    <a:pt x="3651399" y="2736789"/>
                  </a:lnTo>
                  <a:lnTo>
                    <a:pt x="3723021" y="2739650"/>
                  </a:lnTo>
                  <a:lnTo>
                    <a:pt x="3794644" y="2742500"/>
                  </a:lnTo>
                  <a:lnTo>
                    <a:pt x="3866266" y="2745339"/>
                  </a:lnTo>
                  <a:lnTo>
                    <a:pt x="3937889" y="2748167"/>
                  </a:lnTo>
                  <a:lnTo>
                    <a:pt x="4009511" y="2750984"/>
                  </a:lnTo>
                  <a:lnTo>
                    <a:pt x="4081134" y="2753790"/>
                  </a:lnTo>
                  <a:lnTo>
                    <a:pt x="4152756" y="2756586"/>
                  </a:lnTo>
                  <a:lnTo>
                    <a:pt x="4224379" y="2759371"/>
                  </a:lnTo>
                  <a:lnTo>
                    <a:pt x="4296001" y="2762145"/>
                  </a:lnTo>
                  <a:lnTo>
                    <a:pt x="4367624" y="2764909"/>
                  </a:lnTo>
                  <a:lnTo>
                    <a:pt x="4439246" y="2767662"/>
                  </a:lnTo>
                  <a:lnTo>
                    <a:pt x="4510869" y="2770404"/>
                  </a:lnTo>
                  <a:lnTo>
                    <a:pt x="4582492" y="2773136"/>
                  </a:lnTo>
                  <a:lnTo>
                    <a:pt x="4654114" y="2775858"/>
                  </a:lnTo>
                  <a:lnTo>
                    <a:pt x="4725737" y="2778569"/>
                  </a:lnTo>
                  <a:lnTo>
                    <a:pt x="4797359" y="2781270"/>
                  </a:lnTo>
                  <a:lnTo>
                    <a:pt x="4868982" y="2783960"/>
                  </a:lnTo>
                  <a:lnTo>
                    <a:pt x="4940604" y="2786640"/>
                  </a:lnTo>
                  <a:lnTo>
                    <a:pt x="5012227" y="2789310"/>
                  </a:lnTo>
                  <a:lnTo>
                    <a:pt x="5083849" y="2791970"/>
                  </a:lnTo>
                  <a:lnTo>
                    <a:pt x="5155472" y="2794619"/>
                  </a:lnTo>
                  <a:lnTo>
                    <a:pt x="5227094" y="2797258"/>
                  </a:lnTo>
                  <a:lnTo>
                    <a:pt x="5298717" y="2799887"/>
                  </a:lnTo>
                  <a:lnTo>
                    <a:pt x="5370339" y="28025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561198"/>
              <a:ext cx="7090630" cy="959037"/>
            </a:xfrm>
            <a:custGeom>
              <a:avLst/>
              <a:pathLst>
                <a:path w="7090630" h="959037">
                  <a:moveTo>
                    <a:pt x="7090630" y="959037"/>
                  </a:moveTo>
                  <a:lnTo>
                    <a:pt x="7019007" y="956725"/>
                  </a:lnTo>
                  <a:lnTo>
                    <a:pt x="6947385" y="954267"/>
                  </a:lnTo>
                  <a:lnTo>
                    <a:pt x="6875762" y="951657"/>
                  </a:lnTo>
                  <a:lnTo>
                    <a:pt x="6804139" y="948883"/>
                  </a:lnTo>
                  <a:lnTo>
                    <a:pt x="6732517" y="945935"/>
                  </a:lnTo>
                  <a:lnTo>
                    <a:pt x="6660894" y="942804"/>
                  </a:lnTo>
                  <a:lnTo>
                    <a:pt x="6589272" y="939477"/>
                  </a:lnTo>
                  <a:lnTo>
                    <a:pt x="6517649" y="935942"/>
                  </a:lnTo>
                  <a:lnTo>
                    <a:pt x="6446027" y="932186"/>
                  </a:lnTo>
                  <a:lnTo>
                    <a:pt x="6374404" y="928196"/>
                  </a:lnTo>
                  <a:lnTo>
                    <a:pt x="6302782" y="923956"/>
                  </a:lnTo>
                  <a:lnTo>
                    <a:pt x="6231159" y="919451"/>
                  </a:lnTo>
                  <a:lnTo>
                    <a:pt x="6159537" y="914665"/>
                  </a:lnTo>
                  <a:lnTo>
                    <a:pt x="6087914" y="909580"/>
                  </a:lnTo>
                  <a:lnTo>
                    <a:pt x="6016292" y="904177"/>
                  </a:lnTo>
                  <a:lnTo>
                    <a:pt x="5944669" y="898436"/>
                  </a:lnTo>
                  <a:lnTo>
                    <a:pt x="5873047" y="892337"/>
                  </a:lnTo>
                  <a:lnTo>
                    <a:pt x="5801424" y="885857"/>
                  </a:lnTo>
                  <a:lnTo>
                    <a:pt x="5729802" y="878971"/>
                  </a:lnTo>
                  <a:lnTo>
                    <a:pt x="5658179" y="871656"/>
                  </a:lnTo>
                  <a:lnTo>
                    <a:pt x="5586557" y="863883"/>
                  </a:lnTo>
                  <a:lnTo>
                    <a:pt x="5514934" y="855625"/>
                  </a:lnTo>
                  <a:lnTo>
                    <a:pt x="5443311" y="846850"/>
                  </a:lnTo>
                  <a:lnTo>
                    <a:pt x="5371689" y="837528"/>
                  </a:lnTo>
                  <a:lnTo>
                    <a:pt x="5300066" y="827623"/>
                  </a:lnTo>
                  <a:lnTo>
                    <a:pt x="5228444" y="817099"/>
                  </a:lnTo>
                  <a:lnTo>
                    <a:pt x="5156821" y="805917"/>
                  </a:lnTo>
                  <a:lnTo>
                    <a:pt x="5085199" y="794037"/>
                  </a:lnTo>
                  <a:lnTo>
                    <a:pt x="5013576" y="781414"/>
                  </a:lnTo>
                  <a:lnTo>
                    <a:pt x="4941954" y="768003"/>
                  </a:lnTo>
                  <a:lnTo>
                    <a:pt x="4870331" y="753754"/>
                  </a:lnTo>
                  <a:lnTo>
                    <a:pt x="4798709" y="738614"/>
                  </a:lnTo>
                  <a:lnTo>
                    <a:pt x="4727086" y="722529"/>
                  </a:lnTo>
                  <a:lnTo>
                    <a:pt x="4655464" y="705438"/>
                  </a:lnTo>
                  <a:lnTo>
                    <a:pt x="4583841" y="687279"/>
                  </a:lnTo>
                  <a:lnTo>
                    <a:pt x="4512219" y="667986"/>
                  </a:lnTo>
                  <a:lnTo>
                    <a:pt x="4440596" y="647488"/>
                  </a:lnTo>
                  <a:lnTo>
                    <a:pt x="4368974" y="625708"/>
                  </a:lnTo>
                  <a:lnTo>
                    <a:pt x="4297351" y="602568"/>
                  </a:lnTo>
                  <a:lnTo>
                    <a:pt x="4225729" y="577981"/>
                  </a:lnTo>
                  <a:lnTo>
                    <a:pt x="4154106" y="551859"/>
                  </a:lnTo>
                  <a:lnTo>
                    <a:pt x="4082483" y="524104"/>
                  </a:lnTo>
                  <a:lnTo>
                    <a:pt x="4010861" y="494615"/>
                  </a:lnTo>
                  <a:lnTo>
                    <a:pt x="3939238" y="463284"/>
                  </a:lnTo>
                  <a:lnTo>
                    <a:pt x="3867616" y="429994"/>
                  </a:lnTo>
                  <a:lnTo>
                    <a:pt x="3795993" y="394625"/>
                  </a:lnTo>
                  <a:lnTo>
                    <a:pt x="3724371" y="357046"/>
                  </a:lnTo>
                  <a:lnTo>
                    <a:pt x="3652748" y="317118"/>
                  </a:lnTo>
                  <a:lnTo>
                    <a:pt x="3581126" y="274696"/>
                  </a:lnTo>
                  <a:lnTo>
                    <a:pt x="3509503" y="229623"/>
                  </a:lnTo>
                  <a:lnTo>
                    <a:pt x="3437881" y="181734"/>
                  </a:lnTo>
                  <a:lnTo>
                    <a:pt x="3366258" y="164369"/>
                  </a:lnTo>
                  <a:lnTo>
                    <a:pt x="3294636" y="161171"/>
                  </a:lnTo>
                  <a:lnTo>
                    <a:pt x="3223013" y="157962"/>
                  </a:lnTo>
                  <a:lnTo>
                    <a:pt x="3151391" y="154740"/>
                  </a:lnTo>
                  <a:lnTo>
                    <a:pt x="3079768" y="151505"/>
                  </a:lnTo>
                  <a:lnTo>
                    <a:pt x="3008146" y="148258"/>
                  </a:lnTo>
                  <a:lnTo>
                    <a:pt x="2936523" y="144999"/>
                  </a:lnTo>
                  <a:lnTo>
                    <a:pt x="2864901" y="141727"/>
                  </a:lnTo>
                  <a:lnTo>
                    <a:pt x="2793278" y="138442"/>
                  </a:lnTo>
                  <a:lnTo>
                    <a:pt x="2721655" y="135145"/>
                  </a:lnTo>
                  <a:lnTo>
                    <a:pt x="2650033" y="131835"/>
                  </a:lnTo>
                  <a:lnTo>
                    <a:pt x="2578410" y="128513"/>
                  </a:lnTo>
                  <a:lnTo>
                    <a:pt x="2506788" y="125178"/>
                  </a:lnTo>
                  <a:lnTo>
                    <a:pt x="2435165" y="121829"/>
                  </a:lnTo>
                  <a:lnTo>
                    <a:pt x="2363543" y="118468"/>
                  </a:lnTo>
                  <a:lnTo>
                    <a:pt x="2291920" y="115094"/>
                  </a:lnTo>
                  <a:lnTo>
                    <a:pt x="2220298" y="111708"/>
                  </a:lnTo>
                  <a:lnTo>
                    <a:pt x="2148675" y="108308"/>
                  </a:lnTo>
                  <a:lnTo>
                    <a:pt x="2077053" y="104895"/>
                  </a:lnTo>
                  <a:lnTo>
                    <a:pt x="2005430" y="101468"/>
                  </a:lnTo>
                  <a:lnTo>
                    <a:pt x="1933808" y="98029"/>
                  </a:lnTo>
                  <a:lnTo>
                    <a:pt x="1862185" y="94577"/>
                  </a:lnTo>
                  <a:lnTo>
                    <a:pt x="1790563" y="91111"/>
                  </a:lnTo>
                  <a:lnTo>
                    <a:pt x="1718940" y="87632"/>
                  </a:lnTo>
                  <a:lnTo>
                    <a:pt x="1647318" y="84139"/>
                  </a:lnTo>
                  <a:lnTo>
                    <a:pt x="1575695" y="80633"/>
                  </a:lnTo>
                  <a:lnTo>
                    <a:pt x="1504073" y="77114"/>
                  </a:lnTo>
                  <a:lnTo>
                    <a:pt x="1432450" y="73581"/>
                  </a:lnTo>
                  <a:lnTo>
                    <a:pt x="1360827" y="70035"/>
                  </a:lnTo>
                  <a:lnTo>
                    <a:pt x="1289205" y="66474"/>
                  </a:lnTo>
                  <a:lnTo>
                    <a:pt x="1217582" y="62901"/>
                  </a:lnTo>
                  <a:lnTo>
                    <a:pt x="1145960" y="59313"/>
                  </a:lnTo>
                  <a:lnTo>
                    <a:pt x="1074337" y="55712"/>
                  </a:lnTo>
                  <a:lnTo>
                    <a:pt x="1002715" y="52096"/>
                  </a:lnTo>
                  <a:lnTo>
                    <a:pt x="931092" y="48467"/>
                  </a:lnTo>
                  <a:lnTo>
                    <a:pt x="859470" y="44824"/>
                  </a:lnTo>
                  <a:lnTo>
                    <a:pt x="787847" y="41167"/>
                  </a:lnTo>
                  <a:lnTo>
                    <a:pt x="716225" y="37496"/>
                  </a:lnTo>
                  <a:lnTo>
                    <a:pt x="644602" y="33811"/>
                  </a:lnTo>
                  <a:lnTo>
                    <a:pt x="572980" y="30111"/>
                  </a:lnTo>
                  <a:lnTo>
                    <a:pt x="501357" y="26398"/>
                  </a:lnTo>
                  <a:lnTo>
                    <a:pt x="429735" y="22670"/>
                  </a:lnTo>
                  <a:lnTo>
                    <a:pt x="358112" y="18928"/>
                  </a:lnTo>
                  <a:lnTo>
                    <a:pt x="286490" y="15171"/>
                  </a:lnTo>
                  <a:lnTo>
                    <a:pt x="214867" y="11400"/>
                  </a:lnTo>
                  <a:lnTo>
                    <a:pt x="143245" y="7614"/>
                  </a:lnTo>
                  <a:lnTo>
                    <a:pt x="71622" y="3814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398550" y="2073503"/>
              <a:ext cx="6864129" cy="3324955"/>
            </a:xfrm>
            <a:custGeom>
              <a:avLst/>
              <a:pathLst>
                <a:path w="6864129" h="3324955">
                  <a:moveTo>
                    <a:pt x="0" y="0"/>
                  </a:moveTo>
                  <a:lnTo>
                    <a:pt x="59989" y="93004"/>
                  </a:lnTo>
                  <a:lnTo>
                    <a:pt x="131611" y="200523"/>
                  </a:lnTo>
                  <a:lnTo>
                    <a:pt x="203234" y="304633"/>
                  </a:lnTo>
                  <a:lnTo>
                    <a:pt x="274856" y="405442"/>
                  </a:lnTo>
                  <a:lnTo>
                    <a:pt x="346479" y="503053"/>
                  </a:lnTo>
                  <a:lnTo>
                    <a:pt x="418102" y="597570"/>
                  </a:lnTo>
                  <a:lnTo>
                    <a:pt x="489724" y="689090"/>
                  </a:lnTo>
                  <a:lnTo>
                    <a:pt x="561347" y="777707"/>
                  </a:lnTo>
                  <a:lnTo>
                    <a:pt x="632969" y="863515"/>
                  </a:lnTo>
                  <a:lnTo>
                    <a:pt x="704592" y="946601"/>
                  </a:lnTo>
                  <a:lnTo>
                    <a:pt x="776214" y="1027053"/>
                  </a:lnTo>
                  <a:lnTo>
                    <a:pt x="847837" y="1104954"/>
                  </a:lnTo>
                  <a:lnTo>
                    <a:pt x="919459" y="1180385"/>
                  </a:lnTo>
                  <a:lnTo>
                    <a:pt x="991082" y="1253423"/>
                  </a:lnTo>
                  <a:lnTo>
                    <a:pt x="1062704" y="1324146"/>
                  </a:lnTo>
                  <a:lnTo>
                    <a:pt x="1134327" y="1392626"/>
                  </a:lnTo>
                  <a:lnTo>
                    <a:pt x="1205949" y="1458935"/>
                  </a:lnTo>
                  <a:lnTo>
                    <a:pt x="1277572" y="1523141"/>
                  </a:lnTo>
                  <a:lnTo>
                    <a:pt x="1349194" y="1585311"/>
                  </a:lnTo>
                  <a:lnTo>
                    <a:pt x="1420817" y="1645509"/>
                  </a:lnTo>
                  <a:lnTo>
                    <a:pt x="1492439" y="1703799"/>
                  </a:lnTo>
                  <a:lnTo>
                    <a:pt x="1564062" y="1760241"/>
                  </a:lnTo>
                  <a:lnTo>
                    <a:pt x="1635684" y="1814892"/>
                  </a:lnTo>
                  <a:lnTo>
                    <a:pt x="1707307" y="1867811"/>
                  </a:lnTo>
                  <a:lnTo>
                    <a:pt x="1778930" y="1919052"/>
                  </a:lnTo>
                  <a:lnTo>
                    <a:pt x="1850552" y="1968668"/>
                  </a:lnTo>
                  <a:lnTo>
                    <a:pt x="1922175" y="2016710"/>
                  </a:lnTo>
                  <a:lnTo>
                    <a:pt x="1993797" y="2063229"/>
                  </a:lnTo>
                  <a:lnTo>
                    <a:pt x="2065420" y="2108274"/>
                  </a:lnTo>
                  <a:lnTo>
                    <a:pt x="2137042" y="2151889"/>
                  </a:lnTo>
                  <a:lnTo>
                    <a:pt x="2208665" y="2194122"/>
                  </a:lnTo>
                  <a:lnTo>
                    <a:pt x="2280287" y="2235015"/>
                  </a:lnTo>
                  <a:lnTo>
                    <a:pt x="2351910" y="2274612"/>
                  </a:lnTo>
                  <a:lnTo>
                    <a:pt x="2423532" y="2312953"/>
                  </a:lnTo>
                  <a:lnTo>
                    <a:pt x="2495155" y="2350079"/>
                  </a:lnTo>
                  <a:lnTo>
                    <a:pt x="2566777" y="2386027"/>
                  </a:lnTo>
                  <a:lnTo>
                    <a:pt x="2638400" y="2420835"/>
                  </a:lnTo>
                  <a:lnTo>
                    <a:pt x="2710022" y="2454540"/>
                  </a:lnTo>
                  <a:lnTo>
                    <a:pt x="2781645" y="2487176"/>
                  </a:lnTo>
                  <a:lnTo>
                    <a:pt x="2853267" y="2518776"/>
                  </a:lnTo>
                  <a:lnTo>
                    <a:pt x="2924890" y="2549375"/>
                  </a:lnTo>
                  <a:lnTo>
                    <a:pt x="2996512" y="2579004"/>
                  </a:lnTo>
                  <a:lnTo>
                    <a:pt x="3068135" y="2607693"/>
                  </a:lnTo>
                  <a:lnTo>
                    <a:pt x="3139758" y="2635472"/>
                  </a:lnTo>
                  <a:lnTo>
                    <a:pt x="3211380" y="2662371"/>
                  </a:lnTo>
                  <a:lnTo>
                    <a:pt x="3283003" y="2688416"/>
                  </a:lnTo>
                  <a:lnTo>
                    <a:pt x="3354625" y="2713636"/>
                  </a:lnTo>
                  <a:lnTo>
                    <a:pt x="3426248" y="2738056"/>
                  </a:lnTo>
                  <a:lnTo>
                    <a:pt x="3497870" y="2761701"/>
                  </a:lnTo>
                  <a:lnTo>
                    <a:pt x="3569493" y="2784597"/>
                  </a:lnTo>
                  <a:lnTo>
                    <a:pt x="3641115" y="2806767"/>
                  </a:lnTo>
                  <a:lnTo>
                    <a:pt x="3712738" y="2828234"/>
                  </a:lnTo>
                  <a:lnTo>
                    <a:pt x="3784360" y="2849020"/>
                  </a:lnTo>
                  <a:lnTo>
                    <a:pt x="3855983" y="2869147"/>
                  </a:lnTo>
                  <a:lnTo>
                    <a:pt x="3927605" y="2888635"/>
                  </a:lnTo>
                  <a:lnTo>
                    <a:pt x="3999228" y="2907506"/>
                  </a:lnTo>
                  <a:lnTo>
                    <a:pt x="4070850" y="2925778"/>
                  </a:lnTo>
                  <a:lnTo>
                    <a:pt x="4142473" y="2943471"/>
                  </a:lnTo>
                  <a:lnTo>
                    <a:pt x="4214095" y="2960603"/>
                  </a:lnTo>
                  <a:lnTo>
                    <a:pt x="4285718" y="2977192"/>
                  </a:lnTo>
                  <a:lnTo>
                    <a:pt x="4357340" y="2993255"/>
                  </a:lnTo>
                  <a:lnTo>
                    <a:pt x="4428963" y="3008808"/>
                  </a:lnTo>
                  <a:lnTo>
                    <a:pt x="4500585" y="3023868"/>
                  </a:lnTo>
                  <a:lnTo>
                    <a:pt x="4572208" y="3038451"/>
                  </a:lnTo>
                  <a:lnTo>
                    <a:pt x="4643831" y="3052571"/>
                  </a:lnTo>
                  <a:lnTo>
                    <a:pt x="4715453" y="3066243"/>
                  </a:lnTo>
                  <a:lnTo>
                    <a:pt x="4787076" y="3079482"/>
                  </a:lnTo>
                  <a:lnTo>
                    <a:pt x="4858698" y="3092301"/>
                  </a:lnTo>
                  <a:lnTo>
                    <a:pt x="4930321" y="3104714"/>
                  </a:lnTo>
                  <a:lnTo>
                    <a:pt x="5001943" y="3116733"/>
                  </a:lnTo>
                  <a:lnTo>
                    <a:pt x="5073566" y="3128371"/>
                  </a:lnTo>
                  <a:lnTo>
                    <a:pt x="5145188" y="3139639"/>
                  </a:lnTo>
                  <a:lnTo>
                    <a:pt x="5216811" y="3150551"/>
                  </a:lnTo>
                  <a:lnTo>
                    <a:pt x="5288433" y="3161116"/>
                  </a:lnTo>
                  <a:lnTo>
                    <a:pt x="5360056" y="3171347"/>
                  </a:lnTo>
                  <a:lnTo>
                    <a:pt x="5431678" y="3181253"/>
                  </a:lnTo>
                  <a:lnTo>
                    <a:pt x="5503301" y="3190845"/>
                  </a:lnTo>
                  <a:lnTo>
                    <a:pt x="5574923" y="3200133"/>
                  </a:lnTo>
                  <a:lnTo>
                    <a:pt x="5646546" y="3209126"/>
                  </a:lnTo>
                  <a:lnTo>
                    <a:pt x="5718168" y="3217834"/>
                  </a:lnTo>
                  <a:lnTo>
                    <a:pt x="5789791" y="3226266"/>
                  </a:lnTo>
                  <a:lnTo>
                    <a:pt x="5861413" y="3234431"/>
                  </a:lnTo>
                  <a:lnTo>
                    <a:pt x="5933036" y="3242336"/>
                  </a:lnTo>
                  <a:lnTo>
                    <a:pt x="6004659" y="3249991"/>
                  </a:lnTo>
                  <a:lnTo>
                    <a:pt x="6076281" y="3257404"/>
                  </a:lnTo>
                  <a:lnTo>
                    <a:pt x="6147904" y="3264581"/>
                  </a:lnTo>
                  <a:lnTo>
                    <a:pt x="6219526" y="3271531"/>
                  </a:lnTo>
                  <a:lnTo>
                    <a:pt x="6291149" y="3278260"/>
                  </a:lnTo>
                  <a:lnTo>
                    <a:pt x="6362771" y="3284776"/>
                  </a:lnTo>
                  <a:lnTo>
                    <a:pt x="6434394" y="3291085"/>
                  </a:lnTo>
                  <a:lnTo>
                    <a:pt x="6506016" y="3297194"/>
                  </a:lnTo>
                  <a:lnTo>
                    <a:pt x="6577639" y="3303110"/>
                  </a:lnTo>
                  <a:lnTo>
                    <a:pt x="6649261" y="3308838"/>
                  </a:lnTo>
                  <a:lnTo>
                    <a:pt x="6720884" y="3314384"/>
                  </a:lnTo>
                  <a:lnTo>
                    <a:pt x="6792506" y="3319754"/>
                  </a:lnTo>
                  <a:lnTo>
                    <a:pt x="6864129" y="332495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1.47 (1.05-2.07), p = 0.026  |  per IQR decline (Δ = 29.3 %): 3.11 (1.14-8.43)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84352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Electrolyte Abnormalities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2026-10-09T11:50:53Z</dcterms:modified>
  <cp:category/>
</cp:coreProperties>
</file>