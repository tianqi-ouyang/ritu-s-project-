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063524"/>
              <a:ext cx="7090630" cy="2239872"/>
            </a:xfrm>
            <a:custGeom>
              <a:avLst/>
              <a:pathLst>
                <a:path w="7090630" h="2239872">
                  <a:moveTo>
                    <a:pt x="0" y="0"/>
                  </a:moveTo>
                  <a:lnTo>
                    <a:pt x="71622" y="56892"/>
                  </a:lnTo>
                  <a:lnTo>
                    <a:pt x="143245" y="112487"/>
                  </a:lnTo>
                  <a:lnTo>
                    <a:pt x="214867" y="166813"/>
                  </a:lnTo>
                  <a:lnTo>
                    <a:pt x="286490" y="219900"/>
                  </a:lnTo>
                  <a:lnTo>
                    <a:pt x="358112" y="271776"/>
                  </a:lnTo>
                  <a:lnTo>
                    <a:pt x="429735" y="322468"/>
                  </a:lnTo>
                  <a:lnTo>
                    <a:pt x="501357" y="372003"/>
                  </a:lnTo>
                  <a:lnTo>
                    <a:pt x="572980" y="420409"/>
                  </a:lnTo>
                  <a:lnTo>
                    <a:pt x="644602" y="467710"/>
                  </a:lnTo>
                  <a:lnTo>
                    <a:pt x="716225" y="513932"/>
                  </a:lnTo>
                  <a:lnTo>
                    <a:pt x="787847" y="559100"/>
                  </a:lnTo>
                  <a:lnTo>
                    <a:pt x="859470" y="603237"/>
                  </a:lnTo>
                  <a:lnTo>
                    <a:pt x="931092" y="646367"/>
                  </a:lnTo>
                  <a:lnTo>
                    <a:pt x="1002715" y="688513"/>
                  </a:lnTo>
                  <a:lnTo>
                    <a:pt x="1074337" y="729698"/>
                  </a:lnTo>
                  <a:lnTo>
                    <a:pt x="1145960" y="769943"/>
                  </a:lnTo>
                  <a:lnTo>
                    <a:pt x="1217582" y="809270"/>
                  </a:lnTo>
                  <a:lnTo>
                    <a:pt x="1289205" y="847700"/>
                  </a:lnTo>
                  <a:lnTo>
                    <a:pt x="1360827" y="885252"/>
                  </a:lnTo>
                  <a:lnTo>
                    <a:pt x="1432450" y="921949"/>
                  </a:lnTo>
                  <a:lnTo>
                    <a:pt x="1504073" y="957808"/>
                  </a:lnTo>
                  <a:lnTo>
                    <a:pt x="1575695" y="992849"/>
                  </a:lnTo>
                  <a:lnTo>
                    <a:pt x="1647318" y="1027090"/>
                  </a:lnTo>
                  <a:lnTo>
                    <a:pt x="1718940" y="1060550"/>
                  </a:lnTo>
                  <a:lnTo>
                    <a:pt x="1790563" y="1093247"/>
                  </a:lnTo>
                  <a:lnTo>
                    <a:pt x="1862185" y="1125198"/>
                  </a:lnTo>
                  <a:lnTo>
                    <a:pt x="1933808" y="1156420"/>
                  </a:lnTo>
                  <a:lnTo>
                    <a:pt x="2005430" y="1186930"/>
                  </a:lnTo>
                  <a:lnTo>
                    <a:pt x="2077053" y="1216743"/>
                  </a:lnTo>
                  <a:lnTo>
                    <a:pt x="2148675" y="1245877"/>
                  </a:lnTo>
                  <a:lnTo>
                    <a:pt x="2220298" y="1274345"/>
                  </a:lnTo>
                  <a:lnTo>
                    <a:pt x="2291920" y="1302165"/>
                  </a:lnTo>
                  <a:lnTo>
                    <a:pt x="2363543" y="1329349"/>
                  </a:lnTo>
                  <a:lnTo>
                    <a:pt x="2435165" y="1355914"/>
                  </a:lnTo>
                  <a:lnTo>
                    <a:pt x="2506788" y="1381872"/>
                  </a:lnTo>
                  <a:lnTo>
                    <a:pt x="2578410" y="1407238"/>
                  </a:lnTo>
                  <a:lnTo>
                    <a:pt x="2650033" y="1432026"/>
                  </a:lnTo>
                  <a:lnTo>
                    <a:pt x="2721655" y="1456248"/>
                  </a:lnTo>
                  <a:lnTo>
                    <a:pt x="2793278" y="1479917"/>
                  </a:lnTo>
                  <a:lnTo>
                    <a:pt x="2864901" y="1503046"/>
                  </a:lnTo>
                  <a:lnTo>
                    <a:pt x="2936523" y="1525648"/>
                  </a:lnTo>
                  <a:lnTo>
                    <a:pt x="3008146" y="1547734"/>
                  </a:lnTo>
                  <a:lnTo>
                    <a:pt x="3079768" y="1569316"/>
                  </a:lnTo>
                  <a:lnTo>
                    <a:pt x="3151391" y="1590406"/>
                  </a:lnTo>
                  <a:lnTo>
                    <a:pt x="3223013" y="1611014"/>
                  </a:lnTo>
                  <a:lnTo>
                    <a:pt x="3294636" y="1631153"/>
                  </a:lnTo>
                  <a:lnTo>
                    <a:pt x="3366258" y="1650832"/>
                  </a:lnTo>
                  <a:lnTo>
                    <a:pt x="3437881" y="1666963"/>
                  </a:lnTo>
                  <a:lnTo>
                    <a:pt x="3509503" y="1675785"/>
                  </a:lnTo>
                  <a:lnTo>
                    <a:pt x="3581126" y="1684514"/>
                  </a:lnTo>
                  <a:lnTo>
                    <a:pt x="3652748" y="1693149"/>
                  </a:lnTo>
                  <a:lnTo>
                    <a:pt x="3724371" y="1701692"/>
                  </a:lnTo>
                  <a:lnTo>
                    <a:pt x="3795993" y="1710144"/>
                  </a:lnTo>
                  <a:lnTo>
                    <a:pt x="3867616" y="1718506"/>
                  </a:lnTo>
                  <a:lnTo>
                    <a:pt x="3939238" y="1726778"/>
                  </a:lnTo>
                  <a:lnTo>
                    <a:pt x="4010861" y="1734962"/>
                  </a:lnTo>
                  <a:lnTo>
                    <a:pt x="4082483" y="1743059"/>
                  </a:lnTo>
                  <a:lnTo>
                    <a:pt x="4154106" y="1751070"/>
                  </a:lnTo>
                  <a:lnTo>
                    <a:pt x="4225729" y="1758995"/>
                  </a:lnTo>
                  <a:lnTo>
                    <a:pt x="4297351" y="1766835"/>
                  </a:lnTo>
                  <a:lnTo>
                    <a:pt x="4368974" y="1774592"/>
                  </a:lnTo>
                  <a:lnTo>
                    <a:pt x="4440596" y="1782266"/>
                  </a:lnTo>
                  <a:lnTo>
                    <a:pt x="4512219" y="1789858"/>
                  </a:lnTo>
                  <a:lnTo>
                    <a:pt x="4583841" y="1797369"/>
                  </a:lnTo>
                  <a:lnTo>
                    <a:pt x="4655464" y="1804800"/>
                  </a:lnTo>
                  <a:lnTo>
                    <a:pt x="4727086" y="1812152"/>
                  </a:lnTo>
                  <a:lnTo>
                    <a:pt x="4798709" y="1819425"/>
                  </a:lnTo>
                  <a:lnTo>
                    <a:pt x="4870331" y="1826621"/>
                  </a:lnTo>
                  <a:lnTo>
                    <a:pt x="4941954" y="1833739"/>
                  </a:lnTo>
                  <a:lnTo>
                    <a:pt x="5013576" y="1840782"/>
                  </a:lnTo>
                  <a:lnTo>
                    <a:pt x="5085199" y="1847750"/>
                  </a:lnTo>
                  <a:lnTo>
                    <a:pt x="5156821" y="1854643"/>
                  </a:lnTo>
                  <a:lnTo>
                    <a:pt x="5228444" y="1861463"/>
                  </a:lnTo>
                  <a:lnTo>
                    <a:pt x="5300066" y="1868210"/>
                  </a:lnTo>
                  <a:lnTo>
                    <a:pt x="5371689" y="1874885"/>
                  </a:lnTo>
                  <a:lnTo>
                    <a:pt x="5443311" y="1881489"/>
                  </a:lnTo>
                  <a:lnTo>
                    <a:pt x="5514934" y="1888022"/>
                  </a:lnTo>
                  <a:lnTo>
                    <a:pt x="5586557" y="1894486"/>
                  </a:lnTo>
                  <a:lnTo>
                    <a:pt x="5658179" y="1900880"/>
                  </a:lnTo>
                  <a:lnTo>
                    <a:pt x="5729802" y="1907206"/>
                  </a:lnTo>
                  <a:lnTo>
                    <a:pt x="5801424" y="1913465"/>
                  </a:lnTo>
                  <a:lnTo>
                    <a:pt x="5873047" y="1919657"/>
                  </a:lnTo>
                  <a:lnTo>
                    <a:pt x="5944669" y="1925783"/>
                  </a:lnTo>
                  <a:lnTo>
                    <a:pt x="6016292" y="1931844"/>
                  </a:lnTo>
                  <a:lnTo>
                    <a:pt x="6087914" y="1937840"/>
                  </a:lnTo>
                  <a:lnTo>
                    <a:pt x="6159537" y="1943772"/>
                  </a:lnTo>
                  <a:lnTo>
                    <a:pt x="6231159" y="1949641"/>
                  </a:lnTo>
                  <a:lnTo>
                    <a:pt x="6302782" y="1955447"/>
                  </a:lnTo>
                  <a:lnTo>
                    <a:pt x="6374404" y="1961191"/>
                  </a:lnTo>
                  <a:lnTo>
                    <a:pt x="6446027" y="1966873"/>
                  </a:lnTo>
                  <a:lnTo>
                    <a:pt x="6517649" y="1972496"/>
                  </a:lnTo>
                  <a:lnTo>
                    <a:pt x="6589272" y="1978058"/>
                  </a:lnTo>
                  <a:lnTo>
                    <a:pt x="6660894" y="1983560"/>
                  </a:lnTo>
                  <a:lnTo>
                    <a:pt x="6732517" y="1989004"/>
                  </a:lnTo>
                  <a:lnTo>
                    <a:pt x="6804139" y="1994390"/>
                  </a:lnTo>
                  <a:lnTo>
                    <a:pt x="6875762" y="1999719"/>
                  </a:lnTo>
                  <a:lnTo>
                    <a:pt x="6947385" y="2004991"/>
                  </a:lnTo>
                  <a:lnTo>
                    <a:pt x="7019007" y="2010206"/>
                  </a:lnTo>
                  <a:lnTo>
                    <a:pt x="7090630" y="2015366"/>
                  </a:lnTo>
                  <a:lnTo>
                    <a:pt x="7090630" y="2239872"/>
                  </a:lnTo>
                  <a:lnTo>
                    <a:pt x="7019007" y="2233945"/>
                  </a:lnTo>
                  <a:lnTo>
                    <a:pt x="6947385" y="2227880"/>
                  </a:lnTo>
                  <a:lnTo>
                    <a:pt x="6875762" y="2221674"/>
                  </a:lnTo>
                  <a:lnTo>
                    <a:pt x="6804139" y="2215322"/>
                  </a:lnTo>
                  <a:lnTo>
                    <a:pt x="6732517" y="2208822"/>
                  </a:lnTo>
                  <a:lnTo>
                    <a:pt x="6660894" y="2202171"/>
                  </a:lnTo>
                  <a:lnTo>
                    <a:pt x="6589272" y="2195364"/>
                  </a:lnTo>
                  <a:lnTo>
                    <a:pt x="6517649" y="2188398"/>
                  </a:lnTo>
                  <a:lnTo>
                    <a:pt x="6446027" y="2181269"/>
                  </a:lnTo>
                  <a:lnTo>
                    <a:pt x="6374404" y="2173974"/>
                  </a:lnTo>
                  <a:lnTo>
                    <a:pt x="6302782" y="2166509"/>
                  </a:lnTo>
                  <a:lnTo>
                    <a:pt x="6231159" y="2158870"/>
                  </a:lnTo>
                  <a:lnTo>
                    <a:pt x="6159537" y="2151052"/>
                  </a:lnTo>
                  <a:lnTo>
                    <a:pt x="6087914" y="2143052"/>
                  </a:lnTo>
                  <a:lnTo>
                    <a:pt x="6016292" y="2134864"/>
                  </a:lnTo>
                  <a:lnTo>
                    <a:pt x="5944669" y="2126486"/>
                  </a:lnTo>
                  <a:lnTo>
                    <a:pt x="5873047" y="2117912"/>
                  </a:lnTo>
                  <a:lnTo>
                    <a:pt x="5801424" y="2109138"/>
                  </a:lnTo>
                  <a:lnTo>
                    <a:pt x="5729802" y="2100159"/>
                  </a:lnTo>
                  <a:lnTo>
                    <a:pt x="5658179" y="2090971"/>
                  </a:lnTo>
                  <a:lnTo>
                    <a:pt x="5586557" y="2081568"/>
                  </a:lnTo>
                  <a:lnTo>
                    <a:pt x="5514934" y="2071945"/>
                  </a:lnTo>
                  <a:lnTo>
                    <a:pt x="5443311" y="2062098"/>
                  </a:lnTo>
                  <a:lnTo>
                    <a:pt x="5371689" y="2052021"/>
                  </a:lnTo>
                  <a:lnTo>
                    <a:pt x="5300066" y="2041708"/>
                  </a:lnTo>
                  <a:lnTo>
                    <a:pt x="5228444" y="2031155"/>
                  </a:lnTo>
                  <a:lnTo>
                    <a:pt x="5156821" y="2020355"/>
                  </a:lnTo>
                  <a:lnTo>
                    <a:pt x="5085199" y="2009304"/>
                  </a:lnTo>
                  <a:lnTo>
                    <a:pt x="5013576" y="1997994"/>
                  </a:lnTo>
                  <a:lnTo>
                    <a:pt x="4941954" y="1986420"/>
                  </a:lnTo>
                  <a:lnTo>
                    <a:pt x="4870331" y="1974576"/>
                  </a:lnTo>
                  <a:lnTo>
                    <a:pt x="4798709" y="1962456"/>
                  </a:lnTo>
                  <a:lnTo>
                    <a:pt x="4727086" y="1950052"/>
                  </a:lnTo>
                  <a:lnTo>
                    <a:pt x="4655464" y="1937359"/>
                  </a:lnTo>
                  <a:lnTo>
                    <a:pt x="4583841" y="1924370"/>
                  </a:lnTo>
                  <a:lnTo>
                    <a:pt x="4512219" y="1911077"/>
                  </a:lnTo>
                  <a:lnTo>
                    <a:pt x="4440596" y="1897474"/>
                  </a:lnTo>
                  <a:lnTo>
                    <a:pt x="4368974" y="1883553"/>
                  </a:lnTo>
                  <a:lnTo>
                    <a:pt x="4297351" y="1869308"/>
                  </a:lnTo>
                  <a:lnTo>
                    <a:pt x="4225729" y="1854729"/>
                  </a:lnTo>
                  <a:lnTo>
                    <a:pt x="4154106" y="1839811"/>
                  </a:lnTo>
                  <a:lnTo>
                    <a:pt x="4082483" y="1824544"/>
                  </a:lnTo>
                  <a:lnTo>
                    <a:pt x="4010861" y="1808921"/>
                  </a:lnTo>
                  <a:lnTo>
                    <a:pt x="3939238" y="1792932"/>
                  </a:lnTo>
                  <a:lnTo>
                    <a:pt x="3867616" y="1776571"/>
                  </a:lnTo>
                  <a:lnTo>
                    <a:pt x="3795993" y="1759828"/>
                  </a:lnTo>
                  <a:lnTo>
                    <a:pt x="3724371" y="1742693"/>
                  </a:lnTo>
                  <a:lnTo>
                    <a:pt x="3652748" y="1725159"/>
                  </a:lnTo>
                  <a:lnTo>
                    <a:pt x="3581126" y="1707216"/>
                  </a:lnTo>
                  <a:lnTo>
                    <a:pt x="3509503" y="1688853"/>
                  </a:lnTo>
                  <a:lnTo>
                    <a:pt x="3437881" y="1670062"/>
                  </a:lnTo>
                  <a:lnTo>
                    <a:pt x="3366258" y="1658045"/>
                  </a:lnTo>
                  <a:lnTo>
                    <a:pt x="3294636" y="1649031"/>
                  </a:lnTo>
                  <a:lnTo>
                    <a:pt x="3223013" y="1639920"/>
                  </a:lnTo>
                  <a:lnTo>
                    <a:pt x="3151391" y="1630711"/>
                  </a:lnTo>
                  <a:lnTo>
                    <a:pt x="3079768" y="1621402"/>
                  </a:lnTo>
                  <a:lnTo>
                    <a:pt x="3008146" y="1611993"/>
                  </a:lnTo>
                  <a:lnTo>
                    <a:pt x="2936523" y="1602482"/>
                  </a:lnTo>
                  <a:lnTo>
                    <a:pt x="2864901" y="1592869"/>
                  </a:lnTo>
                  <a:lnTo>
                    <a:pt x="2793278" y="1583152"/>
                  </a:lnTo>
                  <a:lnTo>
                    <a:pt x="2721655" y="1573330"/>
                  </a:lnTo>
                  <a:lnTo>
                    <a:pt x="2650033" y="1563403"/>
                  </a:lnTo>
                  <a:lnTo>
                    <a:pt x="2578410" y="1553368"/>
                  </a:lnTo>
                  <a:lnTo>
                    <a:pt x="2506788" y="1543225"/>
                  </a:lnTo>
                  <a:lnTo>
                    <a:pt x="2435165" y="1532973"/>
                  </a:lnTo>
                  <a:lnTo>
                    <a:pt x="2363543" y="1522610"/>
                  </a:lnTo>
                  <a:lnTo>
                    <a:pt x="2291920" y="1512135"/>
                  </a:lnTo>
                  <a:lnTo>
                    <a:pt x="2220298" y="1501547"/>
                  </a:lnTo>
                  <a:lnTo>
                    <a:pt x="2148675" y="1490845"/>
                  </a:lnTo>
                  <a:lnTo>
                    <a:pt x="2077053" y="1480028"/>
                  </a:lnTo>
                  <a:lnTo>
                    <a:pt x="2005430" y="1469094"/>
                  </a:lnTo>
                  <a:lnTo>
                    <a:pt x="1933808" y="1458042"/>
                  </a:lnTo>
                  <a:lnTo>
                    <a:pt x="1862185" y="1446871"/>
                  </a:lnTo>
                  <a:lnTo>
                    <a:pt x="1790563" y="1435579"/>
                  </a:lnTo>
                  <a:lnTo>
                    <a:pt x="1718940" y="1424166"/>
                  </a:lnTo>
                  <a:lnTo>
                    <a:pt x="1647318" y="1412629"/>
                  </a:lnTo>
                  <a:lnTo>
                    <a:pt x="1575695" y="1400968"/>
                  </a:lnTo>
                  <a:lnTo>
                    <a:pt x="1504073" y="1389181"/>
                  </a:lnTo>
                  <a:lnTo>
                    <a:pt x="1432450" y="1377267"/>
                  </a:lnTo>
                  <a:lnTo>
                    <a:pt x="1360827" y="1365225"/>
                  </a:lnTo>
                  <a:lnTo>
                    <a:pt x="1289205" y="1353053"/>
                  </a:lnTo>
                  <a:lnTo>
                    <a:pt x="1217582" y="1340749"/>
                  </a:lnTo>
                  <a:lnTo>
                    <a:pt x="1145960" y="1328313"/>
                  </a:lnTo>
                  <a:lnTo>
                    <a:pt x="1074337" y="1315742"/>
                  </a:lnTo>
                  <a:lnTo>
                    <a:pt x="1002715" y="1303036"/>
                  </a:lnTo>
                  <a:lnTo>
                    <a:pt x="931092" y="1290193"/>
                  </a:lnTo>
                  <a:lnTo>
                    <a:pt x="859470" y="1277211"/>
                  </a:lnTo>
                  <a:lnTo>
                    <a:pt x="787847" y="1264090"/>
                  </a:lnTo>
                  <a:lnTo>
                    <a:pt x="716225" y="1250826"/>
                  </a:lnTo>
                  <a:lnTo>
                    <a:pt x="644602" y="1237420"/>
                  </a:lnTo>
                  <a:lnTo>
                    <a:pt x="572980" y="1223869"/>
                  </a:lnTo>
                  <a:lnTo>
                    <a:pt x="501357" y="1210172"/>
                  </a:lnTo>
                  <a:lnTo>
                    <a:pt x="429735" y="1196327"/>
                  </a:lnTo>
                  <a:lnTo>
                    <a:pt x="358112" y="1182333"/>
                  </a:lnTo>
                  <a:lnTo>
                    <a:pt x="286490" y="1168188"/>
                  </a:lnTo>
                  <a:lnTo>
                    <a:pt x="214867" y="1153891"/>
                  </a:lnTo>
                  <a:lnTo>
                    <a:pt x="143245" y="1139439"/>
                  </a:lnTo>
                  <a:lnTo>
                    <a:pt x="71622" y="1124831"/>
                  </a:lnTo>
                  <a:lnTo>
                    <a:pt x="0" y="11100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063524"/>
              <a:ext cx="7090630" cy="2015366"/>
            </a:xfrm>
            <a:custGeom>
              <a:avLst/>
              <a:pathLst>
                <a:path w="7090630" h="2015366">
                  <a:moveTo>
                    <a:pt x="0" y="0"/>
                  </a:moveTo>
                  <a:lnTo>
                    <a:pt x="71622" y="56892"/>
                  </a:lnTo>
                  <a:lnTo>
                    <a:pt x="143245" y="112487"/>
                  </a:lnTo>
                  <a:lnTo>
                    <a:pt x="214867" y="166813"/>
                  </a:lnTo>
                  <a:lnTo>
                    <a:pt x="286490" y="219900"/>
                  </a:lnTo>
                  <a:lnTo>
                    <a:pt x="358112" y="271776"/>
                  </a:lnTo>
                  <a:lnTo>
                    <a:pt x="429735" y="322468"/>
                  </a:lnTo>
                  <a:lnTo>
                    <a:pt x="501357" y="372003"/>
                  </a:lnTo>
                  <a:lnTo>
                    <a:pt x="572980" y="420409"/>
                  </a:lnTo>
                  <a:lnTo>
                    <a:pt x="644602" y="467710"/>
                  </a:lnTo>
                  <a:lnTo>
                    <a:pt x="716225" y="513932"/>
                  </a:lnTo>
                  <a:lnTo>
                    <a:pt x="787847" y="559100"/>
                  </a:lnTo>
                  <a:lnTo>
                    <a:pt x="859470" y="603237"/>
                  </a:lnTo>
                  <a:lnTo>
                    <a:pt x="931092" y="646367"/>
                  </a:lnTo>
                  <a:lnTo>
                    <a:pt x="1002715" y="688513"/>
                  </a:lnTo>
                  <a:lnTo>
                    <a:pt x="1074337" y="729698"/>
                  </a:lnTo>
                  <a:lnTo>
                    <a:pt x="1145960" y="769943"/>
                  </a:lnTo>
                  <a:lnTo>
                    <a:pt x="1217582" y="809270"/>
                  </a:lnTo>
                  <a:lnTo>
                    <a:pt x="1289205" y="847700"/>
                  </a:lnTo>
                  <a:lnTo>
                    <a:pt x="1360827" y="885252"/>
                  </a:lnTo>
                  <a:lnTo>
                    <a:pt x="1432450" y="921949"/>
                  </a:lnTo>
                  <a:lnTo>
                    <a:pt x="1504073" y="957808"/>
                  </a:lnTo>
                  <a:lnTo>
                    <a:pt x="1575695" y="992849"/>
                  </a:lnTo>
                  <a:lnTo>
                    <a:pt x="1647318" y="1027090"/>
                  </a:lnTo>
                  <a:lnTo>
                    <a:pt x="1718940" y="1060550"/>
                  </a:lnTo>
                  <a:lnTo>
                    <a:pt x="1790563" y="1093247"/>
                  </a:lnTo>
                  <a:lnTo>
                    <a:pt x="1862185" y="1125198"/>
                  </a:lnTo>
                  <a:lnTo>
                    <a:pt x="1933808" y="1156420"/>
                  </a:lnTo>
                  <a:lnTo>
                    <a:pt x="2005430" y="1186930"/>
                  </a:lnTo>
                  <a:lnTo>
                    <a:pt x="2077053" y="1216743"/>
                  </a:lnTo>
                  <a:lnTo>
                    <a:pt x="2148675" y="1245877"/>
                  </a:lnTo>
                  <a:lnTo>
                    <a:pt x="2220298" y="1274345"/>
                  </a:lnTo>
                  <a:lnTo>
                    <a:pt x="2291920" y="1302165"/>
                  </a:lnTo>
                  <a:lnTo>
                    <a:pt x="2363543" y="1329349"/>
                  </a:lnTo>
                  <a:lnTo>
                    <a:pt x="2435165" y="1355914"/>
                  </a:lnTo>
                  <a:lnTo>
                    <a:pt x="2506788" y="1381872"/>
                  </a:lnTo>
                  <a:lnTo>
                    <a:pt x="2578410" y="1407238"/>
                  </a:lnTo>
                  <a:lnTo>
                    <a:pt x="2650033" y="1432026"/>
                  </a:lnTo>
                  <a:lnTo>
                    <a:pt x="2721655" y="1456248"/>
                  </a:lnTo>
                  <a:lnTo>
                    <a:pt x="2793278" y="1479917"/>
                  </a:lnTo>
                  <a:lnTo>
                    <a:pt x="2864901" y="1503046"/>
                  </a:lnTo>
                  <a:lnTo>
                    <a:pt x="2936523" y="1525648"/>
                  </a:lnTo>
                  <a:lnTo>
                    <a:pt x="3008146" y="1547734"/>
                  </a:lnTo>
                  <a:lnTo>
                    <a:pt x="3079768" y="1569316"/>
                  </a:lnTo>
                  <a:lnTo>
                    <a:pt x="3151391" y="1590406"/>
                  </a:lnTo>
                  <a:lnTo>
                    <a:pt x="3223013" y="1611014"/>
                  </a:lnTo>
                  <a:lnTo>
                    <a:pt x="3294636" y="1631153"/>
                  </a:lnTo>
                  <a:lnTo>
                    <a:pt x="3366258" y="1650832"/>
                  </a:lnTo>
                  <a:lnTo>
                    <a:pt x="3437881" y="1666963"/>
                  </a:lnTo>
                  <a:lnTo>
                    <a:pt x="3509503" y="1675785"/>
                  </a:lnTo>
                  <a:lnTo>
                    <a:pt x="3581126" y="1684514"/>
                  </a:lnTo>
                  <a:lnTo>
                    <a:pt x="3652748" y="1693149"/>
                  </a:lnTo>
                  <a:lnTo>
                    <a:pt x="3724371" y="1701692"/>
                  </a:lnTo>
                  <a:lnTo>
                    <a:pt x="3795993" y="1710144"/>
                  </a:lnTo>
                  <a:lnTo>
                    <a:pt x="3867616" y="1718506"/>
                  </a:lnTo>
                  <a:lnTo>
                    <a:pt x="3939238" y="1726778"/>
                  </a:lnTo>
                  <a:lnTo>
                    <a:pt x="4010861" y="1734962"/>
                  </a:lnTo>
                  <a:lnTo>
                    <a:pt x="4082483" y="1743059"/>
                  </a:lnTo>
                  <a:lnTo>
                    <a:pt x="4154106" y="1751070"/>
                  </a:lnTo>
                  <a:lnTo>
                    <a:pt x="4225729" y="1758995"/>
                  </a:lnTo>
                  <a:lnTo>
                    <a:pt x="4297351" y="1766835"/>
                  </a:lnTo>
                  <a:lnTo>
                    <a:pt x="4368974" y="1774592"/>
                  </a:lnTo>
                  <a:lnTo>
                    <a:pt x="4440596" y="1782266"/>
                  </a:lnTo>
                  <a:lnTo>
                    <a:pt x="4512219" y="1789858"/>
                  </a:lnTo>
                  <a:lnTo>
                    <a:pt x="4583841" y="1797369"/>
                  </a:lnTo>
                  <a:lnTo>
                    <a:pt x="4655464" y="1804800"/>
                  </a:lnTo>
                  <a:lnTo>
                    <a:pt x="4727086" y="1812152"/>
                  </a:lnTo>
                  <a:lnTo>
                    <a:pt x="4798709" y="1819425"/>
                  </a:lnTo>
                  <a:lnTo>
                    <a:pt x="4870331" y="1826621"/>
                  </a:lnTo>
                  <a:lnTo>
                    <a:pt x="4941954" y="1833739"/>
                  </a:lnTo>
                  <a:lnTo>
                    <a:pt x="5013576" y="1840782"/>
                  </a:lnTo>
                  <a:lnTo>
                    <a:pt x="5085199" y="1847750"/>
                  </a:lnTo>
                  <a:lnTo>
                    <a:pt x="5156821" y="1854643"/>
                  </a:lnTo>
                  <a:lnTo>
                    <a:pt x="5228444" y="1861463"/>
                  </a:lnTo>
                  <a:lnTo>
                    <a:pt x="5300066" y="1868210"/>
                  </a:lnTo>
                  <a:lnTo>
                    <a:pt x="5371689" y="1874885"/>
                  </a:lnTo>
                  <a:lnTo>
                    <a:pt x="5443311" y="1881489"/>
                  </a:lnTo>
                  <a:lnTo>
                    <a:pt x="5514934" y="1888022"/>
                  </a:lnTo>
                  <a:lnTo>
                    <a:pt x="5586557" y="1894486"/>
                  </a:lnTo>
                  <a:lnTo>
                    <a:pt x="5658179" y="1900880"/>
                  </a:lnTo>
                  <a:lnTo>
                    <a:pt x="5729802" y="1907206"/>
                  </a:lnTo>
                  <a:lnTo>
                    <a:pt x="5801424" y="1913465"/>
                  </a:lnTo>
                  <a:lnTo>
                    <a:pt x="5873047" y="1919657"/>
                  </a:lnTo>
                  <a:lnTo>
                    <a:pt x="5944669" y="1925783"/>
                  </a:lnTo>
                  <a:lnTo>
                    <a:pt x="6016292" y="1931844"/>
                  </a:lnTo>
                  <a:lnTo>
                    <a:pt x="6087914" y="1937840"/>
                  </a:lnTo>
                  <a:lnTo>
                    <a:pt x="6159537" y="1943772"/>
                  </a:lnTo>
                  <a:lnTo>
                    <a:pt x="6231159" y="1949641"/>
                  </a:lnTo>
                  <a:lnTo>
                    <a:pt x="6302782" y="1955447"/>
                  </a:lnTo>
                  <a:lnTo>
                    <a:pt x="6374404" y="1961191"/>
                  </a:lnTo>
                  <a:lnTo>
                    <a:pt x="6446027" y="1966873"/>
                  </a:lnTo>
                  <a:lnTo>
                    <a:pt x="6517649" y="1972496"/>
                  </a:lnTo>
                  <a:lnTo>
                    <a:pt x="6589272" y="1978058"/>
                  </a:lnTo>
                  <a:lnTo>
                    <a:pt x="6660894" y="1983560"/>
                  </a:lnTo>
                  <a:lnTo>
                    <a:pt x="6732517" y="1989004"/>
                  </a:lnTo>
                  <a:lnTo>
                    <a:pt x="6804139" y="1994390"/>
                  </a:lnTo>
                  <a:lnTo>
                    <a:pt x="6875762" y="1999719"/>
                  </a:lnTo>
                  <a:lnTo>
                    <a:pt x="6947385" y="2004991"/>
                  </a:lnTo>
                  <a:lnTo>
                    <a:pt x="7019007" y="2010206"/>
                  </a:lnTo>
                  <a:lnTo>
                    <a:pt x="7090630" y="20153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73591"/>
              <a:ext cx="7090630" cy="1129806"/>
            </a:xfrm>
            <a:custGeom>
              <a:avLst/>
              <a:pathLst>
                <a:path w="7090630" h="1129806">
                  <a:moveTo>
                    <a:pt x="7090630" y="1129806"/>
                  </a:moveTo>
                  <a:lnTo>
                    <a:pt x="7019007" y="1123879"/>
                  </a:lnTo>
                  <a:lnTo>
                    <a:pt x="6947385" y="1117814"/>
                  </a:lnTo>
                  <a:lnTo>
                    <a:pt x="6875762" y="1111607"/>
                  </a:lnTo>
                  <a:lnTo>
                    <a:pt x="6804139" y="1105256"/>
                  </a:lnTo>
                  <a:lnTo>
                    <a:pt x="6732517" y="1098756"/>
                  </a:lnTo>
                  <a:lnTo>
                    <a:pt x="6660894" y="1092104"/>
                  </a:lnTo>
                  <a:lnTo>
                    <a:pt x="6589272" y="1085297"/>
                  </a:lnTo>
                  <a:lnTo>
                    <a:pt x="6517649" y="1078331"/>
                  </a:lnTo>
                  <a:lnTo>
                    <a:pt x="6446027" y="1071203"/>
                  </a:lnTo>
                  <a:lnTo>
                    <a:pt x="6374404" y="1063908"/>
                  </a:lnTo>
                  <a:lnTo>
                    <a:pt x="6302782" y="1056443"/>
                  </a:lnTo>
                  <a:lnTo>
                    <a:pt x="6231159" y="1048803"/>
                  </a:lnTo>
                  <a:lnTo>
                    <a:pt x="6159537" y="1040986"/>
                  </a:lnTo>
                  <a:lnTo>
                    <a:pt x="6087914" y="1032985"/>
                  </a:lnTo>
                  <a:lnTo>
                    <a:pt x="6016292" y="1024798"/>
                  </a:lnTo>
                  <a:lnTo>
                    <a:pt x="5944669" y="1016420"/>
                  </a:lnTo>
                  <a:lnTo>
                    <a:pt x="5873047" y="1007846"/>
                  </a:lnTo>
                  <a:lnTo>
                    <a:pt x="5801424" y="999072"/>
                  </a:lnTo>
                  <a:lnTo>
                    <a:pt x="5729802" y="990093"/>
                  </a:lnTo>
                  <a:lnTo>
                    <a:pt x="5658179" y="980904"/>
                  </a:lnTo>
                  <a:lnTo>
                    <a:pt x="5586557" y="971501"/>
                  </a:lnTo>
                  <a:lnTo>
                    <a:pt x="5514934" y="961879"/>
                  </a:lnTo>
                  <a:lnTo>
                    <a:pt x="5443311" y="952031"/>
                  </a:lnTo>
                  <a:lnTo>
                    <a:pt x="5371689" y="941954"/>
                  </a:lnTo>
                  <a:lnTo>
                    <a:pt x="5300066" y="931642"/>
                  </a:lnTo>
                  <a:lnTo>
                    <a:pt x="5228444" y="921089"/>
                  </a:lnTo>
                  <a:lnTo>
                    <a:pt x="5156821" y="910289"/>
                  </a:lnTo>
                  <a:lnTo>
                    <a:pt x="5085199" y="899237"/>
                  </a:lnTo>
                  <a:lnTo>
                    <a:pt x="5013576" y="887928"/>
                  </a:lnTo>
                  <a:lnTo>
                    <a:pt x="4941954" y="876354"/>
                  </a:lnTo>
                  <a:lnTo>
                    <a:pt x="4870331" y="864510"/>
                  </a:lnTo>
                  <a:lnTo>
                    <a:pt x="4798709" y="852389"/>
                  </a:lnTo>
                  <a:lnTo>
                    <a:pt x="4727086" y="839986"/>
                  </a:lnTo>
                  <a:lnTo>
                    <a:pt x="4655464" y="827293"/>
                  </a:lnTo>
                  <a:lnTo>
                    <a:pt x="4583841" y="814303"/>
                  </a:lnTo>
                  <a:lnTo>
                    <a:pt x="4512219" y="801011"/>
                  </a:lnTo>
                  <a:lnTo>
                    <a:pt x="4440596" y="787408"/>
                  </a:lnTo>
                  <a:lnTo>
                    <a:pt x="4368974" y="773487"/>
                  </a:lnTo>
                  <a:lnTo>
                    <a:pt x="4297351" y="759241"/>
                  </a:lnTo>
                  <a:lnTo>
                    <a:pt x="4225729" y="744663"/>
                  </a:lnTo>
                  <a:lnTo>
                    <a:pt x="4154106" y="729744"/>
                  </a:lnTo>
                  <a:lnTo>
                    <a:pt x="4082483" y="714478"/>
                  </a:lnTo>
                  <a:lnTo>
                    <a:pt x="4010861" y="698854"/>
                  </a:lnTo>
                  <a:lnTo>
                    <a:pt x="3939238" y="682866"/>
                  </a:lnTo>
                  <a:lnTo>
                    <a:pt x="3867616" y="666505"/>
                  </a:lnTo>
                  <a:lnTo>
                    <a:pt x="3795993" y="649761"/>
                  </a:lnTo>
                  <a:lnTo>
                    <a:pt x="3724371" y="632627"/>
                  </a:lnTo>
                  <a:lnTo>
                    <a:pt x="3652748" y="615093"/>
                  </a:lnTo>
                  <a:lnTo>
                    <a:pt x="3581126" y="597149"/>
                  </a:lnTo>
                  <a:lnTo>
                    <a:pt x="3509503" y="578787"/>
                  </a:lnTo>
                  <a:lnTo>
                    <a:pt x="3437881" y="559995"/>
                  </a:lnTo>
                  <a:lnTo>
                    <a:pt x="3366258" y="547979"/>
                  </a:lnTo>
                  <a:lnTo>
                    <a:pt x="3294636" y="538965"/>
                  </a:lnTo>
                  <a:lnTo>
                    <a:pt x="3223013" y="529854"/>
                  </a:lnTo>
                  <a:lnTo>
                    <a:pt x="3151391" y="520644"/>
                  </a:lnTo>
                  <a:lnTo>
                    <a:pt x="3079768" y="511336"/>
                  </a:lnTo>
                  <a:lnTo>
                    <a:pt x="3008146" y="501926"/>
                  </a:lnTo>
                  <a:lnTo>
                    <a:pt x="2936523" y="492416"/>
                  </a:lnTo>
                  <a:lnTo>
                    <a:pt x="2864901" y="482803"/>
                  </a:lnTo>
                  <a:lnTo>
                    <a:pt x="2793278" y="473086"/>
                  </a:lnTo>
                  <a:lnTo>
                    <a:pt x="2721655" y="463264"/>
                  </a:lnTo>
                  <a:lnTo>
                    <a:pt x="2650033" y="453336"/>
                  </a:lnTo>
                  <a:lnTo>
                    <a:pt x="2578410" y="443302"/>
                  </a:lnTo>
                  <a:lnTo>
                    <a:pt x="2506788" y="433159"/>
                  </a:lnTo>
                  <a:lnTo>
                    <a:pt x="2435165" y="422906"/>
                  </a:lnTo>
                  <a:lnTo>
                    <a:pt x="2363543" y="412543"/>
                  </a:lnTo>
                  <a:lnTo>
                    <a:pt x="2291920" y="402069"/>
                  </a:lnTo>
                  <a:lnTo>
                    <a:pt x="2220298" y="391481"/>
                  </a:lnTo>
                  <a:lnTo>
                    <a:pt x="2148675" y="380779"/>
                  </a:lnTo>
                  <a:lnTo>
                    <a:pt x="2077053" y="369962"/>
                  </a:lnTo>
                  <a:lnTo>
                    <a:pt x="2005430" y="359028"/>
                  </a:lnTo>
                  <a:lnTo>
                    <a:pt x="1933808" y="347976"/>
                  </a:lnTo>
                  <a:lnTo>
                    <a:pt x="1862185" y="336804"/>
                  </a:lnTo>
                  <a:lnTo>
                    <a:pt x="1790563" y="325513"/>
                  </a:lnTo>
                  <a:lnTo>
                    <a:pt x="1718940" y="314099"/>
                  </a:lnTo>
                  <a:lnTo>
                    <a:pt x="1647318" y="302563"/>
                  </a:lnTo>
                  <a:lnTo>
                    <a:pt x="1575695" y="290902"/>
                  </a:lnTo>
                  <a:lnTo>
                    <a:pt x="1504073" y="279115"/>
                  </a:lnTo>
                  <a:lnTo>
                    <a:pt x="1432450" y="267201"/>
                  </a:lnTo>
                  <a:lnTo>
                    <a:pt x="1360827" y="255159"/>
                  </a:lnTo>
                  <a:lnTo>
                    <a:pt x="1289205" y="242986"/>
                  </a:lnTo>
                  <a:lnTo>
                    <a:pt x="1217582" y="230683"/>
                  </a:lnTo>
                  <a:lnTo>
                    <a:pt x="1145960" y="218246"/>
                  </a:lnTo>
                  <a:lnTo>
                    <a:pt x="1074337" y="205676"/>
                  </a:lnTo>
                  <a:lnTo>
                    <a:pt x="1002715" y="192970"/>
                  </a:lnTo>
                  <a:lnTo>
                    <a:pt x="931092" y="180127"/>
                  </a:lnTo>
                  <a:lnTo>
                    <a:pt x="859470" y="167145"/>
                  </a:lnTo>
                  <a:lnTo>
                    <a:pt x="787847" y="154023"/>
                  </a:lnTo>
                  <a:lnTo>
                    <a:pt x="716225" y="140760"/>
                  </a:lnTo>
                  <a:lnTo>
                    <a:pt x="644602" y="127354"/>
                  </a:lnTo>
                  <a:lnTo>
                    <a:pt x="572980" y="113803"/>
                  </a:lnTo>
                  <a:lnTo>
                    <a:pt x="501357" y="100106"/>
                  </a:lnTo>
                  <a:lnTo>
                    <a:pt x="429735" y="86261"/>
                  </a:lnTo>
                  <a:lnTo>
                    <a:pt x="358112" y="72267"/>
                  </a:lnTo>
                  <a:lnTo>
                    <a:pt x="286490" y="58122"/>
                  </a:lnTo>
                  <a:lnTo>
                    <a:pt x="214867" y="43824"/>
                  </a:lnTo>
                  <a:lnTo>
                    <a:pt x="143245" y="29373"/>
                  </a:lnTo>
                  <a:lnTo>
                    <a:pt x="71622" y="147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699707"/>
              <a:ext cx="7090630" cy="1509070"/>
            </a:xfrm>
            <a:custGeom>
              <a:avLst/>
              <a:pathLst>
                <a:path w="7090630" h="1509070">
                  <a:moveTo>
                    <a:pt x="0" y="0"/>
                  </a:moveTo>
                  <a:lnTo>
                    <a:pt x="71622" y="31135"/>
                  </a:lnTo>
                  <a:lnTo>
                    <a:pt x="143245" y="61748"/>
                  </a:lnTo>
                  <a:lnTo>
                    <a:pt x="214867" y="91848"/>
                  </a:lnTo>
                  <a:lnTo>
                    <a:pt x="286490" y="121444"/>
                  </a:lnTo>
                  <a:lnTo>
                    <a:pt x="358112" y="150543"/>
                  </a:lnTo>
                  <a:lnTo>
                    <a:pt x="429735" y="179155"/>
                  </a:lnTo>
                  <a:lnTo>
                    <a:pt x="501357" y="207288"/>
                  </a:lnTo>
                  <a:lnTo>
                    <a:pt x="572980" y="234948"/>
                  </a:lnTo>
                  <a:lnTo>
                    <a:pt x="644602" y="262145"/>
                  </a:lnTo>
                  <a:lnTo>
                    <a:pt x="716225" y="288887"/>
                  </a:lnTo>
                  <a:lnTo>
                    <a:pt x="787847" y="315180"/>
                  </a:lnTo>
                  <a:lnTo>
                    <a:pt x="859470" y="341032"/>
                  </a:lnTo>
                  <a:lnTo>
                    <a:pt x="931092" y="366451"/>
                  </a:lnTo>
                  <a:lnTo>
                    <a:pt x="1002715" y="391444"/>
                  </a:lnTo>
                  <a:lnTo>
                    <a:pt x="1074337" y="416018"/>
                  </a:lnTo>
                  <a:lnTo>
                    <a:pt x="1145960" y="440180"/>
                  </a:lnTo>
                  <a:lnTo>
                    <a:pt x="1217582" y="463937"/>
                  </a:lnTo>
                  <a:lnTo>
                    <a:pt x="1289205" y="487296"/>
                  </a:lnTo>
                  <a:lnTo>
                    <a:pt x="1360827" y="510263"/>
                  </a:lnTo>
                  <a:lnTo>
                    <a:pt x="1432450" y="532846"/>
                  </a:lnTo>
                  <a:lnTo>
                    <a:pt x="1504073" y="555050"/>
                  </a:lnTo>
                  <a:lnTo>
                    <a:pt x="1575695" y="576881"/>
                  </a:lnTo>
                  <a:lnTo>
                    <a:pt x="1647318" y="598347"/>
                  </a:lnTo>
                  <a:lnTo>
                    <a:pt x="1718940" y="619453"/>
                  </a:lnTo>
                  <a:lnTo>
                    <a:pt x="1790563" y="640205"/>
                  </a:lnTo>
                  <a:lnTo>
                    <a:pt x="1862185" y="660610"/>
                  </a:lnTo>
                  <a:lnTo>
                    <a:pt x="1933808" y="680672"/>
                  </a:lnTo>
                  <a:lnTo>
                    <a:pt x="2005430" y="700398"/>
                  </a:lnTo>
                  <a:lnTo>
                    <a:pt x="2077053" y="719794"/>
                  </a:lnTo>
                  <a:lnTo>
                    <a:pt x="2148675" y="738864"/>
                  </a:lnTo>
                  <a:lnTo>
                    <a:pt x="2220298" y="757615"/>
                  </a:lnTo>
                  <a:lnTo>
                    <a:pt x="2291920" y="776051"/>
                  </a:lnTo>
                  <a:lnTo>
                    <a:pt x="2363543" y="794178"/>
                  </a:lnTo>
                  <a:lnTo>
                    <a:pt x="2435165" y="812002"/>
                  </a:lnTo>
                  <a:lnTo>
                    <a:pt x="2506788" y="829527"/>
                  </a:lnTo>
                  <a:lnTo>
                    <a:pt x="2578410" y="846758"/>
                  </a:lnTo>
                  <a:lnTo>
                    <a:pt x="2650033" y="863700"/>
                  </a:lnTo>
                  <a:lnTo>
                    <a:pt x="2721655" y="880358"/>
                  </a:lnTo>
                  <a:lnTo>
                    <a:pt x="2793278" y="896738"/>
                  </a:lnTo>
                  <a:lnTo>
                    <a:pt x="2864901" y="912842"/>
                  </a:lnTo>
                  <a:lnTo>
                    <a:pt x="2936523" y="928677"/>
                  </a:lnTo>
                  <a:lnTo>
                    <a:pt x="3008146" y="944246"/>
                  </a:lnTo>
                  <a:lnTo>
                    <a:pt x="3079768" y="959554"/>
                  </a:lnTo>
                  <a:lnTo>
                    <a:pt x="3151391" y="974606"/>
                  </a:lnTo>
                  <a:lnTo>
                    <a:pt x="3223013" y="989405"/>
                  </a:lnTo>
                  <a:lnTo>
                    <a:pt x="3294636" y="1003956"/>
                  </a:lnTo>
                  <a:lnTo>
                    <a:pt x="3366258" y="1018264"/>
                  </a:lnTo>
                  <a:lnTo>
                    <a:pt x="3437881" y="1032331"/>
                  </a:lnTo>
                  <a:lnTo>
                    <a:pt x="3509503" y="1046163"/>
                  </a:lnTo>
                  <a:lnTo>
                    <a:pt x="3581126" y="1059763"/>
                  </a:lnTo>
                  <a:lnTo>
                    <a:pt x="3652748" y="1073135"/>
                  </a:lnTo>
                  <a:lnTo>
                    <a:pt x="3724371" y="1086283"/>
                  </a:lnTo>
                  <a:lnTo>
                    <a:pt x="3795993" y="1099210"/>
                  </a:lnTo>
                  <a:lnTo>
                    <a:pt x="3867616" y="1111921"/>
                  </a:lnTo>
                  <a:lnTo>
                    <a:pt x="3939238" y="1124419"/>
                  </a:lnTo>
                  <a:lnTo>
                    <a:pt x="4010861" y="1136707"/>
                  </a:lnTo>
                  <a:lnTo>
                    <a:pt x="4082483" y="1148789"/>
                  </a:lnTo>
                  <a:lnTo>
                    <a:pt x="4154106" y="1160669"/>
                  </a:lnTo>
                  <a:lnTo>
                    <a:pt x="4225729" y="1172350"/>
                  </a:lnTo>
                  <a:lnTo>
                    <a:pt x="4297351" y="1183834"/>
                  </a:lnTo>
                  <a:lnTo>
                    <a:pt x="4368974" y="1195127"/>
                  </a:lnTo>
                  <a:lnTo>
                    <a:pt x="4440596" y="1206230"/>
                  </a:lnTo>
                  <a:lnTo>
                    <a:pt x="4512219" y="1217147"/>
                  </a:lnTo>
                  <a:lnTo>
                    <a:pt x="4583841" y="1227881"/>
                  </a:lnTo>
                  <a:lnTo>
                    <a:pt x="4655464" y="1238435"/>
                  </a:lnTo>
                  <a:lnTo>
                    <a:pt x="4727086" y="1248812"/>
                  </a:lnTo>
                  <a:lnTo>
                    <a:pt x="4798709" y="1259015"/>
                  </a:lnTo>
                  <a:lnTo>
                    <a:pt x="4870331" y="1269047"/>
                  </a:lnTo>
                  <a:lnTo>
                    <a:pt x="4941954" y="1278911"/>
                  </a:lnTo>
                  <a:lnTo>
                    <a:pt x="5013576" y="1288610"/>
                  </a:lnTo>
                  <a:lnTo>
                    <a:pt x="5085199" y="1298146"/>
                  </a:lnTo>
                  <a:lnTo>
                    <a:pt x="5156821" y="1307523"/>
                  </a:lnTo>
                  <a:lnTo>
                    <a:pt x="5228444" y="1316742"/>
                  </a:lnTo>
                  <a:lnTo>
                    <a:pt x="5300066" y="1325806"/>
                  </a:lnTo>
                  <a:lnTo>
                    <a:pt x="5371689" y="1334719"/>
                  </a:lnTo>
                  <a:lnTo>
                    <a:pt x="5443311" y="1343482"/>
                  </a:lnTo>
                  <a:lnTo>
                    <a:pt x="5514934" y="1352099"/>
                  </a:lnTo>
                  <a:lnTo>
                    <a:pt x="5586557" y="1360571"/>
                  </a:lnTo>
                  <a:lnTo>
                    <a:pt x="5658179" y="1368901"/>
                  </a:lnTo>
                  <a:lnTo>
                    <a:pt x="5729802" y="1377091"/>
                  </a:lnTo>
                  <a:lnTo>
                    <a:pt x="5801424" y="1385144"/>
                  </a:lnTo>
                  <a:lnTo>
                    <a:pt x="5873047" y="1393062"/>
                  </a:lnTo>
                  <a:lnTo>
                    <a:pt x="5944669" y="1400848"/>
                  </a:lnTo>
                  <a:lnTo>
                    <a:pt x="6016292" y="1408503"/>
                  </a:lnTo>
                  <a:lnTo>
                    <a:pt x="6087914" y="1416029"/>
                  </a:lnTo>
                  <a:lnTo>
                    <a:pt x="6159537" y="1423430"/>
                  </a:lnTo>
                  <a:lnTo>
                    <a:pt x="6231159" y="1430706"/>
                  </a:lnTo>
                  <a:lnTo>
                    <a:pt x="6302782" y="1437860"/>
                  </a:lnTo>
                  <a:lnTo>
                    <a:pt x="6374404" y="1444895"/>
                  </a:lnTo>
                  <a:lnTo>
                    <a:pt x="6446027" y="1451811"/>
                  </a:lnTo>
                  <a:lnTo>
                    <a:pt x="6517649" y="1458612"/>
                  </a:lnTo>
                  <a:lnTo>
                    <a:pt x="6589272" y="1465299"/>
                  </a:lnTo>
                  <a:lnTo>
                    <a:pt x="6660894" y="1471873"/>
                  </a:lnTo>
                  <a:lnTo>
                    <a:pt x="6732517" y="1478338"/>
                  </a:lnTo>
                  <a:lnTo>
                    <a:pt x="6804139" y="1484694"/>
                  </a:lnTo>
                  <a:lnTo>
                    <a:pt x="6875762" y="1490943"/>
                  </a:lnTo>
                  <a:lnTo>
                    <a:pt x="6947385" y="1497088"/>
                  </a:lnTo>
                  <a:lnTo>
                    <a:pt x="7019007" y="1503130"/>
                  </a:lnTo>
                  <a:lnTo>
                    <a:pt x="7090630" y="15090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(1.14-1.32), p_Bonf = &lt;0.001 (n = 6)  |  per IQR decline (Δ = 29.3 %): 1.81 (1.46-2.25)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2026-10-08T10:05:49Z</dcterms:modified>
  <cp:category/>
</cp:coreProperties>
</file>