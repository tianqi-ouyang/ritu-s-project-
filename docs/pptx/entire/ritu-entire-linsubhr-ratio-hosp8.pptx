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370694"/>
              <a:ext cx="7090630" cy="2991546"/>
            </a:xfrm>
            <a:custGeom>
              <a:avLst/>
              <a:pathLst>
                <a:path w="7090630" h="2991546">
                  <a:moveTo>
                    <a:pt x="0" y="0"/>
                  </a:moveTo>
                  <a:lnTo>
                    <a:pt x="71622" y="88663"/>
                  </a:lnTo>
                  <a:lnTo>
                    <a:pt x="143245" y="174860"/>
                  </a:lnTo>
                  <a:lnTo>
                    <a:pt x="214867" y="258658"/>
                  </a:lnTo>
                  <a:lnTo>
                    <a:pt x="286490" y="340124"/>
                  </a:lnTo>
                  <a:lnTo>
                    <a:pt x="358112" y="419324"/>
                  </a:lnTo>
                  <a:lnTo>
                    <a:pt x="429735" y="496321"/>
                  </a:lnTo>
                  <a:lnTo>
                    <a:pt x="501357" y="571174"/>
                  </a:lnTo>
                  <a:lnTo>
                    <a:pt x="572980" y="643945"/>
                  </a:lnTo>
                  <a:lnTo>
                    <a:pt x="644602" y="714692"/>
                  </a:lnTo>
                  <a:lnTo>
                    <a:pt x="716225" y="783469"/>
                  </a:lnTo>
                  <a:lnTo>
                    <a:pt x="787847" y="850334"/>
                  </a:lnTo>
                  <a:lnTo>
                    <a:pt x="859470" y="915337"/>
                  </a:lnTo>
                  <a:lnTo>
                    <a:pt x="931092" y="978532"/>
                  </a:lnTo>
                  <a:lnTo>
                    <a:pt x="1002715" y="1039969"/>
                  </a:lnTo>
                  <a:lnTo>
                    <a:pt x="1074337" y="1099696"/>
                  </a:lnTo>
                  <a:lnTo>
                    <a:pt x="1145960" y="1157761"/>
                  </a:lnTo>
                  <a:lnTo>
                    <a:pt x="1217582" y="1214211"/>
                  </a:lnTo>
                  <a:lnTo>
                    <a:pt x="1289205" y="1269090"/>
                  </a:lnTo>
                  <a:lnTo>
                    <a:pt x="1360827" y="1322442"/>
                  </a:lnTo>
                  <a:lnTo>
                    <a:pt x="1432450" y="1374310"/>
                  </a:lnTo>
                  <a:lnTo>
                    <a:pt x="1504073" y="1424734"/>
                  </a:lnTo>
                  <a:lnTo>
                    <a:pt x="1575695" y="1473756"/>
                  </a:lnTo>
                  <a:lnTo>
                    <a:pt x="1647318" y="1521413"/>
                  </a:lnTo>
                  <a:lnTo>
                    <a:pt x="1718940" y="1567744"/>
                  </a:lnTo>
                  <a:lnTo>
                    <a:pt x="1790563" y="1612787"/>
                  </a:lnTo>
                  <a:lnTo>
                    <a:pt x="1862185" y="1656576"/>
                  </a:lnTo>
                  <a:lnTo>
                    <a:pt x="1933808" y="1699146"/>
                  </a:lnTo>
                  <a:lnTo>
                    <a:pt x="2005430" y="1740532"/>
                  </a:lnTo>
                  <a:lnTo>
                    <a:pt x="2077053" y="1780767"/>
                  </a:lnTo>
                  <a:lnTo>
                    <a:pt x="2148675" y="1819882"/>
                  </a:lnTo>
                  <a:lnTo>
                    <a:pt x="2220298" y="1857908"/>
                  </a:lnTo>
                  <a:lnTo>
                    <a:pt x="2291920" y="1894877"/>
                  </a:lnTo>
                  <a:lnTo>
                    <a:pt x="2363543" y="1930817"/>
                  </a:lnTo>
                  <a:lnTo>
                    <a:pt x="2435165" y="1965757"/>
                  </a:lnTo>
                  <a:lnTo>
                    <a:pt x="2506788" y="1999725"/>
                  </a:lnTo>
                  <a:lnTo>
                    <a:pt x="2578410" y="2032748"/>
                  </a:lnTo>
                  <a:lnTo>
                    <a:pt x="2650033" y="2064851"/>
                  </a:lnTo>
                  <a:lnTo>
                    <a:pt x="2721655" y="2096062"/>
                  </a:lnTo>
                  <a:lnTo>
                    <a:pt x="2793278" y="2126404"/>
                  </a:lnTo>
                  <a:lnTo>
                    <a:pt x="2864901" y="2155902"/>
                  </a:lnTo>
                  <a:lnTo>
                    <a:pt x="2936523" y="2184579"/>
                  </a:lnTo>
                  <a:lnTo>
                    <a:pt x="3008146" y="2212459"/>
                  </a:lnTo>
                  <a:lnTo>
                    <a:pt x="3079768" y="2239562"/>
                  </a:lnTo>
                  <a:lnTo>
                    <a:pt x="3151391" y="2265911"/>
                  </a:lnTo>
                  <a:lnTo>
                    <a:pt x="3223013" y="2291528"/>
                  </a:lnTo>
                  <a:lnTo>
                    <a:pt x="3294636" y="2316431"/>
                  </a:lnTo>
                  <a:lnTo>
                    <a:pt x="3366258" y="2340642"/>
                  </a:lnTo>
                  <a:lnTo>
                    <a:pt x="3437881" y="2357312"/>
                  </a:lnTo>
                  <a:lnTo>
                    <a:pt x="3509503" y="2358038"/>
                  </a:lnTo>
                  <a:lnTo>
                    <a:pt x="3581126" y="2358763"/>
                  </a:lnTo>
                  <a:lnTo>
                    <a:pt x="3652748" y="2359487"/>
                  </a:lnTo>
                  <a:lnTo>
                    <a:pt x="3724371" y="2360210"/>
                  </a:lnTo>
                  <a:lnTo>
                    <a:pt x="3795993" y="2360933"/>
                  </a:lnTo>
                  <a:lnTo>
                    <a:pt x="3867616" y="2361655"/>
                  </a:lnTo>
                  <a:lnTo>
                    <a:pt x="3939238" y="2362377"/>
                  </a:lnTo>
                  <a:lnTo>
                    <a:pt x="4010861" y="2363098"/>
                  </a:lnTo>
                  <a:lnTo>
                    <a:pt x="4082483" y="2363818"/>
                  </a:lnTo>
                  <a:lnTo>
                    <a:pt x="4154106" y="2364538"/>
                  </a:lnTo>
                  <a:lnTo>
                    <a:pt x="4225729" y="2365257"/>
                  </a:lnTo>
                  <a:lnTo>
                    <a:pt x="4297351" y="2365975"/>
                  </a:lnTo>
                  <a:lnTo>
                    <a:pt x="4368974" y="2366693"/>
                  </a:lnTo>
                  <a:lnTo>
                    <a:pt x="4440596" y="2367410"/>
                  </a:lnTo>
                  <a:lnTo>
                    <a:pt x="4512219" y="2368127"/>
                  </a:lnTo>
                  <a:lnTo>
                    <a:pt x="4583841" y="2368843"/>
                  </a:lnTo>
                  <a:lnTo>
                    <a:pt x="4655464" y="2369558"/>
                  </a:lnTo>
                  <a:lnTo>
                    <a:pt x="4727086" y="2370273"/>
                  </a:lnTo>
                  <a:lnTo>
                    <a:pt x="4798709" y="2370987"/>
                  </a:lnTo>
                  <a:lnTo>
                    <a:pt x="4870331" y="2371700"/>
                  </a:lnTo>
                  <a:lnTo>
                    <a:pt x="4941954" y="2372413"/>
                  </a:lnTo>
                  <a:lnTo>
                    <a:pt x="5013576" y="2373125"/>
                  </a:lnTo>
                  <a:lnTo>
                    <a:pt x="5085199" y="2373837"/>
                  </a:lnTo>
                  <a:lnTo>
                    <a:pt x="5156821" y="2374548"/>
                  </a:lnTo>
                  <a:lnTo>
                    <a:pt x="5228444" y="2375258"/>
                  </a:lnTo>
                  <a:lnTo>
                    <a:pt x="5300066" y="2375968"/>
                  </a:lnTo>
                  <a:lnTo>
                    <a:pt x="5371689" y="2376677"/>
                  </a:lnTo>
                  <a:lnTo>
                    <a:pt x="5443311" y="2377386"/>
                  </a:lnTo>
                  <a:lnTo>
                    <a:pt x="5514934" y="2378093"/>
                  </a:lnTo>
                  <a:lnTo>
                    <a:pt x="5586557" y="2378801"/>
                  </a:lnTo>
                  <a:lnTo>
                    <a:pt x="5658179" y="2379507"/>
                  </a:lnTo>
                  <a:lnTo>
                    <a:pt x="5729802" y="2380213"/>
                  </a:lnTo>
                  <a:lnTo>
                    <a:pt x="5801424" y="2380919"/>
                  </a:lnTo>
                  <a:lnTo>
                    <a:pt x="5873047" y="2381623"/>
                  </a:lnTo>
                  <a:lnTo>
                    <a:pt x="5944669" y="2382327"/>
                  </a:lnTo>
                  <a:lnTo>
                    <a:pt x="6016292" y="2383031"/>
                  </a:lnTo>
                  <a:lnTo>
                    <a:pt x="6087914" y="2383734"/>
                  </a:lnTo>
                  <a:lnTo>
                    <a:pt x="6159537" y="2384436"/>
                  </a:lnTo>
                  <a:lnTo>
                    <a:pt x="6231159" y="2385138"/>
                  </a:lnTo>
                  <a:lnTo>
                    <a:pt x="6302782" y="2385839"/>
                  </a:lnTo>
                  <a:lnTo>
                    <a:pt x="6374404" y="2386539"/>
                  </a:lnTo>
                  <a:lnTo>
                    <a:pt x="6446027" y="2387239"/>
                  </a:lnTo>
                  <a:lnTo>
                    <a:pt x="6517649" y="2387938"/>
                  </a:lnTo>
                  <a:lnTo>
                    <a:pt x="6589272" y="2388637"/>
                  </a:lnTo>
                  <a:lnTo>
                    <a:pt x="6660894" y="2389335"/>
                  </a:lnTo>
                  <a:lnTo>
                    <a:pt x="6732517" y="2390032"/>
                  </a:lnTo>
                  <a:lnTo>
                    <a:pt x="6804139" y="2390729"/>
                  </a:lnTo>
                  <a:lnTo>
                    <a:pt x="6875762" y="2391425"/>
                  </a:lnTo>
                  <a:lnTo>
                    <a:pt x="6947385" y="2392121"/>
                  </a:lnTo>
                  <a:lnTo>
                    <a:pt x="7019007" y="2392816"/>
                  </a:lnTo>
                  <a:lnTo>
                    <a:pt x="7090630" y="2393510"/>
                  </a:lnTo>
                  <a:lnTo>
                    <a:pt x="7090630" y="2991546"/>
                  </a:lnTo>
                  <a:lnTo>
                    <a:pt x="7019007" y="2985965"/>
                  </a:lnTo>
                  <a:lnTo>
                    <a:pt x="6947385" y="2980224"/>
                  </a:lnTo>
                  <a:lnTo>
                    <a:pt x="6875762" y="2974319"/>
                  </a:lnTo>
                  <a:lnTo>
                    <a:pt x="6804139" y="2968244"/>
                  </a:lnTo>
                  <a:lnTo>
                    <a:pt x="6732517" y="2961996"/>
                  </a:lnTo>
                  <a:lnTo>
                    <a:pt x="6660894" y="2955569"/>
                  </a:lnTo>
                  <a:lnTo>
                    <a:pt x="6589272" y="2948958"/>
                  </a:lnTo>
                  <a:lnTo>
                    <a:pt x="6517649" y="2942158"/>
                  </a:lnTo>
                  <a:lnTo>
                    <a:pt x="6446027" y="2935163"/>
                  </a:lnTo>
                  <a:lnTo>
                    <a:pt x="6374404" y="2927968"/>
                  </a:lnTo>
                  <a:lnTo>
                    <a:pt x="6302782" y="2920567"/>
                  </a:lnTo>
                  <a:lnTo>
                    <a:pt x="6231159" y="2912955"/>
                  </a:lnTo>
                  <a:lnTo>
                    <a:pt x="6159537" y="2905124"/>
                  </a:lnTo>
                  <a:lnTo>
                    <a:pt x="6087914" y="2897069"/>
                  </a:lnTo>
                  <a:lnTo>
                    <a:pt x="6016292" y="2888784"/>
                  </a:lnTo>
                  <a:lnTo>
                    <a:pt x="5944669" y="2880262"/>
                  </a:lnTo>
                  <a:lnTo>
                    <a:pt x="5873047" y="2871495"/>
                  </a:lnTo>
                  <a:lnTo>
                    <a:pt x="5801424" y="2862478"/>
                  </a:lnTo>
                  <a:lnTo>
                    <a:pt x="5729802" y="2853203"/>
                  </a:lnTo>
                  <a:lnTo>
                    <a:pt x="5658179" y="2843662"/>
                  </a:lnTo>
                  <a:lnTo>
                    <a:pt x="5586557" y="2833848"/>
                  </a:lnTo>
                  <a:lnTo>
                    <a:pt x="5514934" y="2823754"/>
                  </a:lnTo>
                  <a:lnTo>
                    <a:pt x="5443311" y="2813370"/>
                  </a:lnTo>
                  <a:lnTo>
                    <a:pt x="5371689" y="2802689"/>
                  </a:lnTo>
                  <a:lnTo>
                    <a:pt x="5300066" y="2791703"/>
                  </a:lnTo>
                  <a:lnTo>
                    <a:pt x="5228444" y="2780402"/>
                  </a:lnTo>
                  <a:lnTo>
                    <a:pt x="5156821" y="2768777"/>
                  </a:lnTo>
                  <a:lnTo>
                    <a:pt x="5085199" y="2756820"/>
                  </a:lnTo>
                  <a:lnTo>
                    <a:pt x="5013576" y="2744521"/>
                  </a:lnTo>
                  <a:lnTo>
                    <a:pt x="4941954" y="2731870"/>
                  </a:lnTo>
                  <a:lnTo>
                    <a:pt x="4870331" y="2718856"/>
                  </a:lnTo>
                  <a:lnTo>
                    <a:pt x="4798709" y="2705471"/>
                  </a:lnTo>
                  <a:lnTo>
                    <a:pt x="4727086" y="2691702"/>
                  </a:lnTo>
                  <a:lnTo>
                    <a:pt x="4655464" y="2677539"/>
                  </a:lnTo>
                  <a:lnTo>
                    <a:pt x="4583841" y="2662970"/>
                  </a:lnTo>
                  <a:lnTo>
                    <a:pt x="4512219" y="2647985"/>
                  </a:lnTo>
                  <a:lnTo>
                    <a:pt x="4440596" y="2632571"/>
                  </a:lnTo>
                  <a:lnTo>
                    <a:pt x="4368974" y="2616715"/>
                  </a:lnTo>
                  <a:lnTo>
                    <a:pt x="4297351" y="2600406"/>
                  </a:lnTo>
                  <a:lnTo>
                    <a:pt x="4225729" y="2583630"/>
                  </a:lnTo>
                  <a:lnTo>
                    <a:pt x="4154106" y="2566374"/>
                  </a:lnTo>
                  <a:lnTo>
                    <a:pt x="4082483" y="2548624"/>
                  </a:lnTo>
                  <a:lnTo>
                    <a:pt x="4010861" y="2530366"/>
                  </a:lnTo>
                  <a:lnTo>
                    <a:pt x="3939238" y="2511586"/>
                  </a:lnTo>
                  <a:lnTo>
                    <a:pt x="3867616" y="2492268"/>
                  </a:lnTo>
                  <a:lnTo>
                    <a:pt x="3795993" y="2472397"/>
                  </a:lnTo>
                  <a:lnTo>
                    <a:pt x="3724371" y="2451957"/>
                  </a:lnTo>
                  <a:lnTo>
                    <a:pt x="3652748" y="2430932"/>
                  </a:lnTo>
                  <a:lnTo>
                    <a:pt x="3581126" y="2409306"/>
                  </a:lnTo>
                  <a:lnTo>
                    <a:pt x="3509503" y="2387061"/>
                  </a:lnTo>
                  <a:lnTo>
                    <a:pt x="3437881" y="2364179"/>
                  </a:lnTo>
                  <a:lnTo>
                    <a:pt x="3366258" y="2356586"/>
                  </a:lnTo>
                  <a:lnTo>
                    <a:pt x="3294636" y="2355860"/>
                  </a:lnTo>
                  <a:lnTo>
                    <a:pt x="3223013" y="2355132"/>
                  </a:lnTo>
                  <a:lnTo>
                    <a:pt x="3151391" y="2354404"/>
                  </a:lnTo>
                  <a:lnTo>
                    <a:pt x="3079768" y="2353676"/>
                  </a:lnTo>
                  <a:lnTo>
                    <a:pt x="3008146" y="2352947"/>
                  </a:lnTo>
                  <a:lnTo>
                    <a:pt x="2936523" y="2352217"/>
                  </a:lnTo>
                  <a:lnTo>
                    <a:pt x="2864901" y="2351486"/>
                  </a:lnTo>
                  <a:lnTo>
                    <a:pt x="2793278" y="2350755"/>
                  </a:lnTo>
                  <a:lnTo>
                    <a:pt x="2721655" y="2350023"/>
                  </a:lnTo>
                  <a:lnTo>
                    <a:pt x="2650033" y="2349291"/>
                  </a:lnTo>
                  <a:lnTo>
                    <a:pt x="2578410" y="2348558"/>
                  </a:lnTo>
                  <a:lnTo>
                    <a:pt x="2506788" y="2347824"/>
                  </a:lnTo>
                  <a:lnTo>
                    <a:pt x="2435165" y="2347090"/>
                  </a:lnTo>
                  <a:lnTo>
                    <a:pt x="2363543" y="2346355"/>
                  </a:lnTo>
                  <a:lnTo>
                    <a:pt x="2291920" y="2345619"/>
                  </a:lnTo>
                  <a:lnTo>
                    <a:pt x="2220298" y="2344883"/>
                  </a:lnTo>
                  <a:lnTo>
                    <a:pt x="2148675" y="2344146"/>
                  </a:lnTo>
                  <a:lnTo>
                    <a:pt x="2077053" y="2343408"/>
                  </a:lnTo>
                  <a:lnTo>
                    <a:pt x="2005430" y="2342670"/>
                  </a:lnTo>
                  <a:lnTo>
                    <a:pt x="1933808" y="2341931"/>
                  </a:lnTo>
                  <a:lnTo>
                    <a:pt x="1862185" y="2341192"/>
                  </a:lnTo>
                  <a:lnTo>
                    <a:pt x="1790563" y="2340452"/>
                  </a:lnTo>
                  <a:lnTo>
                    <a:pt x="1718940" y="2339711"/>
                  </a:lnTo>
                  <a:lnTo>
                    <a:pt x="1647318" y="2338970"/>
                  </a:lnTo>
                  <a:lnTo>
                    <a:pt x="1575695" y="2338227"/>
                  </a:lnTo>
                  <a:lnTo>
                    <a:pt x="1504073" y="2337485"/>
                  </a:lnTo>
                  <a:lnTo>
                    <a:pt x="1432450" y="2336741"/>
                  </a:lnTo>
                  <a:lnTo>
                    <a:pt x="1360827" y="2335997"/>
                  </a:lnTo>
                  <a:lnTo>
                    <a:pt x="1289205" y="2335253"/>
                  </a:lnTo>
                  <a:lnTo>
                    <a:pt x="1217582" y="2334507"/>
                  </a:lnTo>
                  <a:lnTo>
                    <a:pt x="1145960" y="2333761"/>
                  </a:lnTo>
                  <a:lnTo>
                    <a:pt x="1074337" y="2333015"/>
                  </a:lnTo>
                  <a:lnTo>
                    <a:pt x="1002715" y="2332267"/>
                  </a:lnTo>
                  <a:lnTo>
                    <a:pt x="931092" y="2331519"/>
                  </a:lnTo>
                  <a:lnTo>
                    <a:pt x="859470" y="2330771"/>
                  </a:lnTo>
                  <a:lnTo>
                    <a:pt x="787847" y="2330021"/>
                  </a:lnTo>
                  <a:lnTo>
                    <a:pt x="716225" y="2329271"/>
                  </a:lnTo>
                  <a:lnTo>
                    <a:pt x="644602" y="2328521"/>
                  </a:lnTo>
                  <a:lnTo>
                    <a:pt x="572980" y="2327770"/>
                  </a:lnTo>
                  <a:lnTo>
                    <a:pt x="501357" y="2327018"/>
                  </a:lnTo>
                  <a:lnTo>
                    <a:pt x="429735" y="2326265"/>
                  </a:lnTo>
                  <a:lnTo>
                    <a:pt x="358112" y="2325512"/>
                  </a:lnTo>
                  <a:lnTo>
                    <a:pt x="286490" y="2324758"/>
                  </a:lnTo>
                  <a:lnTo>
                    <a:pt x="214867" y="2324004"/>
                  </a:lnTo>
                  <a:lnTo>
                    <a:pt x="143245" y="2323248"/>
                  </a:lnTo>
                  <a:lnTo>
                    <a:pt x="71622" y="2322492"/>
                  </a:lnTo>
                  <a:lnTo>
                    <a:pt x="0" y="232173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370694"/>
              <a:ext cx="7090630" cy="2393510"/>
            </a:xfrm>
            <a:custGeom>
              <a:avLst/>
              <a:pathLst>
                <a:path w="7090630" h="2393510">
                  <a:moveTo>
                    <a:pt x="0" y="0"/>
                  </a:moveTo>
                  <a:lnTo>
                    <a:pt x="71622" y="88663"/>
                  </a:lnTo>
                  <a:lnTo>
                    <a:pt x="143245" y="174860"/>
                  </a:lnTo>
                  <a:lnTo>
                    <a:pt x="214867" y="258658"/>
                  </a:lnTo>
                  <a:lnTo>
                    <a:pt x="286490" y="340124"/>
                  </a:lnTo>
                  <a:lnTo>
                    <a:pt x="358112" y="419324"/>
                  </a:lnTo>
                  <a:lnTo>
                    <a:pt x="429735" y="496321"/>
                  </a:lnTo>
                  <a:lnTo>
                    <a:pt x="501357" y="571174"/>
                  </a:lnTo>
                  <a:lnTo>
                    <a:pt x="572980" y="643945"/>
                  </a:lnTo>
                  <a:lnTo>
                    <a:pt x="644602" y="714692"/>
                  </a:lnTo>
                  <a:lnTo>
                    <a:pt x="716225" y="783469"/>
                  </a:lnTo>
                  <a:lnTo>
                    <a:pt x="787847" y="850334"/>
                  </a:lnTo>
                  <a:lnTo>
                    <a:pt x="859470" y="915337"/>
                  </a:lnTo>
                  <a:lnTo>
                    <a:pt x="931092" y="978532"/>
                  </a:lnTo>
                  <a:lnTo>
                    <a:pt x="1002715" y="1039969"/>
                  </a:lnTo>
                  <a:lnTo>
                    <a:pt x="1074337" y="1099696"/>
                  </a:lnTo>
                  <a:lnTo>
                    <a:pt x="1145960" y="1157761"/>
                  </a:lnTo>
                  <a:lnTo>
                    <a:pt x="1217582" y="1214211"/>
                  </a:lnTo>
                  <a:lnTo>
                    <a:pt x="1289205" y="1269090"/>
                  </a:lnTo>
                  <a:lnTo>
                    <a:pt x="1360827" y="1322442"/>
                  </a:lnTo>
                  <a:lnTo>
                    <a:pt x="1432450" y="1374310"/>
                  </a:lnTo>
                  <a:lnTo>
                    <a:pt x="1504073" y="1424734"/>
                  </a:lnTo>
                  <a:lnTo>
                    <a:pt x="1575695" y="1473756"/>
                  </a:lnTo>
                  <a:lnTo>
                    <a:pt x="1647318" y="1521413"/>
                  </a:lnTo>
                  <a:lnTo>
                    <a:pt x="1718940" y="1567744"/>
                  </a:lnTo>
                  <a:lnTo>
                    <a:pt x="1790563" y="1612787"/>
                  </a:lnTo>
                  <a:lnTo>
                    <a:pt x="1862185" y="1656576"/>
                  </a:lnTo>
                  <a:lnTo>
                    <a:pt x="1933808" y="1699146"/>
                  </a:lnTo>
                  <a:lnTo>
                    <a:pt x="2005430" y="1740532"/>
                  </a:lnTo>
                  <a:lnTo>
                    <a:pt x="2077053" y="1780767"/>
                  </a:lnTo>
                  <a:lnTo>
                    <a:pt x="2148675" y="1819882"/>
                  </a:lnTo>
                  <a:lnTo>
                    <a:pt x="2220298" y="1857908"/>
                  </a:lnTo>
                  <a:lnTo>
                    <a:pt x="2291920" y="1894877"/>
                  </a:lnTo>
                  <a:lnTo>
                    <a:pt x="2363543" y="1930817"/>
                  </a:lnTo>
                  <a:lnTo>
                    <a:pt x="2435165" y="1965757"/>
                  </a:lnTo>
                  <a:lnTo>
                    <a:pt x="2506788" y="1999725"/>
                  </a:lnTo>
                  <a:lnTo>
                    <a:pt x="2578410" y="2032748"/>
                  </a:lnTo>
                  <a:lnTo>
                    <a:pt x="2650033" y="2064851"/>
                  </a:lnTo>
                  <a:lnTo>
                    <a:pt x="2721655" y="2096062"/>
                  </a:lnTo>
                  <a:lnTo>
                    <a:pt x="2793278" y="2126404"/>
                  </a:lnTo>
                  <a:lnTo>
                    <a:pt x="2864901" y="2155902"/>
                  </a:lnTo>
                  <a:lnTo>
                    <a:pt x="2936523" y="2184579"/>
                  </a:lnTo>
                  <a:lnTo>
                    <a:pt x="3008146" y="2212459"/>
                  </a:lnTo>
                  <a:lnTo>
                    <a:pt x="3079768" y="2239562"/>
                  </a:lnTo>
                  <a:lnTo>
                    <a:pt x="3151391" y="2265911"/>
                  </a:lnTo>
                  <a:lnTo>
                    <a:pt x="3223013" y="2291528"/>
                  </a:lnTo>
                  <a:lnTo>
                    <a:pt x="3294636" y="2316431"/>
                  </a:lnTo>
                  <a:lnTo>
                    <a:pt x="3366258" y="2340642"/>
                  </a:lnTo>
                  <a:lnTo>
                    <a:pt x="3437881" y="2357312"/>
                  </a:lnTo>
                  <a:lnTo>
                    <a:pt x="3509503" y="2358038"/>
                  </a:lnTo>
                  <a:lnTo>
                    <a:pt x="3581126" y="2358763"/>
                  </a:lnTo>
                  <a:lnTo>
                    <a:pt x="3652748" y="2359487"/>
                  </a:lnTo>
                  <a:lnTo>
                    <a:pt x="3724371" y="2360210"/>
                  </a:lnTo>
                  <a:lnTo>
                    <a:pt x="3795993" y="2360933"/>
                  </a:lnTo>
                  <a:lnTo>
                    <a:pt x="3867616" y="2361655"/>
                  </a:lnTo>
                  <a:lnTo>
                    <a:pt x="3939238" y="2362377"/>
                  </a:lnTo>
                  <a:lnTo>
                    <a:pt x="4010861" y="2363098"/>
                  </a:lnTo>
                  <a:lnTo>
                    <a:pt x="4082483" y="2363818"/>
                  </a:lnTo>
                  <a:lnTo>
                    <a:pt x="4154106" y="2364538"/>
                  </a:lnTo>
                  <a:lnTo>
                    <a:pt x="4225729" y="2365257"/>
                  </a:lnTo>
                  <a:lnTo>
                    <a:pt x="4297351" y="2365975"/>
                  </a:lnTo>
                  <a:lnTo>
                    <a:pt x="4368974" y="2366693"/>
                  </a:lnTo>
                  <a:lnTo>
                    <a:pt x="4440596" y="2367410"/>
                  </a:lnTo>
                  <a:lnTo>
                    <a:pt x="4512219" y="2368127"/>
                  </a:lnTo>
                  <a:lnTo>
                    <a:pt x="4583841" y="2368843"/>
                  </a:lnTo>
                  <a:lnTo>
                    <a:pt x="4655464" y="2369558"/>
                  </a:lnTo>
                  <a:lnTo>
                    <a:pt x="4727086" y="2370273"/>
                  </a:lnTo>
                  <a:lnTo>
                    <a:pt x="4798709" y="2370987"/>
                  </a:lnTo>
                  <a:lnTo>
                    <a:pt x="4870331" y="2371700"/>
                  </a:lnTo>
                  <a:lnTo>
                    <a:pt x="4941954" y="2372413"/>
                  </a:lnTo>
                  <a:lnTo>
                    <a:pt x="5013576" y="2373125"/>
                  </a:lnTo>
                  <a:lnTo>
                    <a:pt x="5085199" y="2373837"/>
                  </a:lnTo>
                  <a:lnTo>
                    <a:pt x="5156821" y="2374548"/>
                  </a:lnTo>
                  <a:lnTo>
                    <a:pt x="5228444" y="2375258"/>
                  </a:lnTo>
                  <a:lnTo>
                    <a:pt x="5300066" y="2375968"/>
                  </a:lnTo>
                  <a:lnTo>
                    <a:pt x="5371689" y="2376677"/>
                  </a:lnTo>
                  <a:lnTo>
                    <a:pt x="5443311" y="2377386"/>
                  </a:lnTo>
                  <a:lnTo>
                    <a:pt x="5514934" y="2378093"/>
                  </a:lnTo>
                  <a:lnTo>
                    <a:pt x="5586557" y="2378801"/>
                  </a:lnTo>
                  <a:lnTo>
                    <a:pt x="5658179" y="2379507"/>
                  </a:lnTo>
                  <a:lnTo>
                    <a:pt x="5729802" y="2380213"/>
                  </a:lnTo>
                  <a:lnTo>
                    <a:pt x="5801424" y="2380919"/>
                  </a:lnTo>
                  <a:lnTo>
                    <a:pt x="5873047" y="2381623"/>
                  </a:lnTo>
                  <a:lnTo>
                    <a:pt x="5944669" y="2382327"/>
                  </a:lnTo>
                  <a:lnTo>
                    <a:pt x="6016292" y="2383031"/>
                  </a:lnTo>
                  <a:lnTo>
                    <a:pt x="6087914" y="2383734"/>
                  </a:lnTo>
                  <a:lnTo>
                    <a:pt x="6159537" y="2384436"/>
                  </a:lnTo>
                  <a:lnTo>
                    <a:pt x="6231159" y="2385138"/>
                  </a:lnTo>
                  <a:lnTo>
                    <a:pt x="6302782" y="2385839"/>
                  </a:lnTo>
                  <a:lnTo>
                    <a:pt x="6374404" y="2386539"/>
                  </a:lnTo>
                  <a:lnTo>
                    <a:pt x="6446027" y="2387239"/>
                  </a:lnTo>
                  <a:lnTo>
                    <a:pt x="6517649" y="2387938"/>
                  </a:lnTo>
                  <a:lnTo>
                    <a:pt x="6589272" y="2388637"/>
                  </a:lnTo>
                  <a:lnTo>
                    <a:pt x="6660894" y="2389335"/>
                  </a:lnTo>
                  <a:lnTo>
                    <a:pt x="6732517" y="2390032"/>
                  </a:lnTo>
                  <a:lnTo>
                    <a:pt x="6804139" y="2390729"/>
                  </a:lnTo>
                  <a:lnTo>
                    <a:pt x="6875762" y="2391425"/>
                  </a:lnTo>
                  <a:lnTo>
                    <a:pt x="6947385" y="2392121"/>
                  </a:lnTo>
                  <a:lnTo>
                    <a:pt x="7019007" y="2392816"/>
                  </a:lnTo>
                  <a:lnTo>
                    <a:pt x="7090630" y="2393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92430"/>
              <a:ext cx="7090630" cy="669810"/>
            </a:xfrm>
            <a:custGeom>
              <a:avLst/>
              <a:pathLst>
                <a:path w="7090630" h="669810">
                  <a:moveTo>
                    <a:pt x="7090630" y="669810"/>
                  </a:moveTo>
                  <a:lnTo>
                    <a:pt x="7019007" y="664229"/>
                  </a:lnTo>
                  <a:lnTo>
                    <a:pt x="6947385" y="658488"/>
                  </a:lnTo>
                  <a:lnTo>
                    <a:pt x="6875762" y="652582"/>
                  </a:lnTo>
                  <a:lnTo>
                    <a:pt x="6804139" y="646508"/>
                  </a:lnTo>
                  <a:lnTo>
                    <a:pt x="6732517" y="640260"/>
                  </a:lnTo>
                  <a:lnTo>
                    <a:pt x="6660894" y="633833"/>
                  </a:lnTo>
                  <a:lnTo>
                    <a:pt x="6589272" y="627222"/>
                  </a:lnTo>
                  <a:lnTo>
                    <a:pt x="6517649" y="620422"/>
                  </a:lnTo>
                  <a:lnTo>
                    <a:pt x="6446027" y="613427"/>
                  </a:lnTo>
                  <a:lnTo>
                    <a:pt x="6374404" y="606232"/>
                  </a:lnTo>
                  <a:lnTo>
                    <a:pt x="6302782" y="598831"/>
                  </a:lnTo>
                  <a:lnTo>
                    <a:pt x="6231159" y="591218"/>
                  </a:lnTo>
                  <a:lnTo>
                    <a:pt x="6159537" y="583388"/>
                  </a:lnTo>
                  <a:lnTo>
                    <a:pt x="6087914" y="575333"/>
                  </a:lnTo>
                  <a:lnTo>
                    <a:pt x="6016292" y="567048"/>
                  </a:lnTo>
                  <a:lnTo>
                    <a:pt x="5944669" y="558525"/>
                  </a:lnTo>
                  <a:lnTo>
                    <a:pt x="5873047" y="549759"/>
                  </a:lnTo>
                  <a:lnTo>
                    <a:pt x="5801424" y="540742"/>
                  </a:lnTo>
                  <a:lnTo>
                    <a:pt x="5729802" y="531466"/>
                  </a:lnTo>
                  <a:lnTo>
                    <a:pt x="5658179" y="521926"/>
                  </a:lnTo>
                  <a:lnTo>
                    <a:pt x="5586557" y="512112"/>
                  </a:lnTo>
                  <a:lnTo>
                    <a:pt x="5514934" y="502017"/>
                  </a:lnTo>
                  <a:lnTo>
                    <a:pt x="5443311" y="491634"/>
                  </a:lnTo>
                  <a:lnTo>
                    <a:pt x="5371689" y="480953"/>
                  </a:lnTo>
                  <a:lnTo>
                    <a:pt x="5300066" y="469966"/>
                  </a:lnTo>
                  <a:lnTo>
                    <a:pt x="5228444" y="458665"/>
                  </a:lnTo>
                  <a:lnTo>
                    <a:pt x="5156821" y="447041"/>
                  </a:lnTo>
                  <a:lnTo>
                    <a:pt x="5085199" y="435084"/>
                  </a:lnTo>
                  <a:lnTo>
                    <a:pt x="5013576" y="422785"/>
                  </a:lnTo>
                  <a:lnTo>
                    <a:pt x="4941954" y="410133"/>
                  </a:lnTo>
                  <a:lnTo>
                    <a:pt x="4870331" y="397120"/>
                  </a:lnTo>
                  <a:lnTo>
                    <a:pt x="4798709" y="383734"/>
                  </a:lnTo>
                  <a:lnTo>
                    <a:pt x="4727086" y="369965"/>
                  </a:lnTo>
                  <a:lnTo>
                    <a:pt x="4655464" y="355802"/>
                  </a:lnTo>
                  <a:lnTo>
                    <a:pt x="4583841" y="341234"/>
                  </a:lnTo>
                  <a:lnTo>
                    <a:pt x="4512219" y="326248"/>
                  </a:lnTo>
                  <a:lnTo>
                    <a:pt x="4440596" y="310834"/>
                  </a:lnTo>
                  <a:lnTo>
                    <a:pt x="4368974" y="294979"/>
                  </a:lnTo>
                  <a:lnTo>
                    <a:pt x="4297351" y="278670"/>
                  </a:lnTo>
                  <a:lnTo>
                    <a:pt x="4225729" y="261894"/>
                  </a:lnTo>
                  <a:lnTo>
                    <a:pt x="4154106" y="244638"/>
                  </a:lnTo>
                  <a:lnTo>
                    <a:pt x="4082483" y="226888"/>
                  </a:lnTo>
                  <a:lnTo>
                    <a:pt x="4010861" y="208630"/>
                  </a:lnTo>
                  <a:lnTo>
                    <a:pt x="3939238" y="189849"/>
                  </a:lnTo>
                  <a:lnTo>
                    <a:pt x="3867616" y="170531"/>
                  </a:lnTo>
                  <a:lnTo>
                    <a:pt x="3795993" y="150660"/>
                  </a:lnTo>
                  <a:lnTo>
                    <a:pt x="3724371" y="130221"/>
                  </a:lnTo>
                  <a:lnTo>
                    <a:pt x="3652748" y="109196"/>
                  </a:lnTo>
                  <a:lnTo>
                    <a:pt x="3581126" y="87570"/>
                  </a:lnTo>
                  <a:lnTo>
                    <a:pt x="3509503" y="65324"/>
                  </a:lnTo>
                  <a:lnTo>
                    <a:pt x="3437881" y="42442"/>
                  </a:lnTo>
                  <a:lnTo>
                    <a:pt x="3366258" y="34850"/>
                  </a:lnTo>
                  <a:lnTo>
                    <a:pt x="3294636" y="34123"/>
                  </a:lnTo>
                  <a:lnTo>
                    <a:pt x="3223013" y="33396"/>
                  </a:lnTo>
                  <a:lnTo>
                    <a:pt x="3151391" y="32668"/>
                  </a:lnTo>
                  <a:lnTo>
                    <a:pt x="3079768" y="31939"/>
                  </a:lnTo>
                  <a:lnTo>
                    <a:pt x="3008146" y="31210"/>
                  </a:lnTo>
                  <a:lnTo>
                    <a:pt x="2936523" y="30480"/>
                  </a:lnTo>
                  <a:lnTo>
                    <a:pt x="2864901" y="29750"/>
                  </a:lnTo>
                  <a:lnTo>
                    <a:pt x="2793278" y="29019"/>
                  </a:lnTo>
                  <a:lnTo>
                    <a:pt x="2721655" y="28287"/>
                  </a:lnTo>
                  <a:lnTo>
                    <a:pt x="2650033" y="27554"/>
                  </a:lnTo>
                  <a:lnTo>
                    <a:pt x="2578410" y="26821"/>
                  </a:lnTo>
                  <a:lnTo>
                    <a:pt x="2506788" y="26088"/>
                  </a:lnTo>
                  <a:lnTo>
                    <a:pt x="2435165" y="25353"/>
                  </a:lnTo>
                  <a:lnTo>
                    <a:pt x="2363543" y="24618"/>
                  </a:lnTo>
                  <a:lnTo>
                    <a:pt x="2291920" y="23883"/>
                  </a:lnTo>
                  <a:lnTo>
                    <a:pt x="2220298" y="23146"/>
                  </a:lnTo>
                  <a:lnTo>
                    <a:pt x="2148675" y="22410"/>
                  </a:lnTo>
                  <a:lnTo>
                    <a:pt x="2077053" y="21672"/>
                  </a:lnTo>
                  <a:lnTo>
                    <a:pt x="2005430" y="20934"/>
                  </a:lnTo>
                  <a:lnTo>
                    <a:pt x="1933808" y="20195"/>
                  </a:lnTo>
                  <a:lnTo>
                    <a:pt x="1862185" y="19455"/>
                  </a:lnTo>
                  <a:lnTo>
                    <a:pt x="1790563" y="18715"/>
                  </a:lnTo>
                  <a:lnTo>
                    <a:pt x="1718940" y="17975"/>
                  </a:lnTo>
                  <a:lnTo>
                    <a:pt x="1647318" y="17233"/>
                  </a:lnTo>
                  <a:lnTo>
                    <a:pt x="1575695" y="16491"/>
                  </a:lnTo>
                  <a:lnTo>
                    <a:pt x="1504073" y="15748"/>
                  </a:lnTo>
                  <a:lnTo>
                    <a:pt x="1432450" y="15005"/>
                  </a:lnTo>
                  <a:lnTo>
                    <a:pt x="1360827" y="14261"/>
                  </a:lnTo>
                  <a:lnTo>
                    <a:pt x="1289205" y="13516"/>
                  </a:lnTo>
                  <a:lnTo>
                    <a:pt x="1217582" y="12771"/>
                  </a:lnTo>
                  <a:lnTo>
                    <a:pt x="1145960" y="12025"/>
                  </a:lnTo>
                  <a:lnTo>
                    <a:pt x="1074337" y="11278"/>
                  </a:lnTo>
                  <a:lnTo>
                    <a:pt x="1002715" y="10531"/>
                  </a:lnTo>
                  <a:lnTo>
                    <a:pt x="931092" y="9783"/>
                  </a:lnTo>
                  <a:lnTo>
                    <a:pt x="859470" y="9034"/>
                  </a:lnTo>
                  <a:lnTo>
                    <a:pt x="787847" y="8285"/>
                  </a:lnTo>
                  <a:lnTo>
                    <a:pt x="716225" y="7535"/>
                  </a:lnTo>
                  <a:lnTo>
                    <a:pt x="644602" y="6784"/>
                  </a:lnTo>
                  <a:lnTo>
                    <a:pt x="572980" y="6033"/>
                  </a:lnTo>
                  <a:lnTo>
                    <a:pt x="501357" y="5281"/>
                  </a:lnTo>
                  <a:lnTo>
                    <a:pt x="429735" y="4529"/>
                  </a:lnTo>
                  <a:lnTo>
                    <a:pt x="358112" y="3775"/>
                  </a:lnTo>
                  <a:lnTo>
                    <a:pt x="286490" y="3022"/>
                  </a:lnTo>
                  <a:lnTo>
                    <a:pt x="214867" y="2267"/>
                  </a:lnTo>
                  <a:lnTo>
                    <a:pt x="143245" y="1512"/>
                  </a:lnTo>
                  <a:lnTo>
                    <a:pt x="71622" y="75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97191"/>
              <a:ext cx="7090630" cy="1266802"/>
            </a:xfrm>
            <a:custGeom>
              <a:avLst/>
              <a:pathLst>
                <a:path w="7090630" h="1266802">
                  <a:moveTo>
                    <a:pt x="0" y="0"/>
                  </a:moveTo>
                  <a:lnTo>
                    <a:pt x="71622" y="23973"/>
                  </a:lnTo>
                  <a:lnTo>
                    <a:pt x="143245" y="47601"/>
                  </a:lnTo>
                  <a:lnTo>
                    <a:pt x="214867" y="70888"/>
                  </a:lnTo>
                  <a:lnTo>
                    <a:pt x="286490" y="93838"/>
                  </a:lnTo>
                  <a:lnTo>
                    <a:pt x="358112" y="116457"/>
                  </a:lnTo>
                  <a:lnTo>
                    <a:pt x="429735" y="138749"/>
                  </a:lnTo>
                  <a:lnTo>
                    <a:pt x="501357" y="160719"/>
                  </a:lnTo>
                  <a:lnTo>
                    <a:pt x="572980" y="182372"/>
                  </a:lnTo>
                  <a:lnTo>
                    <a:pt x="644602" y="203712"/>
                  </a:lnTo>
                  <a:lnTo>
                    <a:pt x="716225" y="224744"/>
                  </a:lnTo>
                  <a:lnTo>
                    <a:pt x="787847" y="245472"/>
                  </a:lnTo>
                  <a:lnTo>
                    <a:pt x="859470" y="265901"/>
                  </a:lnTo>
                  <a:lnTo>
                    <a:pt x="931092" y="286035"/>
                  </a:lnTo>
                  <a:lnTo>
                    <a:pt x="1002715" y="305878"/>
                  </a:lnTo>
                  <a:lnTo>
                    <a:pt x="1074337" y="325435"/>
                  </a:lnTo>
                  <a:lnTo>
                    <a:pt x="1145960" y="344709"/>
                  </a:lnTo>
                  <a:lnTo>
                    <a:pt x="1217582" y="363705"/>
                  </a:lnTo>
                  <a:lnTo>
                    <a:pt x="1289205" y="382426"/>
                  </a:lnTo>
                  <a:lnTo>
                    <a:pt x="1360827" y="400877"/>
                  </a:lnTo>
                  <a:lnTo>
                    <a:pt x="1432450" y="419062"/>
                  </a:lnTo>
                  <a:lnTo>
                    <a:pt x="1504073" y="436984"/>
                  </a:lnTo>
                  <a:lnTo>
                    <a:pt x="1575695" y="454647"/>
                  </a:lnTo>
                  <a:lnTo>
                    <a:pt x="1647318" y="472055"/>
                  </a:lnTo>
                  <a:lnTo>
                    <a:pt x="1718940" y="489212"/>
                  </a:lnTo>
                  <a:lnTo>
                    <a:pt x="1790563" y="506121"/>
                  </a:lnTo>
                  <a:lnTo>
                    <a:pt x="1862185" y="522786"/>
                  </a:lnTo>
                  <a:lnTo>
                    <a:pt x="1933808" y="539210"/>
                  </a:lnTo>
                  <a:lnTo>
                    <a:pt x="2005430" y="555397"/>
                  </a:lnTo>
                  <a:lnTo>
                    <a:pt x="2077053" y="571350"/>
                  </a:lnTo>
                  <a:lnTo>
                    <a:pt x="2148675" y="587072"/>
                  </a:lnTo>
                  <a:lnTo>
                    <a:pt x="2220298" y="602568"/>
                  </a:lnTo>
                  <a:lnTo>
                    <a:pt x="2291920" y="617840"/>
                  </a:lnTo>
                  <a:lnTo>
                    <a:pt x="2363543" y="632891"/>
                  </a:lnTo>
                  <a:lnTo>
                    <a:pt x="2435165" y="647725"/>
                  </a:lnTo>
                  <a:lnTo>
                    <a:pt x="2506788" y="662345"/>
                  </a:lnTo>
                  <a:lnTo>
                    <a:pt x="2578410" y="676754"/>
                  </a:lnTo>
                  <a:lnTo>
                    <a:pt x="2650033" y="690954"/>
                  </a:lnTo>
                  <a:lnTo>
                    <a:pt x="2721655" y="704950"/>
                  </a:lnTo>
                  <a:lnTo>
                    <a:pt x="2793278" y="718743"/>
                  </a:lnTo>
                  <a:lnTo>
                    <a:pt x="2864901" y="732337"/>
                  </a:lnTo>
                  <a:lnTo>
                    <a:pt x="2936523" y="745735"/>
                  </a:lnTo>
                  <a:lnTo>
                    <a:pt x="3008146" y="758939"/>
                  </a:lnTo>
                  <a:lnTo>
                    <a:pt x="3079768" y="771953"/>
                  </a:lnTo>
                  <a:lnTo>
                    <a:pt x="3151391" y="784779"/>
                  </a:lnTo>
                  <a:lnTo>
                    <a:pt x="3223013" y="797419"/>
                  </a:lnTo>
                  <a:lnTo>
                    <a:pt x="3294636" y="809877"/>
                  </a:lnTo>
                  <a:lnTo>
                    <a:pt x="3366258" y="822155"/>
                  </a:lnTo>
                  <a:lnTo>
                    <a:pt x="3437881" y="834256"/>
                  </a:lnTo>
                  <a:lnTo>
                    <a:pt x="3509503" y="846182"/>
                  </a:lnTo>
                  <a:lnTo>
                    <a:pt x="3581126" y="857935"/>
                  </a:lnTo>
                  <a:lnTo>
                    <a:pt x="3652748" y="869519"/>
                  </a:lnTo>
                  <a:lnTo>
                    <a:pt x="3724371" y="880936"/>
                  </a:lnTo>
                  <a:lnTo>
                    <a:pt x="3795993" y="892188"/>
                  </a:lnTo>
                  <a:lnTo>
                    <a:pt x="3867616" y="903277"/>
                  </a:lnTo>
                  <a:lnTo>
                    <a:pt x="3939238" y="914206"/>
                  </a:lnTo>
                  <a:lnTo>
                    <a:pt x="4010861" y="924977"/>
                  </a:lnTo>
                  <a:lnTo>
                    <a:pt x="4082483" y="935593"/>
                  </a:lnTo>
                  <a:lnTo>
                    <a:pt x="4154106" y="946056"/>
                  </a:lnTo>
                  <a:lnTo>
                    <a:pt x="4225729" y="956367"/>
                  </a:lnTo>
                  <a:lnTo>
                    <a:pt x="4297351" y="966529"/>
                  </a:lnTo>
                  <a:lnTo>
                    <a:pt x="4368974" y="976545"/>
                  </a:lnTo>
                  <a:lnTo>
                    <a:pt x="4440596" y="986416"/>
                  </a:lnTo>
                  <a:lnTo>
                    <a:pt x="4512219" y="996145"/>
                  </a:lnTo>
                  <a:lnTo>
                    <a:pt x="4583841" y="1005733"/>
                  </a:lnTo>
                  <a:lnTo>
                    <a:pt x="4655464" y="1015182"/>
                  </a:lnTo>
                  <a:lnTo>
                    <a:pt x="4727086" y="1024495"/>
                  </a:lnTo>
                  <a:lnTo>
                    <a:pt x="4798709" y="1033674"/>
                  </a:lnTo>
                  <a:lnTo>
                    <a:pt x="4870331" y="1042720"/>
                  </a:lnTo>
                  <a:lnTo>
                    <a:pt x="4941954" y="1051635"/>
                  </a:lnTo>
                  <a:lnTo>
                    <a:pt x="5013576" y="1060422"/>
                  </a:lnTo>
                  <a:lnTo>
                    <a:pt x="5085199" y="1069082"/>
                  </a:lnTo>
                  <a:lnTo>
                    <a:pt x="5156821" y="1077616"/>
                  </a:lnTo>
                  <a:lnTo>
                    <a:pt x="5228444" y="1086028"/>
                  </a:lnTo>
                  <a:lnTo>
                    <a:pt x="5300066" y="1094318"/>
                  </a:lnTo>
                  <a:lnTo>
                    <a:pt x="5371689" y="1102488"/>
                  </a:lnTo>
                  <a:lnTo>
                    <a:pt x="5443311" y="1110540"/>
                  </a:lnTo>
                  <a:lnTo>
                    <a:pt x="5514934" y="1118476"/>
                  </a:lnTo>
                  <a:lnTo>
                    <a:pt x="5586557" y="1126297"/>
                  </a:lnTo>
                  <a:lnTo>
                    <a:pt x="5658179" y="1134006"/>
                  </a:lnTo>
                  <a:lnTo>
                    <a:pt x="5729802" y="1141603"/>
                  </a:lnTo>
                  <a:lnTo>
                    <a:pt x="5801424" y="1149090"/>
                  </a:lnTo>
                  <a:lnTo>
                    <a:pt x="5873047" y="1156469"/>
                  </a:lnTo>
                  <a:lnTo>
                    <a:pt x="5944669" y="1163742"/>
                  </a:lnTo>
                  <a:lnTo>
                    <a:pt x="6016292" y="1170910"/>
                  </a:lnTo>
                  <a:lnTo>
                    <a:pt x="6087914" y="1177974"/>
                  </a:lnTo>
                  <a:lnTo>
                    <a:pt x="6159537" y="1184936"/>
                  </a:lnTo>
                  <a:lnTo>
                    <a:pt x="6231159" y="1191797"/>
                  </a:lnTo>
                  <a:lnTo>
                    <a:pt x="6302782" y="1198560"/>
                  </a:lnTo>
                  <a:lnTo>
                    <a:pt x="6374404" y="1205225"/>
                  </a:lnTo>
                  <a:lnTo>
                    <a:pt x="6446027" y="1211793"/>
                  </a:lnTo>
                  <a:lnTo>
                    <a:pt x="6517649" y="1218267"/>
                  </a:lnTo>
                  <a:lnTo>
                    <a:pt x="6589272" y="1224647"/>
                  </a:lnTo>
                  <a:lnTo>
                    <a:pt x="6660894" y="1230935"/>
                  </a:lnTo>
                  <a:lnTo>
                    <a:pt x="6732517" y="1237132"/>
                  </a:lnTo>
                  <a:lnTo>
                    <a:pt x="6804139" y="1243240"/>
                  </a:lnTo>
                  <a:lnTo>
                    <a:pt x="6875762" y="1249259"/>
                  </a:lnTo>
                  <a:lnTo>
                    <a:pt x="6947385" y="1255192"/>
                  </a:lnTo>
                  <a:lnTo>
                    <a:pt x="7019007" y="1261039"/>
                  </a:lnTo>
                  <a:lnTo>
                    <a:pt x="7090630" y="126680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(1.01-1.40), p = 0.037  |  per IQR decline (Δ = 29.3 %): 1.67 (1.03-2.70)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2026-10-09T15:05:29Z</dcterms:modified>
  <cp:category/>
</cp:coreProperties>
</file>