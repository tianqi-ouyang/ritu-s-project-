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807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020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627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0233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40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6053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659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504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111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324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4536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3143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1749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0356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073503"/>
              <a:ext cx="7090630" cy="3397293"/>
            </a:xfrm>
            <a:custGeom>
              <a:avLst/>
              <a:pathLst>
                <a:path w="7090630" h="3397293">
                  <a:moveTo>
                    <a:pt x="1084192" y="0"/>
                  </a:moveTo>
                  <a:lnTo>
                    <a:pt x="1145960" y="130313"/>
                  </a:lnTo>
                  <a:lnTo>
                    <a:pt x="1217582" y="274902"/>
                  </a:lnTo>
                  <a:lnTo>
                    <a:pt x="1289205" y="413256"/>
                  </a:lnTo>
                  <a:lnTo>
                    <a:pt x="1360827" y="545646"/>
                  </a:lnTo>
                  <a:lnTo>
                    <a:pt x="1432450" y="672327"/>
                  </a:lnTo>
                  <a:lnTo>
                    <a:pt x="1504073" y="793546"/>
                  </a:lnTo>
                  <a:lnTo>
                    <a:pt x="1575695" y="909539"/>
                  </a:lnTo>
                  <a:lnTo>
                    <a:pt x="1647318" y="1020530"/>
                  </a:lnTo>
                  <a:lnTo>
                    <a:pt x="1718940" y="1126736"/>
                  </a:lnTo>
                  <a:lnTo>
                    <a:pt x="1790563" y="1228362"/>
                  </a:lnTo>
                  <a:lnTo>
                    <a:pt x="1862185" y="1325607"/>
                  </a:lnTo>
                  <a:lnTo>
                    <a:pt x="1933808" y="1418659"/>
                  </a:lnTo>
                  <a:lnTo>
                    <a:pt x="2005430" y="1507699"/>
                  </a:lnTo>
                  <a:lnTo>
                    <a:pt x="2077053" y="1592899"/>
                  </a:lnTo>
                  <a:lnTo>
                    <a:pt x="2148675" y="1674426"/>
                  </a:lnTo>
                  <a:lnTo>
                    <a:pt x="2220298" y="1752438"/>
                  </a:lnTo>
                  <a:lnTo>
                    <a:pt x="2291920" y="1827087"/>
                  </a:lnTo>
                  <a:lnTo>
                    <a:pt x="2363543" y="1898516"/>
                  </a:lnTo>
                  <a:lnTo>
                    <a:pt x="2435165" y="1966866"/>
                  </a:lnTo>
                  <a:lnTo>
                    <a:pt x="2506788" y="2032269"/>
                  </a:lnTo>
                  <a:lnTo>
                    <a:pt x="2578410" y="2094852"/>
                  </a:lnTo>
                  <a:lnTo>
                    <a:pt x="2650033" y="2154737"/>
                  </a:lnTo>
                  <a:lnTo>
                    <a:pt x="2721655" y="2212039"/>
                  </a:lnTo>
                  <a:lnTo>
                    <a:pt x="2793278" y="2266871"/>
                  </a:lnTo>
                  <a:lnTo>
                    <a:pt x="2864901" y="2319339"/>
                  </a:lnTo>
                  <a:lnTo>
                    <a:pt x="2936523" y="2369544"/>
                  </a:lnTo>
                  <a:lnTo>
                    <a:pt x="3008146" y="2417585"/>
                  </a:lnTo>
                  <a:lnTo>
                    <a:pt x="3079768" y="2463554"/>
                  </a:lnTo>
                  <a:lnTo>
                    <a:pt x="3151391" y="2507541"/>
                  </a:lnTo>
                  <a:lnTo>
                    <a:pt x="3223013" y="2549632"/>
                  </a:lnTo>
                  <a:lnTo>
                    <a:pt x="3294636" y="2589908"/>
                  </a:lnTo>
                  <a:lnTo>
                    <a:pt x="3366258" y="2628447"/>
                  </a:lnTo>
                  <a:lnTo>
                    <a:pt x="3437881" y="2651633"/>
                  </a:lnTo>
                  <a:lnTo>
                    <a:pt x="3509503" y="2642861"/>
                  </a:lnTo>
                  <a:lnTo>
                    <a:pt x="3581126" y="2633995"/>
                  </a:lnTo>
                  <a:lnTo>
                    <a:pt x="3652748" y="2625036"/>
                  </a:lnTo>
                  <a:lnTo>
                    <a:pt x="3724371" y="2615983"/>
                  </a:lnTo>
                  <a:lnTo>
                    <a:pt x="3795993" y="2606835"/>
                  </a:lnTo>
                  <a:lnTo>
                    <a:pt x="3867616" y="2597589"/>
                  </a:lnTo>
                  <a:lnTo>
                    <a:pt x="3939238" y="2588247"/>
                  </a:lnTo>
                  <a:lnTo>
                    <a:pt x="4010861" y="2578806"/>
                  </a:lnTo>
                  <a:lnTo>
                    <a:pt x="4082483" y="2569265"/>
                  </a:lnTo>
                  <a:lnTo>
                    <a:pt x="4154106" y="2559624"/>
                  </a:lnTo>
                  <a:lnTo>
                    <a:pt x="4225729" y="2549881"/>
                  </a:lnTo>
                  <a:lnTo>
                    <a:pt x="4297351" y="2540035"/>
                  </a:lnTo>
                  <a:lnTo>
                    <a:pt x="4368974" y="2530086"/>
                  </a:lnTo>
                  <a:lnTo>
                    <a:pt x="4440596" y="2520032"/>
                  </a:lnTo>
                  <a:lnTo>
                    <a:pt x="4512219" y="2509871"/>
                  </a:lnTo>
                  <a:lnTo>
                    <a:pt x="4583841" y="2499604"/>
                  </a:lnTo>
                  <a:lnTo>
                    <a:pt x="4655464" y="2489228"/>
                  </a:lnTo>
                  <a:lnTo>
                    <a:pt x="4727086" y="2478743"/>
                  </a:lnTo>
                  <a:lnTo>
                    <a:pt x="4798709" y="2468148"/>
                  </a:lnTo>
                  <a:lnTo>
                    <a:pt x="4870331" y="2457440"/>
                  </a:lnTo>
                  <a:lnTo>
                    <a:pt x="4941954" y="2446620"/>
                  </a:lnTo>
                  <a:lnTo>
                    <a:pt x="5013576" y="2435686"/>
                  </a:lnTo>
                  <a:lnTo>
                    <a:pt x="5085199" y="2424636"/>
                  </a:lnTo>
                  <a:lnTo>
                    <a:pt x="5156821" y="2413470"/>
                  </a:lnTo>
                  <a:lnTo>
                    <a:pt x="5228444" y="2402186"/>
                  </a:lnTo>
                  <a:lnTo>
                    <a:pt x="5300066" y="2390784"/>
                  </a:lnTo>
                  <a:lnTo>
                    <a:pt x="5371689" y="2379261"/>
                  </a:lnTo>
                  <a:lnTo>
                    <a:pt x="5443311" y="2367616"/>
                  </a:lnTo>
                  <a:lnTo>
                    <a:pt x="5514934" y="2355849"/>
                  </a:lnTo>
                  <a:lnTo>
                    <a:pt x="5586557" y="2343958"/>
                  </a:lnTo>
                  <a:lnTo>
                    <a:pt x="5658179" y="2331941"/>
                  </a:lnTo>
                  <a:lnTo>
                    <a:pt x="5729802" y="2319798"/>
                  </a:lnTo>
                  <a:lnTo>
                    <a:pt x="5801424" y="2307527"/>
                  </a:lnTo>
                  <a:lnTo>
                    <a:pt x="5873047" y="2295126"/>
                  </a:lnTo>
                  <a:lnTo>
                    <a:pt x="5944669" y="2282595"/>
                  </a:lnTo>
                  <a:lnTo>
                    <a:pt x="6016292" y="2269931"/>
                  </a:lnTo>
                  <a:lnTo>
                    <a:pt x="6087914" y="2257134"/>
                  </a:lnTo>
                  <a:lnTo>
                    <a:pt x="6159537" y="2244202"/>
                  </a:lnTo>
                  <a:lnTo>
                    <a:pt x="6231159" y="2231134"/>
                  </a:lnTo>
                  <a:lnTo>
                    <a:pt x="6302782" y="2217928"/>
                  </a:lnTo>
                  <a:lnTo>
                    <a:pt x="6374404" y="2204582"/>
                  </a:lnTo>
                  <a:lnTo>
                    <a:pt x="6446027" y="2191096"/>
                  </a:lnTo>
                  <a:lnTo>
                    <a:pt x="6517649" y="2177468"/>
                  </a:lnTo>
                  <a:lnTo>
                    <a:pt x="6589272" y="2163696"/>
                  </a:lnTo>
                  <a:lnTo>
                    <a:pt x="6660894" y="2149779"/>
                  </a:lnTo>
                  <a:lnTo>
                    <a:pt x="6732517" y="2135715"/>
                  </a:lnTo>
                  <a:lnTo>
                    <a:pt x="6804139" y="2121503"/>
                  </a:lnTo>
                  <a:lnTo>
                    <a:pt x="6875762" y="2107141"/>
                  </a:lnTo>
                  <a:lnTo>
                    <a:pt x="6947385" y="2092628"/>
                  </a:lnTo>
                  <a:lnTo>
                    <a:pt x="7019007" y="2077962"/>
                  </a:lnTo>
                  <a:lnTo>
                    <a:pt x="7090630" y="2063141"/>
                  </a:lnTo>
                  <a:lnTo>
                    <a:pt x="7090630" y="3397293"/>
                  </a:lnTo>
                  <a:lnTo>
                    <a:pt x="7019007" y="3393397"/>
                  </a:lnTo>
                  <a:lnTo>
                    <a:pt x="6947385" y="3389326"/>
                  </a:lnTo>
                  <a:lnTo>
                    <a:pt x="6875762" y="3385071"/>
                  </a:lnTo>
                  <a:lnTo>
                    <a:pt x="6804139" y="3380625"/>
                  </a:lnTo>
                  <a:lnTo>
                    <a:pt x="6732517" y="3375978"/>
                  </a:lnTo>
                  <a:lnTo>
                    <a:pt x="6660894" y="3371122"/>
                  </a:lnTo>
                  <a:lnTo>
                    <a:pt x="6589272" y="3366048"/>
                  </a:lnTo>
                  <a:lnTo>
                    <a:pt x="6517649" y="3360744"/>
                  </a:lnTo>
                  <a:lnTo>
                    <a:pt x="6446027" y="3355202"/>
                  </a:lnTo>
                  <a:lnTo>
                    <a:pt x="6374404" y="3349410"/>
                  </a:lnTo>
                  <a:lnTo>
                    <a:pt x="6302782" y="3343357"/>
                  </a:lnTo>
                  <a:lnTo>
                    <a:pt x="6231159" y="3337031"/>
                  </a:lnTo>
                  <a:lnTo>
                    <a:pt x="6159537" y="3330420"/>
                  </a:lnTo>
                  <a:lnTo>
                    <a:pt x="6087914" y="3323511"/>
                  </a:lnTo>
                  <a:lnTo>
                    <a:pt x="6016292" y="3316291"/>
                  </a:lnTo>
                  <a:lnTo>
                    <a:pt x="5944669" y="3308745"/>
                  </a:lnTo>
                  <a:lnTo>
                    <a:pt x="5873047" y="3300860"/>
                  </a:lnTo>
                  <a:lnTo>
                    <a:pt x="5801424" y="3292619"/>
                  </a:lnTo>
                  <a:lnTo>
                    <a:pt x="5729802" y="3284007"/>
                  </a:lnTo>
                  <a:lnTo>
                    <a:pt x="5658179" y="3275007"/>
                  </a:lnTo>
                  <a:lnTo>
                    <a:pt x="5586557" y="3265601"/>
                  </a:lnTo>
                  <a:lnTo>
                    <a:pt x="5514934" y="3255771"/>
                  </a:lnTo>
                  <a:lnTo>
                    <a:pt x="5443311" y="3245499"/>
                  </a:lnTo>
                  <a:lnTo>
                    <a:pt x="5371689" y="3234764"/>
                  </a:lnTo>
                  <a:lnTo>
                    <a:pt x="5300066" y="3223545"/>
                  </a:lnTo>
                  <a:lnTo>
                    <a:pt x="5228444" y="3211820"/>
                  </a:lnTo>
                  <a:lnTo>
                    <a:pt x="5156821" y="3199567"/>
                  </a:lnTo>
                  <a:lnTo>
                    <a:pt x="5085199" y="3186762"/>
                  </a:lnTo>
                  <a:lnTo>
                    <a:pt x="5013576" y="3173380"/>
                  </a:lnTo>
                  <a:lnTo>
                    <a:pt x="4941954" y="3159395"/>
                  </a:lnTo>
                  <a:lnTo>
                    <a:pt x="4870331" y="3144780"/>
                  </a:lnTo>
                  <a:lnTo>
                    <a:pt x="4798709" y="3129507"/>
                  </a:lnTo>
                  <a:lnTo>
                    <a:pt x="4727086" y="3113545"/>
                  </a:lnTo>
                  <a:lnTo>
                    <a:pt x="4655464" y="3096864"/>
                  </a:lnTo>
                  <a:lnTo>
                    <a:pt x="4583841" y="3079431"/>
                  </a:lnTo>
                  <a:lnTo>
                    <a:pt x="4512219" y="3061213"/>
                  </a:lnTo>
                  <a:lnTo>
                    <a:pt x="4440596" y="3042173"/>
                  </a:lnTo>
                  <a:lnTo>
                    <a:pt x="4368974" y="3022276"/>
                  </a:lnTo>
                  <a:lnTo>
                    <a:pt x="4297351" y="3001483"/>
                  </a:lnTo>
                  <a:lnTo>
                    <a:pt x="4225729" y="2979752"/>
                  </a:lnTo>
                  <a:lnTo>
                    <a:pt x="4154106" y="2957042"/>
                  </a:lnTo>
                  <a:lnTo>
                    <a:pt x="4082483" y="2933309"/>
                  </a:lnTo>
                  <a:lnTo>
                    <a:pt x="4010861" y="2908507"/>
                  </a:lnTo>
                  <a:lnTo>
                    <a:pt x="3939238" y="2882587"/>
                  </a:lnTo>
                  <a:lnTo>
                    <a:pt x="3867616" y="2855499"/>
                  </a:lnTo>
                  <a:lnTo>
                    <a:pt x="3795993" y="2827190"/>
                  </a:lnTo>
                  <a:lnTo>
                    <a:pt x="3724371" y="2797606"/>
                  </a:lnTo>
                  <a:lnTo>
                    <a:pt x="3652748" y="2766689"/>
                  </a:lnTo>
                  <a:lnTo>
                    <a:pt x="3581126" y="2734379"/>
                  </a:lnTo>
                  <a:lnTo>
                    <a:pt x="3509503" y="2700613"/>
                  </a:lnTo>
                  <a:lnTo>
                    <a:pt x="3437881" y="2665325"/>
                  </a:lnTo>
                  <a:lnTo>
                    <a:pt x="3366258" y="2660315"/>
                  </a:lnTo>
                  <a:lnTo>
                    <a:pt x="3294636" y="2668905"/>
                  </a:lnTo>
                  <a:lnTo>
                    <a:pt x="3223013" y="2677407"/>
                  </a:lnTo>
                  <a:lnTo>
                    <a:pt x="3151391" y="2685819"/>
                  </a:lnTo>
                  <a:lnTo>
                    <a:pt x="3079768" y="2694144"/>
                  </a:lnTo>
                  <a:lnTo>
                    <a:pt x="3008146" y="2702381"/>
                  </a:lnTo>
                  <a:lnTo>
                    <a:pt x="2936523" y="2710533"/>
                  </a:lnTo>
                  <a:lnTo>
                    <a:pt x="2864901" y="2718600"/>
                  </a:lnTo>
                  <a:lnTo>
                    <a:pt x="2793278" y="2726583"/>
                  </a:lnTo>
                  <a:lnTo>
                    <a:pt x="2721655" y="2734482"/>
                  </a:lnTo>
                  <a:lnTo>
                    <a:pt x="2650033" y="2742299"/>
                  </a:lnTo>
                  <a:lnTo>
                    <a:pt x="2578410" y="2750035"/>
                  </a:lnTo>
                  <a:lnTo>
                    <a:pt x="2506788" y="2757689"/>
                  </a:lnTo>
                  <a:lnTo>
                    <a:pt x="2435165" y="2765264"/>
                  </a:lnTo>
                  <a:lnTo>
                    <a:pt x="2363543" y="2772760"/>
                  </a:lnTo>
                  <a:lnTo>
                    <a:pt x="2291920" y="2780178"/>
                  </a:lnTo>
                  <a:lnTo>
                    <a:pt x="2220298" y="2787518"/>
                  </a:lnTo>
                  <a:lnTo>
                    <a:pt x="2148675" y="2794781"/>
                  </a:lnTo>
                  <a:lnTo>
                    <a:pt x="2077053" y="2801969"/>
                  </a:lnTo>
                  <a:lnTo>
                    <a:pt x="2005430" y="2809082"/>
                  </a:lnTo>
                  <a:lnTo>
                    <a:pt x="1933808" y="2816121"/>
                  </a:lnTo>
                  <a:lnTo>
                    <a:pt x="1862185" y="2823086"/>
                  </a:lnTo>
                  <a:lnTo>
                    <a:pt x="1790563" y="2829979"/>
                  </a:lnTo>
                  <a:lnTo>
                    <a:pt x="1718940" y="2836799"/>
                  </a:lnTo>
                  <a:lnTo>
                    <a:pt x="1647318" y="2843549"/>
                  </a:lnTo>
                  <a:lnTo>
                    <a:pt x="1575695" y="2850228"/>
                  </a:lnTo>
                  <a:lnTo>
                    <a:pt x="1504073" y="2856837"/>
                  </a:lnTo>
                  <a:lnTo>
                    <a:pt x="1432450" y="2863378"/>
                  </a:lnTo>
                  <a:lnTo>
                    <a:pt x="1360827" y="2869850"/>
                  </a:lnTo>
                  <a:lnTo>
                    <a:pt x="1289205" y="2876255"/>
                  </a:lnTo>
                  <a:lnTo>
                    <a:pt x="1217582" y="2882593"/>
                  </a:lnTo>
                  <a:lnTo>
                    <a:pt x="1145960" y="2888864"/>
                  </a:lnTo>
                  <a:lnTo>
                    <a:pt x="1074337" y="2895071"/>
                  </a:lnTo>
                  <a:lnTo>
                    <a:pt x="1002715" y="2901212"/>
                  </a:lnTo>
                  <a:lnTo>
                    <a:pt x="931092" y="2907290"/>
                  </a:lnTo>
                  <a:lnTo>
                    <a:pt x="859470" y="2913304"/>
                  </a:lnTo>
                  <a:lnTo>
                    <a:pt x="787847" y="2919255"/>
                  </a:lnTo>
                  <a:lnTo>
                    <a:pt x="716225" y="2925144"/>
                  </a:lnTo>
                  <a:lnTo>
                    <a:pt x="644602" y="2930972"/>
                  </a:lnTo>
                  <a:lnTo>
                    <a:pt x="572980" y="2936739"/>
                  </a:lnTo>
                  <a:lnTo>
                    <a:pt x="501357" y="2942446"/>
                  </a:lnTo>
                  <a:lnTo>
                    <a:pt x="429735" y="2948093"/>
                  </a:lnTo>
                  <a:lnTo>
                    <a:pt x="358112" y="2953682"/>
                  </a:lnTo>
                  <a:lnTo>
                    <a:pt x="286490" y="2959212"/>
                  </a:lnTo>
                  <a:lnTo>
                    <a:pt x="214867" y="2964684"/>
                  </a:lnTo>
                  <a:lnTo>
                    <a:pt x="143245" y="2970100"/>
                  </a:lnTo>
                  <a:lnTo>
                    <a:pt x="71622" y="2975458"/>
                  </a:lnTo>
                  <a:lnTo>
                    <a:pt x="0" y="2980761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256242" y="2073503"/>
              <a:ext cx="6006437" cy="2651633"/>
            </a:xfrm>
            <a:custGeom>
              <a:avLst/>
              <a:pathLst>
                <a:path w="6006437" h="2651633">
                  <a:moveTo>
                    <a:pt x="0" y="0"/>
                  </a:moveTo>
                  <a:lnTo>
                    <a:pt x="61767" y="130313"/>
                  </a:lnTo>
                  <a:lnTo>
                    <a:pt x="133390" y="274902"/>
                  </a:lnTo>
                  <a:lnTo>
                    <a:pt x="205012" y="413256"/>
                  </a:lnTo>
                  <a:lnTo>
                    <a:pt x="276635" y="545646"/>
                  </a:lnTo>
                  <a:lnTo>
                    <a:pt x="348257" y="672327"/>
                  </a:lnTo>
                  <a:lnTo>
                    <a:pt x="419880" y="793546"/>
                  </a:lnTo>
                  <a:lnTo>
                    <a:pt x="491502" y="909539"/>
                  </a:lnTo>
                  <a:lnTo>
                    <a:pt x="563125" y="1020530"/>
                  </a:lnTo>
                  <a:lnTo>
                    <a:pt x="634747" y="1126736"/>
                  </a:lnTo>
                  <a:lnTo>
                    <a:pt x="706370" y="1228362"/>
                  </a:lnTo>
                  <a:lnTo>
                    <a:pt x="777992" y="1325607"/>
                  </a:lnTo>
                  <a:lnTo>
                    <a:pt x="849615" y="1418659"/>
                  </a:lnTo>
                  <a:lnTo>
                    <a:pt x="921237" y="1507699"/>
                  </a:lnTo>
                  <a:lnTo>
                    <a:pt x="992860" y="1592899"/>
                  </a:lnTo>
                  <a:lnTo>
                    <a:pt x="1064483" y="1674426"/>
                  </a:lnTo>
                  <a:lnTo>
                    <a:pt x="1136105" y="1752438"/>
                  </a:lnTo>
                  <a:lnTo>
                    <a:pt x="1207728" y="1827087"/>
                  </a:lnTo>
                  <a:lnTo>
                    <a:pt x="1279350" y="1898516"/>
                  </a:lnTo>
                  <a:lnTo>
                    <a:pt x="1350973" y="1966866"/>
                  </a:lnTo>
                  <a:lnTo>
                    <a:pt x="1422595" y="2032269"/>
                  </a:lnTo>
                  <a:lnTo>
                    <a:pt x="1494218" y="2094852"/>
                  </a:lnTo>
                  <a:lnTo>
                    <a:pt x="1565840" y="2154737"/>
                  </a:lnTo>
                  <a:lnTo>
                    <a:pt x="1637463" y="2212039"/>
                  </a:lnTo>
                  <a:lnTo>
                    <a:pt x="1709085" y="2266871"/>
                  </a:lnTo>
                  <a:lnTo>
                    <a:pt x="1780708" y="2319339"/>
                  </a:lnTo>
                  <a:lnTo>
                    <a:pt x="1852330" y="2369544"/>
                  </a:lnTo>
                  <a:lnTo>
                    <a:pt x="1923953" y="2417585"/>
                  </a:lnTo>
                  <a:lnTo>
                    <a:pt x="1995575" y="2463554"/>
                  </a:lnTo>
                  <a:lnTo>
                    <a:pt x="2067198" y="2507541"/>
                  </a:lnTo>
                  <a:lnTo>
                    <a:pt x="2138820" y="2549632"/>
                  </a:lnTo>
                  <a:lnTo>
                    <a:pt x="2210443" y="2589908"/>
                  </a:lnTo>
                  <a:lnTo>
                    <a:pt x="2282065" y="2628447"/>
                  </a:lnTo>
                  <a:lnTo>
                    <a:pt x="2353688" y="2651633"/>
                  </a:lnTo>
                  <a:lnTo>
                    <a:pt x="2425311" y="2642861"/>
                  </a:lnTo>
                  <a:lnTo>
                    <a:pt x="2496933" y="2633995"/>
                  </a:lnTo>
                  <a:lnTo>
                    <a:pt x="2568556" y="2625036"/>
                  </a:lnTo>
                  <a:lnTo>
                    <a:pt x="2640178" y="2615983"/>
                  </a:lnTo>
                  <a:lnTo>
                    <a:pt x="2711801" y="2606835"/>
                  </a:lnTo>
                  <a:lnTo>
                    <a:pt x="2783423" y="2597589"/>
                  </a:lnTo>
                  <a:lnTo>
                    <a:pt x="2855046" y="2588247"/>
                  </a:lnTo>
                  <a:lnTo>
                    <a:pt x="2926668" y="2578806"/>
                  </a:lnTo>
                  <a:lnTo>
                    <a:pt x="2998291" y="2569265"/>
                  </a:lnTo>
                  <a:lnTo>
                    <a:pt x="3069913" y="2559624"/>
                  </a:lnTo>
                  <a:lnTo>
                    <a:pt x="3141536" y="2549881"/>
                  </a:lnTo>
                  <a:lnTo>
                    <a:pt x="3213158" y="2540035"/>
                  </a:lnTo>
                  <a:lnTo>
                    <a:pt x="3284781" y="2530086"/>
                  </a:lnTo>
                  <a:lnTo>
                    <a:pt x="3356403" y="2520032"/>
                  </a:lnTo>
                  <a:lnTo>
                    <a:pt x="3428026" y="2509871"/>
                  </a:lnTo>
                  <a:lnTo>
                    <a:pt x="3499648" y="2499604"/>
                  </a:lnTo>
                  <a:lnTo>
                    <a:pt x="3571271" y="2489228"/>
                  </a:lnTo>
                  <a:lnTo>
                    <a:pt x="3642893" y="2478743"/>
                  </a:lnTo>
                  <a:lnTo>
                    <a:pt x="3714516" y="2468148"/>
                  </a:lnTo>
                  <a:lnTo>
                    <a:pt x="3786139" y="2457440"/>
                  </a:lnTo>
                  <a:lnTo>
                    <a:pt x="3857761" y="2446620"/>
                  </a:lnTo>
                  <a:lnTo>
                    <a:pt x="3929384" y="2435686"/>
                  </a:lnTo>
                  <a:lnTo>
                    <a:pt x="4001006" y="2424636"/>
                  </a:lnTo>
                  <a:lnTo>
                    <a:pt x="4072629" y="2413470"/>
                  </a:lnTo>
                  <a:lnTo>
                    <a:pt x="4144251" y="2402186"/>
                  </a:lnTo>
                  <a:lnTo>
                    <a:pt x="4215874" y="2390784"/>
                  </a:lnTo>
                  <a:lnTo>
                    <a:pt x="4287496" y="2379261"/>
                  </a:lnTo>
                  <a:lnTo>
                    <a:pt x="4359119" y="2367616"/>
                  </a:lnTo>
                  <a:lnTo>
                    <a:pt x="4430741" y="2355849"/>
                  </a:lnTo>
                  <a:lnTo>
                    <a:pt x="4502364" y="2343958"/>
                  </a:lnTo>
                  <a:lnTo>
                    <a:pt x="4573986" y="2331941"/>
                  </a:lnTo>
                  <a:lnTo>
                    <a:pt x="4645609" y="2319798"/>
                  </a:lnTo>
                  <a:lnTo>
                    <a:pt x="4717231" y="2307527"/>
                  </a:lnTo>
                  <a:lnTo>
                    <a:pt x="4788854" y="2295126"/>
                  </a:lnTo>
                  <a:lnTo>
                    <a:pt x="4860476" y="2282595"/>
                  </a:lnTo>
                  <a:lnTo>
                    <a:pt x="4932099" y="2269931"/>
                  </a:lnTo>
                  <a:lnTo>
                    <a:pt x="5003721" y="2257134"/>
                  </a:lnTo>
                  <a:lnTo>
                    <a:pt x="5075344" y="2244202"/>
                  </a:lnTo>
                  <a:lnTo>
                    <a:pt x="5146967" y="2231134"/>
                  </a:lnTo>
                  <a:lnTo>
                    <a:pt x="5218589" y="2217928"/>
                  </a:lnTo>
                  <a:lnTo>
                    <a:pt x="5290212" y="2204582"/>
                  </a:lnTo>
                  <a:lnTo>
                    <a:pt x="5361834" y="2191096"/>
                  </a:lnTo>
                  <a:lnTo>
                    <a:pt x="5433457" y="2177468"/>
                  </a:lnTo>
                  <a:lnTo>
                    <a:pt x="5505079" y="2163696"/>
                  </a:lnTo>
                  <a:lnTo>
                    <a:pt x="5576702" y="2149779"/>
                  </a:lnTo>
                  <a:lnTo>
                    <a:pt x="5648324" y="2135715"/>
                  </a:lnTo>
                  <a:lnTo>
                    <a:pt x="5719947" y="2121503"/>
                  </a:lnTo>
                  <a:lnTo>
                    <a:pt x="5791569" y="2107141"/>
                  </a:lnTo>
                  <a:lnTo>
                    <a:pt x="5863192" y="2092628"/>
                  </a:lnTo>
                  <a:lnTo>
                    <a:pt x="5934814" y="2077962"/>
                  </a:lnTo>
                  <a:lnTo>
                    <a:pt x="6006437" y="206314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733818"/>
              <a:ext cx="7090630" cy="736977"/>
            </a:xfrm>
            <a:custGeom>
              <a:avLst/>
              <a:pathLst>
                <a:path w="7090630" h="736977">
                  <a:moveTo>
                    <a:pt x="7090630" y="736977"/>
                  </a:moveTo>
                  <a:lnTo>
                    <a:pt x="7019007" y="733082"/>
                  </a:lnTo>
                  <a:lnTo>
                    <a:pt x="6947385" y="729011"/>
                  </a:lnTo>
                  <a:lnTo>
                    <a:pt x="6875762" y="724756"/>
                  </a:lnTo>
                  <a:lnTo>
                    <a:pt x="6804139" y="720310"/>
                  </a:lnTo>
                  <a:lnTo>
                    <a:pt x="6732517" y="715663"/>
                  </a:lnTo>
                  <a:lnTo>
                    <a:pt x="6660894" y="710807"/>
                  </a:lnTo>
                  <a:lnTo>
                    <a:pt x="6589272" y="705732"/>
                  </a:lnTo>
                  <a:lnTo>
                    <a:pt x="6517649" y="700429"/>
                  </a:lnTo>
                  <a:lnTo>
                    <a:pt x="6446027" y="694887"/>
                  </a:lnTo>
                  <a:lnTo>
                    <a:pt x="6374404" y="689094"/>
                  </a:lnTo>
                  <a:lnTo>
                    <a:pt x="6302782" y="683041"/>
                  </a:lnTo>
                  <a:lnTo>
                    <a:pt x="6231159" y="676715"/>
                  </a:lnTo>
                  <a:lnTo>
                    <a:pt x="6159537" y="670104"/>
                  </a:lnTo>
                  <a:lnTo>
                    <a:pt x="6087914" y="663196"/>
                  </a:lnTo>
                  <a:lnTo>
                    <a:pt x="6016292" y="655975"/>
                  </a:lnTo>
                  <a:lnTo>
                    <a:pt x="5944669" y="648430"/>
                  </a:lnTo>
                  <a:lnTo>
                    <a:pt x="5873047" y="640545"/>
                  </a:lnTo>
                  <a:lnTo>
                    <a:pt x="5801424" y="632304"/>
                  </a:lnTo>
                  <a:lnTo>
                    <a:pt x="5729802" y="623692"/>
                  </a:lnTo>
                  <a:lnTo>
                    <a:pt x="5658179" y="614691"/>
                  </a:lnTo>
                  <a:lnTo>
                    <a:pt x="5586557" y="605286"/>
                  </a:lnTo>
                  <a:lnTo>
                    <a:pt x="5514934" y="595456"/>
                  </a:lnTo>
                  <a:lnTo>
                    <a:pt x="5443311" y="585184"/>
                  </a:lnTo>
                  <a:lnTo>
                    <a:pt x="5371689" y="574448"/>
                  </a:lnTo>
                  <a:lnTo>
                    <a:pt x="5300066" y="563229"/>
                  </a:lnTo>
                  <a:lnTo>
                    <a:pt x="5228444" y="551505"/>
                  </a:lnTo>
                  <a:lnTo>
                    <a:pt x="5156821" y="539252"/>
                  </a:lnTo>
                  <a:lnTo>
                    <a:pt x="5085199" y="526447"/>
                  </a:lnTo>
                  <a:lnTo>
                    <a:pt x="5013576" y="513065"/>
                  </a:lnTo>
                  <a:lnTo>
                    <a:pt x="4941954" y="499080"/>
                  </a:lnTo>
                  <a:lnTo>
                    <a:pt x="4870331" y="484465"/>
                  </a:lnTo>
                  <a:lnTo>
                    <a:pt x="4798709" y="469191"/>
                  </a:lnTo>
                  <a:lnTo>
                    <a:pt x="4727086" y="453229"/>
                  </a:lnTo>
                  <a:lnTo>
                    <a:pt x="4655464" y="436548"/>
                  </a:lnTo>
                  <a:lnTo>
                    <a:pt x="4583841" y="419116"/>
                  </a:lnTo>
                  <a:lnTo>
                    <a:pt x="4512219" y="400897"/>
                  </a:lnTo>
                  <a:lnTo>
                    <a:pt x="4440596" y="381858"/>
                  </a:lnTo>
                  <a:lnTo>
                    <a:pt x="4368974" y="361961"/>
                  </a:lnTo>
                  <a:lnTo>
                    <a:pt x="4297351" y="341167"/>
                  </a:lnTo>
                  <a:lnTo>
                    <a:pt x="4225729" y="319437"/>
                  </a:lnTo>
                  <a:lnTo>
                    <a:pt x="4154106" y="296727"/>
                  </a:lnTo>
                  <a:lnTo>
                    <a:pt x="4082483" y="272994"/>
                  </a:lnTo>
                  <a:lnTo>
                    <a:pt x="4010861" y="248192"/>
                  </a:lnTo>
                  <a:lnTo>
                    <a:pt x="3939238" y="222272"/>
                  </a:lnTo>
                  <a:lnTo>
                    <a:pt x="3867616" y="195184"/>
                  </a:lnTo>
                  <a:lnTo>
                    <a:pt x="3795993" y="166875"/>
                  </a:lnTo>
                  <a:lnTo>
                    <a:pt x="3724371" y="137291"/>
                  </a:lnTo>
                  <a:lnTo>
                    <a:pt x="3652748" y="106374"/>
                  </a:lnTo>
                  <a:lnTo>
                    <a:pt x="3581126" y="74064"/>
                  </a:lnTo>
                  <a:lnTo>
                    <a:pt x="3509503" y="40298"/>
                  </a:lnTo>
                  <a:lnTo>
                    <a:pt x="3437881" y="5010"/>
                  </a:lnTo>
                  <a:lnTo>
                    <a:pt x="3366258" y="0"/>
                  </a:lnTo>
                  <a:lnTo>
                    <a:pt x="3294636" y="8590"/>
                  </a:lnTo>
                  <a:lnTo>
                    <a:pt x="3223013" y="17091"/>
                  </a:lnTo>
                  <a:lnTo>
                    <a:pt x="3151391" y="25504"/>
                  </a:lnTo>
                  <a:lnTo>
                    <a:pt x="3079768" y="33828"/>
                  </a:lnTo>
                  <a:lnTo>
                    <a:pt x="3008146" y="42066"/>
                  </a:lnTo>
                  <a:lnTo>
                    <a:pt x="2936523" y="50218"/>
                  </a:lnTo>
                  <a:lnTo>
                    <a:pt x="2864901" y="58285"/>
                  </a:lnTo>
                  <a:lnTo>
                    <a:pt x="2793278" y="66268"/>
                  </a:lnTo>
                  <a:lnTo>
                    <a:pt x="2721655" y="74167"/>
                  </a:lnTo>
                  <a:lnTo>
                    <a:pt x="2650033" y="81984"/>
                  </a:lnTo>
                  <a:lnTo>
                    <a:pt x="2578410" y="89719"/>
                  </a:lnTo>
                  <a:lnTo>
                    <a:pt x="2506788" y="97374"/>
                  </a:lnTo>
                  <a:lnTo>
                    <a:pt x="2435165" y="104949"/>
                  </a:lnTo>
                  <a:lnTo>
                    <a:pt x="2363543" y="112445"/>
                  </a:lnTo>
                  <a:lnTo>
                    <a:pt x="2291920" y="119862"/>
                  </a:lnTo>
                  <a:lnTo>
                    <a:pt x="2220298" y="127203"/>
                  </a:lnTo>
                  <a:lnTo>
                    <a:pt x="2148675" y="134466"/>
                  </a:lnTo>
                  <a:lnTo>
                    <a:pt x="2077053" y="141654"/>
                  </a:lnTo>
                  <a:lnTo>
                    <a:pt x="2005430" y="148767"/>
                  </a:lnTo>
                  <a:lnTo>
                    <a:pt x="1933808" y="155806"/>
                  </a:lnTo>
                  <a:lnTo>
                    <a:pt x="1862185" y="162771"/>
                  </a:lnTo>
                  <a:lnTo>
                    <a:pt x="1790563" y="169663"/>
                  </a:lnTo>
                  <a:lnTo>
                    <a:pt x="1718940" y="176484"/>
                  </a:lnTo>
                  <a:lnTo>
                    <a:pt x="1647318" y="183234"/>
                  </a:lnTo>
                  <a:lnTo>
                    <a:pt x="1575695" y="189913"/>
                  </a:lnTo>
                  <a:lnTo>
                    <a:pt x="1504073" y="196522"/>
                  </a:lnTo>
                  <a:lnTo>
                    <a:pt x="1432450" y="203063"/>
                  </a:lnTo>
                  <a:lnTo>
                    <a:pt x="1360827" y="209535"/>
                  </a:lnTo>
                  <a:lnTo>
                    <a:pt x="1289205" y="215939"/>
                  </a:lnTo>
                  <a:lnTo>
                    <a:pt x="1217582" y="222277"/>
                  </a:lnTo>
                  <a:lnTo>
                    <a:pt x="1145960" y="228549"/>
                  </a:lnTo>
                  <a:lnTo>
                    <a:pt x="1074337" y="234755"/>
                  </a:lnTo>
                  <a:lnTo>
                    <a:pt x="1002715" y="240897"/>
                  </a:lnTo>
                  <a:lnTo>
                    <a:pt x="931092" y="246974"/>
                  </a:lnTo>
                  <a:lnTo>
                    <a:pt x="859470" y="252989"/>
                  </a:lnTo>
                  <a:lnTo>
                    <a:pt x="787847" y="258940"/>
                  </a:lnTo>
                  <a:lnTo>
                    <a:pt x="716225" y="264829"/>
                  </a:lnTo>
                  <a:lnTo>
                    <a:pt x="644602" y="270657"/>
                  </a:lnTo>
                  <a:lnTo>
                    <a:pt x="572980" y="276424"/>
                  </a:lnTo>
                  <a:lnTo>
                    <a:pt x="501357" y="282131"/>
                  </a:lnTo>
                  <a:lnTo>
                    <a:pt x="429735" y="287778"/>
                  </a:lnTo>
                  <a:lnTo>
                    <a:pt x="358112" y="293367"/>
                  </a:lnTo>
                  <a:lnTo>
                    <a:pt x="286490" y="298897"/>
                  </a:lnTo>
                  <a:lnTo>
                    <a:pt x="214867" y="304369"/>
                  </a:lnTo>
                  <a:lnTo>
                    <a:pt x="143245" y="309784"/>
                  </a:lnTo>
                  <a:lnTo>
                    <a:pt x="71622" y="315143"/>
                  </a:lnTo>
                  <a:lnTo>
                    <a:pt x="0" y="32044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3709468"/>
              <a:ext cx="7090630" cy="1497329"/>
            </a:xfrm>
            <a:custGeom>
              <a:avLst/>
              <a:pathLst>
                <a:path w="7090630" h="1497329">
                  <a:moveTo>
                    <a:pt x="0" y="0"/>
                  </a:moveTo>
                  <a:lnTo>
                    <a:pt x="71622" y="30770"/>
                  </a:lnTo>
                  <a:lnTo>
                    <a:pt x="143245" y="61029"/>
                  </a:lnTo>
                  <a:lnTo>
                    <a:pt x="214867" y="90783"/>
                  </a:lnTo>
                  <a:lnTo>
                    <a:pt x="286490" y="120042"/>
                  </a:lnTo>
                  <a:lnTo>
                    <a:pt x="358112" y="148814"/>
                  </a:lnTo>
                  <a:lnTo>
                    <a:pt x="429735" y="177107"/>
                  </a:lnTo>
                  <a:lnTo>
                    <a:pt x="501357" y="204929"/>
                  </a:lnTo>
                  <a:lnTo>
                    <a:pt x="572980" y="232287"/>
                  </a:lnTo>
                  <a:lnTo>
                    <a:pt x="644602" y="259189"/>
                  </a:lnTo>
                  <a:lnTo>
                    <a:pt x="716225" y="285644"/>
                  </a:lnTo>
                  <a:lnTo>
                    <a:pt x="787847" y="311658"/>
                  </a:lnTo>
                  <a:lnTo>
                    <a:pt x="859470" y="337239"/>
                  </a:lnTo>
                  <a:lnTo>
                    <a:pt x="931092" y="362394"/>
                  </a:lnTo>
                  <a:lnTo>
                    <a:pt x="1002715" y="387130"/>
                  </a:lnTo>
                  <a:lnTo>
                    <a:pt x="1074337" y="411454"/>
                  </a:lnTo>
                  <a:lnTo>
                    <a:pt x="1145960" y="435373"/>
                  </a:lnTo>
                  <a:lnTo>
                    <a:pt x="1217582" y="458893"/>
                  </a:lnTo>
                  <a:lnTo>
                    <a:pt x="1289205" y="482022"/>
                  </a:lnTo>
                  <a:lnTo>
                    <a:pt x="1360827" y="504766"/>
                  </a:lnTo>
                  <a:lnTo>
                    <a:pt x="1432450" y="527131"/>
                  </a:lnTo>
                  <a:lnTo>
                    <a:pt x="1504073" y="549124"/>
                  </a:lnTo>
                  <a:lnTo>
                    <a:pt x="1575695" y="570750"/>
                  </a:lnTo>
                  <a:lnTo>
                    <a:pt x="1647318" y="592017"/>
                  </a:lnTo>
                  <a:lnTo>
                    <a:pt x="1718940" y="612929"/>
                  </a:lnTo>
                  <a:lnTo>
                    <a:pt x="1790563" y="633492"/>
                  </a:lnTo>
                  <a:lnTo>
                    <a:pt x="1862185" y="653714"/>
                  </a:lnTo>
                  <a:lnTo>
                    <a:pt x="1933808" y="673599"/>
                  </a:lnTo>
                  <a:lnTo>
                    <a:pt x="2005430" y="693152"/>
                  </a:lnTo>
                  <a:lnTo>
                    <a:pt x="2077053" y="712380"/>
                  </a:lnTo>
                  <a:lnTo>
                    <a:pt x="2148675" y="731288"/>
                  </a:lnTo>
                  <a:lnTo>
                    <a:pt x="2220298" y="749880"/>
                  </a:lnTo>
                  <a:lnTo>
                    <a:pt x="2291920" y="768164"/>
                  </a:lnTo>
                  <a:lnTo>
                    <a:pt x="2363543" y="786142"/>
                  </a:lnTo>
                  <a:lnTo>
                    <a:pt x="2435165" y="803822"/>
                  </a:lnTo>
                  <a:lnTo>
                    <a:pt x="2506788" y="821207"/>
                  </a:lnTo>
                  <a:lnTo>
                    <a:pt x="2578410" y="838302"/>
                  </a:lnTo>
                  <a:lnTo>
                    <a:pt x="2650033" y="855113"/>
                  </a:lnTo>
                  <a:lnTo>
                    <a:pt x="2721655" y="871644"/>
                  </a:lnTo>
                  <a:lnTo>
                    <a:pt x="2793278" y="887899"/>
                  </a:lnTo>
                  <a:lnTo>
                    <a:pt x="2864901" y="903884"/>
                  </a:lnTo>
                  <a:lnTo>
                    <a:pt x="2936523" y="919603"/>
                  </a:lnTo>
                  <a:lnTo>
                    <a:pt x="3008146" y="935059"/>
                  </a:lnTo>
                  <a:lnTo>
                    <a:pt x="3079768" y="950259"/>
                  </a:lnTo>
                  <a:lnTo>
                    <a:pt x="3151391" y="965205"/>
                  </a:lnTo>
                  <a:lnTo>
                    <a:pt x="3223013" y="979903"/>
                  </a:lnTo>
                  <a:lnTo>
                    <a:pt x="3294636" y="994355"/>
                  </a:lnTo>
                  <a:lnTo>
                    <a:pt x="3366258" y="1008567"/>
                  </a:lnTo>
                  <a:lnTo>
                    <a:pt x="3437881" y="1022543"/>
                  </a:lnTo>
                  <a:lnTo>
                    <a:pt x="3509503" y="1036285"/>
                  </a:lnTo>
                  <a:lnTo>
                    <a:pt x="3581126" y="1049799"/>
                  </a:lnTo>
                  <a:lnTo>
                    <a:pt x="3652748" y="1063088"/>
                  </a:lnTo>
                  <a:lnTo>
                    <a:pt x="3724371" y="1076155"/>
                  </a:lnTo>
                  <a:lnTo>
                    <a:pt x="3795993" y="1089005"/>
                  </a:lnTo>
                  <a:lnTo>
                    <a:pt x="3867616" y="1101641"/>
                  </a:lnTo>
                  <a:lnTo>
                    <a:pt x="3939238" y="1114066"/>
                  </a:lnTo>
                  <a:lnTo>
                    <a:pt x="4010861" y="1126284"/>
                  </a:lnTo>
                  <a:lnTo>
                    <a:pt x="4082483" y="1138299"/>
                  </a:lnTo>
                  <a:lnTo>
                    <a:pt x="4154106" y="1150114"/>
                  </a:lnTo>
                  <a:lnTo>
                    <a:pt x="4225729" y="1161733"/>
                  </a:lnTo>
                  <a:lnTo>
                    <a:pt x="4297351" y="1173157"/>
                  </a:lnTo>
                  <a:lnTo>
                    <a:pt x="4368974" y="1184392"/>
                  </a:lnTo>
                  <a:lnTo>
                    <a:pt x="4440596" y="1195439"/>
                  </a:lnTo>
                  <a:lnTo>
                    <a:pt x="4512219" y="1206302"/>
                  </a:lnTo>
                  <a:lnTo>
                    <a:pt x="4583841" y="1216985"/>
                  </a:lnTo>
                  <a:lnTo>
                    <a:pt x="4655464" y="1227489"/>
                  </a:lnTo>
                  <a:lnTo>
                    <a:pt x="4727086" y="1237819"/>
                  </a:lnTo>
                  <a:lnTo>
                    <a:pt x="4798709" y="1247977"/>
                  </a:lnTo>
                  <a:lnTo>
                    <a:pt x="4870331" y="1257965"/>
                  </a:lnTo>
                  <a:lnTo>
                    <a:pt x="4941954" y="1267787"/>
                  </a:lnTo>
                  <a:lnTo>
                    <a:pt x="5013576" y="1277446"/>
                  </a:lnTo>
                  <a:lnTo>
                    <a:pt x="5085199" y="1286944"/>
                  </a:lnTo>
                  <a:lnTo>
                    <a:pt x="5156821" y="1296283"/>
                  </a:lnTo>
                  <a:lnTo>
                    <a:pt x="5228444" y="1305467"/>
                  </a:lnTo>
                  <a:lnTo>
                    <a:pt x="5300066" y="1314498"/>
                  </a:lnTo>
                  <a:lnTo>
                    <a:pt x="5371689" y="1323379"/>
                  </a:lnTo>
                  <a:lnTo>
                    <a:pt x="5443311" y="1332112"/>
                  </a:lnTo>
                  <a:lnTo>
                    <a:pt x="5514934" y="1340699"/>
                  </a:lnTo>
                  <a:lnTo>
                    <a:pt x="5586557" y="1349144"/>
                  </a:lnTo>
                  <a:lnTo>
                    <a:pt x="5658179" y="1357447"/>
                  </a:lnTo>
                  <a:lnTo>
                    <a:pt x="5729802" y="1365613"/>
                  </a:lnTo>
                  <a:lnTo>
                    <a:pt x="5801424" y="1373642"/>
                  </a:lnTo>
                  <a:lnTo>
                    <a:pt x="5873047" y="1381538"/>
                  </a:lnTo>
                  <a:lnTo>
                    <a:pt x="5944669" y="1389302"/>
                  </a:lnTo>
                  <a:lnTo>
                    <a:pt x="6016292" y="1396937"/>
                  </a:lnTo>
                  <a:lnTo>
                    <a:pt x="6087914" y="1404445"/>
                  </a:lnTo>
                  <a:lnTo>
                    <a:pt x="6159537" y="1411828"/>
                  </a:lnTo>
                  <a:lnTo>
                    <a:pt x="6231159" y="1419088"/>
                  </a:lnTo>
                  <a:lnTo>
                    <a:pt x="6302782" y="1426227"/>
                  </a:lnTo>
                  <a:lnTo>
                    <a:pt x="6374404" y="1433247"/>
                  </a:lnTo>
                  <a:lnTo>
                    <a:pt x="6446027" y="1440150"/>
                  </a:lnTo>
                  <a:lnTo>
                    <a:pt x="6517649" y="1446938"/>
                  </a:lnTo>
                  <a:lnTo>
                    <a:pt x="6589272" y="1453614"/>
                  </a:lnTo>
                  <a:lnTo>
                    <a:pt x="6660894" y="1460178"/>
                  </a:lnTo>
                  <a:lnTo>
                    <a:pt x="6732517" y="1466632"/>
                  </a:lnTo>
                  <a:lnTo>
                    <a:pt x="6804139" y="1472980"/>
                  </a:lnTo>
                  <a:lnTo>
                    <a:pt x="6875762" y="1479221"/>
                  </a:lnTo>
                  <a:lnTo>
                    <a:pt x="6947385" y="1485359"/>
                  </a:lnTo>
                  <a:lnTo>
                    <a:pt x="7019007" y="1491394"/>
                  </a:lnTo>
                  <a:lnTo>
                    <a:pt x="7090630" y="1497329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06968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3032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7909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5161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39151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25215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1127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9734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632161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1.22 (0.88-1.70), p = 0.228  |  per IQR decline (Δ = 29.3 %): 1.81 (0.69-4.71)  |  IQR: [-14.6, 14.7] 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669789"/>
              <a:ext cx="147136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Febrile Neutropenia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2026-10-09T15:05:28Z</dcterms:modified>
  <cp:category/>
</cp:coreProperties>
</file>