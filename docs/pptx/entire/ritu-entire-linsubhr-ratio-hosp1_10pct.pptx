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51394"/>
            </a:xfrm>
            <a:custGeom>
              <a:avLst/>
              <a:pathLst>
                <a:path w="7090630" h="3351394">
                  <a:moveTo>
                    <a:pt x="543193" y="0"/>
                  </a:moveTo>
                  <a:lnTo>
                    <a:pt x="572980" y="51980"/>
                  </a:lnTo>
                  <a:lnTo>
                    <a:pt x="644602" y="172575"/>
                  </a:lnTo>
                  <a:lnTo>
                    <a:pt x="716225" y="288933"/>
                  </a:lnTo>
                  <a:lnTo>
                    <a:pt x="787847" y="401202"/>
                  </a:lnTo>
                  <a:lnTo>
                    <a:pt x="859470" y="509525"/>
                  </a:lnTo>
                  <a:lnTo>
                    <a:pt x="931092" y="614042"/>
                  </a:lnTo>
                  <a:lnTo>
                    <a:pt x="1002715" y="714886"/>
                  </a:lnTo>
                  <a:lnTo>
                    <a:pt x="1074337" y="812187"/>
                  </a:lnTo>
                  <a:lnTo>
                    <a:pt x="1145960" y="906068"/>
                  </a:lnTo>
                  <a:lnTo>
                    <a:pt x="1217582" y="996650"/>
                  </a:lnTo>
                  <a:lnTo>
                    <a:pt x="1289205" y="1084049"/>
                  </a:lnTo>
                  <a:lnTo>
                    <a:pt x="1360827" y="1168376"/>
                  </a:lnTo>
                  <a:lnTo>
                    <a:pt x="1432450" y="1249740"/>
                  </a:lnTo>
                  <a:lnTo>
                    <a:pt x="1504073" y="1328245"/>
                  </a:lnTo>
                  <a:lnTo>
                    <a:pt x="1575695" y="1403992"/>
                  </a:lnTo>
                  <a:lnTo>
                    <a:pt x="1647318" y="1477076"/>
                  </a:lnTo>
                  <a:lnTo>
                    <a:pt x="1718940" y="1547593"/>
                  </a:lnTo>
                  <a:lnTo>
                    <a:pt x="1790563" y="1615631"/>
                  </a:lnTo>
                  <a:lnTo>
                    <a:pt x="1862185" y="1681278"/>
                  </a:lnTo>
                  <a:lnTo>
                    <a:pt x="1933808" y="1744619"/>
                  </a:lnTo>
                  <a:lnTo>
                    <a:pt x="2005430" y="1805733"/>
                  </a:lnTo>
                  <a:lnTo>
                    <a:pt x="2077053" y="1864700"/>
                  </a:lnTo>
                  <a:lnTo>
                    <a:pt x="2148675" y="1921595"/>
                  </a:lnTo>
                  <a:lnTo>
                    <a:pt x="2220298" y="1976490"/>
                  </a:lnTo>
                  <a:lnTo>
                    <a:pt x="2291920" y="2029457"/>
                  </a:lnTo>
                  <a:lnTo>
                    <a:pt x="2363543" y="2080562"/>
                  </a:lnTo>
                  <a:lnTo>
                    <a:pt x="2435165" y="2129871"/>
                  </a:lnTo>
                  <a:lnTo>
                    <a:pt x="2506788" y="2177447"/>
                  </a:lnTo>
                  <a:lnTo>
                    <a:pt x="2578410" y="2223352"/>
                  </a:lnTo>
                  <a:lnTo>
                    <a:pt x="2650033" y="2267643"/>
                  </a:lnTo>
                  <a:lnTo>
                    <a:pt x="2721655" y="2310378"/>
                  </a:lnTo>
                  <a:lnTo>
                    <a:pt x="2793278" y="2351612"/>
                  </a:lnTo>
                  <a:lnTo>
                    <a:pt x="2864901" y="2391396"/>
                  </a:lnTo>
                  <a:lnTo>
                    <a:pt x="2936523" y="2429782"/>
                  </a:lnTo>
                  <a:lnTo>
                    <a:pt x="3008146" y="2466819"/>
                  </a:lnTo>
                  <a:lnTo>
                    <a:pt x="3079768" y="2502555"/>
                  </a:lnTo>
                  <a:lnTo>
                    <a:pt x="3151391" y="2537035"/>
                  </a:lnTo>
                  <a:lnTo>
                    <a:pt x="3223013" y="2570303"/>
                  </a:lnTo>
                  <a:lnTo>
                    <a:pt x="3294636" y="2602403"/>
                  </a:lnTo>
                  <a:lnTo>
                    <a:pt x="3366258" y="2633374"/>
                  </a:lnTo>
                  <a:lnTo>
                    <a:pt x="3437881" y="2653645"/>
                  </a:lnTo>
                  <a:lnTo>
                    <a:pt x="3509503" y="2651543"/>
                  </a:lnTo>
                  <a:lnTo>
                    <a:pt x="3581126" y="2649435"/>
                  </a:lnTo>
                  <a:lnTo>
                    <a:pt x="3652748" y="2647322"/>
                  </a:lnTo>
                  <a:lnTo>
                    <a:pt x="3724371" y="2645204"/>
                  </a:lnTo>
                  <a:lnTo>
                    <a:pt x="3795993" y="2643081"/>
                  </a:lnTo>
                  <a:lnTo>
                    <a:pt x="3867616" y="2640952"/>
                  </a:lnTo>
                  <a:lnTo>
                    <a:pt x="3939238" y="2638818"/>
                  </a:lnTo>
                  <a:lnTo>
                    <a:pt x="4010861" y="2636678"/>
                  </a:lnTo>
                  <a:lnTo>
                    <a:pt x="4082483" y="2634533"/>
                  </a:lnTo>
                  <a:lnTo>
                    <a:pt x="4154106" y="2632383"/>
                  </a:lnTo>
                  <a:lnTo>
                    <a:pt x="4225729" y="2630227"/>
                  </a:lnTo>
                  <a:lnTo>
                    <a:pt x="4297351" y="2628065"/>
                  </a:lnTo>
                  <a:lnTo>
                    <a:pt x="4368974" y="2625899"/>
                  </a:lnTo>
                  <a:lnTo>
                    <a:pt x="4440596" y="2623726"/>
                  </a:lnTo>
                  <a:lnTo>
                    <a:pt x="4512219" y="2621548"/>
                  </a:lnTo>
                  <a:lnTo>
                    <a:pt x="4583841" y="2619365"/>
                  </a:lnTo>
                  <a:lnTo>
                    <a:pt x="4655464" y="2617176"/>
                  </a:lnTo>
                  <a:lnTo>
                    <a:pt x="4727086" y="2614982"/>
                  </a:lnTo>
                  <a:lnTo>
                    <a:pt x="4798709" y="2612782"/>
                  </a:lnTo>
                  <a:lnTo>
                    <a:pt x="4870331" y="2610576"/>
                  </a:lnTo>
                  <a:lnTo>
                    <a:pt x="4941954" y="2608365"/>
                  </a:lnTo>
                  <a:lnTo>
                    <a:pt x="5013576" y="2606148"/>
                  </a:lnTo>
                  <a:lnTo>
                    <a:pt x="5085199" y="2603926"/>
                  </a:lnTo>
                  <a:lnTo>
                    <a:pt x="5156821" y="2601698"/>
                  </a:lnTo>
                  <a:lnTo>
                    <a:pt x="5228444" y="2599464"/>
                  </a:lnTo>
                  <a:lnTo>
                    <a:pt x="5300066" y="2597225"/>
                  </a:lnTo>
                  <a:lnTo>
                    <a:pt x="5371689" y="2594980"/>
                  </a:lnTo>
                  <a:lnTo>
                    <a:pt x="5443311" y="2592730"/>
                  </a:lnTo>
                  <a:lnTo>
                    <a:pt x="5514934" y="2590473"/>
                  </a:lnTo>
                  <a:lnTo>
                    <a:pt x="5586557" y="2588211"/>
                  </a:lnTo>
                  <a:lnTo>
                    <a:pt x="5658179" y="2585943"/>
                  </a:lnTo>
                  <a:lnTo>
                    <a:pt x="5729802" y="2583670"/>
                  </a:lnTo>
                  <a:lnTo>
                    <a:pt x="5801424" y="2581391"/>
                  </a:lnTo>
                  <a:lnTo>
                    <a:pt x="5873047" y="2579106"/>
                  </a:lnTo>
                  <a:lnTo>
                    <a:pt x="5944669" y="2576815"/>
                  </a:lnTo>
                  <a:lnTo>
                    <a:pt x="6016292" y="2574518"/>
                  </a:lnTo>
                  <a:lnTo>
                    <a:pt x="6087914" y="2572216"/>
                  </a:lnTo>
                  <a:lnTo>
                    <a:pt x="6159537" y="2569907"/>
                  </a:lnTo>
                  <a:lnTo>
                    <a:pt x="6231159" y="2567593"/>
                  </a:lnTo>
                  <a:lnTo>
                    <a:pt x="6302782" y="2565273"/>
                  </a:lnTo>
                  <a:lnTo>
                    <a:pt x="6374404" y="2562947"/>
                  </a:lnTo>
                  <a:lnTo>
                    <a:pt x="6446027" y="2560616"/>
                  </a:lnTo>
                  <a:lnTo>
                    <a:pt x="6517649" y="2558278"/>
                  </a:lnTo>
                  <a:lnTo>
                    <a:pt x="6589272" y="2555934"/>
                  </a:lnTo>
                  <a:lnTo>
                    <a:pt x="6660894" y="2553585"/>
                  </a:lnTo>
                  <a:lnTo>
                    <a:pt x="6732517" y="2551229"/>
                  </a:lnTo>
                  <a:lnTo>
                    <a:pt x="6804139" y="2548868"/>
                  </a:lnTo>
                  <a:lnTo>
                    <a:pt x="6875762" y="2546501"/>
                  </a:lnTo>
                  <a:lnTo>
                    <a:pt x="6947385" y="2544127"/>
                  </a:lnTo>
                  <a:lnTo>
                    <a:pt x="7019007" y="2541748"/>
                  </a:lnTo>
                  <a:lnTo>
                    <a:pt x="7090630" y="2539362"/>
                  </a:lnTo>
                  <a:lnTo>
                    <a:pt x="7090630" y="3351394"/>
                  </a:lnTo>
                  <a:lnTo>
                    <a:pt x="7019007" y="3346574"/>
                  </a:lnTo>
                  <a:lnTo>
                    <a:pt x="6947385" y="3341578"/>
                  </a:lnTo>
                  <a:lnTo>
                    <a:pt x="6875762" y="3336400"/>
                  </a:lnTo>
                  <a:lnTo>
                    <a:pt x="6804139" y="3331034"/>
                  </a:lnTo>
                  <a:lnTo>
                    <a:pt x="6732517" y="3325472"/>
                  </a:lnTo>
                  <a:lnTo>
                    <a:pt x="6660894" y="3319707"/>
                  </a:lnTo>
                  <a:lnTo>
                    <a:pt x="6589272" y="3313733"/>
                  </a:lnTo>
                  <a:lnTo>
                    <a:pt x="6517649" y="3307541"/>
                  </a:lnTo>
                  <a:lnTo>
                    <a:pt x="6446027" y="3301123"/>
                  </a:lnTo>
                  <a:lnTo>
                    <a:pt x="6374404" y="3294472"/>
                  </a:lnTo>
                  <a:lnTo>
                    <a:pt x="6302782" y="3287578"/>
                  </a:lnTo>
                  <a:lnTo>
                    <a:pt x="6231159" y="3280434"/>
                  </a:lnTo>
                  <a:lnTo>
                    <a:pt x="6159537" y="3273029"/>
                  </a:lnTo>
                  <a:lnTo>
                    <a:pt x="6087914" y="3265354"/>
                  </a:lnTo>
                  <a:lnTo>
                    <a:pt x="6016292" y="3257400"/>
                  </a:lnTo>
                  <a:lnTo>
                    <a:pt x="5944669" y="3249157"/>
                  </a:lnTo>
                  <a:lnTo>
                    <a:pt x="5873047" y="3240613"/>
                  </a:lnTo>
                  <a:lnTo>
                    <a:pt x="5801424" y="3231758"/>
                  </a:lnTo>
                  <a:lnTo>
                    <a:pt x="5729802" y="3222580"/>
                  </a:lnTo>
                  <a:lnTo>
                    <a:pt x="5658179" y="3213068"/>
                  </a:lnTo>
                  <a:lnTo>
                    <a:pt x="5586557" y="3203210"/>
                  </a:lnTo>
                  <a:lnTo>
                    <a:pt x="5514934" y="3192992"/>
                  </a:lnTo>
                  <a:lnTo>
                    <a:pt x="5443311" y="3182403"/>
                  </a:lnTo>
                  <a:lnTo>
                    <a:pt x="5371689" y="3171428"/>
                  </a:lnTo>
                  <a:lnTo>
                    <a:pt x="5300066" y="3160053"/>
                  </a:lnTo>
                  <a:lnTo>
                    <a:pt x="5228444" y="3148264"/>
                  </a:lnTo>
                  <a:lnTo>
                    <a:pt x="5156821" y="3136045"/>
                  </a:lnTo>
                  <a:lnTo>
                    <a:pt x="5085199" y="3123382"/>
                  </a:lnTo>
                  <a:lnTo>
                    <a:pt x="5013576" y="3110257"/>
                  </a:lnTo>
                  <a:lnTo>
                    <a:pt x="4941954" y="3096654"/>
                  </a:lnTo>
                  <a:lnTo>
                    <a:pt x="4870331" y="3082556"/>
                  </a:lnTo>
                  <a:lnTo>
                    <a:pt x="4798709" y="3067944"/>
                  </a:lnTo>
                  <a:lnTo>
                    <a:pt x="4727086" y="3052800"/>
                  </a:lnTo>
                  <a:lnTo>
                    <a:pt x="4655464" y="3037105"/>
                  </a:lnTo>
                  <a:lnTo>
                    <a:pt x="4583841" y="3020838"/>
                  </a:lnTo>
                  <a:lnTo>
                    <a:pt x="4512219" y="3003978"/>
                  </a:lnTo>
                  <a:lnTo>
                    <a:pt x="4440596" y="2986505"/>
                  </a:lnTo>
                  <a:lnTo>
                    <a:pt x="4368974" y="2968395"/>
                  </a:lnTo>
                  <a:lnTo>
                    <a:pt x="4297351" y="2949625"/>
                  </a:lnTo>
                  <a:lnTo>
                    <a:pt x="4225729" y="2930172"/>
                  </a:lnTo>
                  <a:lnTo>
                    <a:pt x="4154106" y="2910011"/>
                  </a:lnTo>
                  <a:lnTo>
                    <a:pt x="4082483" y="2889115"/>
                  </a:lnTo>
                  <a:lnTo>
                    <a:pt x="4010861" y="2867458"/>
                  </a:lnTo>
                  <a:lnTo>
                    <a:pt x="3939238" y="2845012"/>
                  </a:lnTo>
                  <a:lnTo>
                    <a:pt x="3867616" y="2821749"/>
                  </a:lnTo>
                  <a:lnTo>
                    <a:pt x="3795993" y="2797638"/>
                  </a:lnTo>
                  <a:lnTo>
                    <a:pt x="3724371" y="2772650"/>
                  </a:lnTo>
                  <a:lnTo>
                    <a:pt x="3652748" y="2746751"/>
                  </a:lnTo>
                  <a:lnTo>
                    <a:pt x="3581126" y="2719909"/>
                  </a:lnTo>
                  <a:lnTo>
                    <a:pt x="3509503" y="2692090"/>
                  </a:lnTo>
                  <a:lnTo>
                    <a:pt x="3437881" y="2663257"/>
                  </a:lnTo>
                  <a:lnTo>
                    <a:pt x="3366258" y="2655741"/>
                  </a:lnTo>
                  <a:lnTo>
                    <a:pt x="3294636" y="2657833"/>
                  </a:lnTo>
                  <a:lnTo>
                    <a:pt x="3223013" y="2659919"/>
                  </a:lnTo>
                  <a:lnTo>
                    <a:pt x="3151391" y="2662000"/>
                  </a:lnTo>
                  <a:lnTo>
                    <a:pt x="3079768" y="2664076"/>
                  </a:lnTo>
                  <a:lnTo>
                    <a:pt x="3008146" y="2666146"/>
                  </a:lnTo>
                  <a:lnTo>
                    <a:pt x="2936523" y="2668211"/>
                  </a:lnTo>
                  <a:lnTo>
                    <a:pt x="2864901" y="2670271"/>
                  </a:lnTo>
                  <a:lnTo>
                    <a:pt x="2793278" y="2672326"/>
                  </a:lnTo>
                  <a:lnTo>
                    <a:pt x="2721655" y="2674376"/>
                  </a:lnTo>
                  <a:lnTo>
                    <a:pt x="2650033" y="2676420"/>
                  </a:lnTo>
                  <a:lnTo>
                    <a:pt x="2578410" y="2678459"/>
                  </a:lnTo>
                  <a:lnTo>
                    <a:pt x="2506788" y="2680493"/>
                  </a:lnTo>
                  <a:lnTo>
                    <a:pt x="2435165" y="2682522"/>
                  </a:lnTo>
                  <a:lnTo>
                    <a:pt x="2363543" y="2684546"/>
                  </a:lnTo>
                  <a:lnTo>
                    <a:pt x="2291920" y="2686565"/>
                  </a:lnTo>
                  <a:lnTo>
                    <a:pt x="2220298" y="2688578"/>
                  </a:lnTo>
                  <a:lnTo>
                    <a:pt x="2148675" y="2690587"/>
                  </a:lnTo>
                  <a:lnTo>
                    <a:pt x="2077053" y="2692590"/>
                  </a:lnTo>
                  <a:lnTo>
                    <a:pt x="2005430" y="2694589"/>
                  </a:lnTo>
                  <a:lnTo>
                    <a:pt x="1933808" y="2696582"/>
                  </a:lnTo>
                  <a:lnTo>
                    <a:pt x="1862185" y="2698571"/>
                  </a:lnTo>
                  <a:lnTo>
                    <a:pt x="1790563" y="2700554"/>
                  </a:lnTo>
                  <a:lnTo>
                    <a:pt x="1718940" y="2702532"/>
                  </a:lnTo>
                  <a:lnTo>
                    <a:pt x="1647318" y="2704505"/>
                  </a:lnTo>
                  <a:lnTo>
                    <a:pt x="1575695" y="2706474"/>
                  </a:lnTo>
                  <a:lnTo>
                    <a:pt x="1504073" y="2708437"/>
                  </a:lnTo>
                  <a:lnTo>
                    <a:pt x="1432450" y="2710395"/>
                  </a:lnTo>
                  <a:lnTo>
                    <a:pt x="1360827" y="2712349"/>
                  </a:lnTo>
                  <a:lnTo>
                    <a:pt x="1289205" y="2714297"/>
                  </a:lnTo>
                  <a:lnTo>
                    <a:pt x="1217582" y="2716241"/>
                  </a:lnTo>
                  <a:lnTo>
                    <a:pt x="1145960" y="2718179"/>
                  </a:lnTo>
                  <a:lnTo>
                    <a:pt x="1074337" y="2720113"/>
                  </a:lnTo>
                  <a:lnTo>
                    <a:pt x="1002715" y="2722042"/>
                  </a:lnTo>
                  <a:lnTo>
                    <a:pt x="931092" y="2723966"/>
                  </a:lnTo>
                  <a:lnTo>
                    <a:pt x="859470" y="2725885"/>
                  </a:lnTo>
                  <a:lnTo>
                    <a:pt x="787847" y="2727800"/>
                  </a:lnTo>
                  <a:lnTo>
                    <a:pt x="716225" y="2729709"/>
                  </a:lnTo>
                  <a:lnTo>
                    <a:pt x="644602" y="2731614"/>
                  </a:lnTo>
                  <a:lnTo>
                    <a:pt x="572980" y="2733513"/>
                  </a:lnTo>
                  <a:lnTo>
                    <a:pt x="501357" y="2735408"/>
                  </a:lnTo>
                  <a:lnTo>
                    <a:pt x="429735" y="2737299"/>
                  </a:lnTo>
                  <a:lnTo>
                    <a:pt x="358112" y="2739184"/>
                  </a:lnTo>
                  <a:lnTo>
                    <a:pt x="286490" y="2741065"/>
                  </a:lnTo>
                  <a:lnTo>
                    <a:pt x="214867" y="2742941"/>
                  </a:lnTo>
                  <a:lnTo>
                    <a:pt x="143245" y="2744812"/>
                  </a:lnTo>
                  <a:lnTo>
                    <a:pt x="71622" y="2746679"/>
                  </a:lnTo>
                  <a:lnTo>
                    <a:pt x="0" y="274854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715242" y="2073503"/>
              <a:ext cx="6547436" cy="2653645"/>
            </a:xfrm>
            <a:custGeom>
              <a:avLst/>
              <a:pathLst>
                <a:path w="6547436" h="2653645">
                  <a:moveTo>
                    <a:pt x="0" y="0"/>
                  </a:moveTo>
                  <a:lnTo>
                    <a:pt x="29786" y="51980"/>
                  </a:lnTo>
                  <a:lnTo>
                    <a:pt x="101409" y="172575"/>
                  </a:lnTo>
                  <a:lnTo>
                    <a:pt x="173031" y="288933"/>
                  </a:lnTo>
                  <a:lnTo>
                    <a:pt x="244654" y="401202"/>
                  </a:lnTo>
                  <a:lnTo>
                    <a:pt x="316276" y="509525"/>
                  </a:lnTo>
                  <a:lnTo>
                    <a:pt x="387899" y="614042"/>
                  </a:lnTo>
                  <a:lnTo>
                    <a:pt x="459521" y="714886"/>
                  </a:lnTo>
                  <a:lnTo>
                    <a:pt x="531144" y="812187"/>
                  </a:lnTo>
                  <a:lnTo>
                    <a:pt x="602766" y="906068"/>
                  </a:lnTo>
                  <a:lnTo>
                    <a:pt x="674389" y="996650"/>
                  </a:lnTo>
                  <a:lnTo>
                    <a:pt x="746011" y="1084049"/>
                  </a:lnTo>
                  <a:lnTo>
                    <a:pt x="817634" y="1168376"/>
                  </a:lnTo>
                  <a:lnTo>
                    <a:pt x="889257" y="1249740"/>
                  </a:lnTo>
                  <a:lnTo>
                    <a:pt x="960879" y="1328245"/>
                  </a:lnTo>
                  <a:lnTo>
                    <a:pt x="1032502" y="1403992"/>
                  </a:lnTo>
                  <a:lnTo>
                    <a:pt x="1104124" y="1477076"/>
                  </a:lnTo>
                  <a:lnTo>
                    <a:pt x="1175747" y="1547593"/>
                  </a:lnTo>
                  <a:lnTo>
                    <a:pt x="1247369" y="1615631"/>
                  </a:lnTo>
                  <a:lnTo>
                    <a:pt x="1318992" y="1681278"/>
                  </a:lnTo>
                  <a:lnTo>
                    <a:pt x="1390614" y="1744619"/>
                  </a:lnTo>
                  <a:lnTo>
                    <a:pt x="1462237" y="1805733"/>
                  </a:lnTo>
                  <a:lnTo>
                    <a:pt x="1533859" y="1864700"/>
                  </a:lnTo>
                  <a:lnTo>
                    <a:pt x="1605482" y="1921595"/>
                  </a:lnTo>
                  <a:lnTo>
                    <a:pt x="1677104" y="1976490"/>
                  </a:lnTo>
                  <a:lnTo>
                    <a:pt x="1748727" y="2029457"/>
                  </a:lnTo>
                  <a:lnTo>
                    <a:pt x="1820349" y="2080562"/>
                  </a:lnTo>
                  <a:lnTo>
                    <a:pt x="1891972" y="2129871"/>
                  </a:lnTo>
                  <a:lnTo>
                    <a:pt x="1963594" y="2177447"/>
                  </a:lnTo>
                  <a:lnTo>
                    <a:pt x="2035217" y="2223352"/>
                  </a:lnTo>
                  <a:lnTo>
                    <a:pt x="2106839" y="2267643"/>
                  </a:lnTo>
                  <a:lnTo>
                    <a:pt x="2178462" y="2310378"/>
                  </a:lnTo>
                  <a:lnTo>
                    <a:pt x="2250085" y="2351612"/>
                  </a:lnTo>
                  <a:lnTo>
                    <a:pt x="2321707" y="2391396"/>
                  </a:lnTo>
                  <a:lnTo>
                    <a:pt x="2393330" y="2429782"/>
                  </a:lnTo>
                  <a:lnTo>
                    <a:pt x="2464952" y="2466819"/>
                  </a:lnTo>
                  <a:lnTo>
                    <a:pt x="2536575" y="2502555"/>
                  </a:lnTo>
                  <a:lnTo>
                    <a:pt x="2608197" y="2537035"/>
                  </a:lnTo>
                  <a:lnTo>
                    <a:pt x="2679820" y="2570303"/>
                  </a:lnTo>
                  <a:lnTo>
                    <a:pt x="2751442" y="2602403"/>
                  </a:lnTo>
                  <a:lnTo>
                    <a:pt x="2823065" y="2633374"/>
                  </a:lnTo>
                  <a:lnTo>
                    <a:pt x="2894687" y="2653645"/>
                  </a:lnTo>
                  <a:lnTo>
                    <a:pt x="2966310" y="2651543"/>
                  </a:lnTo>
                  <a:lnTo>
                    <a:pt x="3037932" y="2649435"/>
                  </a:lnTo>
                  <a:lnTo>
                    <a:pt x="3109555" y="2647322"/>
                  </a:lnTo>
                  <a:lnTo>
                    <a:pt x="3181177" y="2645204"/>
                  </a:lnTo>
                  <a:lnTo>
                    <a:pt x="3252800" y="2643081"/>
                  </a:lnTo>
                  <a:lnTo>
                    <a:pt x="3324422" y="2640952"/>
                  </a:lnTo>
                  <a:lnTo>
                    <a:pt x="3396045" y="2638818"/>
                  </a:lnTo>
                  <a:lnTo>
                    <a:pt x="3467667" y="2636678"/>
                  </a:lnTo>
                  <a:lnTo>
                    <a:pt x="3539290" y="2634533"/>
                  </a:lnTo>
                  <a:lnTo>
                    <a:pt x="3610913" y="2632383"/>
                  </a:lnTo>
                  <a:lnTo>
                    <a:pt x="3682535" y="2630227"/>
                  </a:lnTo>
                  <a:lnTo>
                    <a:pt x="3754158" y="2628065"/>
                  </a:lnTo>
                  <a:lnTo>
                    <a:pt x="3825780" y="2625899"/>
                  </a:lnTo>
                  <a:lnTo>
                    <a:pt x="3897403" y="2623726"/>
                  </a:lnTo>
                  <a:lnTo>
                    <a:pt x="3969025" y="2621548"/>
                  </a:lnTo>
                  <a:lnTo>
                    <a:pt x="4040648" y="2619365"/>
                  </a:lnTo>
                  <a:lnTo>
                    <a:pt x="4112270" y="2617176"/>
                  </a:lnTo>
                  <a:lnTo>
                    <a:pt x="4183893" y="2614982"/>
                  </a:lnTo>
                  <a:lnTo>
                    <a:pt x="4255515" y="2612782"/>
                  </a:lnTo>
                  <a:lnTo>
                    <a:pt x="4327138" y="2610576"/>
                  </a:lnTo>
                  <a:lnTo>
                    <a:pt x="4398760" y="2608365"/>
                  </a:lnTo>
                  <a:lnTo>
                    <a:pt x="4470383" y="2606148"/>
                  </a:lnTo>
                  <a:lnTo>
                    <a:pt x="4542005" y="2603926"/>
                  </a:lnTo>
                  <a:lnTo>
                    <a:pt x="4613628" y="2601698"/>
                  </a:lnTo>
                  <a:lnTo>
                    <a:pt x="4685250" y="2599464"/>
                  </a:lnTo>
                  <a:lnTo>
                    <a:pt x="4756873" y="2597225"/>
                  </a:lnTo>
                  <a:lnTo>
                    <a:pt x="4828495" y="2594980"/>
                  </a:lnTo>
                  <a:lnTo>
                    <a:pt x="4900118" y="2592730"/>
                  </a:lnTo>
                  <a:lnTo>
                    <a:pt x="4971741" y="2590473"/>
                  </a:lnTo>
                  <a:lnTo>
                    <a:pt x="5043363" y="2588211"/>
                  </a:lnTo>
                  <a:lnTo>
                    <a:pt x="5114986" y="2585943"/>
                  </a:lnTo>
                  <a:lnTo>
                    <a:pt x="5186608" y="2583670"/>
                  </a:lnTo>
                  <a:lnTo>
                    <a:pt x="5258231" y="2581391"/>
                  </a:lnTo>
                  <a:lnTo>
                    <a:pt x="5329853" y="2579106"/>
                  </a:lnTo>
                  <a:lnTo>
                    <a:pt x="5401476" y="2576815"/>
                  </a:lnTo>
                  <a:lnTo>
                    <a:pt x="5473098" y="2574518"/>
                  </a:lnTo>
                  <a:lnTo>
                    <a:pt x="5544721" y="2572216"/>
                  </a:lnTo>
                  <a:lnTo>
                    <a:pt x="5616343" y="2569907"/>
                  </a:lnTo>
                  <a:lnTo>
                    <a:pt x="5687966" y="2567593"/>
                  </a:lnTo>
                  <a:lnTo>
                    <a:pt x="5759588" y="2565273"/>
                  </a:lnTo>
                  <a:lnTo>
                    <a:pt x="5831211" y="2562947"/>
                  </a:lnTo>
                  <a:lnTo>
                    <a:pt x="5902833" y="2560616"/>
                  </a:lnTo>
                  <a:lnTo>
                    <a:pt x="5974456" y="2558278"/>
                  </a:lnTo>
                  <a:lnTo>
                    <a:pt x="6046078" y="2555934"/>
                  </a:lnTo>
                  <a:lnTo>
                    <a:pt x="6117701" y="2553585"/>
                  </a:lnTo>
                  <a:lnTo>
                    <a:pt x="6189323" y="2551229"/>
                  </a:lnTo>
                  <a:lnTo>
                    <a:pt x="6260946" y="2548868"/>
                  </a:lnTo>
                  <a:lnTo>
                    <a:pt x="6332569" y="2546501"/>
                  </a:lnTo>
                  <a:lnTo>
                    <a:pt x="6404191" y="2544127"/>
                  </a:lnTo>
                  <a:lnTo>
                    <a:pt x="6475814" y="2541748"/>
                  </a:lnTo>
                  <a:lnTo>
                    <a:pt x="6547436" y="25393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29245"/>
              <a:ext cx="7090630" cy="695652"/>
            </a:xfrm>
            <a:custGeom>
              <a:avLst/>
              <a:pathLst>
                <a:path w="7090630" h="695652">
                  <a:moveTo>
                    <a:pt x="7090630" y="695652"/>
                  </a:moveTo>
                  <a:lnTo>
                    <a:pt x="7019007" y="690832"/>
                  </a:lnTo>
                  <a:lnTo>
                    <a:pt x="6947385" y="685836"/>
                  </a:lnTo>
                  <a:lnTo>
                    <a:pt x="6875762" y="680658"/>
                  </a:lnTo>
                  <a:lnTo>
                    <a:pt x="6804139" y="675292"/>
                  </a:lnTo>
                  <a:lnTo>
                    <a:pt x="6732517" y="669730"/>
                  </a:lnTo>
                  <a:lnTo>
                    <a:pt x="6660894" y="663965"/>
                  </a:lnTo>
                  <a:lnTo>
                    <a:pt x="6589272" y="657991"/>
                  </a:lnTo>
                  <a:lnTo>
                    <a:pt x="6517649" y="651799"/>
                  </a:lnTo>
                  <a:lnTo>
                    <a:pt x="6446027" y="645381"/>
                  </a:lnTo>
                  <a:lnTo>
                    <a:pt x="6374404" y="638730"/>
                  </a:lnTo>
                  <a:lnTo>
                    <a:pt x="6302782" y="631836"/>
                  </a:lnTo>
                  <a:lnTo>
                    <a:pt x="6231159" y="624692"/>
                  </a:lnTo>
                  <a:lnTo>
                    <a:pt x="6159537" y="617287"/>
                  </a:lnTo>
                  <a:lnTo>
                    <a:pt x="6087914" y="609612"/>
                  </a:lnTo>
                  <a:lnTo>
                    <a:pt x="6016292" y="601658"/>
                  </a:lnTo>
                  <a:lnTo>
                    <a:pt x="5944669" y="593415"/>
                  </a:lnTo>
                  <a:lnTo>
                    <a:pt x="5873047" y="584871"/>
                  </a:lnTo>
                  <a:lnTo>
                    <a:pt x="5801424" y="576016"/>
                  </a:lnTo>
                  <a:lnTo>
                    <a:pt x="5729802" y="566838"/>
                  </a:lnTo>
                  <a:lnTo>
                    <a:pt x="5658179" y="557326"/>
                  </a:lnTo>
                  <a:lnTo>
                    <a:pt x="5586557" y="547468"/>
                  </a:lnTo>
                  <a:lnTo>
                    <a:pt x="5514934" y="537250"/>
                  </a:lnTo>
                  <a:lnTo>
                    <a:pt x="5443311" y="526661"/>
                  </a:lnTo>
                  <a:lnTo>
                    <a:pt x="5371689" y="515686"/>
                  </a:lnTo>
                  <a:lnTo>
                    <a:pt x="5300066" y="504311"/>
                  </a:lnTo>
                  <a:lnTo>
                    <a:pt x="5228444" y="492522"/>
                  </a:lnTo>
                  <a:lnTo>
                    <a:pt x="5156821" y="480303"/>
                  </a:lnTo>
                  <a:lnTo>
                    <a:pt x="5085199" y="467640"/>
                  </a:lnTo>
                  <a:lnTo>
                    <a:pt x="5013576" y="454515"/>
                  </a:lnTo>
                  <a:lnTo>
                    <a:pt x="4941954" y="440912"/>
                  </a:lnTo>
                  <a:lnTo>
                    <a:pt x="4870331" y="426814"/>
                  </a:lnTo>
                  <a:lnTo>
                    <a:pt x="4798709" y="412202"/>
                  </a:lnTo>
                  <a:lnTo>
                    <a:pt x="4727086" y="397058"/>
                  </a:lnTo>
                  <a:lnTo>
                    <a:pt x="4655464" y="381363"/>
                  </a:lnTo>
                  <a:lnTo>
                    <a:pt x="4583841" y="365096"/>
                  </a:lnTo>
                  <a:lnTo>
                    <a:pt x="4512219" y="348236"/>
                  </a:lnTo>
                  <a:lnTo>
                    <a:pt x="4440596" y="330763"/>
                  </a:lnTo>
                  <a:lnTo>
                    <a:pt x="4368974" y="312653"/>
                  </a:lnTo>
                  <a:lnTo>
                    <a:pt x="4297351" y="293883"/>
                  </a:lnTo>
                  <a:lnTo>
                    <a:pt x="4225729" y="274430"/>
                  </a:lnTo>
                  <a:lnTo>
                    <a:pt x="4154106" y="254269"/>
                  </a:lnTo>
                  <a:lnTo>
                    <a:pt x="4082483" y="233373"/>
                  </a:lnTo>
                  <a:lnTo>
                    <a:pt x="4010861" y="211716"/>
                  </a:lnTo>
                  <a:lnTo>
                    <a:pt x="3939238" y="189270"/>
                  </a:lnTo>
                  <a:lnTo>
                    <a:pt x="3867616" y="166007"/>
                  </a:lnTo>
                  <a:lnTo>
                    <a:pt x="3795993" y="141896"/>
                  </a:lnTo>
                  <a:lnTo>
                    <a:pt x="3724371" y="116908"/>
                  </a:lnTo>
                  <a:lnTo>
                    <a:pt x="3652748" y="91009"/>
                  </a:lnTo>
                  <a:lnTo>
                    <a:pt x="3581126" y="64167"/>
                  </a:lnTo>
                  <a:lnTo>
                    <a:pt x="3509503" y="36348"/>
                  </a:lnTo>
                  <a:lnTo>
                    <a:pt x="3437881" y="7515"/>
                  </a:lnTo>
                  <a:lnTo>
                    <a:pt x="3366258" y="0"/>
                  </a:lnTo>
                  <a:lnTo>
                    <a:pt x="3294636" y="2091"/>
                  </a:lnTo>
                  <a:lnTo>
                    <a:pt x="3223013" y="4177"/>
                  </a:lnTo>
                  <a:lnTo>
                    <a:pt x="3151391" y="6258"/>
                  </a:lnTo>
                  <a:lnTo>
                    <a:pt x="3079768" y="8334"/>
                  </a:lnTo>
                  <a:lnTo>
                    <a:pt x="3008146" y="10404"/>
                  </a:lnTo>
                  <a:lnTo>
                    <a:pt x="2936523" y="12469"/>
                  </a:lnTo>
                  <a:lnTo>
                    <a:pt x="2864901" y="14529"/>
                  </a:lnTo>
                  <a:lnTo>
                    <a:pt x="2793278" y="16584"/>
                  </a:lnTo>
                  <a:lnTo>
                    <a:pt x="2721655" y="18634"/>
                  </a:lnTo>
                  <a:lnTo>
                    <a:pt x="2650033" y="20678"/>
                  </a:lnTo>
                  <a:lnTo>
                    <a:pt x="2578410" y="22717"/>
                  </a:lnTo>
                  <a:lnTo>
                    <a:pt x="2506788" y="24751"/>
                  </a:lnTo>
                  <a:lnTo>
                    <a:pt x="2435165" y="26780"/>
                  </a:lnTo>
                  <a:lnTo>
                    <a:pt x="2363543" y="28804"/>
                  </a:lnTo>
                  <a:lnTo>
                    <a:pt x="2291920" y="30823"/>
                  </a:lnTo>
                  <a:lnTo>
                    <a:pt x="2220298" y="32836"/>
                  </a:lnTo>
                  <a:lnTo>
                    <a:pt x="2148675" y="34845"/>
                  </a:lnTo>
                  <a:lnTo>
                    <a:pt x="2077053" y="36848"/>
                  </a:lnTo>
                  <a:lnTo>
                    <a:pt x="2005430" y="38847"/>
                  </a:lnTo>
                  <a:lnTo>
                    <a:pt x="1933808" y="40840"/>
                  </a:lnTo>
                  <a:lnTo>
                    <a:pt x="1862185" y="42829"/>
                  </a:lnTo>
                  <a:lnTo>
                    <a:pt x="1790563" y="44812"/>
                  </a:lnTo>
                  <a:lnTo>
                    <a:pt x="1718940" y="46790"/>
                  </a:lnTo>
                  <a:lnTo>
                    <a:pt x="1647318" y="48763"/>
                  </a:lnTo>
                  <a:lnTo>
                    <a:pt x="1575695" y="50732"/>
                  </a:lnTo>
                  <a:lnTo>
                    <a:pt x="1504073" y="52695"/>
                  </a:lnTo>
                  <a:lnTo>
                    <a:pt x="1432450" y="54653"/>
                  </a:lnTo>
                  <a:lnTo>
                    <a:pt x="1360827" y="56607"/>
                  </a:lnTo>
                  <a:lnTo>
                    <a:pt x="1289205" y="58555"/>
                  </a:lnTo>
                  <a:lnTo>
                    <a:pt x="1217582" y="60499"/>
                  </a:lnTo>
                  <a:lnTo>
                    <a:pt x="1145960" y="62437"/>
                  </a:lnTo>
                  <a:lnTo>
                    <a:pt x="1074337" y="64371"/>
                  </a:lnTo>
                  <a:lnTo>
                    <a:pt x="1002715" y="66300"/>
                  </a:lnTo>
                  <a:lnTo>
                    <a:pt x="931092" y="68224"/>
                  </a:lnTo>
                  <a:lnTo>
                    <a:pt x="859470" y="70143"/>
                  </a:lnTo>
                  <a:lnTo>
                    <a:pt x="787847" y="72058"/>
                  </a:lnTo>
                  <a:lnTo>
                    <a:pt x="716225" y="73967"/>
                  </a:lnTo>
                  <a:lnTo>
                    <a:pt x="644602" y="75872"/>
                  </a:lnTo>
                  <a:lnTo>
                    <a:pt x="572980" y="77771"/>
                  </a:lnTo>
                  <a:lnTo>
                    <a:pt x="501357" y="79666"/>
                  </a:lnTo>
                  <a:lnTo>
                    <a:pt x="429735" y="81557"/>
                  </a:lnTo>
                  <a:lnTo>
                    <a:pt x="358112" y="83442"/>
                  </a:lnTo>
                  <a:lnTo>
                    <a:pt x="286490" y="85323"/>
                  </a:lnTo>
                  <a:lnTo>
                    <a:pt x="214867" y="87199"/>
                  </a:lnTo>
                  <a:lnTo>
                    <a:pt x="143245" y="89070"/>
                  </a:lnTo>
                  <a:lnTo>
                    <a:pt x="71622" y="90937"/>
                  </a:lnTo>
                  <a:lnTo>
                    <a:pt x="0" y="927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724480"/>
              <a:ext cx="7090630" cy="1479228"/>
            </a:xfrm>
            <a:custGeom>
              <a:avLst/>
              <a:pathLst>
                <a:path w="7090630" h="1479228">
                  <a:moveTo>
                    <a:pt x="0" y="0"/>
                  </a:moveTo>
                  <a:lnTo>
                    <a:pt x="71622" y="30212"/>
                  </a:lnTo>
                  <a:lnTo>
                    <a:pt x="143245" y="59927"/>
                  </a:lnTo>
                  <a:lnTo>
                    <a:pt x="214867" y="89151"/>
                  </a:lnTo>
                  <a:lnTo>
                    <a:pt x="286490" y="117894"/>
                  </a:lnTo>
                  <a:lnTo>
                    <a:pt x="358112" y="146164"/>
                  </a:lnTo>
                  <a:lnTo>
                    <a:pt x="429735" y="173967"/>
                  </a:lnTo>
                  <a:lnTo>
                    <a:pt x="501357" y="201311"/>
                  </a:lnTo>
                  <a:lnTo>
                    <a:pt x="572980" y="228206"/>
                  </a:lnTo>
                  <a:lnTo>
                    <a:pt x="644602" y="254656"/>
                  </a:lnTo>
                  <a:lnTo>
                    <a:pt x="716225" y="280671"/>
                  </a:lnTo>
                  <a:lnTo>
                    <a:pt x="787847" y="306257"/>
                  </a:lnTo>
                  <a:lnTo>
                    <a:pt x="859470" y="331421"/>
                  </a:lnTo>
                  <a:lnTo>
                    <a:pt x="931092" y="356170"/>
                  </a:lnTo>
                  <a:lnTo>
                    <a:pt x="1002715" y="380511"/>
                  </a:lnTo>
                  <a:lnTo>
                    <a:pt x="1074337" y="404451"/>
                  </a:lnTo>
                  <a:lnTo>
                    <a:pt x="1145960" y="427997"/>
                  </a:lnTo>
                  <a:lnTo>
                    <a:pt x="1217582" y="451154"/>
                  </a:lnTo>
                  <a:lnTo>
                    <a:pt x="1289205" y="473929"/>
                  </a:lnTo>
                  <a:lnTo>
                    <a:pt x="1360827" y="496329"/>
                  </a:lnTo>
                  <a:lnTo>
                    <a:pt x="1432450" y="518360"/>
                  </a:lnTo>
                  <a:lnTo>
                    <a:pt x="1504073" y="540028"/>
                  </a:lnTo>
                  <a:lnTo>
                    <a:pt x="1575695" y="561338"/>
                  </a:lnTo>
                  <a:lnTo>
                    <a:pt x="1647318" y="582297"/>
                  </a:lnTo>
                  <a:lnTo>
                    <a:pt x="1718940" y="602911"/>
                  </a:lnTo>
                  <a:lnTo>
                    <a:pt x="1790563" y="623185"/>
                  </a:lnTo>
                  <a:lnTo>
                    <a:pt x="1862185" y="643124"/>
                  </a:lnTo>
                  <a:lnTo>
                    <a:pt x="1933808" y="662735"/>
                  </a:lnTo>
                  <a:lnTo>
                    <a:pt x="2005430" y="682023"/>
                  </a:lnTo>
                  <a:lnTo>
                    <a:pt x="2077053" y="700993"/>
                  </a:lnTo>
                  <a:lnTo>
                    <a:pt x="2148675" y="719650"/>
                  </a:lnTo>
                  <a:lnTo>
                    <a:pt x="2220298" y="737999"/>
                  </a:lnTo>
                  <a:lnTo>
                    <a:pt x="2291920" y="756046"/>
                  </a:lnTo>
                  <a:lnTo>
                    <a:pt x="2363543" y="773795"/>
                  </a:lnTo>
                  <a:lnTo>
                    <a:pt x="2435165" y="791252"/>
                  </a:lnTo>
                  <a:lnTo>
                    <a:pt x="2506788" y="808421"/>
                  </a:lnTo>
                  <a:lnTo>
                    <a:pt x="2578410" y="825307"/>
                  </a:lnTo>
                  <a:lnTo>
                    <a:pt x="2650033" y="841915"/>
                  </a:lnTo>
                  <a:lnTo>
                    <a:pt x="2721655" y="858249"/>
                  </a:lnTo>
                  <a:lnTo>
                    <a:pt x="2793278" y="874314"/>
                  </a:lnTo>
                  <a:lnTo>
                    <a:pt x="2864901" y="890113"/>
                  </a:lnTo>
                  <a:lnTo>
                    <a:pt x="2936523" y="905653"/>
                  </a:lnTo>
                  <a:lnTo>
                    <a:pt x="3008146" y="920936"/>
                  </a:lnTo>
                  <a:lnTo>
                    <a:pt x="3079768" y="935967"/>
                  </a:lnTo>
                  <a:lnTo>
                    <a:pt x="3151391" y="950751"/>
                  </a:lnTo>
                  <a:lnTo>
                    <a:pt x="3223013" y="965290"/>
                  </a:lnTo>
                  <a:lnTo>
                    <a:pt x="3294636" y="979591"/>
                  </a:lnTo>
                  <a:lnTo>
                    <a:pt x="3366258" y="993655"/>
                  </a:lnTo>
                  <a:lnTo>
                    <a:pt x="3437881" y="1007487"/>
                  </a:lnTo>
                  <a:lnTo>
                    <a:pt x="3509503" y="1021092"/>
                  </a:lnTo>
                  <a:lnTo>
                    <a:pt x="3581126" y="1034472"/>
                  </a:lnTo>
                  <a:lnTo>
                    <a:pt x="3652748" y="1047632"/>
                  </a:lnTo>
                  <a:lnTo>
                    <a:pt x="3724371" y="1060575"/>
                  </a:lnTo>
                  <a:lnTo>
                    <a:pt x="3795993" y="1073304"/>
                  </a:lnTo>
                  <a:lnTo>
                    <a:pt x="3867616" y="1085824"/>
                  </a:lnTo>
                  <a:lnTo>
                    <a:pt x="3939238" y="1098137"/>
                  </a:lnTo>
                  <a:lnTo>
                    <a:pt x="4010861" y="1110247"/>
                  </a:lnTo>
                  <a:lnTo>
                    <a:pt x="4082483" y="1122157"/>
                  </a:lnTo>
                  <a:lnTo>
                    <a:pt x="4154106" y="1133872"/>
                  </a:lnTo>
                  <a:lnTo>
                    <a:pt x="4225729" y="1145393"/>
                  </a:lnTo>
                  <a:lnTo>
                    <a:pt x="4297351" y="1156724"/>
                  </a:lnTo>
                  <a:lnTo>
                    <a:pt x="4368974" y="1167868"/>
                  </a:lnTo>
                  <a:lnTo>
                    <a:pt x="4440596" y="1178829"/>
                  </a:lnTo>
                  <a:lnTo>
                    <a:pt x="4512219" y="1189609"/>
                  </a:lnTo>
                  <a:lnTo>
                    <a:pt x="4583841" y="1200211"/>
                  </a:lnTo>
                  <a:lnTo>
                    <a:pt x="4655464" y="1210639"/>
                  </a:lnTo>
                  <a:lnTo>
                    <a:pt x="4727086" y="1220894"/>
                  </a:lnTo>
                  <a:lnTo>
                    <a:pt x="4798709" y="1230981"/>
                  </a:lnTo>
                  <a:lnTo>
                    <a:pt x="4870331" y="1240901"/>
                  </a:lnTo>
                  <a:lnTo>
                    <a:pt x="4941954" y="1250658"/>
                  </a:lnTo>
                  <a:lnTo>
                    <a:pt x="5013576" y="1260254"/>
                  </a:lnTo>
                  <a:lnTo>
                    <a:pt x="5085199" y="1269692"/>
                  </a:lnTo>
                  <a:lnTo>
                    <a:pt x="5156821" y="1278974"/>
                  </a:lnTo>
                  <a:lnTo>
                    <a:pt x="5228444" y="1288103"/>
                  </a:lnTo>
                  <a:lnTo>
                    <a:pt x="5300066" y="1297082"/>
                  </a:lnTo>
                  <a:lnTo>
                    <a:pt x="5371689" y="1305912"/>
                  </a:lnTo>
                  <a:lnTo>
                    <a:pt x="5443311" y="1314597"/>
                  </a:lnTo>
                  <a:lnTo>
                    <a:pt x="5514934" y="1323139"/>
                  </a:lnTo>
                  <a:lnTo>
                    <a:pt x="5586557" y="1331540"/>
                  </a:lnTo>
                  <a:lnTo>
                    <a:pt x="5658179" y="1339803"/>
                  </a:lnTo>
                  <a:lnTo>
                    <a:pt x="5729802" y="1347929"/>
                  </a:lnTo>
                  <a:lnTo>
                    <a:pt x="5801424" y="1355922"/>
                  </a:lnTo>
                  <a:lnTo>
                    <a:pt x="5873047" y="1363782"/>
                  </a:lnTo>
                  <a:lnTo>
                    <a:pt x="5944669" y="1371513"/>
                  </a:lnTo>
                  <a:lnTo>
                    <a:pt x="6016292" y="1379117"/>
                  </a:lnTo>
                  <a:lnTo>
                    <a:pt x="6087914" y="1386595"/>
                  </a:lnTo>
                  <a:lnTo>
                    <a:pt x="6159537" y="1393950"/>
                  </a:lnTo>
                  <a:lnTo>
                    <a:pt x="6231159" y="1401184"/>
                  </a:lnTo>
                  <a:lnTo>
                    <a:pt x="6302782" y="1408299"/>
                  </a:lnTo>
                  <a:lnTo>
                    <a:pt x="6374404" y="1415296"/>
                  </a:lnTo>
                  <a:lnTo>
                    <a:pt x="6446027" y="1422178"/>
                  </a:lnTo>
                  <a:lnTo>
                    <a:pt x="6517649" y="1428946"/>
                  </a:lnTo>
                  <a:lnTo>
                    <a:pt x="6589272" y="1435603"/>
                  </a:lnTo>
                  <a:lnTo>
                    <a:pt x="6660894" y="1442150"/>
                  </a:lnTo>
                  <a:lnTo>
                    <a:pt x="6732517" y="1448590"/>
                  </a:lnTo>
                  <a:lnTo>
                    <a:pt x="6804139" y="1454923"/>
                  </a:lnTo>
                  <a:lnTo>
                    <a:pt x="6875762" y="1461151"/>
                  </a:lnTo>
                  <a:lnTo>
                    <a:pt x="6947385" y="1467277"/>
                  </a:lnTo>
                  <a:lnTo>
                    <a:pt x="7019007" y="1473302"/>
                  </a:lnTo>
                  <a:lnTo>
                    <a:pt x="7090630" y="147922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(0.97-1.54), p = 0.089  |  per IQR decline (Δ = 29.3 %): 1.79 (0.91-3.52)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49915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Nausea/Vomiting/GI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2026-10-09T15:05:26Z</dcterms:modified>
  <cp:category/>
</cp:coreProperties>
</file>