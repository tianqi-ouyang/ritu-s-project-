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3441198"/>
              <a:ext cx="7090630" cy="1878938"/>
            </a:xfrm>
            <a:custGeom>
              <a:avLst/>
              <a:pathLst>
                <a:path w="7090630" h="1878938">
                  <a:moveTo>
                    <a:pt x="0" y="0"/>
                  </a:moveTo>
                  <a:lnTo>
                    <a:pt x="71622" y="46270"/>
                  </a:lnTo>
                  <a:lnTo>
                    <a:pt x="143245" y="91528"/>
                  </a:lnTo>
                  <a:lnTo>
                    <a:pt x="214867" y="135796"/>
                  </a:lnTo>
                  <a:lnTo>
                    <a:pt x="286490" y="179097"/>
                  </a:lnTo>
                  <a:lnTo>
                    <a:pt x="358112" y="221451"/>
                  </a:lnTo>
                  <a:lnTo>
                    <a:pt x="429735" y="262879"/>
                  </a:lnTo>
                  <a:lnTo>
                    <a:pt x="501357" y="303400"/>
                  </a:lnTo>
                  <a:lnTo>
                    <a:pt x="572980" y="343036"/>
                  </a:lnTo>
                  <a:lnTo>
                    <a:pt x="644602" y="381805"/>
                  </a:lnTo>
                  <a:lnTo>
                    <a:pt x="716225" y="419727"/>
                  </a:lnTo>
                  <a:lnTo>
                    <a:pt x="787847" y="456819"/>
                  </a:lnTo>
                  <a:lnTo>
                    <a:pt x="859470" y="493100"/>
                  </a:lnTo>
                  <a:lnTo>
                    <a:pt x="931092" y="528588"/>
                  </a:lnTo>
                  <a:lnTo>
                    <a:pt x="1002715" y="563299"/>
                  </a:lnTo>
                  <a:lnTo>
                    <a:pt x="1074337" y="597252"/>
                  </a:lnTo>
                  <a:lnTo>
                    <a:pt x="1145960" y="630463"/>
                  </a:lnTo>
                  <a:lnTo>
                    <a:pt x="1217582" y="662947"/>
                  </a:lnTo>
                  <a:lnTo>
                    <a:pt x="1289205" y="694721"/>
                  </a:lnTo>
                  <a:lnTo>
                    <a:pt x="1360827" y="725800"/>
                  </a:lnTo>
                  <a:lnTo>
                    <a:pt x="1432450" y="756199"/>
                  </a:lnTo>
                  <a:lnTo>
                    <a:pt x="1504073" y="785934"/>
                  </a:lnTo>
                  <a:lnTo>
                    <a:pt x="1575695" y="815019"/>
                  </a:lnTo>
                  <a:lnTo>
                    <a:pt x="1647318" y="843467"/>
                  </a:lnTo>
                  <a:lnTo>
                    <a:pt x="1718940" y="871294"/>
                  </a:lnTo>
                  <a:lnTo>
                    <a:pt x="1790563" y="898512"/>
                  </a:lnTo>
                  <a:lnTo>
                    <a:pt x="1862185" y="925135"/>
                  </a:lnTo>
                  <a:lnTo>
                    <a:pt x="1933808" y="951176"/>
                  </a:lnTo>
                  <a:lnTo>
                    <a:pt x="2005430" y="976647"/>
                  </a:lnTo>
                  <a:lnTo>
                    <a:pt x="2077053" y="1001561"/>
                  </a:lnTo>
                  <a:lnTo>
                    <a:pt x="2148675" y="1025931"/>
                  </a:lnTo>
                  <a:lnTo>
                    <a:pt x="2220298" y="1049768"/>
                  </a:lnTo>
                  <a:lnTo>
                    <a:pt x="2291920" y="1073083"/>
                  </a:lnTo>
                  <a:lnTo>
                    <a:pt x="2363543" y="1095889"/>
                  </a:lnTo>
                  <a:lnTo>
                    <a:pt x="2435165" y="1118196"/>
                  </a:lnTo>
                  <a:lnTo>
                    <a:pt x="2506788" y="1140016"/>
                  </a:lnTo>
                  <a:lnTo>
                    <a:pt x="2578410" y="1161358"/>
                  </a:lnTo>
                  <a:lnTo>
                    <a:pt x="2650033" y="1182233"/>
                  </a:lnTo>
                  <a:lnTo>
                    <a:pt x="2721655" y="1202652"/>
                  </a:lnTo>
                  <a:lnTo>
                    <a:pt x="2793278" y="1222625"/>
                  </a:lnTo>
                  <a:lnTo>
                    <a:pt x="2864901" y="1242161"/>
                  </a:lnTo>
                  <a:lnTo>
                    <a:pt x="2936523" y="1261269"/>
                  </a:lnTo>
                  <a:lnTo>
                    <a:pt x="3008146" y="1279960"/>
                  </a:lnTo>
                  <a:lnTo>
                    <a:pt x="3079768" y="1288922"/>
                  </a:lnTo>
                  <a:lnTo>
                    <a:pt x="3151391" y="1292556"/>
                  </a:lnTo>
                  <a:lnTo>
                    <a:pt x="3223013" y="1296175"/>
                  </a:lnTo>
                  <a:lnTo>
                    <a:pt x="3294636" y="1299777"/>
                  </a:lnTo>
                  <a:lnTo>
                    <a:pt x="3366258" y="1303364"/>
                  </a:lnTo>
                  <a:lnTo>
                    <a:pt x="3437881" y="1306935"/>
                  </a:lnTo>
                  <a:lnTo>
                    <a:pt x="3509503" y="1310490"/>
                  </a:lnTo>
                  <a:lnTo>
                    <a:pt x="3581126" y="1314029"/>
                  </a:lnTo>
                  <a:lnTo>
                    <a:pt x="3652748" y="1317554"/>
                  </a:lnTo>
                  <a:lnTo>
                    <a:pt x="3724371" y="1321062"/>
                  </a:lnTo>
                  <a:lnTo>
                    <a:pt x="3795993" y="1324555"/>
                  </a:lnTo>
                  <a:lnTo>
                    <a:pt x="3867616" y="1328033"/>
                  </a:lnTo>
                  <a:lnTo>
                    <a:pt x="3939238" y="1331496"/>
                  </a:lnTo>
                  <a:lnTo>
                    <a:pt x="4010861" y="1334943"/>
                  </a:lnTo>
                  <a:lnTo>
                    <a:pt x="4082483" y="1338375"/>
                  </a:lnTo>
                  <a:lnTo>
                    <a:pt x="4154106" y="1341792"/>
                  </a:lnTo>
                  <a:lnTo>
                    <a:pt x="4225729" y="1345194"/>
                  </a:lnTo>
                  <a:lnTo>
                    <a:pt x="4297351" y="1348581"/>
                  </a:lnTo>
                  <a:lnTo>
                    <a:pt x="4368974" y="1351953"/>
                  </a:lnTo>
                  <a:lnTo>
                    <a:pt x="4440596" y="1355311"/>
                  </a:lnTo>
                  <a:lnTo>
                    <a:pt x="4512219" y="1358653"/>
                  </a:lnTo>
                  <a:lnTo>
                    <a:pt x="4583841" y="1361981"/>
                  </a:lnTo>
                  <a:lnTo>
                    <a:pt x="4655464" y="1365295"/>
                  </a:lnTo>
                  <a:lnTo>
                    <a:pt x="4727086" y="1368594"/>
                  </a:lnTo>
                  <a:lnTo>
                    <a:pt x="4798709" y="1371878"/>
                  </a:lnTo>
                  <a:lnTo>
                    <a:pt x="4870331" y="1375148"/>
                  </a:lnTo>
                  <a:lnTo>
                    <a:pt x="4941954" y="1378403"/>
                  </a:lnTo>
                  <a:lnTo>
                    <a:pt x="5013576" y="1381644"/>
                  </a:lnTo>
                  <a:lnTo>
                    <a:pt x="5085199" y="1384871"/>
                  </a:lnTo>
                  <a:lnTo>
                    <a:pt x="5156821" y="1388084"/>
                  </a:lnTo>
                  <a:lnTo>
                    <a:pt x="5228444" y="1391283"/>
                  </a:lnTo>
                  <a:lnTo>
                    <a:pt x="5300066" y="1394467"/>
                  </a:lnTo>
                  <a:lnTo>
                    <a:pt x="5371689" y="1397638"/>
                  </a:lnTo>
                  <a:lnTo>
                    <a:pt x="5443311" y="1400795"/>
                  </a:lnTo>
                  <a:lnTo>
                    <a:pt x="5514934" y="1403937"/>
                  </a:lnTo>
                  <a:lnTo>
                    <a:pt x="5586557" y="1407066"/>
                  </a:lnTo>
                  <a:lnTo>
                    <a:pt x="5658179" y="1410182"/>
                  </a:lnTo>
                  <a:lnTo>
                    <a:pt x="5729802" y="1413283"/>
                  </a:lnTo>
                  <a:lnTo>
                    <a:pt x="5801424" y="1416371"/>
                  </a:lnTo>
                  <a:lnTo>
                    <a:pt x="5873047" y="1419445"/>
                  </a:lnTo>
                  <a:lnTo>
                    <a:pt x="5944669" y="1422506"/>
                  </a:lnTo>
                  <a:lnTo>
                    <a:pt x="6016292" y="1425554"/>
                  </a:lnTo>
                  <a:lnTo>
                    <a:pt x="6087914" y="1428588"/>
                  </a:lnTo>
                  <a:lnTo>
                    <a:pt x="6159537" y="1431608"/>
                  </a:lnTo>
                  <a:lnTo>
                    <a:pt x="6231159" y="1434616"/>
                  </a:lnTo>
                  <a:lnTo>
                    <a:pt x="6302782" y="1437610"/>
                  </a:lnTo>
                  <a:lnTo>
                    <a:pt x="6374404" y="1440591"/>
                  </a:lnTo>
                  <a:lnTo>
                    <a:pt x="6446027" y="1443559"/>
                  </a:lnTo>
                  <a:lnTo>
                    <a:pt x="6517649" y="1446514"/>
                  </a:lnTo>
                  <a:lnTo>
                    <a:pt x="6589272" y="1449456"/>
                  </a:lnTo>
                  <a:lnTo>
                    <a:pt x="6660894" y="1452385"/>
                  </a:lnTo>
                  <a:lnTo>
                    <a:pt x="6732517" y="1455301"/>
                  </a:lnTo>
                  <a:lnTo>
                    <a:pt x="6804139" y="1458204"/>
                  </a:lnTo>
                  <a:lnTo>
                    <a:pt x="6875762" y="1461095"/>
                  </a:lnTo>
                  <a:lnTo>
                    <a:pt x="6947385" y="1463973"/>
                  </a:lnTo>
                  <a:lnTo>
                    <a:pt x="7019007" y="1466838"/>
                  </a:lnTo>
                  <a:lnTo>
                    <a:pt x="7090630" y="1469690"/>
                  </a:lnTo>
                  <a:lnTo>
                    <a:pt x="7090630" y="1878938"/>
                  </a:lnTo>
                  <a:lnTo>
                    <a:pt x="7019007" y="1873638"/>
                  </a:lnTo>
                  <a:lnTo>
                    <a:pt x="6947385" y="1868218"/>
                  </a:lnTo>
                  <a:lnTo>
                    <a:pt x="6875762" y="1862678"/>
                  </a:lnTo>
                  <a:lnTo>
                    <a:pt x="6804139" y="1857014"/>
                  </a:lnTo>
                  <a:lnTo>
                    <a:pt x="6732517" y="1851223"/>
                  </a:lnTo>
                  <a:lnTo>
                    <a:pt x="6660894" y="1845303"/>
                  </a:lnTo>
                  <a:lnTo>
                    <a:pt x="6589272" y="1839250"/>
                  </a:lnTo>
                  <a:lnTo>
                    <a:pt x="6517649" y="1833063"/>
                  </a:lnTo>
                  <a:lnTo>
                    <a:pt x="6446027" y="1826736"/>
                  </a:lnTo>
                  <a:lnTo>
                    <a:pt x="6374404" y="1820269"/>
                  </a:lnTo>
                  <a:lnTo>
                    <a:pt x="6302782" y="1813657"/>
                  </a:lnTo>
                  <a:lnTo>
                    <a:pt x="6231159" y="1806896"/>
                  </a:lnTo>
                  <a:lnTo>
                    <a:pt x="6159537" y="1799985"/>
                  </a:lnTo>
                  <a:lnTo>
                    <a:pt x="6087914" y="1792920"/>
                  </a:lnTo>
                  <a:lnTo>
                    <a:pt x="6016292" y="1785696"/>
                  </a:lnTo>
                  <a:lnTo>
                    <a:pt x="5944669" y="1778311"/>
                  </a:lnTo>
                  <a:lnTo>
                    <a:pt x="5873047" y="1770761"/>
                  </a:lnTo>
                  <a:lnTo>
                    <a:pt x="5801424" y="1763042"/>
                  </a:lnTo>
                  <a:lnTo>
                    <a:pt x="5729802" y="1755150"/>
                  </a:lnTo>
                  <a:lnTo>
                    <a:pt x="5658179" y="1747082"/>
                  </a:lnTo>
                  <a:lnTo>
                    <a:pt x="5586557" y="1738834"/>
                  </a:lnTo>
                  <a:lnTo>
                    <a:pt x="5514934" y="1730401"/>
                  </a:lnTo>
                  <a:lnTo>
                    <a:pt x="5443311" y="1721780"/>
                  </a:lnTo>
                  <a:lnTo>
                    <a:pt x="5371689" y="1712966"/>
                  </a:lnTo>
                  <a:lnTo>
                    <a:pt x="5300066" y="1703955"/>
                  </a:lnTo>
                  <a:lnTo>
                    <a:pt x="5228444" y="1694743"/>
                  </a:lnTo>
                  <a:lnTo>
                    <a:pt x="5156821" y="1685325"/>
                  </a:lnTo>
                  <a:lnTo>
                    <a:pt x="5085199" y="1675696"/>
                  </a:lnTo>
                  <a:lnTo>
                    <a:pt x="5013576" y="1665852"/>
                  </a:lnTo>
                  <a:lnTo>
                    <a:pt x="4941954" y="1655787"/>
                  </a:lnTo>
                  <a:lnTo>
                    <a:pt x="4870331" y="1645498"/>
                  </a:lnTo>
                  <a:lnTo>
                    <a:pt x="4798709" y="1634979"/>
                  </a:lnTo>
                  <a:lnTo>
                    <a:pt x="4727086" y="1624225"/>
                  </a:lnTo>
                  <a:lnTo>
                    <a:pt x="4655464" y="1613230"/>
                  </a:lnTo>
                  <a:lnTo>
                    <a:pt x="4583841" y="1601989"/>
                  </a:lnTo>
                  <a:lnTo>
                    <a:pt x="4512219" y="1590497"/>
                  </a:lnTo>
                  <a:lnTo>
                    <a:pt x="4440596" y="1578749"/>
                  </a:lnTo>
                  <a:lnTo>
                    <a:pt x="4368974" y="1566737"/>
                  </a:lnTo>
                  <a:lnTo>
                    <a:pt x="4297351" y="1554457"/>
                  </a:lnTo>
                  <a:lnTo>
                    <a:pt x="4225729" y="1541903"/>
                  </a:lnTo>
                  <a:lnTo>
                    <a:pt x="4154106" y="1529068"/>
                  </a:lnTo>
                  <a:lnTo>
                    <a:pt x="4082483" y="1515946"/>
                  </a:lnTo>
                  <a:lnTo>
                    <a:pt x="4010861" y="1502530"/>
                  </a:lnTo>
                  <a:lnTo>
                    <a:pt x="3939238" y="1488815"/>
                  </a:lnTo>
                  <a:lnTo>
                    <a:pt x="3867616" y="1474793"/>
                  </a:lnTo>
                  <a:lnTo>
                    <a:pt x="3795993" y="1460458"/>
                  </a:lnTo>
                  <a:lnTo>
                    <a:pt x="3724371" y="1445802"/>
                  </a:lnTo>
                  <a:lnTo>
                    <a:pt x="3652748" y="1430819"/>
                  </a:lnTo>
                  <a:lnTo>
                    <a:pt x="3581126" y="1415500"/>
                  </a:lnTo>
                  <a:lnTo>
                    <a:pt x="3509503" y="1399839"/>
                  </a:lnTo>
                  <a:lnTo>
                    <a:pt x="3437881" y="1383828"/>
                  </a:lnTo>
                  <a:lnTo>
                    <a:pt x="3366258" y="1367460"/>
                  </a:lnTo>
                  <a:lnTo>
                    <a:pt x="3294636" y="1350725"/>
                  </a:lnTo>
                  <a:lnTo>
                    <a:pt x="3223013" y="1333616"/>
                  </a:lnTo>
                  <a:lnTo>
                    <a:pt x="3151391" y="1316125"/>
                  </a:lnTo>
                  <a:lnTo>
                    <a:pt x="3079768" y="1298242"/>
                  </a:lnTo>
                  <a:lnTo>
                    <a:pt x="3008146" y="1285271"/>
                  </a:lnTo>
                  <a:lnTo>
                    <a:pt x="2936523" y="1281605"/>
                  </a:lnTo>
                  <a:lnTo>
                    <a:pt x="2864901" y="1277922"/>
                  </a:lnTo>
                  <a:lnTo>
                    <a:pt x="2793278" y="1274223"/>
                  </a:lnTo>
                  <a:lnTo>
                    <a:pt x="2721655" y="1270508"/>
                  </a:lnTo>
                  <a:lnTo>
                    <a:pt x="2650033" y="1266776"/>
                  </a:lnTo>
                  <a:lnTo>
                    <a:pt x="2578410" y="1263028"/>
                  </a:lnTo>
                  <a:lnTo>
                    <a:pt x="2506788" y="1259264"/>
                  </a:lnTo>
                  <a:lnTo>
                    <a:pt x="2435165" y="1255482"/>
                  </a:lnTo>
                  <a:lnTo>
                    <a:pt x="2363543" y="1251684"/>
                  </a:lnTo>
                  <a:lnTo>
                    <a:pt x="2291920" y="1247870"/>
                  </a:lnTo>
                  <a:lnTo>
                    <a:pt x="2220298" y="1244038"/>
                  </a:lnTo>
                  <a:lnTo>
                    <a:pt x="2148675" y="1240189"/>
                  </a:lnTo>
                  <a:lnTo>
                    <a:pt x="2077053" y="1236324"/>
                  </a:lnTo>
                  <a:lnTo>
                    <a:pt x="2005430" y="1232441"/>
                  </a:lnTo>
                  <a:lnTo>
                    <a:pt x="1933808" y="1228542"/>
                  </a:lnTo>
                  <a:lnTo>
                    <a:pt x="1862185" y="1224625"/>
                  </a:lnTo>
                  <a:lnTo>
                    <a:pt x="1790563" y="1220691"/>
                  </a:lnTo>
                  <a:lnTo>
                    <a:pt x="1718940" y="1216739"/>
                  </a:lnTo>
                  <a:lnTo>
                    <a:pt x="1647318" y="1212770"/>
                  </a:lnTo>
                  <a:lnTo>
                    <a:pt x="1575695" y="1208784"/>
                  </a:lnTo>
                  <a:lnTo>
                    <a:pt x="1504073" y="1204780"/>
                  </a:lnTo>
                  <a:lnTo>
                    <a:pt x="1432450" y="1200758"/>
                  </a:lnTo>
                  <a:lnTo>
                    <a:pt x="1360827" y="1196718"/>
                  </a:lnTo>
                  <a:lnTo>
                    <a:pt x="1289205" y="1192661"/>
                  </a:lnTo>
                  <a:lnTo>
                    <a:pt x="1217582" y="1188586"/>
                  </a:lnTo>
                  <a:lnTo>
                    <a:pt x="1145960" y="1184493"/>
                  </a:lnTo>
                  <a:lnTo>
                    <a:pt x="1074337" y="1180381"/>
                  </a:lnTo>
                  <a:lnTo>
                    <a:pt x="1002715" y="1176252"/>
                  </a:lnTo>
                  <a:lnTo>
                    <a:pt x="931092" y="1172104"/>
                  </a:lnTo>
                  <a:lnTo>
                    <a:pt x="859470" y="1167938"/>
                  </a:lnTo>
                  <a:lnTo>
                    <a:pt x="787847" y="1163754"/>
                  </a:lnTo>
                  <a:lnTo>
                    <a:pt x="716225" y="1159551"/>
                  </a:lnTo>
                  <a:lnTo>
                    <a:pt x="644602" y="1155330"/>
                  </a:lnTo>
                  <a:lnTo>
                    <a:pt x="572980" y="1151090"/>
                  </a:lnTo>
                  <a:lnTo>
                    <a:pt x="501357" y="1146831"/>
                  </a:lnTo>
                  <a:lnTo>
                    <a:pt x="429735" y="1142554"/>
                  </a:lnTo>
                  <a:lnTo>
                    <a:pt x="358112" y="1138257"/>
                  </a:lnTo>
                  <a:lnTo>
                    <a:pt x="286490" y="1133942"/>
                  </a:lnTo>
                  <a:lnTo>
                    <a:pt x="214867" y="1129608"/>
                  </a:lnTo>
                  <a:lnTo>
                    <a:pt x="143245" y="1125254"/>
                  </a:lnTo>
                  <a:lnTo>
                    <a:pt x="71622" y="1120881"/>
                  </a:lnTo>
                  <a:lnTo>
                    <a:pt x="0" y="111648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441198"/>
              <a:ext cx="7090630" cy="1469690"/>
            </a:xfrm>
            <a:custGeom>
              <a:avLst/>
              <a:pathLst>
                <a:path w="7090630" h="1469690">
                  <a:moveTo>
                    <a:pt x="0" y="0"/>
                  </a:moveTo>
                  <a:lnTo>
                    <a:pt x="71622" y="46270"/>
                  </a:lnTo>
                  <a:lnTo>
                    <a:pt x="143245" y="91528"/>
                  </a:lnTo>
                  <a:lnTo>
                    <a:pt x="214867" y="135796"/>
                  </a:lnTo>
                  <a:lnTo>
                    <a:pt x="286490" y="179097"/>
                  </a:lnTo>
                  <a:lnTo>
                    <a:pt x="358112" y="221451"/>
                  </a:lnTo>
                  <a:lnTo>
                    <a:pt x="429735" y="262879"/>
                  </a:lnTo>
                  <a:lnTo>
                    <a:pt x="501357" y="303400"/>
                  </a:lnTo>
                  <a:lnTo>
                    <a:pt x="572980" y="343036"/>
                  </a:lnTo>
                  <a:lnTo>
                    <a:pt x="644602" y="381805"/>
                  </a:lnTo>
                  <a:lnTo>
                    <a:pt x="716225" y="419727"/>
                  </a:lnTo>
                  <a:lnTo>
                    <a:pt x="787847" y="456819"/>
                  </a:lnTo>
                  <a:lnTo>
                    <a:pt x="859470" y="493100"/>
                  </a:lnTo>
                  <a:lnTo>
                    <a:pt x="931092" y="528588"/>
                  </a:lnTo>
                  <a:lnTo>
                    <a:pt x="1002715" y="563299"/>
                  </a:lnTo>
                  <a:lnTo>
                    <a:pt x="1074337" y="597252"/>
                  </a:lnTo>
                  <a:lnTo>
                    <a:pt x="1145960" y="630463"/>
                  </a:lnTo>
                  <a:lnTo>
                    <a:pt x="1217582" y="662947"/>
                  </a:lnTo>
                  <a:lnTo>
                    <a:pt x="1289205" y="694721"/>
                  </a:lnTo>
                  <a:lnTo>
                    <a:pt x="1360827" y="725800"/>
                  </a:lnTo>
                  <a:lnTo>
                    <a:pt x="1432450" y="756199"/>
                  </a:lnTo>
                  <a:lnTo>
                    <a:pt x="1504073" y="785934"/>
                  </a:lnTo>
                  <a:lnTo>
                    <a:pt x="1575695" y="815019"/>
                  </a:lnTo>
                  <a:lnTo>
                    <a:pt x="1647318" y="843467"/>
                  </a:lnTo>
                  <a:lnTo>
                    <a:pt x="1718940" y="871294"/>
                  </a:lnTo>
                  <a:lnTo>
                    <a:pt x="1790563" y="898512"/>
                  </a:lnTo>
                  <a:lnTo>
                    <a:pt x="1862185" y="925135"/>
                  </a:lnTo>
                  <a:lnTo>
                    <a:pt x="1933808" y="951176"/>
                  </a:lnTo>
                  <a:lnTo>
                    <a:pt x="2005430" y="976647"/>
                  </a:lnTo>
                  <a:lnTo>
                    <a:pt x="2077053" y="1001561"/>
                  </a:lnTo>
                  <a:lnTo>
                    <a:pt x="2148675" y="1025931"/>
                  </a:lnTo>
                  <a:lnTo>
                    <a:pt x="2220298" y="1049768"/>
                  </a:lnTo>
                  <a:lnTo>
                    <a:pt x="2291920" y="1073083"/>
                  </a:lnTo>
                  <a:lnTo>
                    <a:pt x="2363543" y="1095889"/>
                  </a:lnTo>
                  <a:lnTo>
                    <a:pt x="2435165" y="1118196"/>
                  </a:lnTo>
                  <a:lnTo>
                    <a:pt x="2506788" y="1140016"/>
                  </a:lnTo>
                  <a:lnTo>
                    <a:pt x="2578410" y="1161358"/>
                  </a:lnTo>
                  <a:lnTo>
                    <a:pt x="2650033" y="1182233"/>
                  </a:lnTo>
                  <a:lnTo>
                    <a:pt x="2721655" y="1202652"/>
                  </a:lnTo>
                  <a:lnTo>
                    <a:pt x="2793278" y="1222625"/>
                  </a:lnTo>
                  <a:lnTo>
                    <a:pt x="2864901" y="1242161"/>
                  </a:lnTo>
                  <a:lnTo>
                    <a:pt x="2936523" y="1261269"/>
                  </a:lnTo>
                  <a:lnTo>
                    <a:pt x="3008146" y="1279960"/>
                  </a:lnTo>
                  <a:lnTo>
                    <a:pt x="3079768" y="1288922"/>
                  </a:lnTo>
                  <a:lnTo>
                    <a:pt x="3151391" y="1292556"/>
                  </a:lnTo>
                  <a:lnTo>
                    <a:pt x="3223013" y="1296175"/>
                  </a:lnTo>
                  <a:lnTo>
                    <a:pt x="3294636" y="1299777"/>
                  </a:lnTo>
                  <a:lnTo>
                    <a:pt x="3366258" y="1303364"/>
                  </a:lnTo>
                  <a:lnTo>
                    <a:pt x="3437881" y="1306935"/>
                  </a:lnTo>
                  <a:lnTo>
                    <a:pt x="3509503" y="1310490"/>
                  </a:lnTo>
                  <a:lnTo>
                    <a:pt x="3581126" y="1314029"/>
                  </a:lnTo>
                  <a:lnTo>
                    <a:pt x="3652748" y="1317554"/>
                  </a:lnTo>
                  <a:lnTo>
                    <a:pt x="3724371" y="1321062"/>
                  </a:lnTo>
                  <a:lnTo>
                    <a:pt x="3795993" y="1324555"/>
                  </a:lnTo>
                  <a:lnTo>
                    <a:pt x="3867616" y="1328033"/>
                  </a:lnTo>
                  <a:lnTo>
                    <a:pt x="3939238" y="1331496"/>
                  </a:lnTo>
                  <a:lnTo>
                    <a:pt x="4010861" y="1334943"/>
                  </a:lnTo>
                  <a:lnTo>
                    <a:pt x="4082483" y="1338375"/>
                  </a:lnTo>
                  <a:lnTo>
                    <a:pt x="4154106" y="1341792"/>
                  </a:lnTo>
                  <a:lnTo>
                    <a:pt x="4225729" y="1345194"/>
                  </a:lnTo>
                  <a:lnTo>
                    <a:pt x="4297351" y="1348581"/>
                  </a:lnTo>
                  <a:lnTo>
                    <a:pt x="4368974" y="1351953"/>
                  </a:lnTo>
                  <a:lnTo>
                    <a:pt x="4440596" y="1355311"/>
                  </a:lnTo>
                  <a:lnTo>
                    <a:pt x="4512219" y="1358653"/>
                  </a:lnTo>
                  <a:lnTo>
                    <a:pt x="4583841" y="1361981"/>
                  </a:lnTo>
                  <a:lnTo>
                    <a:pt x="4655464" y="1365295"/>
                  </a:lnTo>
                  <a:lnTo>
                    <a:pt x="4727086" y="1368594"/>
                  </a:lnTo>
                  <a:lnTo>
                    <a:pt x="4798709" y="1371878"/>
                  </a:lnTo>
                  <a:lnTo>
                    <a:pt x="4870331" y="1375148"/>
                  </a:lnTo>
                  <a:lnTo>
                    <a:pt x="4941954" y="1378403"/>
                  </a:lnTo>
                  <a:lnTo>
                    <a:pt x="5013576" y="1381644"/>
                  </a:lnTo>
                  <a:lnTo>
                    <a:pt x="5085199" y="1384871"/>
                  </a:lnTo>
                  <a:lnTo>
                    <a:pt x="5156821" y="1388084"/>
                  </a:lnTo>
                  <a:lnTo>
                    <a:pt x="5228444" y="1391283"/>
                  </a:lnTo>
                  <a:lnTo>
                    <a:pt x="5300066" y="1394467"/>
                  </a:lnTo>
                  <a:lnTo>
                    <a:pt x="5371689" y="1397638"/>
                  </a:lnTo>
                  <a:lnTo>
                    <a:pt x="5443311" y="1400795"/>
                  </a:lnTo>
                  <a:lnTo>
                    <a:pt x="5514934" y="1403937"/>
                  </a:lnTo>
                  <a:lnTo>
                    <a:pt x="5586557" y="1407066"/>
                  </a:lnTo>
                  <a:lnTo>
                    <a:pt x="5658179" y="1410182"/>
                  </a:lnTo>
                  <a:lnTo>
                    <a:pt x="5729802" y="1413283"/>
                  </a:lnTo>
                  <a:lnTo>
                    <a:pt x="5801424" y="1416371"/>
                  </a:lnTo>
                  <a:lnTo>
                    <a:pt x="5873047" y="1419445"/>
                  </a:lnTo>
                  <a:lnTo>
                    <a:pt x="5944669" y="1422506"/>
                  </a:lnTo>
                  <a:lnTo>
                    <a:pt x="6016292" y="1425554"/>
                  </a:lnTo>
                  <a:lnTo>
                    <a:pt x="6087914" y="1428588"/>
                  </a:lnTo>
                  <a:lnTo>
                    <a:pt x="6159537" y="1431608"/>
                  </a:lnTo>
                  <a:lnTo>
                    <a:pt x="6231159" y="1434616"/>
                  </a:lnTo>
                  <a:lnTo>
                    <a:pt x="6302782" y="1437610"/>
                  </a:lnTo>
                  <a:lnTo>
                    <a:pt x="6374404" y="1440591"/>
                  </a:lnTo>
                  <a:lnTo>
                    <a:pt x="6446027" y="1443559"/>
                  </a:lnTo>
                  <a:lnTo>
                    <a:pt x="6517649" y="1446514"/>
                  </a:lnTo>
                  <a:lnTo>
                    <a:pt x="6589272" y="1449456"/>
                  </a:lnTo>
                  <a:lnTo>
                    <a:pt x="6660894" y="1452385"/>
                  </a:lnTo>
                  <a:lnTo>
                    <a:pt x="6732517" y="1455301"/>
                  </a:lnTo>
                  <a:lnTo>
                    <a:pt x="6804139" y="1458204"/>
                  </a:lnTo>
                  <a:lnTo>
                    <a:pt x="6875762" y="1461095"/>
                  </a:lnTo>
                  <a:lnTo>
                    <a:pt x="6947385" y="1463973"/>
                  </a:lnTo>
                  <a:lnTo>
                    <a:pt x="7019007" y="1466838"/>
                  </a:lnTo>
                  <a:lnTo>
                    <a:pt x="7090630" y="146969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557688"/>
              <a:ext cx="7090630" cy="762448"/>
            </a:xfrm>
            <a:custGeom>
              <a:avLst/>
              <a:pathLst>
                <a:path w="7090630" h="762448">
                  <a:moveTo>
                    <a:pt x="7090630" y="762448"/>
                  </a:moveTo>
                  <a:lnTo>
                    <a:pt x="7019007" y="757148"/>
                  </a:lnTo>
                  <a:lnTo>
                    <a:pt x="6947385" y="751729"/>
                  </a:lnTo>
                  <a:lnTo>
                    <a:pt x="6875762" y="746188"/>
                  </a:lnTo>
                  <a:lnTo>
                    <a:pt x="6804139" y="740524"/>
                  </a:lnTo>
                  <a:lnTo>
                    <a:pt x="6732517" y="734733"/>
                  </a:lnTo>
                  <a:lnTo>
                    <a:pt x="6660894" y="728813"/>
                  </a:lnTo>
                  <a:lnTo>
                    <a:pt x="6589272" y="722761"/>
                  </a:lnTo>
                  <a:lnTo>
                    <a:pt x="6517649" y="716573"/>
                  </a:lnTo>
                  <a:lnTo>
                    <a:pt x="6446027" y="710247"/>
                  </a:lnTo>
                  <a:lnTo>
                    <a:pt x="6374404" y="703779"/>
                  </a:lnTo>
                  <a:lnTo>
                    <a:pt x="6302782" y="697167"/>
                  </a:lnTo>
                  <a:lnTo>
                    <a:pt x="6231159" y="690407"/>
                  </a:lnTo>
                  <a:lnTo>
                    <a:pt x="6159537" y="683496"/>
                  </a:lnTo>
                  <a:lnTo>
                    <a:pt x="6087914" y="676430"/>
                  </a:lnTo>
                  <a:lnTo>
                    <a:pt x="6016292" y="669206"/>
                  </a:lnTo>
                  <a:lnTo>
                    <a:pt x="5944669" y="661821"/>
                  </a:lnTo>
                  <a:lnTo>
                    <a:pt x="5873047" y="654271"/>
                  </a:lnTo>
                  <a:lnTo>
                    <a:pt x="5801424" y="646552"/>
                  </a:lnTo>
                  <a:lnTo>
                    <a:pt x="5729802" y="638661"/>
                  </a:lnTo>
                  <a:lnTo>
                    <a:pt x="5658179" y="630593"/>
                  </a:lnTo>
                  <a:lnTo>
                    <a:pt x="5586557" y="622344"/>
                  </a:lnTo>
                  <a:lnTo>
                    <a:pt x="5514934" y="613912"/>
                  </a:lnTo>
                  <a:lnTo>
                    <a:pt x="5443311" y="605290"/>
                  </a:lnTo>
                  <a:lnTo>
                    <a:pt x="5371689" y="596476"/>
                  </a:lnTo>
                  <a:lnTo>
                    <a:pt x="5300066" y="587465"/>
                  </a:lnTo>
                  <a:lnTo>
                    <a:pt x="5228444" y="578253"/>
                  </a:lnTo>
                  <a:lnTo>
                    <a:pt x="5156821" y="568835"/>
                  </a:lnTo>
                  <a:lnTo>
                    <a:pt x="5085199" y="559206"/>
                  </a:lnTo>
                  <a:lnTo>
                    <a:pt x="5013576" y="549362"/>
                  </a:lnTo>
                  <a:lnTo>
                    <a:pt x="4941954" y="539297"/>
                  </a:lnTo>
                  <a:lnTo>
                    <a:pt x="4870331" y="529008"/>
                  </a:lnTo>
                  <a:lnTo>
                    <a:pt x="4798709" y="518489"/>
                  </a:lnTo>
                  <a:lnTo>
                    <a:pt x="4727086" y="507735"/>
                  </a:lnTo>
                  <a:lnTo>
                    <a:pt x="4655464" y="496740"/>
                  </a:lnTo>
                  <a:lnTo>
                    <a:pt x="4583841" y="485499"/>
                  </a:lnTo>
                  <a:lnTo>
                    <a:pt x="4512219" y="474007"/>
                  </a:lnTo>
                  <a:lnTo>
                    <a:pt x="4440596" y="462259"/>
                  </a:lnTo>
                  <a:lnTo>
                    <a:pt x="4368974" y="450247"/>
                  </a:lnTo>
                  <a:lnTo>
                    <a:pt x="4297351" y="437967"/>
                  </a:lnTo>
                  <a:lnTo>
                    <a:pt x="4225729" y="425413"/>
                  </a:lnTo>
                  <a:lnTo>
                    <a:pt x="4154106" y="412578"/>
                  </a:lnTo>
                  <a:lnTo>
                    <a:pt x="4082483" y="399456"/>
                  </a:lnTo>
                  <a:lnTo>
                    <a:pt x="4010861" y="386040"/>
                  </a:lnTo>
                  <a:lnTo>
                    <a:pt x="3939238" y="372325"/>
                  </a:lnTo>
                  <a:lnTo>
                    <a:pt x="3867616" y="358303"/>
                  </a:lnTo>
                  <a:lnTo>
                    <a:pt x="3795993" y="343968"/>
                  </a:lnTo>
                  <a:lnTo>
                    <a:pt x="3724371" y="329312"/>
                  </a:lnTo>
                  <a:lnTo>
                    <a:pt x="3652748" y="314329"/>
                  </a:lnTo>
                  <a:lnTo>
                    <a:pt x="3581126" y="299010"/>
                  </a:lnTo>
                  <a:lnTo>
                    <a:pt x="3509503" y="283350"/>
                  </a:lnTo>
                  <a:lnTo>
                    <a:pt x="3437881" y="267339"/>
                  </a:lnTo>
                  <a:lnTo>
                    <a:pt x="3366258" y="250970"/>
                  </a:lnTo>
                  <a:lnTo>
                    <a:pt x="3294636" y="234235"/>
                  </a:lnTo>
                  <a:lnTo>
                    <a:pt x="3223013" y="217126"/>
                  </a:lnTo>
                  <a:lnTo>
                    <a:pt x="3151391" y="199635"/>
                  </a:lnTo>
                  <a:lnTo>
                    <a:pt x="3079768" y="181752"/>
                  </a:lnTo>
                  <a:lnTo>
                    <a:pt x="3008146" y="168782"/>
                  </a:lnTo>
                  <a:lnTo>
                    <a:pt x="2936523" y="165115"/>
                  </a:lnTo>
                  <a:lnTo>
                    <a:pt x="2864901" y="161432"/>
                  </a:lnTo>
                  <a:lnTo>
                    <a:pt x="2793278" y="157734"/>
                  </a:lnTo>
                  <a:lnTo>
                    <a:pt x="2721655" y="154018"/>
                  </a:lnTo>
                  <a:lnTo>
                    <a:pt x="2650033" y="150287"/>
                  </a:lnTo>
                  <a:lnTo>
                    <a:pt x="2578410" y="146538"/>
                  </a:lnTo>
                  <a:lnTo>
                    <a:pt x="2506788" y="142774"/>
                  </a:lnTo>
                  <a:lnTo>
                    <a:pt x="2435165" y="138992"/>
                  </a:lnTo>
                  <a:lnTo>
                    <a:pt x="2363543" y="135194"/>
                  </a:lnTo>
                  <a:lnTo>
                    <a:pt x="2291920" y="131380"/>
                  </a:lnTo>
                  <a:lnTo>
                    <a:pt x="2220298" y="127548"/>
                  </a:lnTo>
                  <a:lnTo>
                    <a:pt x="2148675" y="123700"/>
                  </a:lnTo>
                  <a:lnTo>
                    <a:pt x="2077053" y="119834"/>
                  </a:lnTo>
                  <a:lnTo>
                    <a:pt x="2005430" y="115952"/>
                  </a:lnTo>
                  <a:lnTo>
                    <a:pt x="1933808" y="112052"/>
                  </a:lnTo>
                  <a:lnTo>
                    <a:pt x="1862185" y="108135"/>
                  </a:lnTo>
                  <a:lnTo>
                    <a:pt x="1790563" y="104201"/>
                  </a:lnTo>
                  <a:lnTo>
                    <a:pt x="1718940" y="100249"/>
                  </a:lnTo>
                  <a:lnTo>
                    <a:pt x="1647318" y="96280"/>
                  </a:lnTo>
                  <a:lnTo>
                    <a:pt x="1575695" y="92294"/>
                  </a:lnTo>
                  <a:lnTo>
                    <a:pt x="1504073" y="88290"/>
                  </a:lnTo>
                  <a:lnTo>
                    <a:pt x="1432450" y="84268"/>
                  </a:lnTo>
                  <a:lnTo>
                    <a:pt x="1360827" y="80229"/>
                  </a:lnTo>
                  <a:lnTo>
                    <a:pt x="1289205" y="76171"/>
                  </a:lnTo>
                  <a:lnTo>
                    <a:pt x="1217582" y="72096"/>
                  </a:lnTo>
                  <a:lnTo>
                    <a:pt x="1145960" y="68003"/>
                  </a:lnTo>
                  <a:lnTo>
                    <a:pt x="1074337" y="63892"/>
                  </a:lnTo>
                  <a:lnTo>
                    <a:pt x="1002715" y="59762"/>
                  </a:lnTo>
                  <a:lnTo>
                    <a:pt x="931092" y="55615"/>
                  </a:lnTo>
                  <a:lnTo>
                    <a:pt x="859470" y="51449"/>
                  </a:lnTo>
                  <a:lnTo>
                    <a:pt x="787847" y="47264"/>
                  </a:lnTo>
                  <a:lnTo>
                    <a:pt x="716225" y="43061"/>
                  </a:lnTo>
                  <a:lnTo>
                    <a:pt x="644602" y="38840"/>
                  </a:lnTo>
                  <a:lnTo>
                    <a:pt x="572980" y="34600"/>
                  </a:lnTo>
                  <a:lnTo>
                    <a:pt x="501357" y="30341"/>
                  </a:lnTo>
                  <a:lnTo>
                    <a:pt x="429735" y="26064"/>
                  </a:lnTo>
                  <a:lnTo>
                    <a:pt x="358112" y="21767"/>
                  </a:lnTo>
                  <a:lnTo>
                    <a:pt x="286490" y="17452"/>
                  </a:lnTo>
                  <a:lnTo>
                    <a:pt x="214867" y="13118"/>
                  </a:lnTo>
                  <a:lnTo>
                    <a:pt x="143245" y="8764"/>
                  </a:lnTo>
                  <a:lnTo>
                    <a:pt x="71622" y="439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102903"/>
              <a:ext cx="7090630" cy="1062861"/>
            </a:xfrm>
            <a:custGeom>
              <a:avLst/>
              <a:pathLst>
                <a:path w="7090630" h="1062861">
                  <a:moveTo>
                    <a:pt x="0" y="0"/>
                  </a:moveTo>
                  <a:lnTo>
                    <a:pt x="71622" y="19151"/>
                  </a:lnTo>
                  <a:lnTo>
                    <a:pt x="143245" y="38051"/>
                  </a:lnTo>
                  <a:lnTo>
                    <a:pt x="214867" y="56702"/>
                  </a:lnTo>
                  <a:lnTo>
                    <a:pt x="286490" y="75107"/>
                  </a:lnTo>
                  <a:lnTo>
                    <a:pt x="358112" y="93270"/>
                  </a:lnTo>
                  <a:lnTo>
                    <a:pt x="429735" y="111194"/>
                  </a:lnTo>
                  <a:lnTo>
                    <a:pt x="501357" y="128881"/>
                  </a:lnTo>
                  <a:lnTo>
                    <a:pt x="572980" y="146336"/>
                  </a:lnTo>
                  <a:lnTo>
                    <a:pt x="644602" y="163561"/>
                  </a:lnTo>
                  <a:lnTo>
                    <a:pt x="716225" y="180559"/>
                  </a:lnTo>
                  <a:lnTo>
                    <a:pt x="787847" y="197333"/>
                  </a:lnTo>
                  <a:lnTo>
                    <a:pt x="859470" y="213886"/>
                  </a:lnTo>
                  <a:lnTo>
                    <a:pt x="931092" y="230222"/>
                  </a:lnTo>
                  <a:lnTo>
                    <a:pt x="1002715" y="246342"/>
                  </a:lnTo>
                  <a:lnTo>
                    <a:pt x="1074337" y="262250"/>
                  </a:lnTo>
                  <a:lnTo>
                    <a:pt x="1145960" y="277948"/>
                  </a:lnTo>
                  <a:lnTo>
                    <a:pt x="1217582" y="293440"/>
                  </a:lnTo>
                  <a:lnTo>
                    <a:pt x="1289205" y="308727"/>
                  </a:lnTo>
                  <a:lnTo>
                    <a:pt x="1360827" y="323814"/>
                  </a:lnTo>
                  <a:lnTo>
                    <a:pt x="1432450" y="338701"/>
                  </a:lnTo>
                  <a:lnTo>
                    <a:pt x="1504073" y="353393"/>
                  </a:lnTo>
                  <a:lnTo>
                    <a:pt x="1575695" y="367891"/>
                  </a:lnTo>
                  <a:lnTo>
                    <a:pt x="1647318" y="382199"/>
                  </a:lnTo>
                  <a:lnTo>
                    <a:pt x="1718940" y="396317"/>
                  </a:lnTo>
                  <a:lnTo>
                    <a:pt x="1790563" y="410250"/>
                  </a:lnTo>
                  <a:lnTo>
                    <a:pt x="1862185" y="424000"/>
                  </a:lnTo>
                  <a:lnTo>
                    <a:pt x="1933808" y="437568"/>
                  </a:lnTo>
                  <a:lnTo>
                    <a:pt x="2005430" y="450958"/>
                  </a:lnTo>
                  <a:lnTo>
                    <a:pt x="2077053" y="464171"/>
                  </a:lnTo>
                  <a:lnTo>
                    <a:pt x="2148675" y="477210"/>
                  </a:lnTo>
                  <a:lnTo>
                    <a:pt x="2220298" y="490078"/>
                  </a:lnTo>
                  <a:lnTo>
                    <a:pt x="2291920" y="502776"/>
                  </a:lnTo>
                  <a:lnTo>
                    <a:pt x="2363543" y="515307"/>
                  </a:lnTo>
                  <a:lnTo>
                    <a:pt x="2435165" y="527673"/>
                  </a:lnTo>
                  <a:lnTo>
                    <a:pt x="2506788" y="539876"/>
                  </a:lnTo>
                  <a:lnTo>
                    <a:pt x="2578410" y="551919"/>
                  </a:lnTo>
                  <a:lnTo>
                    <a:pt x="2650033" y="563803"/>
                  </a:lnTo>
                  <a:lnTo>
                    <a:pt x="2721655" y="575530"/>
                  </a:lnTo>
                  <a:lnTo>
                    <a:pt x="2793278" y="587103"/>
                  </a:lnTo>
                  <a:lnTo>
                    <a:pt x="2864901" y="598523"/>
                  </a:lnTo>
                  <a:lnTo>
                    <a:pt x="2936523" y="609793"/>
                  </a:lnTo>
                  <a:lnTo>
                    <a:pt x="3008146" y="620915"/>
                  </a:lnTo>
                  <a:lnTo>
                    <a:pt x="3079768" y="631890"/>
                  </a:lnTo>
                  <a:lnTo>
                    <a:pt x="3151391" y="642721"/>
                  </a:lnTo>
                  <a:lnTo>
                    <a:pt x="3223013" y="653409"/>
                  </a:lnTo>
                  <a:lnTo>
                    <a:pt x="3294636" y="663956"/>
                  </a:lnTo>
                  <a:lnTo>
                    <a:pt x="3366258" y="674365"/>
                  </a:lnTo>
                  <a:lnTo>
                    <a:pt x="3437881" y="684636"/>
                  </a:lnTo>
                  <a:lnTo>
                    <a:pt x="3509503" y="694772"/>
                  </a:lnTo>
                  <a:lnTo>
                    <a:pt x="3581126" y="704775"/>
                  </a:lnTo>
                  <a:lnTo>
                    <a:pt x="3652748" y="714646"/>
                  </a:lnTo>
                  <a:lnTo>
                    <a:pt x="3724371" y="724387"/>
                  </a:lnTo>
                  <a:lnTo>
                    <a:pt x="3795993" y="733999"/>
                  </a:lnTo>
                  <a:lnTo>
                    <a:pt x="3867616" y="743486"/>
                  </a:lnTo>
                  <a:lnTo>
                    <a:pt x="3939238" y="752847"/>
                  </a:lnTo>
                  <a:lnTo>
                    <a:pt x="4010861" y="762085"/>
                  </a:lnTo>
                  <a:lnTo>
                    <a:pt x="4082483" y="771201"/>
                  </a:lnTo>
                  <a:lnTo>
                    <a:pt x="4154106" y="780197"/>
                  </a:lnTo>
                  <a:lnTo>
                    <a:pt x="4225729" y="789075"/>
                  </a:lnTo>
                  <a:lnTo>
                    <a:pt x="4297351" y="797835"/>
                  </a:lnTo>
                  <a:lnTo>
                    <a:pt x="4368974" y="806481"/>
                  </a:lnTo>
                  <a:lnTo>
                    <a:pt x="4440596" y="815012"/>
                  </a:lnTo>
                  <a:lnTo>
                    <a:pt x="4512219" y="823432"/>
                  </a:lnTo>
                  <a:lnTo>
                    <a:pt x="4583841" y="831740"/>
                  </a:lnTo>
                  <a:lnTo>
                    <a:pt x="4655464" y="839939"/>
                  </a:lnTo>
                  <a:lnTo>
                    <a:pt x="4727086" y="848030"/>
                  </a:lnTo>
                  <a:lnTo>
                    <a:pt x="4798709" y="856014"/>
                  </a:lnTo>
                  <a:lnTo>
                    <a:pt x="4870331" y="863894"/>
                  </a:lnTo>
                  <a:lnTo>
                    <a:pt x="4941954" y="871669"/>
                  </a:lnTo>
                  <a:lnTo>
                    <a:pt x="5013576" y="879342"/>
                  </a:lnTo>
                  <a:lnTo>
                    <a:pt x="5085199" y="886914"/>
                  </a:lnTo>
                  <a:lnTo>
                    <a:pt x="5156821" y="894387"/>
                  </a:lnTo>
                  <a:lnTo>
                    <a:pt x="5228444" y="901761"/>
                  </a:lnTo>
                  <a:lnTo>
                    <a:pt x="5300066" y="909037"/>
                  </a:lnTo>
                  <a:lnTo>
                    <a:pt x="5371689" y="916218"/>
                  </a:lnTo>
                  <a:lnTo>
                    <a:pt x="5443311" y="923305"/>
                  </a:lnTo>
                  <a:lnTo>
                    <a:pt x="5514934" y="930298"/>
                  </a:lnTo>
                  <a:lnTo>
                    <a:pt x="5586557" y="937199"/>
                  </a:lnTo>
                  <a:lnTo>
                    <a:pt x="5658179" y="944009"/>
                  </a:lnTo>
                  <a:lnTo>
                    <a:pt x="5729802" y="950730"/>
                  </a:lnTo>
                  <a:lnTo>
                    <a:pt x="5801424" y="957362"/>
                  </a:lnTo>
                  <a:lnTo>
                    <a:pt x="5873047" y="963906"/>
                  </a:lnTo>
                  <a:lnTo>
                    <a:pt x="5944669" y="970365"/>
                  </a:lnTo>
                  <a:lnTo>
                    <a:pt x="6016292" y="976738"/>
                  </a:lnTo>
                  <a:lnTo>
                    <a:pt x="6087914" y="983028"/>
                  </a:lnTo>
                  <a:lnTo>
                    <a:pt x="6159537" y="989234"/>
                  </a:lnTo>
                  <a:lnTo>
                    <a:pt x="6231159" y="995359"/>
                  </a:lnTo>
                  <a:lnTo>
                    <a:pt x="6302782" y="1001404"/>
                  </a:lnTo>
                  <a:lnTo>
                    <a:pt x="6374404" y="1007368"/>
                  </a:lnTo>
                  <a:lnTo>
                    <a:pt x="6446027" y="1013255"/>
                  </a:lnTo>
                  <a:lnTo>
                    <a:pt x="6517649" y="1019063"/>
                  </a:lnTo>
                  <a:lnTo>
                    <a:pt x="6589272" y="1024795"/>
                  </a:lnTo>
                  <a:lnTo>
                    <a:pt x="6660894" y="1030452"/>
                  </a:lnTo>
                  <a:lnTo>
                    <a:pt x="6732517" y="1036034"/>
                  </a:lnTo>
                  <a:lnTo>
                    <a:pt x="6804139" y="1041543"/>
                  </a:lnTo>
                  <a:lnTo>
                    <a:pt x="6875762" y="1046979"/>
                  </a:lnTo>
                  <a:lnTo>
                    <a:pt x="6947385" y="1052343"/>
                  </a:lnTo>
                  <a:lnTo>
                    <a:pt x="7019007" y="1057637"/>
                  </a:lnTo>
                  <a:lnTo>
                    <a:pt x="7090630" y="106286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1.18 (1.06-1.31), p_Bonf = 0.020 (n = 6)  |  per IQR decline (Δ = 27.5 %): 1.56 (1.16-2.10)  |  IQR: [-29.1, -1.6]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95159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2026-10-08T10:06:05Z</dcterms:modified>
  <cp:category/>
</cp:coreProperties>
</file>