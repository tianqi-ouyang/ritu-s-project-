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11612"/>
            </a:xfrm>
            <a:custGeom>
              <a:avLst/>
              <a:pathLst>
                <a:path w="7090630" h="3411612">
                  <a:moveTo>
                    <a:pt x="1257338" y="0"/>
                  </a:moveTo>
                  <a:lnTo>
                    <a:pt x="1289205" y="73965"/>
                  </a:lnTo>
                  <a:lnTo>
                    <a:pt x="1360827" y="232479"/>
                  </a:lnTo>
                  <a:lnTo>
                    <a:pt x="1432450" y="383624"/>
                  </a:lnTo>
                  <a:lnTo>
                    <a:pt x="1504073" y="527743"/>
                  </a:lnTo>
                  <a:lnTo>
                    <a:pt x="1575695" y="665161"/>
                  </a:lnTo>
                  <a:lnTo>
                    <a:pt x="1647318" y="796192"/>
                  </a:lnTo>
                  <a:lnTo>
                    <a:pt x="1718940" y="921131"/>
                  </a:lnTo>
                  <a:lnTo>
                    <a:pt x="1790563" y="1040262"/>
                  </a:lnTo>
                  <a:lnTo>
                    <a:pt x="1862185" y="1153855"/>
                  </a:lnTo>
                  <a:lnTo>
                    <a:pt x="1933808" y="1262167"/>
                  </a:lnTo>
                  <a:lnTo>
                    <a:pt x="2005430" y="1365444"/>
                  </a:lnTo>
                  <a:lnTo>
                    <a:pt x="2077053" y="1463920"/>
                  </a:lnTo>
                  <a:lnTo>
                    <a:pt x="2148675" y="1557817"/>
                  </a:lnTo>
                  <a:lnTo>
                    <a:pt x="2220298" y="1647350"/>
                  </a:lnTo>
                  <a:lnTo>
                    <a:pt x="2291920" y="1732721"/>
                  </a:lnTo>
                  <a:lnTo>
                    <a:pt x="2363543" y="1814122"/>
                  </a:lnTo>
                  <a:lnTo>
                    <a:pt x="2435165" y="1891740"/>
                  </a:lnTo>
                  <a:lnTo>
                    <a:pt x="2506788" y="1965749"/>
                  </a:lnTo>
                  <a:lnTo>
                    <a:pt x="2578410" y="2036318"/>
                  </a:lnTo>
                  <a:lnTo>
                    <a:pt x="2650033" y="2103606"/>
                  </a:lnTo>
                  <a:lnTo>
                    <a:pt x="2721655" y="2167766"/>
                  </a:lnTo>
                  <a:lnTo>
                    <a:pt x="2793278" y="2228943"/>
                  </a:lnTo>
                  <a:lnTo>
                    <a:pt x="2864901" y="2287277"/>
                  </a:lnTo>
                  <a:lnTo>
                    <a:pt x="2936523" y="2342898"/>
                  </a:lnTo>
                  <a:lnTo>
                    <a:pt x="3008146" y="2395934"/>
                  </a:lnTo>
                  <a:lnTo>
                    <a:pt x="3079768" y="2446504"/>
                  </a:lnTo>
                  <a:lnTo>
                    <a:pt x="3151391" y="2494724"/>
                  </a:lnTo>
                  <a:lnTo>
                    <a:pt x="3223013" y="2540702"/>
                  </a:lnTo>
                  <a:lnTo>
                    <a:pt x="3294636" y="2584542"/>
                  </a:lnTo>
                  <a:lnTo>
                    <a:pt x="3366258" y="2626344"/>
                  </a:lnTo>
                  <a:lnTo>
                    <a:pt x="3437881" y="2660977"/>
                  </a:lnTo>
                  <a:lnTo>
                    <a:pt x="3509503" y="2682612"/>
                  </a:lnTo>
                  <a:lnTo>
                    <a:pt x="3581126" y="2703679"/>
                  </a:lnTo>
                  <a:lnTo>
                    <a:pt x="3652748" y="2724191"/>
                  </a:lnTo>
                  <a:lnTo>
                    <a:pt x="3724371" y="2744165"/>
                  </a:lnTo>
                  <a:lnTo>
                    <a:pt x="3795993" y="2763613"/>
                  </a:lnTo>
                  <a:lnTo>
                    <a:pt x="3867616" y="2782549"/>
                  </a:lnTo>
                  <a:lnTo>
                    <a:pt x="3939238" y="2800988"/>
                  </a:lnTo>
                  <a:lnTo>
                    <a:pt x="4010861" y="2818941"/>
                  </a:lnTo>
                  <a:lnTo>
                    <a:pt x="4082483" y="2836423"/>
                  </a:lnTo>
                  <a:lnTo>
                    <a:pt x="4154106" y="2853445"/>
                  </a:lnTo>
                  <a:lnTo>
                    <a:pt x="4225729" y="2870019"/>
                  </a:lnTo>
                  <a:lnTo>
                    <a:pt x="4297351" y="2886158"/>
                  </a:lnTo>
                  <a:lnTo>
                    <a:pt x="4368974" y="2901872"/>
                  </a:lnTo>
                  <a:lnTo>
                    <a:pt x="4440596" y="2917173"/>
                  </a:lnTo>
                  <a:lnTo>
                    <a:pt x="4512219" y="2932071"/>
                  </a:lnTo>
                  <a:lnTo>
                    <a:pt x="4583841" y="2946578"/>
                  </a:lnTo>
                  <a:lnTo>
                    <a:pt x="4655464" y="2960703"/>
                  </a:lnTo>
                  <a:lnTo>
                    <a:pt x="4727086" y="2974457"/>
                  </a:lnTo>
                  <a:lnTo>
                    <a:pt x="4798709" y="2987850"/>
                  </a:lnTo>
                  <a:lnTo>
                    <a:pt x="4870331" y="3000890"/>
                  </a:lnTo>
                  <a:lnTo>
                    <a:pt x="4941954" y="3013587"/>
                  </a:lnTo>
                  <a:lnTo>
                    <a:pt x="5013576" y="3025950"/>
                  </a:lnTo>
                  <a:lnTo>
                    <a:pt x="5085199" y="3037988"/>
                  </a:lnTo>
                  <a:lnTo>
                    <a:pt x="5156821" y="3049710"/>
                  </a:lnTo>
                  <a:lnTo>
                    <a:pt x="5228444" y="3061123"/>
                  </a:lnTo>
                  <a:lnTo>
                    <a:pt x="5300066" y="3072236"/>
                  </a:lnTo>
                  <a:lnTo>
                    <a:pt x="5371689" y="3083057"/>
                  </a:lnTo>
                  <a:lnTo>
                    <a:pt x="5443311" y="3093594"/>
                  </a:lnTo>
                  <a:lnTo>
                    <a:pt x="5514934" y="3103853"/>
                  </a:lnTo>
                  <a:lnTo>
                    <a:pt x="5586557" y="3113843"/>
                  </a:lnTo>
                  <a:lnTo>
                    <a:pt x="5658179" y="3123570"/>
                  </a:lnTo>
                  <a:lnTo>
                    <a:pt x="5729802" y="3133041"/>
                  </a:lnTo>
                  <a:lnTo>
                    <a:pt x="5801424" y="3142263"/>
                  </a:lnTo>
                  <a:lnTo>
                    <a:pt x="5873047" y="3151243"/>
                  </a:lnTo>
                  <a:lnTo>
                    <a:pt x="5944669" y="3159986"/>
                  </a:lnTo>
                  <a:lnTo>
                    <a:pt x="6016292" y="3168500"/>
                  </a:lnTo>
                  <a:lnTo>
                    <a:pt x="6087914" y="3176789"/>
                  </a:lnTo>
                  <a:lnTo>
                    <a:pt x="6159537" y="3184861"/>
                  </a:lnTo>
                  <a:lnTo>
                    <a:pt x="6231159" y="3192721"/>
                  </a:lnTo>
                  <a:lnTo>
                    <a:pt x="6302782" y="3200373"/>
                  </a:lnTo>
                  <a:lnTo>
                    <a:pt x="6374404" y="3207825"/>
                  </a:lnTo>
                  <a:lnTo>
                    <a:pt x="6446027" y="3215081"/>
                  </a:lnTo>
                  <a:lnTo>
                    <a:pt x="6517649" y="3222145"/>
                  </a:lnTo>
                  <a:lnTo>
                    <a:pt x="6589272" y="3229024"/>
                  </a:lnTo>
                  <a:lnTo>
                    <a:pt x="6660894" y="3235723"/>
                  </a:lnTo>
                  <a:lnTo>
                    <a:pt x="6732517" y="3242245"/>
                  </a:lnTo>
                  <a:lnTo>
                    <a:pt x="6804139" y="3248595"/>
                  </a:lnTo>
                  <a:lnTo>
                    <a:pt x="6875762" y="3254779"/>
                  </a:lnTo>
                  <a:lnTo>
                    <a:pt x="6947385" y="3260799"/>
                  </a:lnTo>
                  <a:lnTo>
                    <a:pt x="7019007" y="3266662"/>
                  </a:lnTo>
                  <a:lnTo>
                    <a:pt x="7090630" y="3272370"/>
                  </a:lnTo>
                  <a:lnTo>
                    <a:pt x="7090630" y="3411612"/>
                  </a:lnTo>
                  <a:lnTo>
                    <a:pt x="7019007" y="3408095"/>
                  </a:lnTo>
                  <a:lnTo>
                    <a:pt x="6947385" y="3404406"/>
                  </a:lnTo>
                  <a:lnTo>
                    <a:pt x="6875762" y="3400538"/>
                  </a:lnTo>
                  <a:lnTo>
                    <a:pt x="6804139" y="3396482"/>
                  </a:lnTo>
                  <a:lnTo>
                    <a:pt x="6732517" y="3392227"/>
                  </a:lnTo>
                  <a:lnTo>
                    <a:pt x="6660894" y="3387765"/>
                  </a:lnTo>
                  <a:lnTo>
                    <a:pt x="6589272" y="3383085"/>
                  </a:lnTo>
                  <a:lnTo>
                    <a:pt x="6517649" y="3378178"/>
                  </a:lnTo>
                  <a:lnTo>
                    <a:pt x="6446027" y="3373031"/>
                  </a:lnTo>
                  <a:lnTo>
                    <a:pt x="6374404" y="3367633"/>
                  </a:lnTo>
                  <a:lnTo>
                    <a:pt x="6302782" y="3361972"/>
                  </a:lnTo>
                  <a:lnTo>
                    <a:pt x="6231159" y="3356035"/>
                  </a:lnTo>
                  <a:lnTo>
                    <a:pt x="6159537" y="3349808"/>
                  </a:lnTo>
                  <a:lnTo>
                    <a:pt x="6087914" y="3343278"/>
                  </a:lnTo>
                  <a:lnTo>
                    <a:pt x="6016292" y="3336430"/>
                  </a:lnTo>
                  <a:lnTo>
                    <a:pt x="5944669" y="3329247"/>
                  </a:lnTo>
                  <a:lnTo>
                    <a:pt x="5873047" y="3321715"/>
                  </a:lnTo>
                  <a:lnTo>
                    <a:pt x="5801424" y="3313815"/>
                  </a:lnTo>
                  <a:lnTo>
                    <a:pt x="5729802" y="3305530"/>
                  </a:lnTo>
                  <a:lnTo>
                    <a:pt x="5658179" y="3296841"/>
                  </a:lnTo>
                  <a:lnTo>
                    <a:pt x="5586557" y="3287729"/>
                  </a:lnTo>
                  <a:lnTo>
                    <a:pt x="5514934" y="3278172"/>
                  </a:lnTo>
                  <a:lnTo>
                    <a:pt x="5443311" y="3268149"/>
                  </a:lnTo>
                  <a:lnTo>
                    <a:pt x="5371689" y="3257638"/>
                  </a:lnTo>
                  <a:lnTo>
                    <a:pt x="5300066" y="3246614"/>
                  </a:lnTo>
                  <a:lnTo>
                    <a:pt x="5228444" y="3235053"/>
                  </a:lnTo>
                  <a:lnTo>
                    <a:pt x="5156821" y="3222928"/>
                  </a:lnTo>
                  <a:lnTo>
                    <a:pt x="5085199" y="3210212"/>
                  </a:lnTo>
                  <a:lnTo>
                    <a:pt x="5013576" y="3196876"/>
                  </a:lnTo>
                  <a:lnTo>
                    <a:pt x="4941954" y="3182890"/>
                  </a:lnTo>
                  <a:lnTo>
                    <a:pt x="4870331" y="3168222"/>
                  </a:lnTo>
                  <a:lnTo>
                    <a:pt x="4798709" y="3152838"/>
                  </a:lnTo>
                  <a:lnTo>
                    <a:pt x="4727086" y="3136705"/>
                  </a:lnTo>
                  <a:lnTo>
                    <a:pt x="4655464" y="3119785"/>
                  </a:lnTo>
                  <a:lnTo>
                    <a:pt x="4583841" y="3102040"/>
                  </a:lnTo>
                  <a:lnTo>
                    <a:pt x="4512219" y="3083430"/>
                  </a:lnTo>
                  <a:lnTo>
                    <a:pt x="4440596" y="3063913"/>
                  </a:lnTo>
                  <a:lnTo>
                    <a:pt x="4368974" y="3043444"/>
                  </a:lnTo>
                  <a:lnTo>
                    <a:pt x="4297351" y="3021978"/>
                  </a:lnTo>
                  <a:lnTo>
                    <a:pt x="4225729" y="2999464"/>
                  </a:lnTo>
                  <a:lnTo>
                    <a:pt x="4154106" y="2975853"/>
                  </a:lnTo>
                  <a:lnTo>
                    <a:pt x="4082483" y="2951091"/>
                  </a:lnTo>
                  <a:lnTo>
                    <a:pt x="4010861" y="2925122"/>
                  </a:lnTo>
                  <a:lnTo>
                    <a:pt x="3939238" y="2897886"/>
                  </a:lnTo>
                  <a:lnTo>
                    <a:pt x="3867616" y="2869323"/>
                  </a:lnTo>
                  <a:lnTo>
                    <a:pt x="3795993" y="2839367"/>
                  </a:lnTo>
                  <a:lnTo>
                    <a:pt x="3724371" y="2807951"/>
                  </a:lnTo>
                  <a:lnTo>
                    <a:pt x="3652748" y="2775003"/>
                  </a:lnTo>
                  <a:lnTo>
                    <a:pt x="3581126" y="2740448"/>
                  </a:lnTo>
                  <a:lnTo>
                    <a:pt x="3509503" y="2704209"/>
                  </a:lnTo>
                  <a:lnTo>
                    <a:pt x="3437881" y="2666203"/>
                  </a:lnTo>
                  <a:lnTo>
                    <a:pt x="3366258" y="2638757"/>
                  </a:lnTo>
                  <a:lnTo>
                    <a:pt x="3294636" y="2615937"/>
                  </a:lnTo>
                  <a:lnTo>
                    <a:pt x="3223013" y="2592501"/>
                  </a:lnTo>
                  <a:lnTo>
                    <a:pt x="3151391" y="2568432"/>
                  </a:lnTo>
                  <a:lnTo>
                    <a:pt x="3079768" y="2543713"/>
                  </a:lnTo>
                  <a:lnTo>
                    <a:pt x="3008146" y="2518327"/>
                  </a:lnTo>
                  <a:lnTo>
                    <a:pt x="2936523" y="2492255"/>
                  </a:lnTo>
                  <a:lnTo>
                    <a:pt x="2864901" y="2465478"/>
                  </a:lnTo>
                  <a:lnTo>
                    <a:pt x="2793278" y="2437979"/>
                  </a:lnTo>
                  <a:lnTo>
                    <a:pt x="2721655" y="2409737"/>
                  </a:lnTo>
                  <a:lnTo>
                    <a:pt x="2650033" y="2380732"/>
                  </a:lnTo>
                  <a:lnTo>
                    <a:pt x="2578410" y="2350944"/>
                  </a:lnTo>
                  <a:lnTo>
                    <a:pt x="2506788" y="2320352"/>
                  </a:lnTo>
                  <a:lnTo>
                    <a:pt x="2435165" y="2288933"/>
                  </a:lnTo>
                  <a:lnTo>
                    <a:pt x="2363543" y="2256666"/>
                  </a:lnTo>
                  <a:lnTo>
                    <a:pt x="2291920" y="2223527"/>
                  </a:lnTo>
                  <a:lnTo>
                    <a:pt x="2220298" y="2189494"/>
                  </a:lnTo>
                  <a:lnTo>
                    <a:pt x="2148675" y="2154541"/>
                  </a:lnTo>
                  <a:lnTo>
                    <a:pt x="2077053" y="2118645"/>
                  </a:lnTo>
                  <a:lnTo>
                    <a:pt x="2005430" y="2081779"/>
                  </a:lnTo>
                  <a:lnTo>
                    <a:pt x="1933808" y="2043917"/>
                  </a:lnTo>
                  <a:lnTo>
                    <a:pt x="1862185" y="2005033"/>
                  </a:lnTo>
                  <a:lnTo>
                    <a:pt x="1790563" y="1965099"/>
                  </a:lnTo>
                  <a:lnTo>
                    <a:pt x="1718940" y="1924086"/>
                  </a:lnTo>
                  <a:lnTo>
                    <a:pt x="1647318" y="1881966"/>
                  </a:lnTo>
                  <a:lnTo>
                    <a:pt x="1575695" y="1838708"/>
                  </a:lnTo>
                  <a:lnTo>
                    <a:pt x="1504073" y="1794282"/>
                  </a:lnTo>
                  <a:lnTo>
                    <a:pt x="1432450" y="1748657"/>
                  </a:lnTo>
                  <a:lnTo>
                    <a:pt x="1360827" y="1701799"/>
                  </a:lnTo>
                  <a:lnTo>
                    <a:pt x="1289205" y="1653675"/>
                  </a:lnTo>
                  <a:lnTo>
                    <a:pt x="1217582" y="1604252"/>
                  </a:lnTo>
                  <a:lnTo>
                    <a:pt x="1145960" y="1553495"/>
                  </a:lnTo>
                  <a:lnTo>
                    <a:pt x="1074337" y="1501366"/>
                  </a:lnTo>
                  <a:lnTo>
                    <a:pt x="1002715" y="1447830"/>
                  </a:lnTo>
                  <a:lnTo>
                    <a:pt x="931092" y="1392848"/>
                  </a:lnTo>
                  <a:lnTo>
                    <a:pt x="859470" y="1336381"/>
                  </a:lnTo>
                  <a:lnTo>
                    <a:pt x="787847" y="1278389"/>
                  </a:lnTo>
                  <a:lnTo>
                    <a:pt x="716225" y="1218831"/>
                  </a:lnTo>
                  <a:lnTo>
                    <a:pt x="644602" y="1157665"/>
                  </a:lnTo>
                  <a:lnTo>
                    <a:pt x="572980" y="1094847"/>
                  </a:lnTo>
                  <a:lnTo>
                    <a:pt x="501357" y="1030332"/>
                  </a:lnTo>
                  <a:lnTo>
                    <a:pt x="429735" y="964075"/>
                  </a:lnTo>
                  <a:lnTo>
                    <a:pt x="358112" y="896029"/>
                  </a:lnTo>
                  <a:lnTo>
                    <a:pt x="286490" y="826145"/>
                  </a:lnTo>
                  <a:lnTo>
                    <a:pt x="214867" y="754374"/>
                  </a:lnTo>
                  <a:lnTo>
                    <a:pt x="143245" y="680664"/>
                  </a:lnTo>
                  <a:lnTo>
                    <a:pt x="71622" y="604964"/>
                  </a:lnTo>
                  <a:lnTo>
                    <a:pt x="0" y="52722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429388" y="2073503"/>
              <a:ext cx="5833291" cy="3272370"/>
            </a:xfrm>
            <a:custGeom>
              <a:avLst/>
              <a:pathLst>
                <a:path w="5833291" h="3272370">
                  <a:moveTo>
                    <a:pt x="0" y="0"/>
                  </a:moveTo>
                  <a:lnTo>
                    <a:pt x="31866" y="73965"/>
                  </a:lnTo>
                  <a:lnTo>
                    <a:pt x="103489" y="232479"/>
                  </a:lnTo>
                  <a:lnTo>
                    <a:pt x="175111" y="383624"/>
                  </a:lnTo>
                  <a:lnTo>
                    <a:pt x="246734" y="527743"/>
                  </a:lnTo>
                  <a:lnTo>
                    <a:pt x="318356" y="665161"/>
                  </a:lnTo>
                  <a:lnTo>
                    <a:pt x="389979" y="796192"/>
                  </a:lnTo>
                  <a:lnTo>
                    <a:pt x="461601" y="921131"/>
                  </a:lnTo>
                  <a:lnTo>
                    <a:pt x="533224" y="1040262"/>
                  </a:lnTo>
                  <a:lnTo>
                    <a:pt x="604846" y="1153855"/>
                  </a:lnTo>
                  <a:lnTo>
                    <a:pt x="676469" y="1262167"/>
                  </a:lnTo>
                  <a:lnTo>
                    <a:pt x="748091" y="1365444"/>
                  </a:lnTo>
                  <a:lnTo>
                    <a:pt x="819714" y="1463920"/>
                  </a:lnTo>
                  <a:lnTo>
                    <a:pt x="891336" y="1557817"/>
                  </a:lnTo>
                  <a:lnTo>
                    <a:pt x="962959" y="1647350"/>
                  </a:lnTo>
                  <a:lnTo>
                    <a:pt x="1034581" y="1732721"/>
                  </a:lnTo>
                  <a:lnTo>
                    <a:pt x="1106204" y="1814122"/>
                  </a:lnTo>
                  <a:lnTo>
                    <a:pt x="1177827" y="1891740"/>
                  </a:lnTo>
                  <a:lnTo>
                    <a:pt x="1249449" y="1965749"/>
                  </a:lnTo>
                  <a:lnTo>
                    <a:pt x="1321072" y="2036318"/>
                  </a:lnTo>
                  <a:lnTo>
                    <a:pt x="1392694" y="2103606"/>
                  </a:lnTo>
                  <a:lnTo>
                    <a:pt x="1464317" y="2167766"/>
                  </a:lnTo>
                  <a:lnTo>
                    <a:pt x="1535939" y="2228943"/>
                  </a:lnTo>
                  <a:lnTo>
                    <a:pt x="1607562" y="2287277"/>
                  </a:lnTo>
                  <a:lnTo>
                    <a:pt x="1679184" y="2342898"/>
                  </a:lnTo>
                  <a:lnTo>
                    <a:pt x="1750807" y="2395934"/>
                  </a:lnTo>
                  <a:lnTo>
                    <a:pt x="1822429" y="2446504"/>
                  </a:lnTo>
                  <a:lnTo>
                    <a:pt x="1894052" y="2494724"/>
                  </a:lnTo>
                  <a:lnTo>
                    <a:pt x="1965674" y="2540702"/>
                  </a:lnTo>
                  <a:lnTo>
                    <a:pt x="2037297" y="2584542"/>
                  </a:lnTo>
                  <a:lnTo>
                    <a:pt x="2108919" y="2626344"/>
                  </a:lnTo>
                  <a:lnTo>
                    <a:pt x="2180542" y="2660977"/>
                  </a:lnTo>
                  <a:lnTo>
                    <a:pt x="2252164" y="2682612"/>
                  </a:lnTo>
                  <a:lnTo>
                    <a:pt x="2323787" y="2703679"/>
                  </a:lnTo>
                  <a:lnTo>
                    <a:pt x="2395409" y="2724191"/>
                  </a:lnTo>
                  <a:lnTo>
                    <a:pt x="2467032" y="2744165"/>
                  </a:lnTo>
                  <a:lnTo>
                    <a:pt x="2538655" y="2763613"/>
                  </a:lnTo>
                  <a:lnTo>
                    <a:pt x="2610277" y="2782549"/>
                  </a:lnTo>
                  <a:lnTo>
                    <a:pt x="2681900" y="2800988"/>
                  </a:lnTo>
                  <a:lnTo>
                    <a:pt x="2753522" y="2818941"/>
                  </a:lnTo>
                  <a:lnTo>
                    <a:pt x="2825145" y="2836423"/>
                  </a:lnTo>
                  <a:lnTo>
                    <a:pt x="2896767" y="2853445"/>
                  </a:lnTo>
                  <a:lnTo>
                    <a:pt x="2968390" y="2870019"/>
                  </a:lnTo>
                  <a:lnTo>
                    <a:pt x="3040012" y="2886158"/>
                  </a:lnTo>
                  <a:lnTo>
                    <a:pt x="3111635" y="2901872"/>
                  </a:lnTo>
                  <a:lnTo>
                    <a:pt x="3183257" y="2917173"/>
                  </a:lnTo>
                  <a:lnTo>
                    <a:pt x="3254880" y="2932071"/>
                  </a:lnTo>
                  <a:lnTo>
                    <a:pt x="3326502" y="2946578"/>
                  </a:lnTo>
                  <a:lnTo>
                    <a:pt x="3398125" y="2960703"/>
                  </a:lnTo>
                  <a:lnTo>
                    <a:pt x="3469747" y="2974457"/>
                  </a:lnTo>
                  <a:lnTo>
                    <a:pt x="3541370" y="2987850"/>
                  </a:lnTo>
                  <a:lnTo>
                    <a:pt x="3612992" y="3000890"/>
                  </a:lnTo>
                  <a:lnTo>
                    <a:pt x="3684615" y="3013587"/>
                  </a:lnTo>
                  <a:lnTo>
                    <a:pt x="3756237" y="3025950"/>
                  </a:lnTo>
                  <a:lnTo>
                    <a:pt x="3827860" y="3037988"/>
                  </a:lnTo>
                  <a:lnTo>
                    <a:pt x="3899483" y="3049710"/>
                  </a:lnTo>
                  <a:lnTo>
                    <a:pt x="3971105" y="3061123"/>
                  </a:lnTo>
                  <a:lnTo>
                    <a:pt x="4042728" y="3072236"/>
                  </a:lnTo>
                  <a:lnTo>
                    <a:pt x="4114350" y="3083057"/>
                  </a:lnTo>
                  <a:lnTo>
                    <a:pt x="4185973" y="3093594"/>
                  </a:lnTo>
                  <a:lnTo>
                    <a:pt x="4257595" y="3103853"/>
                  </a:lnTo>
                  <a:lnTo>
                    <a:pt x="4329218" y="3113843"/>
                  </a:lnTo>
                  <a:lnTo>
                    <a:pt x="4400840" y="3123570"/>
                  </a:lnTo>
                  <a:lnTo>
                    <a:pt x="4472463" y="3133041"/>
                  </a:lnTo>
                  <a:lnTo>
                    <a:pt x="4544085" y="3142263"/>
                  </a:lnTo>
                  <a:lnTo>
                    <a:pt x="4615708" y="3151243"/>
                  </a:lnTo>
                  <a:lnTo>
                    <a:pt x="4687330" y="3159986"/>
                  </a:lnTo>
                  <a:lnTo>
                    <a:pt x="4758953" y="3168500"/>
                  </a:lnTo>
                  <a:lnTo>
                    <a:pt x="4830575" y="3176789"/>
                  </a:lnTo>
                  <a:lnTo>
                    <a:pt x="4902198" y="3184861"/>
                  </a:lnTo>
                  <a:lnTo>
                    <a:pt x="4973820" y="3192721"/>
                  </a:lnTo>
                  <a:lnTo>
                    <a:pt x="5045443" y="3200373"/>
                  </a:lnTo>
                  <a:lnTo>
                    <a:pt x="5117065" y="3207825"/>
                  </a:lnTo>
                  <a:lnTo>
                    <a:pt x="5188688" y="3215081"/>
                  </a:lnTo>
                  <a:lnTo>
                    <a:pt x="5260311" y="3222145"/>
                  </a:lnTo>
                  <a:lnTo>
                    <a:pt x="5331933" y="3229024"/>
                  </a:lnTo>
                  <a:lnTo>
                    <a:pt x="5403556" y="3235723"/>
                  </a:lnTo>
                  <a:lnTo>
                    <a:pt x="5475178" y="3242245"/>
                  </a:lnTo>
                  <a:lnTo>
                    <a:pt x="5546801" y="3248595"/>
                  </a:lnTo>
                  <a:lnTo>
                    <a:pt x="5618423" y="3254779"/>
                  </a:lnTo>
                  <a:lnTo>
                    <a:pt x="5690046" y="3260799"/>
                  </a:lnTo>
                  <a:lnTo>
                    <a:pt x="5761668" y="3266662"/>
                  </a:lnTo>
                  <a:lnTo>
                    <a:pt x="5833291" y="32723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600723"/>
              <a:ext cx="7090630" cy="2884392"/>
            </a:xfrm>
            <a:custGeom>
              <a:avLst/>
              <a:pathLst>
                <a:path w="7090630" h="2884392">
                  <a:moveTo>
                    <a:pt x="7090630" y="2884392"/>
                  </a:moveTo>
                  <a:lnTo>
                    <a:pt x="7019007" y="2880875"/>
                  </a:lnTo>
                  <a:lnTo>
                    <a:pt x="6947385" y="2877186"/>
                  </a:lnTo>
                  <a:lnTo>
                    <a:pt x="6875762" y="2873318"/>
                  </a:lnTo>
                  <a:lnTo>
                    <a:pt x="6804139" y="2869261"/>
                  </a:lnTo>
                  <a:lnTo>
                    <a:pt x="6732517" y="2865007"/>
                  </a:lnTo>
                  <a:lnTo>
                    <a:pt x="6660894" y="2860545"/>
                  </a:lnTo>
                  <a:lnTo>
                    <a:pt x="6589272" y="2855865"/>
                  </a:lnTo>
                  <a:lnTo>
                    <a:pt x="6517649" y="2850958"/>
                  </a:lnTo>
                  <a:lnTo>
                    <a:pt x="6446027" y="2845811"/>
                  </a:lnTo>
                  <a:lnTo>
                    <a:pt x="6374404" y="2840413"/>
                  </a:lnTo>
                  <a:lnTo>
                    <a:pt x="6302782" y="2834752"/>
                  </a:lnTo>
                  <a:lnTo>
                    <a:pt x="6231159" y="2828815"/>
                  </a:lnTo>
                  <a:lnTo>
                    <a:pt x="6159537" y="2822588"/>
                  </a:lnTo>
                  <a:lnTo>
                    <a:pt x="6087914" y="2816058"/>
                  </a:lnTo>
                  <a:lnTo>
                    <a:pt x="6016292" y="2809210"/>
                  </a:lnTo>
                  <a:lnTo>
                    <a:pt x="5944669" y="2802027"/>
                  </a:lnTo>
                  <a:lnTo>
                    <a:pt x="5873047" y="2794495"/>
                  </a:lnTo>
                  <a:lnTo>
                    <a:pt x="5801424" y="2786595"/>
                  </a:lnTo>
                  <a:lnTo>
                    <a:pt x="5729802" y="2778310"/>
                  </a:lnTo>
                  <a:lnTo>
                    <a:pt x="5658179" y="2769621"/>
                  </a:lnTo>
                  <a:lnTo>
                    <a:pt x="5586557" y="2760509"/>
                  </a:lnTo>
                  <a:lnTo>
                    <a:pt x="5514934" y="2750952"/>
                  </a:lnTo>
                  <a:lnTo>
                    <a:pt x="5443311" y="2740929"/>
                  </a:lnTo>
                  <a:lnTo>
                    <a:pt x="5371689" y="2730418"/>
                  </a:lnTo>
                  <a:lnTo>
                    <a:pt x="5300066" y="2719394"/>
                  </a:lnTo>
                  <a:lnTo>
                    <a:pt x="5228444" y="2707833"/>
                  </a:lnTo>
                  <a:lnTo>
                    <a:pt x="5156821" y="2695708"/>
                  </a:lnTo>
                  <a:lnTo>
                    <a:pt x="5085199" y="2682992"/>
                  </a:lnTo>
                  <a:lnTo>
                    <a:pt x="5013576" y="2669656"/>
                  </a:lnTo>
                  <a:lnTo>
                    <a:pt x="4941954" y="2655670"/>
                  </a:lnTo>
                  <a:lnTo>
                    <a:pt x="4870331" y="2641001"/>
                  </a:lnTo>
                  <a:lnTo>
                    <a:pt x="4798709" y="2625618"/>
                  </a:lnTo>
                  <a:lnTo>
                    <a:pt x="4727086" y="2609485"/>
                  </a:lnTo>
                  <a:lnTo>
                    <a:pt x="4655464" y="2592565"/>
                  </a:lnTo>
                  <a:lnTo>
                    <a:pt x="4583841" y="2574820"/>
                  </a:lnTo>
                  <a:lnTo>
                    <a:pt x="4512219" y="2556210"/>
                  </a:lnTo>
                  <a:lnTo>
                    <a:pt x="4440596" y="2536693"/>
                  </a:lnTo>
                  <a:lnTo>
                    <a:pt x="4368974" y="2516224"/>
                  </a:lnTo>
                  <a:lnTo>
                    <a:pt x="4297351" y="2494758"/>
                  </a:lnTo>
                  <a:lnTo>
                    <a:pt x="4225729" y="2472244"/>
                  </a:lnTo>
                  <a:lnTo>
                    <a:pt x="4154106" y="2448633"/>
                  </a:lnTo>
                  <a:lnTo>
                    <a:pt x="4082483" y="2423871"/>
                  </a:lnTo>
                  <a:lnTo>
                    <a:pt x="4010861" y="2397902"/>
                  </a:lnTo>
                  <a:lnTo>
                    <a:pt x="3939238" y="2370666"/>
                  </a:lnTo>
                  <a:lnTo>
                    <a:pt x="3867616" y="2342103"/>
                  </a:lnTo>
                  <a:lnTo>
                    <a:pt x="3795993" y="2312147"/>
                  </a:lnTo>
                  <a:lnTo>
                    <a:pt x="3724371" y="2280731"/>
                  </a:lnTo>
                  <a:lnTo>
                    <a:pt x="3652748" y="2247783"/>
                  </a:lnTo>
                  <a:lnTo>
                    <a:pt x="3581126" y="2213228"/>
                  </a:lnTo>
                  <a:lnTo>
                    <a:pt x="3509503" y="2176989"/>
                  </a:lnTo>
                  <a:lnTo>
                    <a:pt x="3437881" y="2138983"/>
                  </a:lnTo>
                  <a:lnTo>
                    <a:pt x="3366258" y="2111537"/>
                  </a:lnTo>
                  <a:lnTo>
                    <a:pt x="3294636" y="2088717"/>
                  </a:lnTo>
                  <a:lnTo>
                    <a:pt x="3223013" y="2065281"/>
                  </a:lnTo>
                  <a:lnTo>
                    <a:pt x="3151391" y="2041212"/>
                  </a:lnTo>
                  <a:lnTo>
                    <a:pt x="3079768" y="2016493"/>
                  </a:lnTo>
                  <a:lnTo>
                    <a:pt x="3008146" y="1991107"/>
                  </a:lnTo>
                  <a:lnTo>
                    <a:pt x="2936523" y="1965034"/>
                  </a:lnTo>
                  <a:lnTo>
                    <a:pt x="2864901" y="1938258"/>
                  </a:lnTo>
                  <a:lnTo>
                    <a:pt x="2793278" y="1910759"/>
                  </a:lnTo>
                  <a:lnTo>
                    <a:pt x="2721655" y="1882517"/>
                  </a:lnTo>
                  <a:lnTo>
                    <a:pt x="2650033" y="1853512"/>
                  </a:lnTo>
                  <a:lnTo>
                    <a:pt x="2578410" y="1823724"/>
                  </a:lnTo>
                  <a:lnTo>
                    <a:pt x="2506788" y="1793132"/>
                  </a:lnTo>
                  <a:lnTo>
                    <a:pt x="2435165" y="1761713"/>
                  </a:lnTo>
                  <a:lnTo>
                    <a:pt x="2363543" y="1729446"/>
                  </a:lnTo>
                  <a:lnTo>
                    <a:pt x="2291920" y="1696307"/>
                  </a:lnTo>
                  <a:lnTo>
                    <a:pt x="2220298" y="1662274"/>
                  </a:lnTo>
                  <a:lnTo>
                    <a:pt x="2148675" y="1627321"/>
                  </a:lnTo>
                  <a:lnTo>
                    <a:pt x="2077053" y="1591424"/>
                  </a:lnTo>
                  <a:lnTo>
                    <a:pt x="2005430" y="1554559"/>
                  </a:lnTo>
                  <a:lnTo>
                    <a:pt x="1933808" y="1516697"/>
                  </a:lnTo>
                  <a:lnTo>
                    <a:pt x="1862185" y="1477813"/>
                  </a:lnTo>
                  <a:lnTo>
                    <a:pt x="1790563" y="1437879"/>
                  </a:lnTo>
                  <a:lnTo>
                    <a:pt x="1718940" y="1396866"/>
                  </a:lnTo>
                  <a:lnTo>
                    <a:pt x="1647318" y="1354746"/>
                  </a:lnTo>
                  <a:lnTo>
                    <a:pt x="1575695" y="1311488"/>
                  </a:lnTo>
                  <a:lnTo>
                    <a:pt x="1504073" y="1267062"/>
                  </a:lnTo>
                  <a:lnTo>
                    <a:pt x="1432450" y="1221436"/>
                  </a:lnTo>
                  <a:lnTo>
                    <a:pt x="1360827" y="1174579"/>
                  </a:lnTo>
                  <a:lnTo>
                    <a:pt x="1289205" y="1126455"/>
                  </a:lnTo>
                  <a:lnTo>
                    <a:pt x="1217582" y="1077032"/>
                  </a:lnTo>
                  <a:lnTo>
                    <a:pt x="1145960" y="1026275"/>
                  </a:lnTo>
                  <a:lnTo>
                    <a:pt x="1074337" y="974146"/>
                  </a:lnTo>
                  <a:lnTo>
                    <a:pt x="1002715" y="920610"/>
                  </a:lnTo>
                  <a:lnTo>
                    <a:pt x="931092" y="865628"/>
                  </a:lnTo>
                  <a:lnTo>
                    <a:pt x="859470" y="809161"/>
                  </a:lnTo>
                  <a:lnTo>
                    <a:pt x="787847" y="751169"/>
                  </a:lnTo>
                  <a:lnTo>
                    <a:pt x="716225" y="691611"/>
                  </a:lnTo>
                  <a:lnTo>
                    <a:pt x="644602" y="630445"/>
                  </a:lnTo>
                  <a:lnTo>
                    <a:pt x="572980" y="567627"/>
                  </a:lnTo>
                  <a:lnTo>
                    <a:pt x="501357" y="503112"/>
                  </a:lnTo>
                  <a:lnTo>
                    <a:pt x="429735" y="436855"/>
                  </a:lnTo>
                  <a:lnTo>
                    <a:pt x="358112" y="368809"/>
                  </a:lnTo>
                  <a:lnTo>
                    <a:pt x="286490" y="298925"/>
                  </a:lnTo>
                  <a:lnTo>
                    <a:pt x="214867" y="227154"/>
                  </a:lnTo>
                  <a:lnTo>
                    <a:pt x="143245" y="153444"/>
                  </a:lnTo>
                  <a:lnTo>
                    <a:pt x="71622" y="7774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19643" y="2073503"/>
              <a:ext cx="6443036" cy="3360266"/>
            </a:xfrm>
            <a:custGeom>
              <a:avLst/>
              <a:pathLst>
                <a:path w="6443036" h="3360266">
                  <a:moveTo>
                    <a:pt x="0" y="0"/>
                  </a:moveTo>
                  <a:lnTo>
                    <a:pt x="68631" y="121847"/>
                  </a:lnTo>
                  <a:lnTo>
                    <a:pt x="140253" y="244371"/>
                  </a:lnTo>
                  <a:lnTo>
                    <a:pt x="211876" y="362430"/>
                  </a:lnTo>
                  <a:lnTo>
                    <a:pt x="283499" y="476186"/>
                  </a:lnTo>
                  <a:lnTo>
                    <a:pt x="355121" y="585796"/>
                  </a:lnTo>
                  <a:lnTo>
                    <a:pt x="426744" y="691411"/>
                  </a:lnTo>
                  <a:lnTo>
                    <a:pt x="498366" y="793178"/>
                  </a:lnTo>
                  <a:lnTo>
                    <a:pt x="569989" y="891235"/>
                  </a:lnTo>
                  <a:lnTo>
                    <a:pt x="641611" y="985719"/>
                  </a:lnTo>
                  <a:lnTo>
                    <a:pt x="713234" y="1076759"/>
                  </a:lnTo>
                  <a:lnTo>
                    <a:pt x="784856" y="1164481"/>
                  </a:lnTo>
                  <a:lnTo>
                    <a:pt x="856479" y="1249007"/>
                  </a:lnTo>
                  <a:lnTo>
                    <a:pt x="928101" y="1330451"/>
                  </a:lnTo>
                  <a:lnTo>
                    <a:pt x="999724" y="1408928"/>
                  </a:lnTo>
                  <a:lnTo>
                    <a:pt x="1071346" y="1484544"/>
                  </a:lnTo>
                  <a:lnTo>
                    <a:pt x="1142969" y="1557405"/>
                  </a:lnTo>
                  <a:lnTo>
                    <a:pt x="1214591" y="1627610"/>
                  </a:lnTo>
                  <a:lnTo>
                    <a:pt x="1286214" y="1695257"/>
                  </a:lnTo>
                  <a:lnTo>
                    <a:pt x="1357836" y="1760438"/>
                  </a:lnTo>
                  <a:lnTo>
                    <a:pt x="1429459" y="1823244"/>
                  </a:lnTo>
                  <a:lnTo>
                    <a:pt x="1501081" y="1883761"/>
                  </a:lnTo>
                  <a:lnTo>
                    <a:pt x="1572704" y="1942072"/>
                  </a:lnTo>
                  <a:lnTo>
                    <a:pt x="1644327" y="1998258"/>
                  </a:lnTo>
                  <a:lnTo>
                    <a:pt x="1715949" y="2052396"/>
                  </a:lnTo>
                  <a:lnTo>
                    <a:pt x="1787572" y="2104562"/>
                  </a:lnTo>
                  <a:lnTo>
                    <a:pt x="1859194" y="2154826"/>
                  </a:lnTo>
                  <a:lnTo>
                    <a:pt x="1930817" y="2203258"/>
                  </a:lnTo>
                  <a:lnTo>
                    <a:pt x="2002439" y="2249925"/>
                  </a:lnTo>
                  <a:lnTo>
                    <a:pt x="2074062" y="2294892"/>
                  </a:lnTo>
                  <a:lnTo>
                    <a:pt x="2145684" y="2338219"/>
                  </a:lnTo>
                  <a:lnTo>
                    <a:pt x="2217307" y="2379968"/>
                  </a:lnTo>
                  <a:lnTo>
                    <a:pt x="2288929" y="2420195"/>
                  </a:lnTo>
                  <a:lnTo>
                    <a:pt x="2360552" y="2458956"/>
                  </a:lnTo>
                  <a:lnTo>
                    <a:pt x="2432174" y="2496304"/>
                  </a:lnTo>
                  <a:lnTo>
                    <a:pt x="2503797" y="2532292"/>
                  </a:lnTo>
                  <a:lnTo>
                    <a:pt x="2575419" y="2566967"/>
                  </a:lnTo>
                  <a:lnTo>
                    <a:pt x="2647042" y="2600379"/>
                  </a:lnTo>
                  <a:lnTo>
                    <a:pt x="2718664" y="2632573"/>
                  </a:lnTo>
                  <a:lnTo>
                    <a:pt x="2790287" y="2663594"/>
                  </a:lnTo>
                  <a:lnTo>
                    <a:pt x="2861909" y="2693484"/>
                  </a:lnTo>
                  <a:lnTo>
                    <a:pt x="2933532" y="2722285"/>
                  </a:lnTo>
                  <a:lnTo>
                    <a:pt x="3005155" y="2750037"/>
                  </a:lnTo>
                  <a:lnTo>
                    <a:pt x="3076777" y="2776777"/>
                  </a:lnTo>
                  <a:lnTo>
                    <a:pt x="3148400" y="2802542"/>
                  </a:lnTo>
                  <a:lnTo>
                    <a:pt x="3220022" y="2827369"/>
                  </a:lnTo>
                  <a:lnTo>
                    <a:pt x="3291645" y="2851290"/>
                  </a:lnTo>
                  <a:lnTo>
                    <a:pt x="3363267" y="2874340"/>
                  </a:lnTo>
                  <a:lnTo>
                    <a:pt x="3434890" y="2896550"/>
                  </a:lnTo>
                  <a:lnTo>
                    <a:pt x="3506512" y="2917950"/>
                  </a:lnTo>
                  <a:lnTo>
                    <a:pt x="3578135" y="2938570"/>
                  </a:lnTo>
                  <a:lnTo>
                    <a:pt x="3649757" y="2958439"/>
                  </a:lnTo>
                  <a:lnTo>
                    <a:pt x="3721380" y="2977584"/>
                  </a:lnTo>
                  <a:lnTo>
                    <a:pt x="3793002" y="2996031"/>
                  </a:lnTo>
                  <a:lnTo>
                    <a:pt x="3864625" y="3013806"/>
                  </a:lnTo>
                  <a:lnTo>
                    <a:pt x="3936247" y="3030933"/>
                  </a:lnTo>
                  <a:lnTo>
                    <a:pt x="4007870" y="3047435"/>
                  </a:lnTo>
                  <a:lnTo>
                    <a:pt x="4079492" y="3063337"/>
                  </a:lnTo>
                  <a:lnTo>
                    <a:pt x="4151115" y="3078658"/>
                  </a:lnTo>
                  <a:lnTo>
                    <a:pt x="4222737" y="3093422"/>
                  </a:lnTo>
                  <a:lnTo>
                    <a:pt x="4294360" y="3107647"/>
                  </a:lnTo>
                  <a:lnTo>
                    <a:pt x="4365983" y="3121354"/>
                  </a:lnTo>
                  <a:lnTo>
                    <a:pt x="4437605" y="3134561"/>
                  </a:lnTo>
                  <a:lnTo>
                    <a:pt x="4509228" y="3147287"/>
                  </a:lnTo>
                  <a:lnTo>
                    <a:pt x="4580850" y="3159550"/>
                  </a:lnTo>
                  <a:lnTo>
                    <a:pt x="4652473" y="3171365"/>
                  </a:lnTo>
                  <a:lnTo>
                    <a:pt x="4724095" y="3182750"/>
                  </a:lnTo>
                  <a:lnTo>
                    <a:pt x="4795718" y="3193719"/>
                  </a:lnTo>
                  <a:lnTo>
                    <a:pt x="4867340" y="3204289"/>
                  </a:lnTo>
                  <a:lnTo>
                    <a:pt x="4938963" y="3214474"/>
                  </a:lnTo>
                  <a:lnTo>
                    <a:pt x="5010585" y="3224288"/>
                  </a:lnTo>
                  <a:lnTo>
                    <a:pt x="5082208" y="3233744"/>
                  </a:lnTo>
                  <a:lnTo>
                    <a:pt x="5153830" y="3242855"/>
                  </a:lnTo>
                  <a:lnTo>
                    <a:pt x="5225453" y="3251634"/>
                  </a:lnTo>
                  <a:lnTo>
                    <a:pt x="5297075" y="3260093"/>
                  </a:lnTo>
                  <a:lnTo>
                    <a:pt x="5368698" y="3268244"/>
                  </a:lnTo>
                  <a:lnTo>
                    <a:pt x="5440320" y="3276098"/>
                  </a:lnTo>
                  <a:lnTo>
                    <a:pt x="5511943" y="3283666"/>
                  </a:lnTo>
                  <a:lnTo>
                    <a:pt x="5583565" y="3290958"/>
                  </a:lnTo>
                  <a:lnTo>
                    <a:pt x="5655188" y="3297984"/>
                  </a:lnTo>
                  <a:lnTo>
                    <a:pt x="5726811" y="3304754"/>
                  </a:lnTo>
                  <a:lnTo>
                    <a:pt x="5798433" y="3311278"/>
                  </a:lnTo>
                  <a:lnTo>
                    <a:pt x="5870056" y="3317563"/>
                  </a:lnTo>
                  <a:lnTo>
                    <a:pt x="5941678" y="3323620"/>
                  </a:lnTo>
                  <a:lnTo>
                    <a:pt x="6013301" y="3329455"/>
                  </a:lnTo>
                  <a:lnTo>
                    <a:pt x="6084923" y="3335079"/>
                  </a:lnTo>
                  <a:lnTo>
                    <a:pt x="6156546" y="3340497"/>
                  </a:lnTo>
                  <a:lnTo>
                    <a:pt x="6228168" y="3345717"/>
                  </a:lnTo>
                  <a:lnTo>
                    <a:pt x="6299791" y="3350748"/>
                  </a:lnTo>
                  <a:lnTo>
                    <a:pt x="6371413" y="3355595"/>
                  </a:lnTo>
                  <a:lnTo>
                    <a:pt x="6443036" y="336026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1.56 (1.38-1.77), p_Bonf = &lt;0.001 (n = 6)  |  per IQR decline (Δ = 29.3 %): 3.69 (2.55-5.34)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2026-10-09T11:50:47Z</dcterms:modified>
  <cp:category/>
</cp:coreProperties>
</file>