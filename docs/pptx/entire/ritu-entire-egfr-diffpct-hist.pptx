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130009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49392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85784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322176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15645" y="258567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31697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183818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235938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288059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34018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392300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444421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496542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48662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600783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52904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5024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7145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0926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544805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81196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17588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915645" y="35398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915645" y="290372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22676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5637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57757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209878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261999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4119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366240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4704817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22602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574723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626843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678964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731085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78320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353264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1264853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1369094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1473336" y="5380597"/>
              <a:ext cx="104241" cy="6745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1577577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1681818" y="5178238"/>
              <a:ext cx="104241" cy="26981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1786060" y="4975879"/>
              <a:ext cx="104241" cy="472171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1890301" y="5110785"/>
              <a:ext cx="104241" cy="33726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1994542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2098784" y="5245691"/>
              <a:ext cx="104241" cy="20235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2203025" y="4908426"/>
              <a:ext cx="104241" cy="53962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2307266" y="5313144"/>
              <a:ext cx="104241" cy="13490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2411508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2515749" y="4503707"/>
              <a:ext cx="104241" cy="94434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2619991" y="4706067"/>
              <a:ext cx="104241" cy="741984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2724232" y="4301348"/>
              <a:ext cx="104241" cy="114670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2828473" y="4638613"/>
              <a:ext cx="104241" cy="80943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2932715" y="4436254"/>
              <a:ext cx="104241" cy="101179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3036956" y="3761723"/>
              <a:ext cx="104241" cy="168632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3141197" y="3424458"/>
              <a:ext cx="104241" cy="202359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3245439" y="2547567"/>
              <a:ext cx="104241" cy="2900483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3349680" y="3491911"/>
              <a:ext cx="104241" cy="1956139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3453921" y="3357005"/>
              <a:ext cx="104241" cy="2091045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3558163" y="3694270"/>
              <a:ext cx="104241" cy="175378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3662404" y="3559364"/>
              <a:ext cx="104241" cy="1888686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3766645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3870887" y="3087192"/>
              <a:ext cx="104241" cy="2360858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3975128" y="3222098"/>
              <a:ext cx="104241" cy="2225952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4079369" y="2884833"/>
              <a:ext cx="104241" cy="2563217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4183611" y="2142849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4287852" y="315464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4392093" y="322209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4496335" y="382917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4600576" y="342445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4704817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4809059" y="369427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4913300" y="281738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5017541" y="355936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5121783" y="362681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5226024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5330265" y="376172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5434507" y="457116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5538748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5642990" y="423389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5747231" y="4773520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5851472" y="5110785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5955714" y="463861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6059955" y="5178238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6164196" y="470606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6268438" y="4908426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6372679" y="524569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6476920" y="4840973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6581162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6685403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678964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rc98"/>
            <p:cNvSpPr/>
            <p:nvPr/>
          </p:nvSpPr>
          <p:spPr>
            <a:xfrm>
              <a:off x="6893886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9" name="rc99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0" name="rc100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1" name="rc101"/>
            <p:cNvSpPr/>
            <p:nvPr/>
          </p:nvSpPr>
          <p:spPr>
            <a:xfrm>
              <a:off x="7206610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2" name="rc102"/>
            <p:cNvSpPr/>
            <p:nvPr/>
          </p:nvSpPr>
          <p:spPr>
            <a:xfrm>
              <a:off x="7310851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3" name="rc103"/>
            <p:cNvSpPr/>
            <p:nvPr/>
          </p:nvSpPr>
          <p:spPr>
            <a:xfrm>
              <a:off x="741509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4" name="rc104"/>
            <p:cNvSpPr/>
            <p:nvPr/>
          </p:nvSpPr>
          <p:spPr>
            <a:xfrm>
              <a:off x="7519334" y="5313144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5" name="rc105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6" name="rc106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7" name="rc107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8" name="rc108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rc110"/>
            <p:cNvSpPr/>
            <p:nvPr/>
          </p:nvSpPr>
          <p:spPr>
            <a:xfrm>
              <a:off x="8144782" y="5380597"/>
              <a:ext cx="104241" cy="0"/>
            </a:xfrm>
            <a:prstGeom prst="rect">
              <a:avLst/>
            </a:prstGeom>
            <a:solidFill>
              <a:srgbClr val="E31A1C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1" name="rc111"/>
            <p:cNvSpPr/>
            <p:nvPr/>
          </p:nvSpPr>
          <p:spPr>
            <a:xfrm>
              <a:off x="126485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2" name="rc112"/>
            <p:cNvSpPr/>
            <p:nvPr/>
          </p:nvSpPr>
          <p:spPr>
            <a:xfrm>
              <a:off x="136909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3" name="rc113"/>
            <p:cNvSpPr/>
            <p:nvPr/>
          </p:nvSpPr>
          <p:spPr>
            <a:xfrm>
              <a:off x="147333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4" name="rc114"/>
            <p:cNvSpPr/>
            <p:nvPr/>
          </p:nvSpPr>
          <p:spPr>
            <a:xfrm>
              <a:off x="157757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5" name="rc115"/>
            <p:cNvSpPr/>
            <p:nvPr/>
          </p:nvSpPr>
          <p:spPr>
            <a:xfrm>
              <a:off x="168181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6" name="rc116"/>
            <p:cNvSpPr/>
            <p:nvPr/>
          </p:nvSpPr>
          <p:spPr>
            <a:xfrm>
              <a:off x="178606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7" name="rc117"/>
            <p:cNvSpPr/>
            <p:nvPr/>
          </p:nvSpPr>
          <p:spPr>
            <a:xfrm>
              <a:off x="189030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8" name="rc118"/>
            <p:cNvSpPr/>
            <p:nvPr/>
          </p:nvSpPr>
          <p:spPr>
            <a:xfrm>
              <a:off x="199454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9" name="rc119"/>
            <p:cNvSpPr/>
            <p:nvPr/>
          </p:nvSpPr>
          <p:spPr>
            <a:xfrm>
              <a:off x="209878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0" name="rc120"/>
            <p:cNvSpPr/>
            <p:nvPr/>
          </p:nvSpPr>
          <p:spPr>
            <a:xfrm>
              <a:off x="220302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1" name="rc121"/>
            <p:cNvSpPr/>
            <p:nvPr/>
          </p:nvSpPr>
          <p:spPr>
            <a:xfrm>
              <a:off x="230726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2" name="rc122"/>
            <p:cNvSpPr/>
            <p:nvPr/>
          </p:nvSpPr>
          <p:spPr>
            <a:xfrm>
              <a:off x="241150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3" name="rc123"/>
            <p:cNvSpPr/>
            <p:nvPr/>
          </p:nvSpPr>
          <p:spPr>
            <a:xfrm>
              <a:off x="251574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4" name="rc124"/>
            <p:cNvSpPr/>
            <p:nvPr/>
          </p:nvSpPr>
          <p:spPr>
            <a:xfrm>
              <a:off x="261999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5" name="rc125"/>
            <p:cNvSpPr/>
            <p:nvPr/>
          </p:nvSpPr>
          <p:spPr>
            <a:xfrm>
              <a:off x="2724232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6" name="rc126"/>
            <p:cNvSpPr/>
            <p:nvPr/>
          </p:nvSpPr>
          <p:spPr>
            <a:xfrm>
              <a:off x="282847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7" name="rc127"/>
            <p:cNvSpPr/>
            <p:nvPr/>
          </p:nvSpPr>
          <p:spPr>
            <a:xfrm>
              <a:off x="293271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8" name="rc128"/>
            <p:cNvSpPr/>
            <p:nvPr/>
          </p:nvSpPr>
          <p:spPr>
            <a:xfrm>
              <a:off x="303695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29" name="rc129"/>
            <p:cNvSpPr/>
            <p:nvPr/>
          </p:nvSpPr>
          <p:spPr>
            <a:xfrm>
              <a:off x="314119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0" name="rc130"/>
            <p:cNvSpPr/>
            <p:nvPr/>
          </p:nvSpPr>
          <p:spPr>
            <a:xfrm>
              <a:off x="324543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1" name="rc131"/>
            <p:cNvSpPr/>
            <p:nvPr/>
          </p:nvSpPr>
          <p:spPr>
            <a:xfrm>
              <a:off x="334968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2" name="rc132"/>
            <p:cNvSpPr/>
            <p:nvPr/>
          </p:nvSpPr>
          <p:spPr>
            <a:xfrm>
              <a:off x="3453921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3" name="rc133"/>
            <p:cNvSpPr/>
            <p:nvPr/>
          </p:nvSpPr>
          <p:spPr>
            <a:xfrm>
              <a:off x="3558163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4" name="rc134"/>
            <p:cNvSpPr/>
            <p:nvPr/>
          </p:nvSpPr>
          <p:spPr>
            <a:xfrm>
              <a:off x="3662404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5" name="rc135"/>
            <p:cNvSpPr/>
            <p:nvPr/>
          </p:nvSpPr>
          <p:spPr>
            <a:xfrm>
              <a:off x="376664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6" name="rc136"/>
            <p:cNvSpPr/>
            <p:nvPr/>
          </p:nvSpPr>
          <p:spPr>
            <a:xfrm>
              <a:off x="387088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7" name="rc137"/>
            <p:cNvSpPr/>
            <p:nvPr/>
          </p:nvSpPr>
          <p:spPr>
            <a:xfrm>
              <a:off x="397512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8" name="rc138"/>
            <p:cNvSpPr/>
            <p:nvPr/>
          </p:nvSpPr>
          <p:spPr>
            <a:xfrm>
              <a:off x="407936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39" name="rc139"/>
            <p:cNvSpPr/>
            <p:nvPr/>
          </p:nvSpPr>
          <p:spPr>
            <a:xfrm>
              <a:off x="4183611" y="2142849"/>
              <a:ext cx="104241" cy="3305201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0" name="rc140"/>
            <p:cNvSpPr/>
            <p:nvPr/>
          </p:nvSpPr>
          <p:spPr>
            <a:xfrm>
              <a:off x="4287852" y="3154645"/>
              <a:ext cx="104241" cy="229340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1" name="rc141"/>
            <p:cNvSpPr/>
            <p:nvPr/>
          </p:nvSpPr>
          <p:spPr>
            <a:xfrm>
              <a:off x="4392093" y="3222098"/>
              <a:ext cx="104241" cy="222595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2" name="rc142"/>
            <p:cNvSpPr/>
            <p:nvPr/>
          </p:nvSpPr>
          <p:spPr>
            <a:xfrm>
              <a:off x="4496335" y="3829176"/>
              <a:ext cx="104241" cy="161887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3" name="rc143"/>
            <p:cNvSpPr/>
            <p:nvPr/>
          </p:nvSpPr>
          <p:spPr>
            <a:xfrm>
              <a:off x="4600576" y="3424458"/>
              <a:ext cx="104241" cy="202359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4" name="rc144"/>
            <p:cNvSpPr/>
            <p:nvPr/>
          </p:nvSpPr>
          <p:spPr>
            <a:xfrm>
              <a:off x="4704817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5" name="rc145"/>
            <p:cNvSpPr/>
            <p:nvPr/>
          </p:nvSpPr>
          <p:spPr>
            <a:xfrm>
              <a:off x="4809059" y="3694270"/>
              <a:ext cx="104241" cy="175378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6" name="rc146"/>
            <p:cNvSpPr/>
            <p:nvPr/>
          </p:nvSpPr>
          <p:spPr>
            <a:xfrm>
              <a:off x="4913300" y="2817380"/>
              <a:ext cx="104241" cy="263067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7" name="rc147"/>
            <p:cNvSpPr/>
            <p:nvPr/>
          </p:nvSpPr>
          <p:spPr>
            <a:xfrm>
              <a:off x="5017541" y="3559364"/>
              <a:ext cx="104241" cy="188868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8" name="rc148"/>
            <p:cNvSpPr/>
            <p:nvPr/>
          </p:nvSpPr>
          <p:spPr>
            <a:xfrm>
              <a:off x="5121783" y="3626817"/>
              <a:ext cx="104241" cy="182123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49" name="rc149"/>
            <p:cNvSpPr/>
            <p:nvPr/>
          </p:nvSpPr>
          <p:spPr>
            <a:xfrm>
              <a:off x="5226024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0" name="rc150"/>
            <p:cNvSpPr/>
            <p:nvPr/>
          </p:nvSpPr>
          <p:spPr>
            <a:xfrm>
              <a:off x="5330265" y="3761723"/>
              <a:ext cx="104241" cy="168632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1" name="rc151"/>
            <p:cNvSpPr/>
            <p:nvPr/>
          </p:nvSpPr>
          <p:spPr>
            <a:xfrm>
              <a:off x="5434507" y="4571160"/>
              <a:ext cx="104241" cy="87689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2" name="rc152"/>
            <p:cNvSpPr/>
            <p:nvPr/>
          </p:nvSpPr>
          <p:spPr>
            <a:xfrm>
              <a:off x="5538748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3" name="rc153"/>
            <p:cNvSpPr/>
            <p:nvPr/>
          </p:nvSpPr>
          <p:spPr>
            <a:xfrm>
              <a:off x="5642990" y="4233895"/>
              <a:ext cx="104241" cy="121415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4" name="rc154"/>
            <p:cNvSpPr/>
            <p:nvPr/>
          </p:nvSpPr>
          <p:spPr>
            <a:xfrm>
              <a:off x="5747231" y="4773520"/>
              <a:ext cx="104241" cy="67453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5" name="rc155"/>
            <p:cNvSpPr/>
            <p:nvPr/>
          </p:nvSpPr>
          <p:spPr>
            <a:xfrm>
              <a:off x="5851472" y="5110785"/>
              <a:ext cx="104241" cy="337265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6" name="rc156"/>
            <p:cNvSpPr/>
            <p:nvPr/>
          </p:nvSpPr>
          <p:spPr>
            <a:xfrm>
              <a:off x="5955714" y="4638613"/>
              <a:ext cx="104241" cy="80943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7" name="rc157"/>
            <p:cNvSpPr/>
            <p:nvPr/>
          </p:nvSpPr>
          <p:spPr>
            <a:xfrm>
              <a:off x="6059955" y="5178238"/>
              <a:ext cx="104241" cy="269812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8" name="rc158"/>
            <p:cNvSpPr/>
            <p:nvPr/>
          </p:nvSpPr>
          <p:spPr>
            <a:xfrm>
              <a:off x="6164196" y="4706067"/>
              <a:ext cx="104241" cy="74198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59" name="rc159"/>
            <p:cNvSpPr/>
            <p:nvPr/>
          </p:nvSpPr>
          <p:spPr>
            <a:xfrm>
              <a:off x="6268438" y="4908426"/>
              <a:ext cx="104241" cy="539624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0" name="rc160"/>
            <p:cNvSpPr/>
            <p:nvPr/>
          </p:nvSpPr>
          <p:spPr>
            <a:xfrm>
              <a:off x="6372679" y="5245691"/>
              <a:ext cx="104241" cy="202359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1" name="rc161"/>
            <p:cNvSpPr/>
            <p:nvPr/>
          </p:nvSpPr>
          <p:spPr>
            <a:xfrm>
              <a:off x="6476920" y="4840973"/>
              <a:ext cx="104241" cy="607077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2" name="rc162"/>
            <p:cNvSpPr/>
            <p:nvPr/>
          </p:nvSpPr>
          <p:spPr>
            <a:xfrm>
              <a:off x="6581162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3" name="rc163"/>
            <p:cNvSpPr/>
            <p:nvPr/>
          </p:nvSpPr>
          <p:spPr>
            <a:xfrm>
              <a:off x="6685403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4" name="rc164"/>
            <p:cNvSpPr/>
            <p:nvPr/>
          </p:nvSpPr>
          <p:spPr>
            <a:xfrm>
              <a:off x="678964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5" name="rc165"/>
            <p:cNvSpPr/>
            <p:nvPr/>
          </p:nvSpPr>
          <p:spPr>
            <a:xfrm>
              <a:off x="6893886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6" name="rc166"/>
            <p:cNvSpPr/>
            <p:nvPr/>
          </p:nvSpPr>
          <p:spPr>
            <a:xfrm>
              <a:off x="6998127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7" name="rc167"/>
            <p:cNvSpPr/>
            <p:nvPr/>
          </p:nvSpPr>
          <p:spPr>
            <a:xfrm>
              <a:off x="710236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8" name="rc168"/>
            <p:cNvSpPr/>
            <p:nvPr/>
          </p:nvSpPr>
          <p:spPr>
            <a:xfrm>
              <a:off x="7206610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69" name="rc169"/>
            <p:cNvSpPr/>
            <p:nvPr/>
          </p:nvSpPr>
          <p:spPr>
            <a:xfrm>
              <a:off x="7310851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0" name="rc170"/>
            <p:cNvSpPr/>
            <p:nvPr/>
          </p:nvSpPr>
          <p:spPr>
            <a:xfrm>
              <a:off x="741509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1" name="rc171"/>
            <p:cNvSpPr/>
            <p:nvPr/>
          </p:nvSpPr>
          <p:spPr>
            <a:xfrm>
              <a:off x="7519334" y="5313144"/>
              <a:ext cx="104241" cy="134906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2" name="rc172"/>
            <p:cNvSpPr/>
            <p:nvPr/>
          </p:nvSpPr>
          <p:spPr>
            <a:xfrm>
              <a:off x="7623575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3" name="rc173"/>
            <p:cNvSpPr/>
            <p:nvPr/>
          </p:nvSpPr>
          <p:spPr>
            <a:xfrm>
              <a:off x="7727816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4" name="rc174"/>
            <p:cNvSpPr/>
            <p:nvPr/>
          </p:nvSpPr>
          <p:spPr>
            <a:xfrm>
              <a:off x="7832058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5" name="rc175"/>
            <p:cNvSpPr/>
            <p:nvPr/>
          </p:nvSpPr>
          <p:spPr>
            <a:xfrm>
              <a:off x="7936299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6" name="rc176"/>
            <p:cNvSpPr/>
            <p:nvPr/>
          </p:nvSpPr>
          <p:spPr>
            <a:xfrm>
              <a:off x="8040540" y="5448051"/>
              <a:ext cx="104241" cy="0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7" name="rc177"/>
            <p:cNvSpPr/>
            <p:nvPr/>
          </p:nvSpPr>
          <p:spPr>
            <a:xfrm>
              <a:off x="8144782" y="5380597"/>
              <a:ext cx="104241" cy="67453"/>
            </a:xfrm>
            <a:prstGeom prst="rect">
              <a:avLst/>
            </a:prstGeom>
            <a:solidFill>
              <a:srgbClr val="999999">
                <a:alpha val="85098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418361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D4D4D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179" name="tx179"/>
            <p:cNvSpPr/>
            <p:nvPr/>
          </p:nvSpPr>
          <p:spPr>
            <a:xfrm>
              <a:off x="756929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80" name="tx180"/>
            <p:cNvSpPr/>
            <p:nvPr/>
          </p:nvSpPr>
          <p:spPr>
            <a:xfrm>
              <a:off x="756929" y="4760990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181" name="tx181"/>
            <p:cNvSpPr/>
            <p:nvPr/>
          </p:nvSpPr>
          <p:spPr>
            <a:xfrm>
              <a:off x="756929" y="4124907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182" name="tx182"/>
            <p:cNvSpPr/>
            <p:nvPr/>
          </p:nvSpPr>
          <p:spPr>
            <a:xfrm>
              <a:off x="756929" y="34888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183" name="tx183"/>
            <p:cNvSpPr/>
            <p:nvPr/>
          </p:nvSpPr>
          <p:spPr>
            <a:xfrm>
              <a:off x="756929" y="285274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184" name="tx184"/>
            <p:cNvSpPr/>
            <p:nvPr/>
          </p:nvSpPr>
          <p:spPr>
            <a:xfrm>
              <a:off x="756929" y="221665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85" name="tx185"/>
            <p:cNvSpPr/>
            <p:nvPr/>
          </p:nvSpPr>
          <p:spPr>
            <a:xfrm>
              <a:off x="95372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-60</a:t>
              </a:r>
            </a:p>
          </p:txBody>
        </p:sp>
        <p:sp>
          <p:nvSpPr>
            <p:cNvPr id="186" name="tx186"/>
            <p:cNvSpPr/>
            <p:nvPr/>
          </p:nvSpPr>
          <p:spPr>
            <a:xfrm>
              <a:off x="147493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187" name="tx187"/>
            <p:cNvSpPr/>
            <p:nvPr/>
          </p:nvSpPr>
          <p:spPr>
            <a:xfrm>
              <a:off x="1996142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188" name="tx188"/>
            <p:cNvSpPr/>
            <p:nvPr/>
          </p:nvSpPr>
          <p:spPr>
            <a:xfrm>
              <a:off x="2517349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189" name="tx189"/>
            <p:cNvSpPr/>
            <p:nvPr/>
          </p:nvSpPr>
          <p:spPr>
            <a:xfrm>
              <a:off x="3038556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190" name="tx190"/>
            <p:cNvSpPr/>
            <p:nvPr/>
          </p:nvSpPr>
          <p:spPr>
            <a:xfrm>
              <a:off x="3559763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191" name="tx191"/>
            <p:cNvSpPr/>
            <p:nvPr/>
          </p:nvSpPr>
          <p:spPr>
            <a:xfrm>
              <a:off x="414410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192" name="tx192"/>
            <p:cNvSpPr/>
            <p:nvPr/>
          </p:nvSpPr>
          <p:spPr>
            <a:xfrm>
              <a:off x="462581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93" name="tx193"/>
            <p:cNvSpPr/>
            <p:nvPr/>
          </p:nvSpPr>
          <p:spPr>
            <a:xfrm>
              <a:off x="514702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194" name="tx194"/>
            <p:cNvSpPr/>
            <p:nvPr/>
          </p:nvSpPr>
          <p:spPr>
            <a:xfrm>
              <a:off x="566822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195" name="tx195"/>
            <p:cNvSpPr/>
            <p:nvPr/>
          </p:nvSpPr>
          <p:spPr>
            <a:xfrm>
              <a:off x="6189433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196" name="tx196"/>
            <p:cNvSpPr/>
            <p:nvPr/>
          </p:nvSpPr>
          <p:spPr>
            <a:xfrm>
              <a:off x="671064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197" name="tx197"/>
            <p:cNvSpPr/>
            <p:nvPr/>
          </p:nvSpPr>
          <p:spPr>
            <a:xfrm>
              <a:off x="7231847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198" name="tx198"/>
            <p:cNvSpPr/>
            <p:nvPr/>
          </p:nvSpPr>
          <p:spPr>
            <a:xfrm>
              <a:off x="7753054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70</a:t>
              </a:r>
            </a:p>
          </p:txBody>
        </p:sp>
        <p:sp>
          <p:nvSpPr>
            <p:cNvPr id="199" name="tx199"/>
            <p:cNvSpPr/>
            <p:nvPr/>
          </p:nvSpPr>
          <p:spPr>
            <a:xfrm>
              <a:off x="8274260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200" name="tx200"/>
            <p:cNvSpPr/>
            <p:nvPr/>
          </p:nvSpPr>
          <p:spPr>
            <a:xfrm>
              <a:off x="3927120" y="5870717"/>
              <a:ext cx="16596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</a:t>
              </a:r>
            </a:p>
          </p:txBody>
        </p:sp>
        <p:sp>
          <p:nvSpPr>
            <p:cNvPr id="201" name="tx201"/>
            <p:cNvSpPr/>
            <p:nvPr/>
          </p:nvSpPr>
          <p:spPr>
            <a:xfrm rot="-5400000">
              <a:off x="-304395" y="3731670"/>
              <a:ext cx="1827885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Percent of Patients (%)</a:t>
              </a:r>
            </a:p>
          </p:txBody>
        </p:sp>
        <p:sp>
          <p:nvSpPr>
            <p:cNvPr id="202" name="tx202"/>
            <p:cNvSpPr/>
            <p:nvPr/>
          </p:nvSpPr>
          <p:spPr>
            <a:xfrm>
              <a:off x="915645" y="1688767"/>
              <a:ext cx="68626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Distribution of eGFR Difference (%): 100 × (CKD-EPI Cr-Cys − CG) / CG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2026-10-08T10:04:17Z</dcterms:modified>
  <cp:category/>
</cp:coreProperties>
</file>