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00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9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5784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21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8567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1697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83818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35938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8059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18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92300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4442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6542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4866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078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52904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502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714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0926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81196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17588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3539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290372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22676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563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7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987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1999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411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62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048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2260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74723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2684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789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31085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8320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3532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64853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369094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473336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577577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681818" y="5178238"/>
              <a:ext cx="104241" cy="26981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86060" y="4975879"/>
              <a:ext cx="104241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890301" y="5110785"/>
              <a:ext cx="104241" cy="3372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994542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098784" y="5245691"/>
              <a:ext cx="104241" cy="2023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203025" y="4908426"/>
              <a:ext cx="104241" cy="53962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307266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411508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515749" y="4503707"/>
              <a:ext cx="104241" cy="9443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619991" y="4706067"/>
              <a:ext cx="104241" cy="7419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724232" y="4301348"/>
              <a:ext cx="104241" cy="11467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828473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932715" y="4436254"/>
              <a:ext cx="104241" cy="101179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36956" y="3761723"/>
              <a:ext cx="104241" cy="16863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141197" y="3424458"/>
              <a:ext cx="104241" cy="202359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245439" y="2547567"/>
              <a:ext cx="104241" cy="29004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349680" y="3491911"/>
              <a:ext cx="104241" cy="195613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453921" y="3357005"/>
              <a:ext cx="104241" cy="209104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558163" y="3694270"/>
              <a:ext cx="104241" cy="17537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662404" y="3559364"/>
              <a:ext cx="104241" cy="18886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766645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870887" y="3087192"/>
              <a:ext cx="104241" cy="236085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75128" y="3222098"/>
              <a:ext cx="104241" cy="22259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079369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183611" y="2142849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4287852" y="315464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392093" y="322209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496335" y="382917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600576" y="342445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704817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809059" y="369427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913300" y="281738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017541" y="355936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121783" y="362681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226024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330265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434507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538748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642990" y="423389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747231" y="477352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851472" y="511078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955714" y="463861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059955" y="517823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164196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268438" y="490842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372679" y="524569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476920" y="484097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581162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685403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78964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893886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206610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310851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41509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51933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814478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26485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36909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47333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57757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68181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8606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89030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99454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209878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220302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230726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241150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51574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61999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72423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82847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93271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03695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14119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24543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34968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45392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55816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66240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76664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87088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97512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07936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183611" y="2142849"/>
              <a:ext cx="104241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287852" y="3154645"/>
              <a:ext cx="104241" cy="229340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392093" y="3222098"/>
              <a:ext cx="104241" cy="22259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496335" y="3829176"/>
              <a:ext cx="104241" cy="16188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600576" y="3424458"/>
              <a:ext cx="104241" cy="202359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704817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809059" y="3694270"/>
              <a:ext cx="104241" cy="17537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913300" y="2817380"/>
              <a:ext cx="104241" cy="263067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017541" y="3559364"/>
              <a:ext cx="104241" cy="18886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121783" y="3626817"/>
              <a:ext cx="104241" cy="182123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226024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330265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434507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538748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642990" y="4233895"/>
              <a:ext cx="104241" cy="121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747231" y="4773520"/>
              <a:ext cx="104241" cy="6745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851472" y="5110785"/>
              <a:ext cx="104241" cy="3372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955714" y="4638613"/>
              <a:ext cx="104241" cy="8094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6059955" y="5178238"/>
              <a:ext cx="104241" cy="26981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164196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268438" y="4908426"/>
              <a:ext cx="104241" cy="53962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372679" y="5245691"/>
              <a:ext cx="104241" cy="2023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476920" y="4840973"/>
              <a:ext cx="104241" cy="60707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581162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685403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78964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893886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206610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310851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41509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51933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814478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9" name="tx179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56929" y="476099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756929" y="412490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56929" y="34888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56929" y="285274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56929" y="22166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9537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47493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99614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51734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303855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5597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14410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6258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1470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66822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618943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67106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23184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7530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82742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201" name="tx201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2026-10-13T08:10:30Z</dcterms:modified>
  <cp:category/>
</cp:coreProperties>
</file>