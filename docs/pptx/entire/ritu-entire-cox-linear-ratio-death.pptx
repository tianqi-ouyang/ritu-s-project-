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51268"/>
            </a:xfrm>
            <a:custGeom>
              <a:avLst/>
              <a:pathLst>
                <a:path w="7090630" h="3451268">
                  <a:moveTo>
                    <a:pt x="1788709" y="0"/>
                  </a:moveTo>
                  <a:lnTo>
                    <a:pt x="1790563" y="5867"/>
                  </a:lnTo>
                  <a:lnTo>
                    <a:pt x="1862185" y="218725"/>
                  </a:lnTo>
                  <a:lnTo>
                    <a:pt x="1933808" y="418557"/>
                  </a:lnTo>
                  <a:lnTo>
                    <a:pt x="2005430" y="606157"/>
                  </a:lnTo>
                  <a:lnTo>
                    <a:pt x="2077053" y="782276"/>
                  </a:lnTo>
                  <a:lnTo>
                    <a:pt x="2148675" y="947616"/>
                  </a:lnTo>
                  <a:lnTo>
                    <a:pt x="2220298" y="1102836"/>
                  </a:lnTo>
                  <a:lnTo>
                    <a:pt x="2291920" y="1248557"/>
                  </a:lnTo>
                  <a:lnTo>
                    <a:pt x="2363543" y="1385358"/>
                  </a:lnTo>
                  <a:lnTo>
                    <a:pt x="2435165" y="1513787"/>
                  </a:lnTo>
                  <a:lnTo>
                    <a:pt x="2506788" y="1634356"/>
                  </a:lnTo>
                  <a:lnTo>
                    <a:pt x="2578410" y="1747545"/>
                  </a:lnTo>
                  <a:lnTo>
                    <a:pt x="2650033" y="1853807"/>
                  </a:lnTo>
                  <a:lnTo>
                    <a:pt x="2721655" y="1953565"/>
                  </a:lnTo>
                  <a:lnTo>
                    <a:pt x="2793278" y="2047218"/>
                  </a:lnTo>
                  <a:lnTo>
                    <a:pt x="2864901" y="2135139"/>
                  </a:lnTo>
                  <a:lnTo>
                    <a:pt x="2936523" y="2217679"/>
                  </a:lnTo>
                  <a:lnTo>
                    <a:pt x="3008146" y="2295166"/>
                  </a:lnTo>
                  <a:lnTo>
                    <a:pt x="3079768" y="2367912"/>
                  </a:lnTo>
                  <a:lnTo>
                    <a:pt x="3151391" y="2436205"/>
                  </a:lnTo>
                  <a:lnTo>
                    <a:pt x="3223013" y="2500318"/>
                  </a:lnTo>
                  <a:lnTo>
                    <a:pt x="3294636" y="2560508"/>
                  </a:lnTo>
                  <a:lnTo>
                    <a:pt x="3366258" y="2617013"/>
                  </a:lnTo>
                  <a:lnTo>
                    <a:pt x="3437881" y="2660655"/>
                  </a:lnTo>
                  <a:lnTo>
                    <a:pt x="3509503" y="2681269"/>
                  </a:lnTo>
                  <a:lnTo>
                    <a:pt x="3581126" y="2701366"/>
                  </a:lnTo>
                  <a:lnTo>
                    <a:pt x="3652748" y="2720960"/>
                  </a:lnTo>
                  <a:lnTo>
                    <a:pt x="3724371" y="2740063"/>
                  </a:lnTo>
                  <a:lnTo>
                    <a:pt x="3795993" y="2758688"/>
                  </a:lnTo>
                  <a:lnTo>
                    <a:pt x="3867616" y="2776846"/>
                  </a:lnTo>
                  <a:lnTo>
                    <a:pt x="3939238" y="2794550"/>
                  </a:lnTo>
                  <a:lnTo>
                    <a:pt x="4010861" y="2811810"/>
                  </a:lnTo>
                  <a:lnTo>
                    <a:pt x="4082483" y="2828638"/>
                  </a:lnTo>
                  <a:lnTo>
                    <a:pt x="4154106" y="2845044"/>
                  </a:lnTo>
                  <a:lnTo>
                    <a:pt x="4225729" y="2861040"/>
                  </a:lnTo>
                  <a:lnTo>
                    <a:pt x="4297351" y="2876635"/>
                  </a:lnTo>
                  <a:lnTo>
                    <a:pt x="4368974" y="2891839"/>
                  </a:lnTo>
                  <a:lnTo>
                    <a:pt x="4440596" y="2906663"/>
                  </a:lnTo>
                  <a:lnTo>
                    <a:pt x="4512219" y="2921115"/>
                  </a:lnTo>
                  <a:lnTo>
                    <a:pt x="4583841" y="2935206"/>
                  </a:lnTo>
                  <a:lnTo>
                    <a:pt x="4655464" y="2948943"/>
                  </a:lnTo>
                  <a:lnTo>
                    <a:pt x="4727086" y="2962337"/>
                  </a:lnTo>
                  <a:lnTo>
                    <a:pt x="4798709" y="2975395"/>
                  </a:lnTo>
                  <a:lnTo>
                    <a:pt x="4870331" y="2988126"/>
                  </a:lnTo>
                  <a:lnTo>
                    <a:pt x="4941954" y="3000538"/>
                  </a:lnTo>
                  <a:lnTo>
                    <a:pt x="5013576" y="3012640"/>
                  </a:lnTo>
                  <a:lnTo>
                    <a:pt x="5085199" y="3024438"/>
                  </a:lnTo>
                  <a:lnTo>
                    <a:pt x="5156821" y="3035941"/>
                  </a:lnTo>
                  <a:lnTo>
                    <a:pt x="5228444" y="3047156"/>
                  </a:lnTo>
                  <a:lnTo>
                    <a:pt x="5300066" y="3058090"/>
                  </a:lnTo>
                  <a:lnTo>
                    <a:pt x="5371689" y="3068750"/>
                  </a:lnTo>
                  <a:lnTo>
                    <a:pt x="5443311" y="3079143"/>
                  </a:lnTo>
                  <a:lnTo>
                    <a:pt x="5514934" y="3089276"/>
                  </a:lnTo>
                  <a:lnTo>
                    <a:pt x="5586557" y="3099155"/>
                  </a:lnTo>
                  <a:lnTo>
                    <a:pt x="5658179" y="3108787"/>
                  </a:lnTo>
                  <a:lnTo>
                    <a:pt x="5729802" y="3118177"/>
                  </a:lnTo>
                  <a:lnTo>
                    <a:pt x="5801424" y="3127332"/>
                  </a:lnTo>
                  <a:lnTo>
                    <a:pt x="5873047" y="3136258"/>
                  </a:lnTo>
                  <a:lnTo>
                    <a:pt x="5944669" y="3144961"/>
                  </a:lnTo>
                  <a:lnTo>
                    <a:pt x="6016292" y="3153445"/>
                  </a:lnTo>
                  <a:lnTo>
                    <a:pt x="6087914" y="3161717"/>
                  </a:lnTo>
                  <a:lnTo>
                    <a:pt x="6159537" y="3169782"/>
                  </a:lnTo>
                  <a:lnTo>
                    <a:pt x="6231159" y="3177645"/>
                  </a:lnTo>
                  <a:lnTo>
                    <a:pt x="6302782" y="3185311"/>
                  </a:lnTo>
                  <a:lnTo>
                    <a:pt x="6374404" y="3192785"/>
                  </a:lnTo>
                  <a:lnTo>
                    <a:pt x="6446027" y="3200072"/>
                  </a:lnTo>
                  <a:lnTo>
                    <a:pt x="6517649" y="3207176"/>
                  </a:lnTo>
                  <a:lnTo>
                    <a:pt x="6589272" y="3214103"/>
                  </a:lnTo>
                  <a:lnTo>
                    <a:pt x="6660894" y="3220856"/>
                  </a:lnTo>
                  <a:lnTo>
                    <a:pt x="6732517" y="3227439"/>
                  </a:lnTo>
                  <a:lnTo>
                    <a:pt x="6804139" y="3233858"/>
                  </a:lnTo>
                  <a:lnTo>
                    <a:pt x="6875762" y="3240116"/>
                  </a:lnTo>
                  <a:lnTo>
                    <a:pt x="6947385" y="3246218"/>
                  </a:lnTo>
                  <a:lnTo>
                    <a:pt x="7019007" y="3252167"/>
                  </a:lnTo>
                  <a:lnTo>
                    <a:pt x="7090630" y="3257966"/>
                  </a:lnTo>
                  <a:lnTo>
                    <a:pt x="7090630" y="3451268"/>
                  </a:lnTo>
                  <a:lnTo>
                    <a:pt x="7019007" y="3449150"/>
                  </a:lnTo>
                  <a:lnTo>
                    <a:pt x="6947385" y="3446895"/>
                  </a:lnTo>
                  <a:lnTo>
                    <a:pt x="6875762" y="3444492"/>
                  </a:lnTo>
                  <a:lnTo>
                    <a:pt x="6804139" y="3441933"/>
                  </a:lnTo>
                  <a:lnTo>
                    <a:pt x="6732517" y="3439207"/>
                  </a:lnTo>
                  <a:lnTo>
                    <a:pt x="6660894" y="3436304"/>
                  </a:lnTo>
                  <a:lnTo>
                    <a:pt x="6589272" y="3433211"/>
                  </a:lnTo>
                  <a:lnTo>
                    <a:pt x="6517649" y="3429916"/>
                  </a:lnTo>
                  <a:lnTo>
                    <a:pt x="6446027" y="3426407"/>
                  </a:lnTo>
                  <a:lnTo>
                    <a:pt x="6374404" y="3422668"/>
                  </a:lnTo>
                  <a:lnTo>
                    <a:pt x="6302782" y="3418687"/>
                  </a:lnTo>
                  <a:lnTo>
                    <a:pt x="6231159" y="3414445"/>
                  </a:lnTo>
                  <a:lnTo>
                    <a:pt x="6159537" y="3409927"/>
                  </a:lnTo>
                  <a:lnTo>
                    <a:pt x="6087914" y="3405115"/>
                  </a:lnTo>
                  <a:lnTo>
                    <a:pt x="6016292" y="3399988"/>
                  </a:lnTo>
                  <a:lnTo>
                    <a:pt x="5944669" y="3394528"/>
                  </a:lnTo>
                  <a:lnTo>
                    <a:pt x="5873047" y="3388711"/>
                  </a:lnTo>
                  <a:lnTo>
                    <a:pt x="5801424" y="3382516"/>
                  </a:lnTo>
                  <a:lnTo>
                    <a:pt x="5729802" y="3375916"/>
                  </a:lnTo>
                  <a:lnTo>
                    <a:pt x="5658179" y="3368886"/>
                  </a:lnTo>
                  <a:lnTo>
                    <a:pt x="5586557" y="3361398"/>
                  </a:lnTo>
                  <a:lnTo>
                    <a:pt x="5514934" y="3353421"/>
                  </a:lnTo>
                  <a:lnTo>
                    <a:pt x="5443311" y="3344925"/>
                  </a:lnTo>
                  <a:lnTo>
                    <a:pt x="5371689" y="3335875"/>
                  </a:lnTo>
                  <a:lnTo>
                    <a:pt x="5300066" y="3326235"/>
                  </a:lnTo>
                  <a:lnTo>
                    <a:pt x="5228444" y="3315966"/>
                  </a:lnTo>
                  <a:lnTo>
                    <a:pt x="5156821" y="3305028"/>
                  </a:lnTo>
                  <a:lnTo>
                    <a:pt x="5085199" y="3293376"/>
                  </a:lnTo>
                  <a:lnTo>
                    <a:pt x="5013576" y="3280965"/>
                  </a:lnTo>
                  <a:lnTo>
                    <a:pt x="4941954" y="3267745"/>
                  </a:lnTo>
                  <a:lnTo>
                    <a:pt x="4870331" y="3253663"/>
                  </a:lnTo>
                  <a:lnTo>
                    <a:pt x="4798709" y="3238663"/>
                  </a:lnTo>
                  <a:lnTo>
                    <a:pt x="4727086" y="3222685"/>
                  </a:lnTo>
                  <a:lnTo>
                    <a:pt x="4655464" y="3205666"/>
                  </a:lnTo>
                  <a:lnTo>
                    <a:pt x="4583841" y="3187537"/>
                  </a:lnTo>
                  <a:lnTo>
                    <a:pt x="4512219" y="3168226"/>
                  </a:lnTo>
                  <a:lnTo>
                    <a:pt x="4440596" y="3147656"/>
                  </a:lnTo>
                  <a:lnTo>
                    <a:pt x="4368974" y="3125745"/>
                  </a:lnTo>
                  <a:lnTo>
                    <a:pt x="4297351" y="3102405"/>
                  </a:lnTo>
                  <a:lnTo>
                    <a:pt x="4225729" y="3077544"/>
                  </a:lnTo>
                  <a:lnTo>
                    <a:pt x="4154106" y="3051062"/>
                  </a:lnTo>
                  <a:lnTo>
                    <a:pt x="4082483" y="3022854"/>
                  </a:lnTo>
                  <a:lnTo>
                    <a:pt x="4010861" y="2992807"/>
                  </a:lnTo>
                  <a:lnTo>
                    <a:pt x="3939238" y="2960801"/>
                  </a:lnTo>
                  <a:lnTo>
                    <a:pt x="3867616" y="2926708"/>
                  </a:lnTo>
                  <a:lnTo>
                    <a:pt x="3795993" y="2890392"/>
                  </a:lnTo>
                  <a:lnTo>
                    <a:pt x="3724371" y="2851710"/>
                  </a:lnTo>
                  <a:lnTo>
                    <a:pt x="3652748" y="2810505"/>
                  </a:lnTo>
                  <a:lnTo>
                    <a:pt x="3581126" y="2766614"/>
                  </a:lnTo>
                  <a:lnTo>
                    <a:pt x="3509503" y="2719861"/>
                  </a:lnTo>
                  <a:lnTo>
                    <a:pt x="3437881" y="2670060"/>
                  </a:lnTo>
                  <a:lnTo>
                    <a:pt x="3366258" y="2639512"/>
                  </a:lnTo>
                  <a:lnTo>
                    <a:pt x="3294636" y="2617826"/>
                  </a:lnTo>
                  <a:lnTo>
                    <a:pt x="3223013" y="2595583"/>
                  </a:lnTo>
                  <a:lnTo>
                    <a:pt x="3151391" y="2572769"/>
                  </a:lnTo>
                  <a:lnTo>
                    <a:pt x="3079768" y="2549368"/>
                  </a:lnTo>
                  <a:lnTo>
                    <a:pt x="3008146" y="2525367"/>
                  </a:lnTo>
                  <a:lnTo>
                    <a:pt x="2936523" y="2500749"/>
                  </a:lnTo>
                  <a:lnTo>
                    <a:pt x="2864901" y="2475498"/>
                  </a:lnTo>
                  <a:lnTo>
                    <a:pt x="2793278" y="2449599"/>
                  </a:lnTo>
                  <a:lnTo>
                    <a:pt x="2721655" y="2423035"/>
                  </a:lnTo>
                  <a:lnTo>
                    <a:pt x="2650033" y="2395788"/>
                  </a:lnTo>
                  <a:lnTo>
                    <a:pt x="2578410" y="2367842"/>
                  </a:lnTo>
                  <a:lnTo>
                    <a:pt x="2506788" y="2339177"/>
                  </a:lnTo>
                  <a:lnTo>
                    <a:pt x="2435165" y="2309776"/>
                  </a:lnTo>
                  <a:lnTo>
                    <a:pt x="2363543" y="2279620"/>
                  </a:lnTo>
                  <a:lnTo>
                    <a:pt x="2291920" y="2248690"/>
                  </a:lnTo>
                  <a:lnTo>
                    <a:pt x="2220298" y="2216964"/>
                  </a:lnTo>
                  <a:lnTo>
                    <a:pt x="2148675" y="2184424"/>
                  </a:lnTo>
                  <a:lnTo>
                    <a:pt x="2077053" y="2151048"/>
                  </a:lnTo>
                  <a:lnTo>
                    <a:pt x="2005430" y="2116815"/>
                  </a:lnTo>
                  <a:lnTo>
                    <a:pt x="1933808" y="2081702"/>
                  </a:lnTo>
                  <a:lnTo>
                    <a:pt x="1862185" y="2045688"/>
                  </a:lnTo>
                  <a:lnTo>
                    <a:pt x="1790563" y="2008748"/>
                  </a:lnTo>
                  <a:lnTo>
                    <a:pt x="1718940" y="1970860"/>
                  </a:lnTo>
                  <a:lnTo>
                    <a:pt x="1647318" y="1931998"/>
                  </a:lnTo>
                  <a:lnTo>
                    <a:pt x="1575695" y="1892138"/>
                  </a:lnTo>
                  <a:lnTo>
                    <a:pt x="1504073" y="1851254"/>
                  </a:lnTo>
                  <a:lnTo>
                    <a:pt x="1432450" y="1809319"/>
                  </a:lnTo>
                  <a:lnTo>
                    <a:pt x="1360827" y="1766308"/>
                  </a:lnTo>
                  <a:lnTo>
                    <a:pt x="1289205" y="1722192"/>
                  </a:lnTo>
                  <a:lnTo>
                    <a:pt x="1217582" y="1676942"/>
                  </a:lnTo>
                  <a:lnTo>
                    <a:pt x="1145960" y="1630531"/>
                  </a:lnTo>
                  <a:lnTo>
                    <a:pt x="1074337" y="1582927"/>
                  </a:lnTo>
                  <a:lnTo>
                    <a:pt x="1002715" y="1534100"/>
                  </a:lnTo>
                  <a:lnTo>
                    <a:pt x="931092" y="1484019"/>
                  </a:lnTo>
                  <a:lnTo>
                    <a:pt x="859470" y="1432652"/>
                  </a:lnTo>
                  <a:lnTo>
                    <a:pt x="787847" y="1379965"/>
                  </a:lnTo>
                  <a:lnTo>
                    <a:pt x="716225" y="1325924"/>
                  </a:lnTo>
                  <a:lnTo>
                    <a:pt x="644602" y="1270496"/>
                  </a:lnTo>
                  <a:lnTo>
                    <a:pt x="572980" y="1213644"/>
                  </a:lnTo>
                  <a:lnTo>
                    <a:pt x="501357" y="1155331"/>
                  </a:lnTo>
                  <a:lnTo>
                    <a:pt x="429735" y="1095521"/>
                  </a:lnTo>
                  <a:lnTo>
                    <a:pt x="358112" y="1034174"/>
                  </a:lnTo>
                  <a:lnTo>
                    <a:pt x="286490" y="971251"/>
                  </a:lnTo>
                  <a:lnTo>
                    <a:pt x="214867" y="906712"/>
                  </a:lnTo>
                  <a:lnTo>
                    <a:pt x="143245" y="840515"/>
                  </a:lnTo>
                  <a:lnTo>
                    <a:pt x="71622" y="772618"/>
                  </a:lnTo>
                  <a:lnTo>
                    <a:pt x="0" y="70297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960759" y="2073503"/>
              <a:ext cx="5301920" cy="3257966"/>
            </a:xfrm>
            <a:custGeom>
              <a:avLst/>
              <a:pathLst>
                <a:path w="5301920" h="3257966">
                  <a:moveTo>
                    <a:pt x="0" y="0"/>
                  </a:moveTo>
                  <a:lnTo>
                    <a:pt x="1853" y="5867"/>
                  </a:lnTo>
                  <a:lnTo>
                    <a:pt x="73475" y="218725"/>
                  </a:lnTo>
                  <a:lnTo>
                    <a:pt x="145098" y="418557"/>
                  </a:lnTo>
                  <a:lnTo>
                    <a:pt x="216720" y="606157"/>
                  </a:lnTo>
                  <a:lnTo>
                    <a:pt x="288343" y="782276"/>
                  </a:lnTo>
                  <a:lnTo>
                    <a:pt x="359965" y="947616"/>
                  </a:lnTo>
                  <a:lnTo>
                    <a:pt x="431588" y="1102836"/>
                  </a:lnTo>
                  <a:lnTo>
                    <a:pt x="503211" y="1248557"/>
                  </a:lnTo>
                  <a:lnTo>
                    <a:pt x="574833" y="1385358"/>
                  </a:lnTo>
                  <a:lnTo>
                    <a:pt x="646456" y="1513787"/>
                  </a:lnTo>
                  <a:lnTo>
                    <a:pt x="718078" y="1634356"/>
                  </a:lnTo>
                  <a:lnTo>
                    <a:pt x="789701" y="1747545"/>
                  </a:lnTo>
                  <a:lnTo>
                    <a:pt x="861323" y="1853807"/>
                  </a:lnTo>
                  <a:lnTo>
                    <a:pt x="932946" y="1953565"/>
                  </a:lnTo>
                  <a:lnTo>
                    <a:pt x="1004568" y="2047218"/>
                  </a:lnTo>
                  <a:lnTo>
                    <a:pt x="1076191" y="2135139"/>
                  </a:lnTo>
                  <a:lnTo>
                    <a:pt x="1147813" y="2217679"/>
                  </a:lnTo>
                  <a:lnTo>
                    <a:pt x="1219436" y="2295166"/>
                  </a:lnTo>
                  <a:lnTo>
                    <a:pt x="1291058" y="2367912"/>
                  </a:lnTo>
                  <a:lnTo>
                    <a:pt x="1362681" y="2436205"/>
                  </a:lnTo>
                  <a:lnTo>
                    <a:pt x="1434303" y="2500318"/>
                  </a:lnTo>
                  <a:lnTo>
                    <a:pt x="1505926" y="2560508"/>
                  </a:lnTo>
                  <a:lnTo>
                    <a:pt x="1577548" y="2617013"/>
                  </a:lnTo>
                  <a:lnTo>
                    <a:pt x="1649171" y="2660655"/>
                  </a:lnTo>
                  <a:lnTo>
                    <a:pt x="1720793" y="2681269"/>
                  </a:lnTo>
                  <a:lnTo>
                    <a:pt x="1792416" y="2701366"/>
                  </a:lnTo>
                  <a:lnTo>
                    <a:pt x="1864039" y="2720960"/>
                  </a:lnTo>
                  <a:lnTo>
                    <a:pt x="1935661" y="2740063"/>
                  </a:lnTo>
                  <a:lnTo>
                    <a:pt x="2007284" y="2758688"/>
                  </a:lnTo>
                  <a:lnTo>
                    <a:pt x="2078906" y="2776846"/>
                  </a:lnTo>
                  <a:lnTo>
                    <a:pt x="2150529" y="2794550"/>
                  </a:lnTo>
                  <a:lnTo>
                    <a:pt x="2222151" y="2811810"/>
                  </a:lnTo>
                  <a:lnTo>
                    <a:pt x="2293774" y="2828638"/>
                  </a:lnTo>
                  <a:lnTo>
                    <a:pt x="2365396" y="2845044"/>
                  </a:lnTo>
                  <a:lnTo>
                    <a:pt x="2437019" y="2861040"/>
                  </a:lnTo>
                  <a:lnTo>
                    <a:pt x="2508641" y="2876635"/>
                  </a:lnTo>
                  <a:lnTo>
                    <a:pt x="2580264" y="2891839"/>
                  </a:lnTo>
                  <a:lnTo>
                    <a:pt x="2651886" y="2906663"/>
                  </a:lnTo>
                  <a:lnTo>
                    <a:pt x="2723509" y="2921115"/>
                  </a:lnTo>
                  <a:lnTo>
                    <a:pt x="2795131" y="2935206"/>
                  </a:lnTo>
                  <a:lnTo>
                    <a:pt x="2866754" y="2948943"/>
                  </a:lnTo>
                  <a:lnTo>
                    <a:pt x="2938376" y="2962337"/>
                  </a:lnTo>
                  <a:lnTo>
                    <a:pt x="3009999" y="2975395"/>
                  </a:lnTo>
                  <a:lnTo>
                    <a:pt x="3081621" y="2988126"/>
                  </a:lnTo>
                  <a:lnTo>
                    <a:pt x="3153244" y="3000538"/>
                  </a:lnTo>
                  <a:lnTo>
                    <a:pt x="3224867" y="3012640"/>
                  </a:lnTo>
                  <a:lnTo>
                    <a:pt x="3296489" y="3024438"/>
                  </a:lnTo>
                  <a:lnTo>
                    <a:pt x="3368112" y="3035941"/>
                  </a:lnTo>
                  <a:lnTo>
                    <a:pt x="3439734" y="3047156"/>
                  </a:lnTo>
                  <a:lnTo>
                    <a:pt x="3511357" y="3058090"/>
                  </a:lnTo>
                  <a:lnTo>
                    <a:pt x="3582979" y="3068750"/>
                  </a:lnTo>
                  <a:lnTo>
                    <a:pt x="3654602" y="3079143"/>
                  </a:lnTo>
                  <a:lnTo>
                    <a:pt x="3726224" y="3089276"/>
                  </a:lnTo>
                  <a:lnTo>
                    <a:pt x="3797847" y="3099155"/>
                  </a:lnTo>
                  <a:lnTo>
                    <a:pt x="3869469" y="3108787"/>
                  </a:lnTo>
                  <a:lnTo>
                    <a:pt x="3941092" y="3118177"/>
                  </a:lnTo>
                  <a:lnTo>
                    <a:pt x="4012714" y="3127332"/>
                  </a:lnTo>
                  <a:lnTo>
                    <a:pt x="4084337" y="3136258"/>
                  </a:lnTo>
                  <a:lnTo>
                    <a:pt x="4155959" y="3144961"/>
                  </a:lnTo>
                  <a:lnTo>
                    <a:pt x="4227582" y="3153445"/>
                  </a:lnTo>
                  <a:lnTo>
                    <a:pt x="4299204" y="3161717"/>
                  </a:lnTo>
                  <a:lnTo>
                    <a:pt x="4370827" y="3169782"/>
                  </a:lnTo>
                  <a:lnTo>
                    <a:pt x="4442449" y="3177645"/>
                  </a:lnTo>
                  <a:lnTo>
                    <a:pt x="4514072" y="3185311"/>
                  </a:lnTo>
                  <a:lnTo>
                    <a:pt x="4585695" y="3192785"/>
                  </a:lnTo>
                  <a:lnTo>
                    <a:pt x="4657317" y="3200072"/>
                  </a:lnTo>
                  <a:lnTo>
                    <a:pt x="4728940" y="3207176"/>
                  </a:lnTo>
                  <a:lnTo>
                    <a:pt x="4800562" y="3214103"/>
                  </a:lnTo>
                  <a:lnTo>
                    <a:pt x="4872185" y="3220856"/>
                  </a:lnTo>
                  <a:lnTo>
                    <a:pt x="4943807" y="3227439"/>
                  </a:lnTo>
                  <a:lnTo>
                    <a:pt x="5015430" y="3233858"/>
                  </a:lnTo>
                  <a:lnTo>
                    <a:pt x="5087052" y="3240116"/>
                  </a:lnTo>
                  <a:lnTo>
                    <a:pt x="5158675" y="3246218"/>
                  </a:lnTo>
                  <a:lnTo>
                    <a:pt x="5230297" y="3252167"/>
                  </a:lnTo>
                  <a:lnTo>
                    <a:pt x="5301920" y="32579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776480"/>
              <a:ext cx="7090630" cy="2748291"/>
            </a:xfrm>
            <a:custGeom>
              <a:avLst/>
              <a:pathLst>
                <a:path w="7090630" h="2748291">
                  <a:moveTo>
                    <a:pt x="7090630" y="2748291"/>
                  </a:moveTo>
                  <a:lnTo>
                    <a:pt x="7019007" y="2746173"/>
                  </a:lnTo>
                  <a:lnTo>
                    <a:pt x="6947385" y="2743918"/>
                  </a:lnTo>
                  <a:lnTo>
                    <a:pt x="6875762" y="2741515"/>
                  </a:lnTo>
                  <a:lnTo>
                    <a:pt x="6804139" y="2738956"/>
                  </a:lnTo>
                  <a:lnTo>
                    <a:pt x="6732517" y="2736230"/>
                  </a:lnTo>
                  <a:lnTo>
                    <a:pt x="6660894" y="2733326"/>
                  </a:lnTo>
                  <a:lnTo>
                    <a:pt x="6589272" y="2730234"/>
                  </a:lnTo>
                  <a:lnTo>
                    <a:pt x="6517649" y="2726939"/>
                  </a:lnTo>
                  <a:lnTo>
                    <a:pt x="6446027" y="2723430"/>
                  </a:lnTo>
                  <a:lnTo>
                    <a:pt x="6374404" y="2719691"/>
                  </a:lnTo>
                  <a:lnTo>
                    <a:pt x="6302782" y="2715709"/>
                  </a:lnTo>
                  <a:lnTo>
                    <a:pt x="6231159" y="2711468"/>
                  </a:lnTo>
                  <a:lnTo>
                    <a:pt x="6159537" y="2706950"/>
                  </a:lnTo>
                  <a:lnTo>
                    <a:pt x="6087914" y="2702137"/>
                  </a:lnTo>
                  <a:lnTo>
                    <a:pt x="6016292" y="2697011"/>
                  </a:lnTo>
                  <a:lnTo>
                    <a:pt x="5944669" y="2691551"/>
                  </a:lnTo>
                  <a:lnTo>
                    <a:pt x="5873047" y="2685734"/>
                  </a:lnTo>
                  <a:lnTo>
                    <a:pt x="5801424" y="2679538"/>
                  </a:lnTo>
                  <a:lnTo>
                    <a:pt x="5729802" y="2672939"/>
                  </a:lnTo>
                  <a:lnTo>
                    <a:pt x="5658179" y="2665909"/>
                  </a:lnTo>
                  <a:lnTo>
                    <a:pt x="5586557" y="2658421"/>
                  </a:lnTo>
                  <a:lnTo>
                    <a:pt x="5514934" y="2650444"/>
                  </a:lnTo>
                  <a:lnTo>
                    <a:pt x="5443311" y="2641948"/>
                  </a:lnTo>
                  <a:lnTo>
                    <a:pt x="5371689" y="2632898"/>
                  </a:lnTo>
                  <a:lnTo>
                    <a:pt x="5300066" y="2623257"/>
                  </a:lnTo>
                  <a:lnTo>
                    <a:pt x="5228444" y="2612989"/>
                  </a:lnTo>
                  <a:lnTo>
                    <a:pt x="5156821" y="2602050"/>
                  </a:lnTo>
                  <a:lnTo>
                    <a:pt x="5085199" y="2590399"/>
                  </a:lnTo>
                  <a:lnTo>
                    <a:pt x="5013576" y="2577988"/>
                  </a:lnTo>
                  <a:lnTo>
                    <a:pt x="4941954" y="2564768"/>
                  </a:lnTo>
                  <a:lnTo>
                    <a:pt x="4870331" y="2550686"/>
                  </a:lnTo>
                  <a:lnTo>
                    <a:pt x="4798709" y="2535686"/>
                  </a:lnTo>
                  <a:lnTo>
                    <a:pt x="4727086" y="2519708"/>
                  </a:lnTo>
                  <a:lnTo>
                    <a:pt x="4655464" y="2502689"/>
                  </a:lnTo>
                  <a:lnTo>
                    <a:pt x="4583841" y="2484560"/>
                  </a:lnTo>
                  <a:lnTo>
                    <a:pt x="4512219" y="2465249"/>
                  </a:lnTo>
                  <a:lnTo>
                    <a:pt x="4440596" y="2444679"/>
                  </a:lnTo>
                  <a:lnTo>
                    <a:pt x="4368974" y="2422768"/>
                  </a:lnTo>
                  <a:lnTo>
                    <a:pt x="4297351" y="2399428"/>
                  </a:lnTo>
                  <a:lnTo>
                    <a:pt x="4225729" y="2374567"/>
                  </a:lnTo>
                  <a:lnTo>
                    <a:pt x="4154106" y="2348085"/>
                  </a:lnTo>
                  <a:lnTo>
                    <a:pt x="4082483" y="2319877"/>
                  </a:lnTo>
                  <a:lnTo>
                    <a:pt x="4010861" y="2289830"/>
                  </a:lnTo>
                  <a:lnTo>
                    <a:pt x="3939238" y="2257824"/>
                  </a:lnTo>
                  <a:lnTo>
                    <a:pt x="3867616" y="2223731"/>
                  </a:lnTo>
                  <a:lnTo>
                    <a:pt x="3795993" y="2187415"/>
                  </a:lnTo>
                  <a:lnTo>
                    <a:pt x="3724371" y="2148732"/>
                  </a:lnTo>
                  <a:lnTo>
                    <a:pt x="3652748" y="2107528"/>
                  </a:lnTo>
                  <a:lnTo>
                    <a:pt x="3581126" y="2063636"/>
                  </a:lnTo>
                  <a:lnTo>
                    <a:pt x="3509503" y="2016884"/>
                  </a:lnTo>
                  <a:lnTo>
                    <a:pt x="3437881" y="1967083"/>
                  </a:lnTo>
                  <a:lnTo>
                    <a:pt x="3366258" y="1936535"/>
                  </a:lnTo>
                  <a:lnTo>
                    <a:pt x="3294636" y="1914849"/>
                  </a:lnTo>
                  <a:lnTo>
                    <a:pt x="3223013" y="1892606"/>
                  </a:lnTo>
                  <a:lnTo>
                    <a:pt x="3151391" y="1869792"/>
                  </a:lnTo>
                  <a:lnTo>
                    <a:pt x="3079768" y="1846391"/>
                  </a:lnTo>
                  <a:lnTo>
                    <a:pt x="3008146" y="1822390"/>
                  </a:lnTo>
                  <a:lnTo>
                    <a:pt x="2936523" y="1797772"/>
                  </a:lnTo>
                  <a:lnTo>
                    <a:pt x="2864901" y="1772521"/>
                  </a:lnTo>
                  <a:lnTo>
                    <a:pt x="2793278" y="1746622"/>
                  </a:lnTo>
                  <a:lnTo>
                    <a:pt x="2721655" y="1720058"/>
                  </a:lnTo>
                  <a:lnTo>
                    <a:pt x="2650033" y="1692811"/>
                  </a:lnTo>
                  <a:lnTo>
                    <a:pt x="2578410" y="1664864"/>
                  </a:lnTo>
                  <a:lnTo>
                    <a:pt x="2506788" y="1636200"/>
                  </a:lnTo>
                  <a:lnTo>
                    <a:pt x="2435165" y="1606799"/>
                  </a:lnTo>
                  <a:lnTo>
                    <a:pt x="2363543" y="1576643"/>
                  </a:lnTo>
                  <a:lnTo>
                    <a:pt x="2291920" y="1545712"/>
                  </a:lnTo>
                  <a:lnTo>
                    <a:pt x="2220298" y="1513987"/>
                  </a:lnTo>
                  <a:lnTo>
                    <a:pt x="2148675" y="1481447"/>
                  </a:lnTo>
                  <a:lnTo>
                    <a:pt x="2077053" y="1448071"/>
                  </a:lnTo>
                  <a:lnTo>
                    <a:pt x="2005430" y="1413838"/>
                  </a:lnTo>
                  <a:lnTo>
                    <a:pt x="1933808" y="1378725"/>
                  </a:lnTo>
                  <a:lnTo>
                    <a:pt x="1862185" y="1342711"/>
                  </a:lnTo>
                  <a:lnTo>
                    <a:pt x="1790563" y="1305771"/>
                  </a:lnTo>
                  <a:lnTo>
                    <a:pt x="1718940" y="1267882"/>
                  </a:lnTo>
                  <a:lnTo>
                    <a:pt x="1647318" y="1229021"/>
                  </a:lnTo>
                  <a:lnTo>
                    <a:pt x="1575695" y="1189160"/>
                  </a:lnTo>
                  <a:lnTo>
                    <a:pt x="1504073" y="1148276"/>
                  </a:lnTo>
                  <a:lnTo>
                    <a:pt x="1432450" y="1106342"/>
                  </a:lnTo>
                  <a:lnTo>
                    <a:pt x="1360827" y="1063331"/>
                  </a:lnTo>
                  <a:lnTo>
                    <a:pt x="1289205" y="1019215"/>
                  </a:lnTo>
                  <a:lnTo>
                    <a:pt x="1217582" y="973965"/>
                  </a:lnTo>
                  <a:lnTo>
                    <a:pt x="1145960" y="927554"/>
                  </a:lnTo>
                  <a:lnTo>
                    <a:pt x="1074337" y="879950"/>
                  </a:lnTo>
                  <a:lnTo>
                    <a:pt x="1002715" y="831123"/>
                  </a:lnTo>
                  <a:lnTo>
                    <a:pt x="931092" y="781042"/>
                  </a:lnTo>
                  <a:lnTo>
                    <a:pt x="859470" y="729674"/>
                  </a:lnTo>
                  <a:lnTo>
                    <a:pt x="787847" y="676988"/>
                  </a:lnTo>
                  <a:lnTo>
                    <a:pt x="716225" y="622947"/>
                  </a:lnTo>
                  <a:lnTo>
                    <a:pt x="644602" y="567519"/>
                  </a:lnTo>
                  <a:lnTo>
                    <a:pt x="572980" y="510667"/>
                  </a:lnTo>
                  <a:lnTo>
                    <a:pt x="501357" y="452354"/>
                  </a:lnTo>
                  <a:lnTo>
                    <a:pt x="429735" y="392543"/>
                  </a:lnTo>
                  <a:lnTo>
                    <a:pt x="358112" y="331197"/>
                  </a:lnTo>
                  <a:lnTo>
                    <a:pt x="286490" y="268274"/>
                  </a:lnTo>
                  <a:lnTo>
                    <a:pt x="214867" y="203735"/>
                  </a:lnTo>
                  <a:lnTo>
                    <a:pt x="143245" y="137538"/>
                  </a:lnTo>
                  <a:lnTo>
                    <a:pt x="71622" y="696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66167" y="2073503"/>
              <a:ext cx="5996511" cy="3398113"/>
            </a:xfrm>
            <a:custGeom>
              <a:avLst/>
              <a:pathLst>
                <a:path w="5996511" h="3398113">
                  <a:moveTo>
                    <a:pt x="0" y="0"/>
                  </a:moveTo>
                  <a:lnTo>
                    <a:pt x="51842" y="110493"/>
                  </a:lnTo>
                  <a:lnTo>
                    <a:pt x="123464" y="256537"/>
                  </a:lnTo>
                  <a:lnTo>
                    <a:pt x="195087" y="396257"/>
                  </a:lnTo>
                  <a:lnTo>
                    <a:pt x="266709" y="529929"/>
                  </a:lnTo>
                  <a:lnTo>
                    <a:pt x="338332" y="657813"/>
                  </a:lnTo>
                  <a:lnTo>
                    <a:pt x="409954" y="780161"/>
                  </a:lnTo>
                  <a:lnTo>
                    <a:pt x="481577" y="897211"/>
                  </a:lnTo>
                  <a:lnTo>
                    <a:pt x="553199" y="1009194"/>
                  </a:lnTo>
                  <a:lnTo>
                    <a:pt x="624822" y="1116329"/>
                  </a:lnTo>
                  <a:lnTo>
                    <a:pt x="696444" y="1218825"/>
                  </a:lnTo>
                  <a:lnTo>
                    <a:pt x="768067" y="1316884"/>
                  </a:lnTo>
                  <a:lnTo>
                    <a:pt x="839689" y="1410698"/>
                  </a:lnTo>
                  <a:lnTo>
                    <a:pt x="911312" y="1500450"/>
                  </a:lnTo>
                  <a:lnTo>
                    <a:pt x="982934" y="1586316"/>
                  </a:lnTo>
                  <a:lnTo>
                    <a:pt x="1054557" y="1668464"/>
                  </a:lnTo>
                  <a:lnTo>
                    <a:pt x="1126179" y="1747056"/>
                  </a:lnTo>
                  <a:lnTo>
                    <a:pt x="1197802" y="1822245"/>
                  </a:lnTo>
                  <a:lnTo>
                    <a:pt x="1269424" y="1894179"/>
                  </a:lnTo>
                  <a:lnTo>
                    <a:pt x="1341047" y="1962999"/>
                  </a:lnTo>
                  <a:lnTo>
                    <a:pt x="1412670" y="2028839"/>
                  </a:lnTo>
                  <a:lnTo>
                    <a:pt x="1484292" y="2091829"/>
                  </a:lnTo>
                  <a:lnTo>
                    <a:pt x="1555915" y="2152091"/>
                  </a:lnTo>
                  <a:lnTo>
                    <a:pt x="1627537" y="2209745"/>
                  </a:lnTo>
                  <a:lnTo>
                    <a:pt x="1699160" y="2264902"/>
                  </a:lnTo>
                  <a:lnTo>
                    <a:pt x="1770782" y="2317671"/>
                  </a:lnTo>
                  <a:lnTo>
                    <a:pt x="1842405" y="2368156"/>
                  </a:lnTo>
                  <a:lnTo>
                    <a:pt x="1914027" y="2416455"/>
                  </a:lnTo>
                  <a:lnTo>
                    <a:pt x="1985650" y="2462663"/>
                  </a:lnTo>
                  <a:lnTo>
                    <a:pt x="2057272" y="2506870"/>
                  </a:lnTo>
                  <a:lnTo>
                    <a:pt x="2128895" y="2549164"/>
                  </a:lnTo>
                  <a:lnTo>
                    <a:pt x="2200517" y="2589626"/>
                  </a:lnTo>
                  <a:lnTo>
                    <a:pt x="2272140" y="2628337"/>
                  </a:lnTo>
                  <a:lnTo>
                    <a:pt x="2343762" y="2665371"/>
                  </a:lnTo>
                  <a:lnTo>
                    <a:pt x="2415385" y="2700803"/>
                  </a:lnTo>
                  <a:lnTo>
                    <a:pt x="2487007" y="2734700"/>
                  </a:lnTo>
                  <a:lnTo>
                    <a:pt x="2558630" y="2767130"/>
                  </a:lnTo>
                  <a:lnTo>
                    <a:pt x="2630252" y="2798155"/>
                  </a:lnTo>
                  <a:lnTo>
                    <a:pt x="2701875" y="2827838"/>
                  </a:lnTo>
                  <a:lnTo>
                    <a:pt x="2773498" y="2856235"/>
                  </a:lnTo>
                  <a:lnTo>
                    <a:pt x="2845120" y="2883403"/>
                  </a:lnTo>
                  <a:lnTo>
                    <a:pt x="2916743" y="2909394"/>
                  </a:lnTo>
                  <a:lnTo>
                    <a:pt x="2988365" y="2934261"/>
                  </a:lnTo>
                  <a:lnTo>
                    <a:pt x="3059988" y="2958050"/>
                  </a:lnTo>
                  <a:lnTo>
                    <a:pt x="3131610" y="2980810"/>
                  </a:lnTo>
                  <a:lnTo>
                    <a:pt x="3203233" y="3002585"/>
                  </a:lnTo>
                  <a:lnTo>
                    <a:pt x="3274855" y="3023416"/>
                  </a:lnTo>
                  <a:lnTo>
                    <a:pt x="3346478" y="3043346"/>
                  </a:lnTo>
                  <a:lnTo>
                    <a:pt x="3418100" y="3062413"/>
                  </a:lnTo>
                  <a:lnTo>
                    <a:pt x="3489723" y="3080655"/>
                  </a:lnTo>
                  <a:lnTo>
                    <a:pt x="3561345" y="3098106"/>
                  </a:lnTo>
                  <a:lnTo>
                    <a:pt x="3632968" y="3114802"/>
                  </a:lnTo>
                  <a:lnTo>
                    <a:pt x="3704590" y="3130776"/>
                  </a:lnTo>
                  <a:lnTo>
                    <a:pt x="3776213" y="3146057"/>
                  </a:lnTo>
                  <a:lnTo>
                    <a:pt x="3847835" y="3160677"/>
                  </a:lnTo>
                  <a:lnTo>
                    <a:pt x="3919458" y="3174665"/>
                  </a:lnTo>
                  <a:lnTo>
                    <a:pt x="3991080" y="3188046"/>
                  </a:lnTo>
                  <a:lnTo>
                    <a:pt x="4062703" y="3200848"/>
                  </a:lnTo>
                  <a:lnTo>
                    <a:pt x="4134326" y="3213096"/>
                  </a:lnTo>
                  <a:lnTo>
                    <a:pt x="4205948" y="3224814"/>
                  </a:lnTo>
                  <a:lnTo>
                    <a:pt x="4277571" y="3236024"/>
                  </a:lnTo>
                  <a:lnTo>
                    <a:pt x="4349193" y="3246749"/>
                  </a:lnTo>
                  <a:lnTo>
                    <a:pt x="4420816" y="3257010"/>
                  </a:lnTo>
                  <a:lnTo>
                    <a:pt x="4492438" y="3266827"/>
                  </a:lnTo>
                  <a:lnTo>
                    <a:pt x="4564061" y="3276218"/>
                  </a:lnTo>
                  <a:lnTo>
                    <a:pt x="4635683" y="3285203"/>
                  </a:lnTo>
                  <a:lnTo>
                    <a:pt x="4707306" y="3293799"/>
                  </a:lnTo>
                  <a:lnTo>
                    <a:pt x="4778928" y="3302022"/>
                  </a:lnTo>
                  <a:lnTo>
                    <a:pt x="4850551" y="3309890"/>
                  </a:lnTo>
                  <a:lnTo>
                    <a:pt x="4922173" y="3317417"/>
                  </a:lnTo>
                  <a:lnTo>
                    <a:pt x="4993796" y="3324618"/>
                  </a:lnTo>
                  <a:lnTo>
                    <a:pt x="5065418" y="3331508"/>
                  </a:lnTo>
                  <a:lnTo>
                    <a:pt x="5137041" y="3338099"/>
                  </a:lnTo>
                  <a:lnTo>
                    <a:pt x="5208663" y="3344405"/>
                  </a:lnTo>
                  <a:lnTo>
                    <a:pt x="5280286" y="3350437"/>
                  </a:lnTo>
                  <a:lnTo>
                    <a:pt x="5351908" y="3356209"/>
                  </a:lnTo>
                  <a:lnTo>
                    <a:pt x="5423531" y="3361731"/>
                  </a:lnTo>
                  <a:lnTo>
                    <a:pt x="5495154" y="3367013"/>
                  </a:lnTo>
                  <a:lnTo>
                    <a:pt x="5566776" y="3372067"/>
                  </a:lnTo>
                  <a:lnTo>
                    <a:pt x="5638399" y="3376902"/>
                  </a:lnTo>
                  <a:lnTo>
                    <a:pt x="5710021" y="3381528"/>
                  </a:lnTo>
                  <a:lnTo>
                    <a:pt x="5781644" y="3385953"/>
                  </a:lnTo>
                  <a:lnTo>
                    <a:pt x="5853266" y="3390187"/>
                  </a:lnTo>
                  <a:lnTo>
                    <a:pt x="5924889" y="3394238"/>
                  </a:lnTo>
                  <a:lnTo>
                    <a:pt x="5996511" y="339811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8678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1.70 (1.36-2.14), p_Bonf = &lt;0.001 (n = 6)  |  per IQR decline (Δ = 29.3 %): 4.74 (2.44-9.22)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2026-10-09T15:05:23Z</dcterms:modified>
  <cp:category/>
</cp:coreProperties>
</file>