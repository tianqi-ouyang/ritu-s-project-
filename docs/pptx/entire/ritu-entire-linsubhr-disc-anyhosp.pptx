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517088"/>
              <a:ext cx="7090630" cy="1505457"/>
            </a:xfrm>
            <a:custGeom>
              <a:avLst/>
              <a:pathLst>
                <a:path w="7090630" h="1505457">
                  <a:moveTo>
                    <a:pt x="0" y="0"/>
                  </a:moveTo>
                  <a:lnTo>
                    <a:pt x="71622" y="27409"/>
                  </a:lnTo>
                  <a:lnTo>
                    <a:pt x="143245" y="54450"/>
                  </a:lnTo>
                  <a:lnTo>
                    <a:pt x="214867" y="81128"/>
                  </a:lnTo>
                  <a:lnTo>
                    <a:pt x="286490" y="107447"/>
                  </a:lnTo>
                  <a:lnTo>
                    <a:pt x="358112" y="133413"/>
                  </a:lnTo>
                  <a:lnTo>
                    <a:pt x="429735" y="159030"/>
                  </a:lnTo>
                  <a:lnTo>
                    <a:pt x="501357" y="184303"/>
                  </a:lnTo>
                  <a:lnTo>
                    <a:pt x="572980" y="209236"/>
                  </a:lnTo>
                  <a:lnTo>
                    <a:pt x="644602" y="233835"/>
                  </a:lnTo>
                  <a:lnTo>
                    <a:pt x="716225" y="258102"/>
                  </a:lnTo>
                  <a:lnTo>
                    <a:pt x="787847" y="282044"/>
                  </a:lnTo>
                  <a:lnTo>
                    <a:pt x="859470" y="305664"/>
                  </a:lnTo>
                  <a:lnTo>
                    <a:pt x="931092" y="328967"/>
                  </a:lnTo>
                  <a:lnTo>
                    <a:pt x="1002715" y="351957"/>
                  </a:lnTo>
                  <a:lnTo>
                    <a:pt x="1074337" y="374638"/>
                  </a:lnTo>
                  <a:lnTo>
                    <a:pt x="1145960" y="397014"/>
                  </a:lnTo>
                  <a:lnTo>
                    <a:pt x="1217582" y="419089"/>
                  </a:lnTo>
                  <a:lnTo>
                    <a:pt x="1289205" y="440868"/>
                  </a:lnTo>
                  <a:lnTo>
                    <a:pt x="1360827" y="462355"/>
                  </a:lnTo>
                  <a:lnTo>
                    <a:pt x="1432450" y="483552"/>
                  </a:lnTo>
                  <a:lnTo>
                    <a:pt x="1504073" y="504465"/>
                  </a:lnTo>
                  <a:lnTo>
                    <a:pt x="1575695" y="525097"/>
                  </a:lnTo>
                  <a:lnTo>
                    <a:pt x="1647318" y="545452"/>
                  </a:lnTo>
                  <a:lnTo>
                    <a:pt x="1718940" y="565533"/>
                  </a:lnTo>
                  <a:lnTo>
                    <a:pt x="1790563" y="585345"/>
                  </a:lnTo>
                  <a:lnTo>
                    <a:pt x="1862185" y="604890"/>
                  </a:lnTo>
                  <a:lnTo>
                    <a:pt x="1933808" y="624173"/>
                  </a:lnTo>
                  <a:lnTo>
                    <a:pt x="2005430" y="643196"/>
                  </a:lnTo>
                  <a:lnTo>
                    <a:pt x="2077053" y="661965"/>
                  </a:lnTo>
                  <a:lnTo>
                    <a:pt x="2148675" y="680481"/>
                  </a:lnTo>
                  <a:lnTo>
                    <a:pt x="2220298" y="698748"/>
                  </a:lnTo>
                  <a:lnTo>
                    <a:pt x="2291920" y="716769"/>
                  </a:lnTo>
                  <a:lnTo>
                    <a:pt x="2363543" y="734549"/>
                  </a:lnTo>
                  <a:lnTo>
                    <a:pt x="2435165" y="752090"/>
                  </a:lnTo>
                  <a:lnTo>
                    <a:pt x="2506788" y="769395"/>
                  </a:lnTo>
                  <a:lnTo>
                    <a:pt x="2578410" y="786468"/>
                  </a:lnTo>
                  <a:lnTo>
                    <a:pt x="2650033" y="803311"/>
                  </a:lnTo>
                  <a:lnTo>
                    <a:pt x="2721655" y="819928"/>
                  </a:lnTo>
                  <a:lnTo>
                    <a:pt x="2793278" y="836322"/>
                  </a:lnTo>
                  <a:lnTo>
                    <a:pt x="2864901" y="852495"/>
                  </a:lnTo>
                  <a:lnTo>
                    <a:pt x="2936523" y="868451"/>
                  </a:lnTo>
                  <a:lnTo>
                    <a:pt x="3008146" y="884193"/>
                  </a:lnTo>
                  <a:lnTo>
                    <a:pt x="3079768" y="899723"/>
                  </a:lnTo>
                  <a:lnTo>
                    <a:pt x="3151391" y="915045"/>
                  </a:lnTo>
                  <a:lnTo>
                    <a:pt x="3223013" y="930161"/>
                  </a:lnTo>
                  <a:lnTo>
                    <a:pt x="3294636" y="945074"/>
                  </a:lnTo>
                  <a:lnTo>
                    <a:pt x="3366258" y="959786"/>
                  </a:lnTo>
                  <a:lnTo>
                    <a:pt x="3437881" y="974301"/>
                  </a:lnTo>
                  <a:lnTo>
                    <a:pt x="3509503" y="988621"/>
                  </a:lnTo>
                  <a:lnTo>
                    <a:pt x="3581126" y="1002748"/>
                  </a:lnTo>
                  <a:lnTo>
                    <a:pt x="3652748" y="1016685"/>
                  </a:lnTo>
                  <a:lnTo>
                    <a:pt x="3724371" y="1030436"/>
                  </a:lnTo>
                  <a:lnTo>
                    <a:pt x="3795993" y="1044001"/>
                  </a:lnTo>
                  <a:lnTo>
                    <a:pt x="3867616" y="1057385"/>
                  </a:lnTo>
                  <a:lnTo>
                    <a:pt x="3939238" y="1070588"/>
                  </a:lnTo>
                  <a:lnTo>
                    <a:pt x="4010861" y="1083614"/>
                  </a:lnTo>
                  <a:lnTo>
                    <a:pt x="4082483" y="1096465"/>
                  </a:lnTo>
                  <a:lnTo>
                    <a:pt x="4154106" y="1109144"/>
                  </a:lnTo>
                  <a:lnTo>
                    <a:pt x="4225729" y="1121652"/>
                  </a:lnTo>
                  <a:lnTo>
                    <a:pt x="4297351" y="1133992"/>
                  </a:lnTo>
                  <a:lnTo>
                    <a:pt x="4368974" y="1146166"/>
                  </a:lnTo>
                  <a:lnTo>
                    <a:pt x="4440596" y="1158177"/>
                  </a:lnTo>
                  <a:lnTo>
                    <a:pt x="4512219" y="1170026"/>
                  </a:lnTo>
                  <a:lnTo>
                    <a:pt x="4583841" y="1181717"/>
                  </a:lnTo>
                  <a:lnTo>
                    <a:pt x="4655464" y="1193250"/>
                  </a:lnTo>
                  <a:lnTo>
                    <a:pt x="4727086" y="1204628"/>
                  </a:lnTo>
                  <a:lnTo>
                    <a:pt x="4798709" y="1211582"/>
                  </a:lnTo>
                  <a:lnTo>
                    <a:pt x="4870331" y="1213497"/>
                  </a:lnTo>
                  <a:lnTo>
                    <a:pt x="4941954" y="1215408"/>
                  </a:lnTo>
                  <a:lnTo>
                    <a:pt x="5013576" y="1217315"/>
                  </a:lnTo>
                  <a:lnTo>
                    <a:pt x="5085199" y="1219217"/>
                  </a:lnTo>
                  <a:lnTo>
                    <a:pt x="5156821" y="1221115"/>
                  </a:lnTo>
                  <a:lnTo>
                    <a:pt x="5228444" y="1223008"/>
                  </a:lnTo>
                  <a:lnTo>
                    <a:pt x="5300066" y="1224897"/>
                  </a:lnTo>
                  <a:lnTo>
                    <a:pt x="5371689" y="1226781"/>
                  </a:lnTo>
                  <a:lnTo>
                    <a:pt x="5443311" y="1228662"/>
                  </a:lnTo>
                  <a:lnTo>
                    <a:pt x="5514934" y="1230537"/>
                  </a:lnTo>
                  <a:lnTo>
                    <a:pt x="5586557" y="1232409"/>
                  </a:lnTo>
                  <a:lnTo>
                    <a:pt x="5658179" y="1234276"/>
                  </a:lnTo>
                  <a:lnTo>
                    <a:pt x="5729802" y="1236139"/>
                  </a:lnTo>
                  <a:lnTo>
                    <a:pt x="5801424" y="1237998"/>
                  </a:lnTo>
                  <a:lnTo>
                    <a:pt x="5873047" y="1239852"/>
                  </a:lnTo>
                  <a:lnTo>
                    <a:pt x="5944669" y="1241702"/>
                  </a:lnTo>
                  <a:lnTo>
                    <a:pt x="6016292" y="1243548"/>
                  </a:lnTo>
                  <a:lnTo>
                    <a:pt x="6087914" y="1245389"/>
                  </a:lnTo>
                  <a:lnTo>
                    <a:pt x="6159537" y="1247226"/>
                  </a:lnTo>
                  <a:lnTo>
                    <a:pt x="6231159" y="1249059"/>
                  </a:lnTo>
                  <a:lnTo>
                    <a:pt x="6302782" y="1250888"/>
                  </a:lnTo>
                  <a:lnTo>
                    <a:pt x="6374404" y="1252712"/>
                  </a:lnTo>
                  <a:lnTo>
                    <a:pt x="6446027" y="1254533"/>
                  </a:lnTo>
                  <a:lnTo>
                    <a:pt x="6517649" y="1256349"/>
                  </a:lnTo>
                  <a:lnTo>
                    <a:pt x="6589272" y="1258161"/>
                  </a:lnTo>
                  <a:lnTo>
                    <a:pt x="6660894" y="1259968"/>
                  </a:lnTo>
                  <a:lnTo>
                    <a:pt x="6732517" y="1261772"/>
                  </a:lnTo>
                  <a:lnTo>
                    <a:pt x="6804139" y="1263571"/>
                  </a:lnTo>
                  <a:lnTo>
                    <a:pt x="6875762" y="1265366"/>
                  </a:lnTo>
                  <a:lnTo>
                    <a:pt x="6947385" y="1267157"/>
                  </a:lnTo>
                  <a:lnTo>
                    <a:pt x="7019007" y="1268944"/>
                  </a:lnTo>
                  <a:lnTo>
                    <a:pt x="7090630" y="1270727"/>
                  </a:lnTo>
                  <a:lnTo>
                    <a:pt x="7090630" y="1505457"/>
                  </a:lnTo>
                  <a:lnTo>
                    <a:pt x="7019007" y="1498176"/>
                  </a:lnTo>
                  <a:lnTo>
                    <a:pt x="6947385" y="1490795"/>
                  </a:lnTo>
                  <a:lnTo>
                    <a:pt x="6875762" y="1483314"/>
                  </a:lnTo>
                  <a:lnTo>
                    <a:pt x="6804139" y="1475731"/>
                  </a:lnTo>
                  <a:lnTo>
                    <a:pt x="6732517" y="1468045"/>
                  </a:lnTo>
                  <a:lnTo>
                    <a:pt x="6660894" y="1460254"/>
                  </a:lnTo>
                  <a:lnTo>
                    <a:pt x="6589272" y="1452356"/>
                  </a:lnTo>
                  <a:lnTo>
                    <a:pt x="6517649" y="1444352"/>
                  </a:lnTo>
                  <a:lnTo>
                    <a:pt x="6446027" y="1436238"/>
                  </a:lnTo>
                  <a:lnTo>
                    <a:pt x="6374404" y="1428014"/>
                  </a:lnTo>
                  <a:lnTo>
                    <a:pt x="6302782" y="1419678"/>
                  </a:lnTo>
                  <a:lnTo>
                    <a:pt x="6231159" y="1411228"/>
                  </a:lnTo>
                  <a:lnTo>
                    <a:pt x="6159537" y="1402663"/>
                  </a:lnTo>
                  <a:lnTo>
                    <a:pt x="6087914" y="1393982"/>
                  </a:lnTo>
                  <a:lnTo>
                    <a:pt x="6016292" y="1385183"/>
                  </a:lnTo>
                  <a:lnTo>
                    <a:pt x="5944669" y="1376263"/>
                  </a:lnTo>
                  <a:lnTo>
                    <a:pt x="5873047" y="1367222"/>
                  </a:lnTo>
                  <a:lnTo>
                    <a:pt x="5801424" y="1358058"/>
                  </a:lnTo>
                  <a:lnTo>
                    <a:pt x="5729802" y="1348770"/>
                  </a:lnTo>
                  <a:lnTo>
                    <a:pt x="5658179" y="1339354"/>
                  </a:lnTo>
                  <a:lnTo>
                    <a:pt x="5586557" y="1329811"/>
                  </a:lnTo>
                  <a:lnTo>
                    <a:pt x="5514934" y="1320137"/>
                  </a:lnTo>
                  <a:lnTo>
                    <a:pt x="5443311" y="1310332"/>
                  </a:lnTo>
                  <a:lnTo>
                    <a:pt x="5371689" y="1300393"/>
                  </a:lnTo>
                  <a:lnTo>
                    <a:pt x="5300066" y="1290319"/>
                  </a:lnTo>
                  <a:lnTo>
                    <a:pt x="5228444" y="1280108"/>
                  </a:lnTo>
                  <a:lnTo>
                    <a:pt x="5156821" y="1269758"/>
                  </a:lnTo>
                  <a:lnTo>
                    <a:pt x="5085199" y="1259267"/>
                  </a:lnTo>
                  <a:lnTo>
                    <a:pt x="5013576" y="1248632"/>
                  </a:lnTo>
                  <a:lnTo>
                    <a:pt x="4941954" y="1237853"/>
                  </a:lnTo>
                  <a:lnTo>
                    <a:pt x="4870331" y="1226928"/>
                  </a:lnTo>
                  <a:lnTo>
                    <a:pt x="4798709" y="1215853"/>
                  </a:lnTo>
                  <a:lnTo>
                    <a:pt x="4727086" y="1209662"/>
                  </a:lnTo>
                  <a:lnTo>
                    <a:pt x="4655464" y="1207738"/>
                  </a:lnTo>
                  <a:lnTo>
                    <a:pt x="4583841" y="1205809"/>
                  </a:lnTo>
                  <a:lnTo>
                    <a:pt x="4512219" y="1203876"/>
                  </a:lnTo>
                  <a:lnTo>
                    <a:pt x="4440596" y="1201939"/>
                  </a:lnTo>
                  <a:lnTo>
                    <a:pt x="4368974" y="1199996"/>
                  </a:lnTo>
                  <a:lnTo>
                    <a:pt x="4297351" y="1198050"/>
                  </a:lnTo>
                  <a:lnTo>
                    <a:pt x="4225729" y="1196099"/>
                  </a:lnTo>
                  <a:lnTo>
                    <a:pt x="4154106" y="1194143"/>
                  </a:lnTo>
                  <a:lnTo>
                    <a:pt x="4082483" y="1192183"/>
                  </a:lnTo>
                  <a:lnTo>
                    <a:pt x="4010861" y="1190218"/>
                  </a:lnTo>
                  <a:lnTo>
                    <a:pt x="3939238" y="1188249"/>
                  </a:lnTo>
                  <a:lnTo>
                    <a:pt x="3867616" y="1186275"/>
                  </a:lnTo>
                  <a:lnTo>
                    <a:pt x="3795993" y="1184297"/>
                  </a:lnTo>
                  <a:lnTo>
                    <a:pt x="3724371" y="1182314"/>
                  </a:lnTo>
                  <a:lnTo>
                    <a:pt x="3652748" y="1180326"/>
                  </a:lnTo>
                  <a:lnTo>
                    <a:pt x="3581126" y="1178334"/>
                  </a:lnTo>
                  <a:lnTo>
                    <a:pt x="3509503" y="1176337"/>
                  </a:lnTo>
                  <a:lnTo>
                    <a:pt x="3437881" y="1174336"/>
                  </a:lnTo>
                  <a:lnTo>
                    <a:pt x="3366258" y="1172329"/>
                  </a:lnTo>
                  <a:lnTo>
                    <a:pt x="3294636" y="1170319"/>
                  </a:lnTo>
                  <a:lnTo>
                    <a:pt x="3223013" y="1168303"/>
                  </a:lnTo>
                  <a:lnTo>
                    <a:pt x="3151391" y="1166283"/>
                  </a:lnTo>
                  <a:lnTo>
                    <a:pt x="3079768" y="1164259"/>
                  </a:lnTo>
                  <a:lnTo>
                    <a:pt x="3008146" y="1162229"/>
                  </a:lnTo>
                  <a:lnTo>
                    <a:pt x="2936523" y="1160195"/>
                  </a:lnTo>
                  <a:lnTo>
                    <a:pt x="2864901" y="1158156"/>
                  </a:lnTo>
                  <a:lnTo>
                    <a:pt x="2793278" y="1156113"/>
                  </a:lnTo>
                  <a:lnTo>
                    <a:pt x="2721655" y="1154064"/>
                  </a:lnTo>
                  <a:lnTo>
                    <a:pt x="2650033" y="1152011"/>
                  </a:lnTo>
                  <a:lnTo>
                    <a:pt x="2578410" y="1149954"/>
                  </a:lnTo>
                  <a:lnTo>
                    <a:pt x="2506788" y="1147891"/>
                  </a:lnTo>
                  <a:lnTo>
                    <a:pt x="2435165" y="1145824"/>
                  </a:lnTo>
                  <a:lnTo>
                    <a:pt x="2363543" y="1143751"/>
                  </a:lnTo>
                  <a:lnTo>
                    <a:pt x="2291920" y="1141675"/>
                  </a:lnTo>
                  <a:lnTo>
                    <a:pt x="2220298" y="1139593"/>
                  </a:lnTo>
                  <a:lnTo>
                    <a:pt x="2148675" y="1137506"/>
                  </a:lnTo>
                  <a:lnTo>
                    <a:pt x="2077053" y="1135415"/>
                  </a:lnTo>
                  <a:lnTo>
                    <a:pt x="2005430" y="1133319"/>
                  </a:lnTo>
                  <a:lnTo>
                    <a:pt x="1933808" y="1131217"/>
                  </a:lnTo>
                  <a:lnTo>
                    <a:pt x="1862185" y="1129111"/>
                  </a:lnTo>
                  <a:lnTo>
                    <a:pt x="1790563" y="1127001"/>
                  </a:lnTo>
                  <a:lnTo>
                    <a:pt x="1718940" y="1124885"/>
                  </a:lnTo>
                  <a:lnTo>
                    <a:pt x="1647318" y="1122764"/>
                  </a:lnTo>
                  <a:lnTo>
                    <a:pt x="1575695" y="1120639"/>
                  </a:lnTo>
                  <a:lnTo>
                    <a:pt x="1504073" y="1118508"/>
                  </a:lnTo>
                  <a:lnTo>
                    <a:pt x="1432450" y="1116373"/>
                  </a:lnTo>
                  <a:lnTo>
                    <a:pt x="1360827" y="1114232"/>
                  </a:lnTo>
                  <a:lnTo>
                    <a:pt x="1289205" y="1112087"/>
                  </a:lnTo>
                  <a:lnTo>
                    <a:pt x="1217582" y="1109937"/>
                  </a:lnTo>
                  <a:lnTo>
                    <a:pt x="1145960" y="1107781"/>
                  </a:lnTo>
                  <a:lnTo>
                    <a:pt x="1074337" y="1105621"/>
                  </a:lnTo>
                  <a:lnTo>
                    <a:pt x="1002715" y="1103456"/>
                  </a:lnTo>
                  <a:lnTo>
                    <a:pt x="931092" y="1101286"/>
                  </a:lnTo>
                  <a:lnTo>
                    <a:pt x="859470" y="1099110"/>
                  </a:lnTo>
                  <a:lnTo>
                    <a:pt x="787847" y="1096930"/>
                  </a:lnTo>
                  <a:lnTo>
                    <a:pt x="716225" y="1094744"/>
                  </a:lnTo>
                  <a:lnTo>
                    <a:pt x="644602" y="1092554"/>
                  </a:lnTo>
                  <a:lnTo>
                    <a:pt x="572980" y="1090358"/>
                  </a:lnTo>
                  <a:lnTo>
                    <a:pt x="501357" y="1088158"/>
                  </a:lnTo>
                  <a:lnTo>
                    <a:pt x="429735" y="1085952"/>
                  </a:lnTo>
                  <a:lnTo>
                    <a:pt x="358112" y="1083741"/>
                  </a:lnTo>
                  <a:lnTo>
                    <a:pt x="286490" y="1081525"/>
                  </a:lnTo>
                  <a:lnTo>
                    <a:pt x="214867" y="1079304"/>
                  </a:lnTo>
                  <a:lnTo>
                    <a:pt x="143245" y="1077078"/>
                  </a:lnTo>
                  <a:lnTo>
                    <a:pt x="71622" y="1074846"/>
                  </a:lnTo>
                  <a:lnTo>
                    <a:pt x="0" y="107261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517088"/>
              <a:ext cx="7090630" cy="1270727"/>
            </a:xfrm>
            <a:custGeom>
              <a:avLst/>
              <a:pathLst>
                <a:path w="7090630" h="1270727">
                  <a:moveTo>
                    <a:pt x="0" y="0"/>
                  </a:moveTo>
                  <a:lnTo>
                    <a:pt x="71622" y="27409"/>
                  </a:lnTo>
                  <a:lnTo>
                    <a:pt x="143245" y="54450"/>
                  </a:lnTo>
                  <a:lnTo>
                    <a:pt x="214867" y="81128"/>
                  </a:lnTo>
                  <a:lnTo>
                    <a:pt x="286490" y="107447"/>
                  </a:lnTo>
                  <a:lnTo>
                    <a:pt x="358112" y="133413"/>
                  </a:lnTo>
                  <a:lnTo>
                    <a:pt x="429735" y="159030"/>
                  </a:lnTo>
                  <a:lnTo>
                    <a:pt x="501357" y="184303"/>
                  </a:lnTo>
                  <a:lnTo>
                    <a:pt x="572980" y="209236"/>
                  </a:lnTo>
                  <a:lnTo>
                    <a:pt x="644602" y="233835"/>
                  </a:lnTo>
                  <a:lnTo>
                    <a:pt x="716225" y="258102"/>
                  </a:lnTo>
                  <a:lnTo>
                    <a:pt x="787847" y="282044"/>
                  </a:lnTo>
                  <a:lnTo>
                    <a:pt x="859470" y="305664"/>
                  </a:lnTo>
                  <a:lnTo>
                    <a:pt x="931092" y="328967"/>
                  </a:lnTo>
                  <a:lnTo>
                    <a:pt x="1002715" y="351957"/>
                  </a:lnTo>
                  <a:lnTo>
                    <a:pt x="1074337" y="374638"/>
                  </a:lnTo>
                  <a:lnTo>
                    <a:pt x="1145960" y="397014"/>
                  </a:lnTo>
                  <a:lnTo>
                    <a:pt x="1217582" y="419089"/>
                  </a:lnTo>
                  <a:lnTo>
                    <a:pt x="1289205" y="440868"/>
                  </a:lnTo>
                  <a:lnTo>
                    <a:pt x="1360827" y="462355"/>
                  </a:lnTo>
                  <a:lnTo>
                    <a:pt x="1432450" y="483552"/>
                  </a:lnTo>
                  <a:lnTo>
                    <a:pt x="1504073" y="504465"/>
                  </a:lnTo>
                  <a:lnTo>
                    <a:pt x="1575695" y="525097"/>
                  </a:lnTo>
                  <a:lnTo>
                    <a:pt x="1647318" y="545452"/>
                  </a:lnTo>
                  <a:lnTo>
                    <a:pt x="1718940" y="565533"/>
                  </a:lnTo>
                  <a:lnTo>
                    <a:pt x="1790563" y="585345"/>
                  </a:lnTo>
                  <a:lnTo>
                    <a:pt x="1862185" y="604890"/>
                  </a:lnTo>
                  <a:lnTo>
                    <a:pt x="1933808" y="624173"/>
                  </a:lnTo>
                  <a:lnTo>
                    <a:pt x="2005430" y="643196"/>
                  </a:lnTo>
                  <a:lnTo>
                    <a:pt x="2077053" y="661965"/>
                  </a:lnTo>
                  <a:lnTo>
                    <a:pt x="2148675" y="680481"/>
                  </a:lnTo>
                  <a:lnTo>
                    <a:pt x="2220298" y="698748"/>
                  </a:lnTo>
                  <a:lnTo>
                    <a:pt x="2291920" y="716769"/>
                  </a:lnTo>
                  <a:lnTo>
                    <a:pt x="2363543" y="734549"/>
                  </a:lnTo>
                  <a:lnTo>
                    <a:pt x="2435165" y="752090"/>
                  </a:lnTo>
                  <a:lnTo>
                    <a:pt x="2506788" y="769395"/>
                  </a:lnTo>
                  <a:lnTo>
                    <a:pt x="2578410" y="786468"/>
                  </a:lnTo>
                  <a:lnTo>
                    <a:pt x="2650033" y="803311"/>
                  </a:lnTo>
                  <a:lnTo>
                    <a:pt x="2721655" y="819928"/>
                  </a:lnTo>
                  <a:lnTo>
                    <a:pt x="2793278" y="836322"/>
                  </a:lnTo>
                  <a:lnTo>
                    <a:pt x="2864901" y="852495"/>
                  </a:lnTo>
                  <a:lnTo>
                    <a:pt x="2936523" y="868451"/>
                  </a:lnTo>
                  <a:lnTo>
                    <a:pt x="3008146" y="884193"/>
                  </a:lnTo>
                  <a:lnTo>
                    <a:pt x="3079768" y="899723"/>
                  </a:lnTo>
                  <a:lnTo>
                    <a:pt x="3151391" y="915045"/>
                  </a:lnTo>
                  <a:lnTo>
                    <a:pt x="3223013" y="930161"/>
                  </a:lnTo>
                  <a:lnTo>
                    <a:pt x="3294636" y="945074"/>
                  </a:lnTo>
                  <a:lnTo>
                    <a:pt x="3366258" y="959786"/>
                  </a:lnTo>
                  <a:lnTo>
                    <a:pt x="3437881" y="974301"/>
                  </a:lnTo>
                  <a:lnTo>
                    <a:pt x="3509503" y="988621"/>
                  </a:lnTo>
                  <a:lnTo>
                    <a:pt x="3581126" y="1002748"/>
                  </a:lnTo>
                  <a:lnTo>
                    <a:pt x="3652748" y="1016685"/>
                  </a:lnTo>
                  <a:lnTo>
                    <a:pt x="3724371" y="1030436"/>
                  </a:lnTo>
                  <a:lnTo>
                    <a:pt x="3795993" y="1044001"/>
                  </a:lnTo>
                  <a:lnTo>
                    <a:pt x="3867616" y="1057385"/>
                  </a:lnTo>
                  <a:lnTo>
                    <a:pt x="3939238" y="1070588"/>
                  </a:lnTo>
                  <a:lnTo>
                    <a:pt x="4010861" y="1083614"/>
                  </a:lnTo>
                  <a:lnTo>
                    <a:pt x="4082483" y="1096465"/>
                  </a:lnTo>
                  <a:lnTo>
                    <a:pt x="4154106" y="1109144"/>
                  </a:lnTo>
                  <a:lnTo>
                    <a:pt x="4225729" y="1121652"/>
                  </a:lnTo>
                  <a:lnTo>
                    <a:pt x="4297351" y="1133992"/>
                  </a:lnTo>
                  <a:lnTo>
                    <a:pt x="4368974" y="1146166"/>
                  </a:lnTo>
                  <a:lnTo>
                    <a:pt x="4440596" y="1158177"/>
                  </a:lnTo>
                  <a:lnTo>
                    <a:pt x="4512219" y="1170026"/>
                  </a:lnTo>
                  <a:lnTo>
                    <a:pt x="4583841" y="1181717"/>
                  </a:lnTo>
                  <a:lnTo>
                    <a:pt x="4655464" y="1193250"/>
                  </a:lnTo>
                  <a:lnTo>
                    <a:pt x="4727086" y="1204628"/>
                  </a:lnTo>
                  <a:lnTo>
                    <a:pt x="4798709" y="1211582"/>
                  </a:lnTo>
                  <a:lnTo>
                    <a:pt x="4870331" y="1213497"/>
                  </a:lnTo>
                  <a:lnTo>
                    <a:pt x="4941954" y="1215408"/>
                  </a:lnTo>
                  <a:lnTo>
                    <a:pt x="5013576" y="1217315"/>
                  </a:lnTo>
                  <a:lnTo>
                    <a:pt x="5085199" y="1219217"/>
                  </a:lnTo>
                  <a:lnTo>
                    <a:pt x="5156821" y="1221115"/>
                  </a:lnTo>
                  <a:lnTo>
                    <a:pt x="5228444" y="1223008"/>
                  </a:lnTo>
                  <a:lnTo>
                    <a:pt x="5300066" y="1224897"/>
                  </a:lnTo>
                  <a:lnTo>
                    <a:pt x="5371689" y="1226781"/>
                  </a:lnTo>
                  <a:lnTo>
                    <a:pt x="5443311" y="1228662"/>
                  </a:lnTo>
                  <a:lnTo>
                    <a:pt x="5514934" y="1230537"/>
                  </a:lnTo>
                  <a:lnTo>
                    <a:pt x="5586557" y="1232409"/>
                  </a:lnTo>
                  <a:lnTo>
                    <a:pt x="5658179" y="1234276"/>
                  </a:lnTo>
                  <a:lnTo>
                    <a:pt x="5729802" y="1236139"/>
                  </a:lnTo>
                  <a:lnTo>
                    <a:pt x="5801424" y="1237998"/>
                  </a:lnTo>
                  <a:lnTo>
                    <a:pt x="5873047" y="1239852"/>
                  </a:lnTo>
                  <a:lnTo>
                    <a:pt x="5944669" y="1241702"/>
                  </a:lnTo>
                  <a:lnTo>
                    <a:pt x="6016292" y="1243548"/>
                  </a:lnTo>
                  <a:lnTo>
                    <a:pt x="6087914" y="1245389"/>
                  </a:lnTo>
                  <a:lnTo>
                    <a:pt x="6159537" y="1247226"/>
                  </a:lnTo>
                  <a:lnTo>
                    <a:pt x="6231159" y="1249059"/>
                  </a:lnTo>
                  <a:lnTo>
                    <a:pt x="6302782" y="1250888"/>
                  </a:lnTo>
                  <a:lnTo>
                    <a:pt x="6374404" y="1252712"/>
                  </a:lnTo>
                  <a:lnTo>
                    <a:pt x="6446027" y="1254533"/>
                  </a:lnTo>
                  <a:lnTo>
                    <a:pt x="6517649" y="1256349"/>
                  </a:lnTo>
                  <a:lnTo>
                    <a:pt x="6589272" y="1258161"/>
                  </a:lnTo>
                  <a:lnTo>
                    <a:pt x="6660894" y="1259968"/>
                  </a:lnTo>
                  <a:lnTo>
                    <a:pt x="6732517" y="1261772"/>
                  </a:lnTo>
                  <a:lnTo>
                    <a:pt x="6804139" y="1263571"/>
                  </a:lnTo>
                  <a:lnTo>
                    <a:pt x="6875762" y="1265366"/>
                  </a:lnTo>
                  <a:lnTo>
                    <a:pt x="6947385" y="1267157"/>
                  </a:lnTo>
                  <a:lnTo>
                    <a:pt x="7019007" y="1268944"/>
                  </a:lnTo>
                  <a:lnTo>
                    <a:pt x="7090630" y="12707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89698"/>
              <a:ext cx="7090630" cy="432847"/>
            </a:xfrm>
            <a:custGeom>
              <a:avLst/>
              <a:pathLst>
                <a:path w="7090630" h="432847">
                  <a:moveTo>
                    <a:pt x="7090630" y="432847"/>
                  </a:moveTo>
                  <a:lnTo>
                    <a:pt x="7019007" y="425566"/>
                  </a:lnTo>
                  <a:lnTo>
                    <a:pt x="6947385" y="418185"/>
                  </a:lnTo>
                  <a:lnTo>
                    <a:pt x="6875762" y="410704"/>
                  </a:lnTo>
                  <a:lnTo>
                    <a:pt x="6804139" y="403121"/>
                  </a:lnTo>
                  <a:lnTo>
                    <a:pt x="6732517" y="395434"/>
                  </a:lnTo>
                  <a:lnTo>
                    <a:pt x="6660894" y="387643"/>
                  </a:lnTo>
                  <a:lnTo>
                    <a:pt x="6589272" y="379746"/>
                  </a:lnTo>
                  <a:lnTo>
                    <a:pt x="6517649" y="371742"/>
                  </a:lnTo>
                  <a:lnTo>
                    <a:pt x="6446027" y="363628"/>
                  </a:lnTo>
                  <a:lnTo>
                    <a:pt x="6374404" y="355404"/>
                  </a:lnTo>
                  <a:lnTo>
                    <a:pt x="6302782" y="347068"/>
                  </a:lnTo>
                  <a:lnTo>
                    <a:pt x="6231159" y="338618"/>
                  </a:lnTo>
                  <a:lnTo>
                    <a:pt x="6159537" y="330053"/>
                  </a:lnTo>
                  <a:lnTo>
                    <a:pt x="6087914" y="321372"/>
                  </a:lnTo>
                  <a:lnTo>
                    <a:pt x="6016292" y="312572"/>
                  </a:lnTo>
                  <a:lnTo>
                    <a:pt x="5944669" y="303653"/>
                  </a:lnTo>
                  <a:lnTo>
                    <a:pt x="5873047" y="294612"/>
                  </a:lnTo>
                  <a:lnTo>
                    <a:pt x="5801424" y="285448"/>
                  </a:lnTo>
                  <a:lnTo>
                    <a:pt x="5729802" y="276159"/>
                  </a:lnTo>
                  <a:lnTo>
                    <a:pt x="5658179" y="266744"/>
                  </a:lnTo>
                  <a:lnTo>
                    <a:pt x="5586557" y="257200"/>
                  </a:lnTo>
                  <a:lnTo>
                    <a:pt x="5514934" y="247527"/>
                  </a:lnTo>
                  <a:lnTo>
                    <a:pt x="5443311" y="237722"/>
                  </a:lnTo>
                  <a:lnTo>
                    <a:pt x="5371689" y="227783"/>
                  </a:lnTo>
                  <a:lnTo>
                    <a:pt x="5300066" y="217709"/>
                  </a:lnTo>
                  <a:lnTo>
                    <a:pt x="5228444" y="207498"/>
                  </a:lnTo>
                  <a:lnTo>
                    <a:pt x="5156821" y="197147"/>
                  </a:lnTo>
                  <a:lnTo>
                    <a:pt x="5085199" y="186656"/>
                  </a:lnTo>
                  <a:lnTo>
                    <a:pt x="5013576" y="176022"/>
                  </a:lnTo>
                  <a:lnTo>
                    <a:pt x="4941954" y="165243"/>
                  </a:lnTo>
                  <a:lnTo>
                    <a:pt x="4870331" y="154317"/>
                  </a:lnTo>
                  <a:lnTo>
                    <a:pt x="4798709" y="143243"/>
                  </a:lnTo>
                  <a:lnTo>
                    <a:pt x="4727086" y="137052"/>
                  </a:lnTo>
                  <a:lnTo>
                    <a:pt x="4655464" y="135128"/>
                  </a:lnTo>
                  <a:lnTo>
                    <a:pt x="4583841" y="133199"/>
                  </a:lnTo>
                  <a:lnTo>
                    <a:pt x="4512219" y="131266"/>
                  </a:lnTo>
                  <a:lnTo>
                    <a:pt x="4440596" y="129328"/>
                  </a:lnTo>
                  <a:lnTo>
                    <a:pt x="4368974" y="127386"/>
                  </a:lnTo>
                  <a:lnTo>
                    <a:pt x="4297351" y="125440"/>
                  </a:lnTo>
                  <a:lnTo>
                    <a:pt x="4225729" y="123488"/>
                  </a:lnTo>
                  <a:lnTo>
                    <a:pt x="4154106" y="121533"/>
                  </a:lnTo>
                  <a:lnTo>
                    <a:pt x="4082483" y="119573"/>
                  </a:lnTo>
                  <a:lnTo>
                    <a:pt x="4010861" y="117608"/>
                  </a:lnTo>
                  <a:lnTo>
                    <a:pt x="3939238" y="115639"/>
                  </a:lnTo>
                  <a:lnTo>
                    <a:pt x="3867616" y="113665"/>
                  </a:lnTo>
                  <a:lnTo>
                    <a:pt x="3795993" y="111686"/>
                  </a:lnTo>
                  <a:lnTo>
                    <a:pt x="3724371" y="109703"/>
                  </a:lnTo>
                  <a:lnTo>
                    <a:pt x="3652748" y="107716"/>
                  </a:lnTo>
                  <a:lnTo>
                    <a:pt x="3581126" y="105724"/>
                  </a:lnTo>
                  <a:lnTo>
                    <a:pt x="3509503" y="103727"/>
                  </a:lnTo>
                  <a:lnTo>
                    <a:pt x="3437881" y="101725"/>
                  </a:lnTo>
                  <a:lnTo>
                    <a:pt x="3366258" y="99719"/>
                  </a:lnTo>
                  <a:lnTo>
                    <a:pt x="3294636" y="97708"/>
                  </a:lnTo>
                  <a:lnTo>
                    <a:pt x="3223013" y="95693"/>
                  </a:lnTo>
                  <a:lnTo>
                    <a:pt x="3151391" y="93673"/>
                  </a:lnTo>
                  <a:lnTo>
                    <a:pt x="3079768" y="91648"/>
                  </a:lnTo>
                  <a:lnTo>
                    <a:pt x="3008146" y="89619"/>
                  </a:lnTo>
                  <a:lnTo>
                    <a:pt x="2936523" y="87585"/>
                  </a:lnTo>
                  <a:lnTo>
                    <a:pt x="2864901" y="85546"/>
                  </a:lnTo>
                  <a:lnTo>
                    <a:pt x="2793278" y="83502"/>
                  </a:lnTo>
                  <a:lnTo>
                    <a:pt x="2721655" y="81454"/>
                  </a:lnTo>
                  <a:lnTo>
                    <a:pt x="2650033" y="79401"/>
                  </a:lnTo>
                  <a:lnTo>
                    <a:pt x="2578410" y="77343"/>
                  </a:lnTo>
                  <a:lnTo>
                    <a:pt x="2506788" y="75281"/>
                  </a:lnTo>
                  <a:lnTo>
                    <a:pt x="2435165" y="73213"/>
                  </a:lnTo>
                  <a:lnTo>
                    <a:pt x="2363543" y="71141"/>
                  </a:lnTo>
                  <a:lnTo>
                    <a:pt x="2291920" y="69064"/>
                  </a:lnTo>
                  <a:lnTo>
                    <a:pt x="2220298" y="66982"/>
                  </a:lnTo>
                  <a:lnTo>
                    <a:pt x="2148675" y="64896"/>
                  </a:lnTo>
                  <a:lnTo>
                    <a:pt x="2077053" y="62805"/>
                  </a:lnTo>
                  <a:lnTo>
                    <a:pt x="2005430" y="60708"/>
                  </a:lnTo>
                  <a:lnTo>
                    <a:pt x="1933808" y="58607"/>
                  </a:lnTo>
                  <a:lnTo>
                    <a:pt x="1862185" y="56501"/>
                  </a:lnTo>
                  <a:lnTo>
                    <a:pt x="1790563" y="54390"/>
                  </a:lnTo>
                  <a:lnTo>
                    <a:pt x="1718940" y="52275"/>
                  </a:lnTo>
                  <a:lnTo>
                    <a:pt x="1647318" y="50154"/>
                  </a:lnTo>
                  <a:lnTo>
                    <a:pt x="1575695" y="48028"/>
                  </a:lnTo>
                  <a:lnTo>
                    <a:pt x="1504073" y="45898"/>
                  </a:lnTo>
                  <a:lnTo>
                    <a:pt x="1432450" y="43762"/>
                  </a:lnTo>
                  <a:lnTo>
                    <a:pt x="1360827" y="41622"/>
                  </a:lnTo>
                  <a:lnTo>
                    <a:pt x="1289205" y="39477"/>
                  </a:lnTo>
                  <a:lnTo>
                    <a:pt x="1217582" y="37326"/>
                  </a:lnTo>
                  <a:lnTo>
                    <a:pt x="1145960" y="35171"/>
                  </a:lnTo>
                  <a:lnTo>
                    <a:pt x="1074337" y="33011"/>
                  </a:lnTo>
                  <a:lnTo>
                    <a:pt x="1002715" y="30846"/>
                  </a:lnTo>
                  <a:lnTo>
                    <a:pt x="931092" y="28675"/>
                  </a:lnTo>
                  <a:lnTo>
                    <a:pt x="859470" y="26500"/>
                  </a:lnTo>
                  <a:lnTo>
                    <a:pt x="787847" y="24320"/>
                  </a:lnTo>
                  <a:lnTo>
                    <a:pt x="716225" y="22134"/>
                  </a:lnTo>
                  <a:lnTo>
                    <a:pt x="644602" y="19944"/>
                  </a:lnTo>
                  <a:lnTo>
                    <a:pt x="572980" y="17748"/>
                  </a:lnTo>
                  <a:lnTo>
                    <a:pt x="501357" y="15547"/>
                  </a:lnTo>
                  <a:lnTo>
                    <a:pt x="429735" y="13342"/>
                  </a:lnTo>
                  <a:lnTo>
                    <a:pt x="358112" y="11131"/>
                  </a:lnTo>
                  <a:lnTo>
                    <a:pt x="286490" y="8915"/>
                  </a:lnTo>
                  <a:lnTo>
                    <a:pt x="214867" y="6694"/>
                  </a:lnTo>
                  <a:lnTo>
                    <a:pt x="143245" y="4468"/>
                  </a:lnTo>
                  <a:lnTo>
                    <a:pt x="71622" y="223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152272"/>
              <a:ext cx="7090630" cy="763557"/>
            </a:xfrm>
            <a:custGeom>
              <a:avLst/>
              <a:pathLst>
                <a:path w="7090630" h="763557">
                  <a:moveTo>
                    <a:pt x="0" y="0"/>
                  </a:moveTo>
                  <a:lnTo>
                    <a:pt x="71622" y="11083"/>
                  </a:lnTo>
                  <a:lnTo>
                    <a:pt x="143245" y="22079"/>
                  </a:lnTo>
                  <a:lnTo>
                    <a:pt x="214867" y="32989"/>
                  </a:lnTo>
                  <a:lnTo>
                    <a:pt x="286490" y="43812"/>
                  </a:lnTo>
                  <a:lnTo>
                    <a:pt x="358112" y="54550"/>
                  </a:lnTo>
                  <a:lnTo>
                    <a:pt x="429735" y="65204"/>
                  </a:lnTo>
                  <a:lnTo>
                    <a:pt x="501357" y="75773"/>
                  </a:lnTo>
                  <a:lnTo>
                    <a:pt x="572980" y="86259"/>
                  </a:lnTo>
                  <a:lnTo>
                    <a:pt x="644602" y="96662"/>
                  </a:lnTo>
                  <a:lnTo>
                    <a:pt x="716225" y="106983"/>
                  </a:lnTo>
                  <a:lnTo>
                    <a:pt x="787847" y="117223"/>
                  </a:lnTo>
                  <a:lnTo>
                    <a:pt x="859470" y="127381"/>
                  </a:lnTo>
                  <a:lnTo>
                    <a:pt x="931092" y="137460"/>
                  </a:lnTo>
                  <a:lnTo>
                    <a:pt x="1002715" y="147459"/>
                  </a:lnTo>
                  <a:lnTo>
                    <a:pt x="1074337" y="157380"/>
                  </a:lnTo>
                  <a:lnTo>
                    <a:pt x="1145960" y="167222"/>
                  </a:lnTo>
                  <a:lnTo>
                    <a:pt x="1217582" y="176986"/>
                  </a:lnTo>
                  <a:lnTo>
                    <a:pt x="1289205" y="186674"/>
                  </a:lnTo>
                  <a:lnTo>
                    <a:pt x="1360827" y="196285"/>
                  </a:lnTo>
                  <a:lnTo>
                    <a:pt x="1432450" y="205820"/>
                  </a:lnTo>
                  <a:lnTo>
                    <a:pt x="1504073" y="215280"/>
                  </a:lnTo>
                  <a:lnTo>
                    <a:pt x="1575695" y="224665"/>
                  </a:lnTo>
                  <a:lnTo>
                    <a:pt x="1647318" y="233977"/>
                  </a:lnTo>
                  <a:lnTo>
                    <a:pt x="1718940" y="243214"/>
                  </a:lnTo>
                  <a:lnTo>
                    <a:pt x="1790563" y="252379"/>
                  </a:lnTo>
                  <a:lnTo>
                    <a:pt x="1862185" y="261472"/>
                  </a:lnTo>
                  <a:lnTo>
                    <a:pt x="1933808" y="270493"/>
                  </a:lnTo>
                  <a:lnTo>
                    <a:pt x="2005430" y="279443"/>
                  </a:lnTo>
                  <a:lnTo>
                    <a:pt x="2077053" y="288322"/>
                  </a:lnTo>
                  <a:lnTo>
                    <a:pt x="2148675" y="297131"/>
                  </a:lnTo>
                  <a:lnTo>
                    <a:pt x="2220298" y="305871"/>
                  </a:lnTo>
                  <a:lnTo>
                    <a:pt x="2291920" y="314541"/>
                  </a:lnTo>
                  <a:lnTo>
                    <a:pt x="2363543" y="323143"/>
                  </a:lnTo>
                  <a:lnTo>
                    <a:pt x="2435165" y="331678"/>
                  </a:lnTo>
                  <a:lnTo>
                    <a:pt x="2506788" y="340145"/>
                  </a:lnTo>
                  <a:lnTo>
                    <a:pt x="2578410" y="348545"/>
                  </a:lnTo>
                  <a:lnTo>
                    <a:pt x="2650033" y="356879"/>
                  </a:lnTo>
                  <a:lnTo>
                    <a:pt x="2721655" y="365148"/>
                  </a:lnTo>
                  <a:lnTo>
                    <a:pt x="2793278" y="373351"/>
                  </a:lnTo>
                  <a:lnTo>
                    <a:pt x="2864901" y="381489"/>
                  </a:lnTo>
                  <a:lnTo>
                    <a:pt x="2936523" y="389563"/>
                  </a:lnTo>
                  <a:lnTo>
                    <a:pt x="3008146" y="397574"/>
                  </a:lnTo>
                  <a:lnTo>
                    <a:pt x="3079768" y="405521"/>
                  </a:lnTo>
                  <a:lnTo>
                    <a:pt x="3151391" y="413405"/>
                  </a:lnTo>
                  <a:lnTo>
                    <a:pt x="3223013" y="421228"/>
                  </a:lnTo>
                  <a:lnTo>
                    <a:pt x="3294636" y="428988"/>
                  </a:lnTo>
                  <a:lnTo>
                    <a:pt x="3366258" y="436688"/>
                  </a:lnTo>
                  <a:lnTo>
                    <a:pt x="3437881" y="444326"/>
                  </a:lnTo>
                  <a:lnTo>
                    <a:pt x="3509503" y="451905"/>
                  </a:lnTo>
                  <a:lnTo>
                    <a:pt x="3581126" y="459423"/>
                  </a:lnTo>
                  <a:lnTo>
                    <a:pt x="3652748" y="466883"/>
                  </a:lnTo>
                  <a:lnTo>
                    <a:pt x="3724371" y="474283"/>
                  </a:lnTo>
                  <a:lnTo>
                    <a:pt x="3795993" y="481625"/>
                  </a:lnTo>
                  <a:lnTo>
                    <a:pt x="3867616" y="488910"/>
                  </a:lnTo>
                  <a:lnTo>
                    <a:pt x="3939238" y="496136"/>
                  </a:lnTo>
                  <a:lnTo>
                    <a:pt x="4010861" y="503306"/>
                  </a:lnTo>
                  <a:lnTo>
                    <a:pt x="4082483" y="510419"/>
                  </a:lnTo>
                  <a:lnTo>
                    <a:pt x="4154106" y="517476"/>
                  </a:lnTo>
                  <a:lnTo>
                    <a:pt x="4225729" y="524477"/>
                  </a:lnTo>
                  <a:lnTo>
                    <a:pt x="4297351" y="531424"/>
                  </a:lnTo>
                  <a:lnTo>
                    <a:pt x="4368974" y="538315"/>
                  </a:lnTo>
                  <a:lnTo>
                    <a:pt x="4440596" y="545152"/>
                  </a:lnTo>
                  <a:lnTo>
                    <a:pt x="4512219" y="551935"/>
                  </a:lnTo>
                  <a:lnTo>
                    <a:pt x="4583841" y="558664"/>
                  </a:lnTo>
                  <a:lnTo>
                    <a:pt x="4655464" y="565341"/>
                  </a:lnTo>
                  <a:lnTo>
                    <a:pt x="4727086" y="571965"/>
                  </a:lnTo>
                  <a:lnTo>
                    <a:pt x="4798709" y="578536"/>
                  </a:lnTo>
                  <a:lnTo>
                    <a:pt x="4870331" y="585056"/>
                  </a:lnTo>
                  <a:lnTo>
                    <a:pt x="4941954" y="591524"/>
                  </a:lnTo>
                  <a:lnTo>
                    <a:pt x="5013576" y="597941"/>
                  </a:lnTo>
                  <a:lnTo>
                    <a:pt x="5085199" y="604308"/>
                  </a:lnTo>
                  <a:lnTo>
                    <a:pt x="5156821" y="610624"/>
                  </a:lnTo>
                  <a:lnTo>
                    <a:pt x="5228444" y="616891"/>
                  </a:lnTo>
                  <a:lnTo>
                    <a:pt x="5300066" y="623108"/>
                  </a:lnTo>
                  <a:lnTo>
                    <a:pt x="5371689" y="629276"/>
                  </a:lnTo>
                  <a:lnTo>
                    <a:pt x="5443311" y="635395"/>
                  </a:lnTo>
                  <a:lnTo>
                    <a:pt x="5514934" y="641466"/>
                  </a:lnTo>
                  <a:lnTo>
                    <a:pt x="5586557" y="647489"/>
                  </a:lnTo>
                  <a:lnTo>
                    <a:pt x="5658179" y="653465"/>
                  </a:lnTo>
                  <a:lnTo>
                    <a:pt x="5729802" y="659394"/>
                  </a:lnTo>
                  <a:lnTo>
                    <a:pt x="5801424" y="665275"/>
                  </a:lnTo>
                  <a:lnTo>
                    <a:pt x="5873047" y="671111"/>
                  </a:lnTo>
                  <a:lnTo>
                    <a:pt x="5944669" y="676900"/>
                  </a:lnTo>
                  <a:lnTo>
                    <a:pt x="6016292" y="682644"/>
                  </a:lnTo>
                  <a:lnTo>
                    <a:pt x="6087914" y="688342"/>
                  </a:lnTo>
                  <a:lnTo>
                    <a:pt x="6159537" y="693996"/>
                  </a:lnTo>
                  <a:lnTo>
                    <a:pt x="6231159" y="699604"/>
                  </a:lnTo>
                  <a:lnTo>
                    <a:pt x="6302782" y="705169"/>
                  </a:lnTo>
                  <a:lnTo>
                    <a:pt x="6374404" y="710690"/>
                  </a:lnTo>
                  <a:lnTo>
                    <a:pt x="6446027" y="716167"/>
                  </a:lnTo>
                  <a:lnTo>
                    <a:pt x="6517649" y="721601"/>
                  </a:lnTo>
                  <a:lnTo>
                    <a:pt x="6589272" y="726992"/>
                  </a:lnTo>
                  <a:lnTo>
                    <a:pt x="6660894" y="732340"/>
                  </a:lnTo>
                  <a:lnTo>
                    <a:pt x="6732517" y="737647"/>
                  </a:lnTo>
                  <a:lnTo>
                    <a:pt x="6804139" y="742911"/>
                  </a:lnTo>
                  <a:lnTo>
                    <a:pt x="6875762" y="748134"/>
                  </a:lnTo>
                  <a:lnTo>
                    <a:pt x="6947385" y="753316"/>
                  </a:lnTo>
                  <a:lnTo>
                    <a:pt x="7019007" y="758457"/>
                  </a:lnTo>
                  <a:lnTo>
                    <a:pt x="7090630" y="76355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1.10 (1.03-1.18), p_Bonf = 0.034 (n = 6)  |  per IQR decline (Δ = 23.3): 1.25 (1.07-1.47)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2026-10-09T13:04:01Z</dcterms:modified>
  <cp:category/>
</cp:coreProperties>
</file>