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93566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43702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68049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923952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7183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81529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4058759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330222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54568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2647934" y="48754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5565628" y="42092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4527991" y="4006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2742298" y="50310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2820842" y="48921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745414" y="49953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5059417" y="39289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3059905" y="43023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792051" y="4275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3828172" y="40777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2810507" y="47579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3627753" y="47272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4738376" y="4206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538061" y="45726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2874636" y="43113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3827046" y="41686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279778" y="45046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2836660" y="50135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5376478" y="46074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3618060" y="45000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833619" y="42675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4359485" y="44680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4182732" y="39825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544671" y="45520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4650756" y="43396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2915676" y="46154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5095198" y="38833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3563214" y="4584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2706884" y="46754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3323622" y="46191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3683950" y="4385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2609000" y="485166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3426902" y="4455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3548657" y="4531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3938592" y="43763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5288556" y="34259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3030284" y="46576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865818" y="45855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698294" y="46389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4620214" y="40777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3481633" y="45023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635187" y="41576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2943095" y="45040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279622" y="45357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5411309" y="4068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222041" y="4660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4428339" y="43483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4631401" y="40784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3782787" y="4558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757871" y="44314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4257359" y="43673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3951553" y="45700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2671200" y="50329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6078890" y="41410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837247" y="40543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5128077" y="37279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4544743" y="41308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346499" y="45421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165317" y="43576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2323195" y="52234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6405691" y="37545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3188829" y="45930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280870" y="45460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3832869" y="42695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4694711" y="42496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7133915" y="37060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2745877" y="47700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4675440" y="39269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6884761" y="37508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2947671" y="50058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4656015" y="37031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2465853" y="50254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3223019" y="48092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3863678" y="4444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2929771" y="46281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6419508" y="34835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4865453" y="37783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3370706" y="4532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4887909" y="3759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3015557" y="45500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3970218" y="43835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2595219" y="46669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6093904" y="36571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3691789" y="45023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5839142" y="40236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2989285" y="43431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4906861" y="38156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3938768" y="42501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4569621" y="39794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5262586" y="38568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3509416" y="45215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2854842" y="49657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019812" y="41580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4245447" y="40221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5340389" y="41348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5064241" y="3842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3732460" y="41657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4228341" y="42067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5238763" y="39246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4038719" y="42525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511343" y="45681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5845362" y="38191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5557418" y="40580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350781" y="41119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905878" y="42269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2736225" y="4608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2968979" y="46658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2789853" y="46504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4906980" y="40398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3263188" y="44918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2691263" y="4956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3192516" y="47689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6537487" y="36512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4080134" y="41459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4997079" y="4374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7438931" y="40783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3523892" y="42209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2876355" y="45550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5256595" y="40378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2796328" y="47802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5999291" y="38925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322005" y="4104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517297" y="41307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5453976" y="42900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4142252" y="42876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3001601" y="45998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698937" y="41321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4671221" y="41660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3828484" y="42196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4418945" y="36534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3098979" y="45110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4039019" y="43404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6232187" y="35701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3160910" y="47843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6535533" y="40783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3090675" y="48213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4629174" y="38767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5130831" y="3945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3622931" y="43425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4118670" y="4397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3532440" y="4506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4591003" y="39061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3881376" y="4204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4199133" y="4353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3317292" y="44018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3338477" y="44450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4044504" y="43196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670930" y="42860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8701080" y="35341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3841622" y="41360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6042738" y="40456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6211059" y="37505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3976580" y="4259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2865892" y="47605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4400447" y="47764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6146643" y="33315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5358834" y="37708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6372644" y="37289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5816061" y="39084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3900617" y="46135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252091" y="40565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4888174" y="43048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6706825" y="35700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625468" y="47921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4059662" y="4441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4102212" y="42821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456107" y="41647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3836370" y="44460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6930312" y="41773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2896393" y="49557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3884873" y="47734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2701128" y="49532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3789726" y="44499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3646593" y="42838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599269" y="44402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3099094" y="43433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2899522" y="45006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2922243" y="48088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6157919" y="34488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4157237" y="43640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5035441" y="37043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3518080" y="46101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4527054" y="40690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281201" y="40991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3785541" y="44159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4892634" y="37289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4488845" y="43576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3424979" y="46690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6295388" y="38605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7988727" y="3792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3432574" y="43305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4139700" y="44591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3184822" y="46106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4419139" y="41583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4000972" y="40051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3336636" y="44416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4146130" y="42630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4239720" y="43496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3494652" y="44551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3599968" y="45728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3686041" y="47522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5135505" y="38643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4246787" y="43419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018474" y="4158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4451768" y="41230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4562854" y="45249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3097844" y="46793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3520631" y="42708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4641405" y="40524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3397657" y="44424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4449598" y="43395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3759535" y="43157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3937643" y="45887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3838069" y="4175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4749311" y="37802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2852819" y="46470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3788873" y="41482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3959634" y="42450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3492653" y="42275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4783129" y="37319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4706312" y="38413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4732274" y="41061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3408416" y="45011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4740647" y="38568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4114369" y="43534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3470071" y="45215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3725068" y="46729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4657385" y="38212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2390429" y="47419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4175304" y="39279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4160749" y="43854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2399573" y="52322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3433196" y="4541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5422313" y="42937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6067083" y="39945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3368157" y="4467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6223686" y="37991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4989839" y="39457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3564789" y="42871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4301215" y="42095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3278979" y="45472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3012188" y="46909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3249976" y="43555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5224068" y="39551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4884645" y="3796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3710418" y="4493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4340798" y="41098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5263012" y="40533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3653167" y="43363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3034009" y="44389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3537980" y="46179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4750041" y="3975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4894956" y="44044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4753924" y="44104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4344132" y="38449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4026787" y="41501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3709095" y="43170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3324858" y="45194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4715385" y="40906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4576141" y="42843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4084771" y="41212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035906" y="41542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678196" y="4101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5080759" y="42491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3083549" y="46661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4584018" y="43682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4680202" y="41209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7656090" y="37143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2706179" y="48856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3746955" y="45104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5250677" y="40978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2990444" y="45012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3124791" y="44598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5234291" y="39194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6456892" y="34979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3396531" y="45888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3415603" y="44422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425994" y="46106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3970789" y="45744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4096158" y="3888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4056725" y="41767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3195920" y="48404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3784012" y="44194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3832142" y="41080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4300351" y="41124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4107847" y="44521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4459477" y="39098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5050236" y="40304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4270463" y="41266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3977957" y="4600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7704467" y="3212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6559294" y="3802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3466387" y="42588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3564514" y="48870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4490651" y="41567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3389135" y="44792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4028007" y="4081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4076219" y="4071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5113159" y="39126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4241707" y="42392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3291611" y="44185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3499911" y="46630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4021513" y="39300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3520444" y="42152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3438829" y="45525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6019613" y="40526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5184626" y="3949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4590052" y="42884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4260751" y="44063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4770370" y="3705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2145281" y="50557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4079143" y="45106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7460099" y="357781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3728045" y="41848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4797878" y="39583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4907453" y="38880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5172299" y="38742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3134636" y="46109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4214917" y="45535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3888710" y="3900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3393956" y="48191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3947009" y="40874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8223735" y="33703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2918145" y="49579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7111148" y="35284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2886955" y="4913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5372856" y="35043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4620892" y="43621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4558116" y="43410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2579773" y="50082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6435663" y="36706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5430976" y="35810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3726428" y="43989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5752354" y="34364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4237944" y="44028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2863390" y="50648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5126964" y="39735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3648120" y="42182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4907638" y="4124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3824742" y="44848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5445402" y="37526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5070462" y="40774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4422452" y="4234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2660226" y="49839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3028503" y="45702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6720092" y="36442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2312186" y="51328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4151041" y="37891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4977096" y="40818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2866814" y="48963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4628013" y="41663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5244681" y="37891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4247597" y="42151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5104376" y="41661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4722718" y="41656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4056749" y="41301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3386924" y="45349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5363004" y="40580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3317494" y="46433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5354724" y="43176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5414058" y="4184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2428275" y="50639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4732841" y="42666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3532263" y="44898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5075231" y="41835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6146290" y="37450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4140031" y="44330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4716083" y="42236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3173324" y="46032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3515127" y="45664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6156452" y="38460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3865121" y="42626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5083592" y="41884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3263540" y="43812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4003687" y="41018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4422060" y="43203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3440157" y="44169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5036679" y="44320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2806929" y="46038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4670718" y="40179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2732209" y="47628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4399008" y="40516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2803392" y="4930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4487385" y="43304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3686949" y="45711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3484271" y="46217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7404184" y="34628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4961684" y="40141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3477280" y="44818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3947179" y="42234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3830792" y="41883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4673596" y="37143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4204038" y="41586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4222431" y="44018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2244865" y="51685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3540553" y="45042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4357171" y="39708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5927785" y="37468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2430745" y="50805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3662089" y="41342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3661305" y="43755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2809527" y="44336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3870217" y="43651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5617294" y="35562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4455133" y="41288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3782805" y="41270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3492402" y="43571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4658103" y="42653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3148069" y="49987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5049812" y="40591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3910201" y="40385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2816003" y="50776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8331949" y="403932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5509359" y="37878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4306564" y="41682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6390244" y="3368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4628522" y="42149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3327482" y="4804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5650021" y="42801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4274956" y="40069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3696625" y="46349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3525760" y="41220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3934839" y="43575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5580993" y="41009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4273305" y="45043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3653825" y="41029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4317017" y="45020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4729721" y="40545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4013836" y="44401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4475153" y="39887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3432354" y="42870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4526172" y="41718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3712382" y="42386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6802962" y="37785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5721528" y="37916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3243284" y="47414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3500165" y="42910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5330768" y="38420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4796440" y="43684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5186445" y="43620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4547521" y="40905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6416789" y="37051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3984262" y="48904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5062046" y="40626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5557965" y="37981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2923662" y="45385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4872767" y="40216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4258381" y="4368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2626713" y="47996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4320630" y="39586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3558480" y="42978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6302276" y="35686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4928516" y="40604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3903347" y="41793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5869708" y="36275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5031012" y="45316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3742976" y="42887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3474118" y="45277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3692331" y="42854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3847379" y="43640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5933635" y="34802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3"/>
            <p:cNvSpPr/>
            <p:nvPr/>
          </p:nvSpPr>
          <p:spPr>
            <a:xfrm>
              <a:off x="3956221" y="42963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4"/>
            <p:cNvSpPr/>
            <p:nvPr/>
          </p:nvSpPr>
          <p:spPr>
            <a:xfrm>
              <a:off x="3112313" y="45794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5"/>
            <p:cNvSpPr/>
            <p:nvPr/>
          </p:nvSpPr>
          <p:spPr>
            <a:xfrm>
              <a:off x="4433689" y="40406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6"/>
            <p:cNvSpPr/>
            <p:nvPr/>
          </p:nvSpPr>
          <p:spPr>
            <a:xfrm>
              <a:off x="4018953" y="41935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7"/>
            <p:cNvSpPr/>
            <p:nvPr/>
          </p:nvSpPr>
          <p:spPr>
            <a:xfrm>
              <a:off x="3683094" y="43019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8"/>
            <p:cNvSpPr/>
            <p:nvPr/>
          </p:nvSpPr>
          <p:spPr>
            <a:xfrm>
              <a:off x="3310129" y="44387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9"/>
            <p:cNvSpPr/>
            <p:nvPr/>
          </p:nvSpPr>
          <p:spPr>
            <a:xfrm>
              <a:off x="5418150" y="38049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90"/>
            <p:cNvSpPr/>
            <p:nvPr/>
          </p:nvSpPr>
          <p:spPr>
            <a:xfrm>
              <a:off x="3487061" y="45952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1"/>
            <p:cNvSpPr/>
            <p:nvPr/>
          </p:nvSpPr>
          <p:spPr>
            <a:xfrm>
              <a:off x="2673087" y="47052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2"/>
            <p:cNvSpPr/>
            <p:nvPr/>
          </p:nvSpPr>
          <p:spPr>
            <a:xfrm>
              <a:off x="4615613" y="37462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3"/>
            <p:cNvSpPr/>
            <p:nvPr/>
          </p:nvSpPr>
          <p:spPr>
            <a:xfrm>
              <a:off x="3509837" y="44702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4"/>
            <p:cNvSpPr/>
            <p:nvPr/>
          </p:nvSpPr>
          <p:spPr>
            <a:xfrm>
              <a:off x="4526167" y="44526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5"/>
            <p:cNvSpPr/>
            <p:nvPr/>
          </p:nvSpPr>
          <p:spPr>
            <a:xfrm>
              <a:off x="5048280" y="37343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6"/>
            <p:cNvSpPr/>
            <p:nvPr/>
          </p:nvSpPr>
          <p:spPr>
            <a:xfrm>
              <a:off x="5249111" y="36943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7"/>
            <p:cNvSpPr/>
            <p:nvPr/>
          </p:nvSpPr>
          <p:spPr>
            <a:xfrm>
              <a:off x="3716355" y="441386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8"/>
            <p:cNvSpPr/>
            <p:nvPr/>
          </p:nvSpPr>
          <p:spPr>
            <a:xfrm>
              <a:off x="3823415" y="42179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9"/>
            <p:cNvSpPr/>
            <p:nvPr/>
          </p:nvSpPr>
          <p:spPr>
            <a:xfrm>
              <a:off x="5346422" y="41236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500"/>
            <p:cNvSpPr/>
            <p:nvPr/>
          </p:nvSpPr>
          <p:spPr>
            <a:xfrm>
              <a:off x="4096505" y="41421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1"/>
            <p:cNvSpPr/>
            <p:nvPr/>
          </p:nvSpPr>
          <p:spPr>
            <a:xfrm>
              <a:off x="3495765" y="41366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2"/>
            <p:cNvSpPr/>
            <p:nvPr/>
          </p:nvSpPr>
          <p:spPr>
            <a:xfrm>
              <a:off x="2519080" y="50660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3"/>
            <p:cNvSpPr/>
            <p:nvPr/>
          </p:nvSpPr>
          <p:spPr>
            <a:xfrm>
              <a:off x="5221771" y="40203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4"/>
            <p:cNvSpPr/>
            <p:nvPr/>
          </p:nvSpPr>
          <p:spPr>
            <a:xfrm>
              <a:off x="4986922" y="37691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5"/>
            <p:cNvSpPr/>
            <p:nvPr/>
          </p:nvSpPr>
          <p:spPr>
            <a:xfrm>
              <a:off x="4595593" y="41200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6"/>
            <p:cNvSpPr/>
            <p:nvPr/>
          </p:nvSpPr>
          <p:spPr>
            <a:xfrm>
              <a:off x="4136655" y="40750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7"/>
            <p:cNvSpPr/>
            <p:nvPr/>
          </p:nvSpPr>
          <p:spPr>
            <a:xfrm>
              <a:off x="4569977" y="4309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8"/>
            <p:cNvSpPr/>
            <p:nvPr/>
          </p:nvSpPr>
          <p:spPr>
            <a:xfrm>
              <a:off x="7929590" y="39496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9"/>
            <p:cNvSpPr/>
            <p:nvPr/>
          </p:nvSpPr>
          <p:spPr>
            <a:xfrm>
              <a:off x="3718094" y="44837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10"/>
            <p:cNvSpPr/>
            <p:nvPr/>
          </p:nvSpPr>
          <p:spPr>
            <a:xfrm>
              <a:off x="3921366" y="43297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1"/>
            <p:cNvSpPr/>
            <p:nvPr/>
          </p:nvSpPr>
          <p:spPr>
            <a:xfrm>
              <a:off x="3954693" y="41209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2"/>
            <p:cNvSpPr/>
            <p:nvPr/>
          </p:nvSpPr>
          <p:spPr>
            <a:xfrm>
              <a:off x="5186611" y="37505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3"/>
            <p:cNvSpPr/>
            <p:nvPr/>
          </p:nvSpPr>
          <p:spPr>
            <a:xfrm>
              <a:off x="7190853" y="40636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4"/>
            <p:cNvSpPr/>
            <p:nvPr/>
          </p:nvSpPr>
          <p:spPr>
            <a:xfrm>
              <a:off x="3786184" y="39897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5"/>
            <p:cNvSpPr/>
            <p:nvPr/>
          </p:nvSpPr>
          <p:spPr>
            <a:xfrm>
              <a:off x="3554803" y="450061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6"/>
            <p:cNvSpPr/>
            <p:nvPr/>
          </p:nvSpPr>
          <p:spPr>
            <a:xfrm>
              <a:off x="5343925" y="36574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7"/>
            <p:cNvSpPr/>
            <p:nvPr/>
          </p:nvSpPr>
          <p:spPr>
            <a:xfrm>
              <a:off x="3581580" y="45356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8"/>
            <p:cNvSpPr/>
            <p:nvPr/>
          </p:nvSpPr>
          <p:spPr>
            <a:xfrm>
              <a:off x="5584266" y="39752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9"/>
            <p:cNvSpPr/>
            <p:nvPr/>
          </p:nvSpPr>
          <p:spPr>
            <a:xfrm>
              <a:off x="5033944" y="4513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20"/>
            <p:cNvSpPr/>
            <p:nvPr/>
          </p:nvSpPr>
          <p:spPr>
            <a:xfrm>
              <a:off x="4174465" y="43227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1"/>
            <p:cNvSpPr/>
            <p:nvPr/>
          </p:nvSpPr>
          <p:spPr>
            <a:xfrm>
              <a:off x="4537599" y="4361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2"/>
            <p:cNvSpPr/>
            <p:nvPr/>
          </p:nvSpPr>
          <p:spPr>
            <a:xfrm>
              <a:off x="4803780" y="39894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3"/>
            <p:cNvSpPr/>
            <p:nvPr/>
          </p:nvSpPr>
          <p:spPr>
            <a:xfrm>
              <a:off x="7138911" y="34912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4"/>
            <p:cNvSpPr/>
            <p:nvPr/>
          </p:nvSpPr>
          <p:spPr>
            <a:xfrm>
              <a:off x="4456989" y="42482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5"/>
            <p:cNvSpPr/>
            <p:nvPr/>
          </p:nvSpPr>
          <p:spPr>
            <a:xfrm>
              <a:off x="4896694" y="38734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6"/>
            <p:cNvSpPr/>
            <p:nvPr/>
          </p:nvSpPr>
          <p:spPr>
            <a:xfrm>
              <a:off x="5471876" y="40245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7"/>
            <p:cNvSpPr/>
            <p:nvPr/>
          </p:nvSpPr>
          <p:spPr>
            <a:xfrm>
              <a:off x="5118156" y="44399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8"/>
            <p:cNvSpPr/>
            <p:nvPr/>
          </p:nvSpPr>
          <p:spPr>
            <a:xfrm>
              <a:off x="4664468" y="38949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9"/>
            <p:cNvSpPr/>
            <p:nvPr/>
          </p:nvSpPr>
          <p:spPr>
            <a:xfrm>
              <a:off x="5460198" y="45681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30"/>
            <p:cNvSpPr/>
            <p:nvPr/>
          </p:nvSpPr>
          <p:spPr>
            <a:xfrm>
              <a:off x="2709978" y="48268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1"/>
            <p:cNvSpPr/>
            <p:nvPr/>
          </p:nvSpPr>
          <p:spPr>
            <a:xfrm>
              <a:off x="3814714" y="41769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2"/>
            <p:cNvSpPr/>
            <p:nvPr/>
          </p:nvSpPr>
          <p:spPr>
            <a:xfrm>
              <a:off x="4983111" y="38784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3"/>
            <p:cNvSpPr/>
            <p:nvPr/>
          </p:nvSpPr>
          <p:spPr>
            <a:xfrm>
              <a:off x="5039064" y="39396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4"/>
            <p:cNvSpPr/>
            <p:nvPr/>
          </p:nvSpPr>
          <p:spPr>
            <a:xfrm>
              <a:off x="2940186" y="49748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5"/>
            <p:cNvSpPr/>
            <p:nvPr/>
          </p:nvSpPr>
          <p:spPr>
            <a:xfrm>
              <a:off x="3332172" y="45698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6"/>
            <p:cNvSpPr/>
            <p:nvPr/>
          </p:nvSpPr>
          <p:spPr>
            <a:xfrm>
              <a:off x="3686637" y="45769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7"/>
            <p:cNvSpPr/>
            <p:nvPr/>
          </p:nvSpPr>
          <p:spPr>
            <a:xfrm>
              <a:off x="3510806" y="45061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8"/>
            <p:cNvSpPr/>
            <p:nvPr/>
          </p:nvSpPr>
          <p:spPr>
            <a:xfrm>
              <a:off x="6079407" y="38753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9"/>
            <p:cNvSpPr/>
            <p:nvPr/>
          </p:nvSpPr>
          <p:spPr>
            <a:xfrm>
              <a:off x="3568143" y="45019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40"/>
            <p:cNvSpPr/>
            <p:nvPr/>
          </p:nvSpPr>
          <p:spPr>
            <a:xfrm>
              <a:off x="3164005" y="46238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1"/>
            <p:cNvSpPr/>
            <p:nvPr/>
          </p:nvSpPr>
          <p:spPr>
            <a:xfrm>
              <a:off x="3603676" y="43470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2"/>
            <p:cNvSpPr/>
            <p:nvPr/>
          </p:nvSpPr>
          <p:spPr>
            <a:xfrm>
              <a:off x="2837667" y="50212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3"/>
            <p:cNvSpPr/>
            <p:nvPr/>
          </p:nvSpPr>
          <p:spPr>
            <a:xfrm>
              <a:off x="4592098" y="40770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4"/>
            <p:cNvSpPr/>
            <p:nvPr/>
          </p:nvSpPr>
          <p:spPr>
            <a:xfrm>
              <a:off x="6661802" y="42009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5"/>
            <p:cNvSpPr/>
            <p:nvPr/>
          </p:nvSpPr>
          <p:spPr>
            <a:xfrm>
              <a:off x="7177026" y="40439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6"/>
            <p:cNvSpPr/>
            <p:nvPr/>
          </p:nvSpPr>
          <p:spPr>
            <a:xfrm>
              <a:off x="4748225" y="42882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7"/>
            <p:cNvSpPr/>
            <p:nvPr/>
          </p:nvSpPr>
          <p:spPr>
            <a:xfrm>
              <a:off x="5774687" y="38799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8"/>
            <p:cNvSpPr/>
            <p:nvPr/>
          </p:nvSpPr>
          <p:spPr>
            <a:xfrm>
              <a:off x="3958685" y="4582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9"/>
            <p:cNvSpPr/>
            <p:nvPr/>
          </p:nvSpPr>
          <p:spPr>
            <a:xfrm>
              <a:off x="4030395" y="47847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50"/>
            <p:cNvSpPr/>
            <p:nvPr/>
          </p:nvSpPr>
          <p:spPr>
            <a:xfrm>
              <a:off x="5551209" y="39148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1"/>
            <p:cNvSpPr/>
            <p:nvPr/>
          </p:nvSpPr>
          <p:spPr>
            <a:xfrm>
              <a:off x="4272347" y="42419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2"/>
            <p:cNvSpPr/>
            <p:nvPr/>
          </p:nvSpPr>
          <p:spPr>
            <a:xfrm>
              <a:off x="3827119" y="44834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3"/>
            <p:cNvSpPr/>
            <p:nvPr/>
          </p:nvSpPr>
          <p:spPr>
            <a:xfrm>
              <a:off x="3815884" y="46316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4"/>
            <p:cNvSpPr/>
            <p:nvPr/>
          </p:nvSpPr>
          <p:spPr>
            <a:xfrm>
              <a:off x="4381329" y="42245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5"/>
            <p:cNvSpPr/>
            <p:nvPr/>
          </p:nvSpPr>
          <p:spPr>
            <a:xfrm>
              <a:off x="4810021" y="4060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6"/>
            <p:cNvSpPr/>
            <p:nvPr/>
          </p:nvSpPr>
          <p:spPr>
            <a:xfrm>
              <a:off x="7284882" y="38329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7"/>
            <p:cNvSpPr/>
            <p:nvPr/>
          </p:nvSpPr>
          <p:spPr>
            <a:xfrm>
              <a:off x="4232443" y="44044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8"/>
            <p:cNvSpPr/>
            <p:nvPr/>
          </p:nvSpPr>
          <p:spPr>
            <a:xfrm>
              <a:off x="5445227" y="41135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9"/>
            <p:cNvSpPr/>
            <p:nvPr/>
          </p:nvSpPr>
          <p:spPr>
            <a:xfrm>
              <a:off x="4451457" y="39482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60"/>
            <p:cNvSpPr/>
            <p:nvPr/>
          </p:nvSpPr>
          <p:spPr>
            <a:xfrm>
              <a:off x="4076722" y="39007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1"/>
            <p:cNvSpPr/>
            <p:nvPr/>
          </p:nvSpPr>
          <p:spPr>
            <a:xfrm>
              <a:off x="4540700" y="3859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2"/>
            <p:cNvSpPr/>
            <p:nvPr/>
          </p:nvSpPr>
          <p:spPr>
            <a:xfrm>
              <a:off x="4699077" y="39053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3"/>
            <p:cNvSpPr/>
            <p:nvPr/>
          </p:nvSpPr>
          <p:spPr>
            <a:xfrm>
              <a:off x="4905929" y="40271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4"/>
            <p:cNvSpPr/>
            <p:nvPr/>
          </p:nvSpPr>
          <p:spPr>
            <a:xfrm>
              <a:off x="4753650" y="41002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5"/>
            <p:cNvSpPr/>
            <p:nvPr/>
          </p:nvSpPr>
          <p:spPr>
            <a:xfrm>
              <a:off x="5329086" y="39801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6"/>
            <p:cNvSpPr/>
            <p:nvPr/>
          </p:nvSpPr>
          <p:spPr>
            <a:xfrm>
              <a:off x="3444984" y="43768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7"/>
            <p:cNvSpPr/>
            <p:nvPr/>
          </p:nvSpPr>
          <p:spPr>
            <a:xfrm>
              <a:off x="4043214" y="42686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8"/>
            <p:cNvSpPr/>
            <p:nvPr/>
          </p:nvSpPr>
          <p:spPr>
            <a:xfrm>
              <a:off x="4435750" y="43957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9"/>
            <p:cNvSpPr/>
            <p:nvPr/>
          </p:nvSpPr>
          <p:spPr>
            <a:xfrm>
              <a:off x="5159916" y="4126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70"/>
            <p:cNvSpPr/>
            <p:nvPr/>
          </p:nvSpPr>
          <p:spPr>
            <a:xfrm>
              <a:off x="3819749" y="41961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1"/>
            <p:cNvSpPr/>
            <p:nvPr/>
          </p:nvSpPr>
          <p:spPr>
            <a:xfrm>
              <a:off x="4230369" y="44140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2"/>
            <p:cNvSpPr/>
            <p:nvPr/>
          </p:nvSpPr>
          <p:spPr>
            <a:xfrm>
              <a:off x="4342471" y="37901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3"/>
            <p:cNvSpPr/>
            <p:nvPr/>
          </p:nvSpPr>
          <p:spPr>
            <a:xfrm>
              <a:off x="3712996" y="40686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4"/>
            <p:cNvSpPr/>
            <p:nvPr/>
          </p:nvSpPr>
          <p:spPr>
            <a:xfrm>
              <a:off x="4075832" y="44361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5"/>
            <p:cNvSpPr/>
            <p:nvPr/>
          </p:nvSpPr>
          <p:spPr>
            <a:xfrm>
              <a:off x="2779553" y="4879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6"/>
            <p:cNvSpPr/>
            <p:nvPr/>
          </p:nvSpPr>
          <p:spPr>
            <a:xfrm>
              <a:off x="5899524" y="36089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7"/>
            <p:cNvSpPr/>
            <p:nvPr/>
          </p:nvSpPr>
          <p:spPr>
            <a:xfrm>
              <a:off x="4762917" y="40492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8"/>
            <p:cNvSpPr/>
            <p:nvPr/>
          </p:nvSpPr>
          <p:spPr>
            <a:xfrm>
              <a:off x="2796660" y="47307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9"/>
            <p:cNvSpPr/>
            <p:nvPr/>
          </p:nvSpPr>
          <p:spPr>
            <a:xfrm>
              <a:off x="4342352" y="43487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80"/>
            <p:cNvSpPr/>
            <p:nvPr/>
          </p:nvSpPr>
          <p:spPr>
            <a:xfrm>
              <a:off x="4791956" y="44204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1"/>
            <p:cNvSpPr/>
            <p:nvPr/>
          </p:nvSpPr>
          <p:spPr>
            <a:xfrm>
              <a:off x="3752584" y="45533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2"/>
            <p:cNvSpPr/>
            <p:nvPr/>
          </p:nvSpPr>
          <p:spPr>
            <a:xfrm>
              <a:off x="3068656" y="50087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3"/>
            <p:cNvSpPr/>
            <p:nvPr/>
          </p:nvSpPr>
          <p:spPr>
            <a:xfrm>
              <a:off x="3300806" y="44946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4"/>
            <p:cNvSpPr/>
            <p:nvPr/>
          </p:nvSpPr>
          <p:spPr>
            <a:xfrm>
              <a:off x="3468225" y="43859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5"/>
            <p:cNvSpPr/>
            <p:nvPr/>
          </p:nvSpPr>
          <p:spPr>
            <a:xfrm>
              <a:off x="4364230" y="39587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6"/>
            <p:cNvSpPr/>
            <p:nvPr/>
          </p:nvSpPr>
          <p:spPr>
            <a:xfrm>
              <a:off x="3200175" y="4656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7"/>
            <p:cNvSpPr/>
            <p:nvPr/>
          </p:nvSpPr>
          <p:spPr>
            <a:xfrm>
              <a:off x="4989742" y="38962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8"/>
            <p:cNvSpPr/>
            <p:nvPr/>
          </p:nvSpPr>
          <p:spPr>
            <a:xfrm>
              <a:off x="3897796" y="39945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9"/>
            <p:cNvSpPr/>
            <p:nvPr/>
          </p:nvSpPr>
          <p:spPr>
            <a:xfrm>
              <a:off x="5067667" y="39335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90"/>
            <p:cNvSpPr/>
            <p:nvPr/>
          </p:nvSpPr>
          <p:spPr>
            <a:xfrm>
              <a:off x="5061781" y="42147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1"/>
            <p:cNvSpPr/>
            <p:nvPr/>
          </p:nvSpPr>
          <p:spPr>
            <a:xfrm>
              <a:off x="4931387" y="41069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2"/>
            <p:cNvSpPr/>
            <p:nvPr/>
          </p:nvSpPr>
          <p:spPr>
            <a:xfrm>
              <a:off x="3365688" y="47629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3"/>
            <p:cNvSpPr/>
            <p:nvPr/>
          </p:nvSpPr>
          <p:spPr>
            <a:xfrm>
              <a:off x="4441632" y="41665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4"/>
            <p:cNvSpPr/>
            <p:nvPr/>
          </p:nvSpPr>
          <p:spPr>
            <a:xfrm>
              <a:off x="4248428" y="40925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5"/>
            <p:cNvSpPr/>
            <p:nvPr/>
          </p:nvSpPr>
          <p:spPr>
            <a:xfrm>
              <a:off x="5414318" y="37240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6"/>
            <p:cNvSpPr/>
            <p:nvPr/>
          </p:nvSpPr>
          <p:spPr>
            <a:xfrm>
              <a:off x="4311681" y="39139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7"/>
            <p:cNvSpPr/>
            <p:nvPr/>
          </p:nvSpPr>
          <p:spPr>
            <a:xfrm>
              <a:off x="2342321" y="50703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8"/>
            <p:cNvSpPr/>
            <p:nvPr/>
          </p:nvSpPr>
          <p:spPr>
            <a:xfrm>
              <a:off x="2449572" y="48013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9"/>
            <p:cNvSpPr/>
            <p:nvPr/>
          </p:nvSpPr>
          <p:spPr>
            <a:xfrm>
              <a:off x="2694103" y="48133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600"/>
            <p:cNvSpPr/>
            <p:nvPr/>
          </p:nvSpPr>
          <p:spPr>
            <a:xfrm>
              <a:off x="3627288" y="48105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1"/>
            <p:cNvSpPr/>
            <p:nvPr/>
          </p:nvSpPr>
          <p:spPr>
            <a:xfrm>
              <a:off x="3461700" y="43530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2"/>
            <p:cNvSpPr/>
            <p:nvPr/>
          </p:nvSpPr>
          <p:spPr>
            <a:xfrm>
              <a:off x="2995833" y="44597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3"/>
            <p:cNvSpPr/>
            <p:nvPr/>
          </p:nvSpPr>
          <p:spPr>
            <a:xfrm>
              <a:off x="3097403" y="46392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4"/>
            <p:cNvSpPr/>
            <p:nvPr/>
          </p:nvSpPr>
          <p:spPr>
            <a:xfrm>
              <a:off x="4038178" y="47443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5"/>
            <p:cNvSpPr/>
            <p:nvPr/>
          </p:nvSpPr>
          <p:spPr>
            <a:xfrm>
              <a:off x="4525932" y="39439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6"/>
            <p:cNvSpPr/>
            <p:nvPr/>
          </p:nvSpPr>
          <p:spPr>
            <a:xfrm>
              <a:off x="3119479" y="47488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7"/>
            <p:cNvSpPr/>
            <p:nvPr/>
          </p:nvSpPr>
          <p:spPr>
            <a:xfrm>
              <a:off x="5808328" y="43831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8"/>
            <p:cNvSpPr/>
            <p:nvPr/>
          </p:nvSpPr>
          <p:spPr>
            <a:xfrm>
              <a:off x="4268486" y="40025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9"/>
            <p:cNvSpPr/>
            <p:nvPr/>
          </p:nvSpPr>
          <p:spPr>
            <a:xfrm>
              <a:off x="4376449" y="418661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10"/>
            <p:cNvSpPr/>
            <p:nvPr/>
          </p:nvSpPr>
          <p:spPr>
            <a:xfrm>
              <a:off x="4891883" y="38499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1"/>
            <p:cNvSpPr/>
            <p:nvPr/>
          </p:nvSpPr>
          <p:spPr>
            <a:xfrm>
              <a:off x="3122420" y="48233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2"/>
            <p:cNvSpPr/>
            <p:nvPr/>
          </p:nvSpPr>
          <p:spPr>
            <a:xfrm>
              <a:off x="6600063" y="37119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3"/>
            <p:cNvSpPr/>
            <p:nvPr/>
          </p:nvSpPr>
          <p:spPr>
            <a:xfrm>
              <a:off x="4629336" y="43238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4"/>
            <p:cNvSpPr/>
            <p:nvPr/>
          </p:nvSpPr>
          <p:spPr>
            <a:xfrm>
              <a:off x="4278069" y="42989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t615"/>
            <p:cNvSpPr/>
            <p:nvPr/>
          </p:nvSpPr>
          <p:spPr>
            <a:xfrm>
              <a:off x="3148513" y="4656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t616"/>
            <p:cNvSpPr/>
            <p:nvPr/>
          </p:nvSpPr>
          <p:spPr>
            <a:xfrm>
              <a:off x="4142678" y="43346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t617"/>
            <p:cNvSpPr/>
            <p:nvPr/>
          </p:nvSpPr>
          <p:spPr>
            <a:xfrm>
              <a:off x="4082884" y="42928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t618"/>
            <p:cNvSpPr/>
            <p:nvPr/>
          </p:nvSpPr>
          <p:spPr>
            <a:xfrm>
              <a:off x="2668235" y="48425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t619"/>
            <p:cNvSpPr/>
            <p:nvPr/>
          </p:nvSpPr>
          <p:spPr>
            <a:xfrm>
              <a:off x="3966048" y="43081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t620"/>
            <p:cNvSpPr/>
            <p:nvPr/>
          </p:nvSpPr>
          <p:spPr>
            <a:xfrm>
              <a:off x="2954849" y="46453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t621"/>
            <p:cNvSpPr/>
            <p:nvPr/>
          </p:nvSpPr>
          <p:spPr>
            <a:xfrm>
              <a:off x="4188670" y="40632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t622"/>
            <p:cNvSpPr/>
            <p:nvPr/>
          </p:nvSpPr>
          <p:spPr>
            <a:xfrm>
              <a:off x="2992196" y="44859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t623"/>
            <p:cNvSpPr/>
            <p:nvPr/>
          </p:nvSpPr>
          <p:spPr>
            <a:xfrm>
              <a:off x="4103132" y="4024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t624"/>
            <p:cNvSpPr/>
            <p:nvPr/>
          </p:nvSpPr>
          <p:spPr>
            <a:xfrm>
              <a:off x="4986422" y="42388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t625"/>
            <p:cNvSpPr/>
            <p:nvPr/>
          </p:nvSpPr>
          <p:spPr>
            <a:xfrm>
              <a:off x="3079333" y="48026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t626"/>
            <p:cNvSpPr/>
            <p:nvPr/>
          </p:nvSpPr>
          <p:spPr>
            <a:xfrm>
              <a:off x="6103485" y="38408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t627"/>
            <p:cNvSpPr/>
            <p:nvPr/>
          </p:nvSpPr>
          <p:spPr>
            <a:xfrm>
              <a:off x="2306931" y="49888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t628"/>
            <p:cNvSpPr/>
            <p:nvPr/>
          </p:nvSpPr>
          <p:spPr>
            <a:xfrm>
              <a:off x="4670581" y="42697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t629"/>
            <p:cNvSpPr/>
            <p:nvPr/>
          </p:nvSpPr>
          <p:spPr>
            <a:xfrm>
              <a:off x="7576389" y="40343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t630"/>
            <p:cNvSpPr/>
            <p:nvPr/>
          </p:nvSpPr>
          <p:spPr>
            <a:xfrm>
              <a:off x="3675616" y="41646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t631"/>
            <p:cNvSpPr/>
            <p:nvPr/>
          </p:nvSpPr>
          <p:spPr>
            <a:xfrm>
              <a:off x="4089176" y="47129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t632"/>
            <p:cNvSpPr/>
            <p:nvPr/>
          </p:nvSpPr>
          <p:spPr>
            <a:xfrm>
              <a:off x="4857006" y="40067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t633"/>
            <p:cNvSpPr/>
            <p:nvPr/>
          </p:nvSpPr>
          <p:spPr>
            <a:xfrm>
              <a:off x="3304038" y="43186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t634"/>
            <p:cNvSpPr/>
            <p:nvPr/>
          </p:nvSpPr>
          <p:spPr>
            <a:xfrm>
              <a:off x="4883146" y="39979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t635"/>
            <p:cNvSpPr/>
            <p:nvPr/>
          </p:nvSpPr>
          <p:spPr>
            <a:xfrm>
              <a:off x="3287727" y="45980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t636"/>
            <p:cNvSpPr/>
            <p:nvPr/>
          </p:nvSpPr>
          <p:spPr>
            <a:xfrm>
              <a:off x="4118927" y="42841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t637"/>
            <p:cNvSpPr/>
            <p:nvPr/>
          </p:nvSpPr>
          <p:spPr>
            <a:xfrm>
              <a:off x="3622871" y="43707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t638"/>
            <p:cNvSpPr/>
            <p:nvPr/>
          </p:nvSpPr>
          <p:spPr>
            <a:xfrm>
              <a:off x="4403040" y="42264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t639"/>
            <p:cNvSpPr/>
            <p:nvPr/>
          </p:nvSpPr>
          <p:spPr>
            <a:xfrm>
              <a:off x="4089052" y="4289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t640"/>
            <p:cNvSpPr/>
            <p:nvPr/>
          </p:nvSpPr>
          <p:spPr>
            <a:xfrm>
              <a:off x="5601194" y="39068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t641"/>
            <p:cNvSpPr/>
            <p:nvPr/>
          </p:nvSpPr>
          <p:spPr>
            <a:xfrm>
              <a:off x="3192932" y="44930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t642"/>
            <p:cNvSpPr/>
            <p:nvPr/>
          </p:nvSpPr>
          <p:spPr>
            <a:xfrm>
              <a:off x="5885176" y="36426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t643"/>
            <p:cNvSpPr/>
            <p:nvPr/>
          </p:nvSpPr>
          <p:spPr>
            <a:xfrm>
              <a:off x="5187657" y="37405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t644"/>
            <p:cNvSpPr/>
            <p:nvPr/>
          </p:nvSpPr>
          <p:spPr>
            <a:xfrm>
              <a:off x="4666777" y="38388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t645"/>
            <p:cNvSpPr/>
            <p:nvPr/>
          </p:nvSpPr>
          <p:spPr>
            <a:xfrm>
              <a:off x="6242485" y="41896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t646"/>
            <p:cNvSpPr/>
            <p:nvPr/>
          </p:nvSpPr>
          <p:spPr>
            <a:xfrm>
              <a:off x="4776000" y="42401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t647"/>
            <p:cNvSpPr/>
            <p:nvPr/>
          </p:nvSpPr>
          <p:spPr>
            <a:xfrm>
              <a:off x="6622072" y="3631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t648"/>
            <p:cNvSpPr/>
            <p:nvPr/>
          </p:nvSpPr>
          <p:spPr>
            <a:xfrm>
              <a:off x="5145853" y="3815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t649"/>
            <p:cNvSpPr/>
            <p:nvPr/>
          </p:nvSpPr>
          <p:spPr>
            <a:xfrm>
              <a:off x="4184287" y="44205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t650"/>
            <p:cNvSpPr/>
            <p:nvPr/>
          </p:nvSpPr>
          <p:spPr>
            <a:xfrm>
              <a:off x="3610912" y="43037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t651"/>
            <p:cNvSpPr/>
            <p:nvPr/>
          </p:nvSpPr>
          <p:spPr>
            <a:xfrm>
              <a:off x="3873497" y="45574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t652"/>
            <p:cNvSpPr/>
            <p:nvPr/>
          </p:nvSpPr>
          <p:spPr>
            <a:xfrm>
              <a:off x="4503490" y="39865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t653"/>
            <p:cNvSpPr/>
            <p:nvPr/>
          </p:nvSpPr>
          <p:spPr>
            <a:xfrm>
              <a:off x="5606129" y="37925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t654"/>
            <p:cNvSpPr/>
            <p:nvPr/>
          </p:nvSpPr>
          <p:spPr>
            <a:xfrm>
              <a:off x="3421973" y="47701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t655"/>
            <p:cNvSpPr/>
            <p:nvPr/>
          </p:nvSpPr>
          <p:spPr>
            <a:xfrm>
              <a:off x="4259435" y="40733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t656"/>
            <p:cNvSpPr/>
            <p:nvPr/>
          </p:nvSpPr>
          <p:spPr>
            <a:xfrm>
              <a:off x="3724215" y="47813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t657"/>
            <p:cNvSpPr/>
            <p:nvPr/>
          </p:nvSpPr>
          <p:spPr>
            <a:xfrm>
              <a:off x="6565755" y="34747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t658"/>
            <p:cNvSpPr/>
            <p:nvPr/>
          </p:nvSpPr>
          <p:spPr>
            <a:xfrm>
              <a:off x="6470738" y="34717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t659"/>
            <p:cNvSpPr/>
            <p:nvPr/>
          </p:nvSpPr>
          <p:spPr>
            <a:xfrm>
              <a:off x="6927089" y="34068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t660"/>
            <p:cNvSpPr/>
            <p:nvPr/>
          </p:nvSpPr>
          <p:spPr>
            <a:xfrm>
              <a:off x="4488985" y="39238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t661"/>
            <p:cNvSpPr/>
            <p:nvPr/>
          </p:nvSpPr>
          <p:spPr>
            <a:xfrm>
              <a:off x="3238688" y="48473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t662"/>
            <p:cNvSpPr/>
            <p:nvPr/>
          </p:nvSpPr>
          <p:spPr>
            <a:xfrm>
              <a:off x="5622922" y="36413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t663"/>
            <p:cNvSpPr/>
            <p:nvPr/>
          </p:nvSpPr>
          <p:spPr>
            <a:xfrm>
              <a:off x="3305003" y="47021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t664"/>
            <p:cNvSpPr/>
            <p:nvPr/>
          </p:nvSpPr>
          <p:spPr>
            <a:xfrm>
              <a:off x="3951740" y="41922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t665"/>
            <p:cNvSpPr/>
            <p:nvPr/>
          </p:nvSpPr>
          <p:spPr>
            <a:xfrm>
              <a:off x="3738008" y="43144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t666"/>
            <p:cNvSpPr/>
            <p:nvPr/>
          </p:nvSpPr>
          <p:spPr>
            <a:xfrm>
              <a:off x="5314110" y="39100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t667"/>
            <p:cNvSpPr/>
            <p:nvPr/>
          </p:nvSpPr>
          <p:spPr>
            <a:xfrm>
              <a:off x="4366908" y="38769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t668"/>
            <p:cNvSpPr/>
            <p:nvPr/>
          </p:nvSpPr>
          <p:spPr>
            <a:xfrm>
              <a:off x="4178959" y="4092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t669"/>
            <p:cNvSpPr/>
            <p:nvPr/>
          </p:nvSpPr>
          <p:spPr>
            <a:xfrm>
              <a:off x="3816547" y="42555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t670"/>
            <p:cNvSpPr/>
            <p:nvPr/>
          </p:nvSpPr>
          <p:spPr>
            <a:xfrm>
              <a:off x="6214534" y="38905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t671"/>
            <p:cNvSpPr/>
            <p:nvPr/>
          </p:nvSpPr>
          <p:spPr>
            <a:xfrm>
              <a:off x="6683267" y="391546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t672"/>
            <p:cNvSpPr/>
            <p:nvPr/>
          </p:nvSpPr>
          <p:spPr>
            <a:xfrm>
              <a:off x="3973983" y="42597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t673"/>
            <p:cNvSpPr/>
            <p:nvPr/>
          </p:nvSpPr>
          <p:spPr>
            <a:xfrm>
              <a:off x="4575112" y="40958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t674"/>
            <p:cNvSpPr/>
            <p:nvPr/>
          </p:nvSpPr>
          <p:spPr>
            <a:xfrm>
              <a:off x="4808348" y="40218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t675"/>
            <p:cNvSpPr/>
            <p:nvPr/>
          </p:nvSpPr>
          <p:spPr>
            <a:xfrm>
              <a:off x="4598321" y="43897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t676"/>
            <p:cNvSpPr/>
            <p:nvPr/>
          </p:nvSpPr>
          <p:spPr>
            <a:xfrm>
              <a:off x="5598082" y="37916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t677"/>
            <p:cNvSpPr/>
            <p:nvPr/>
          </p:nvSpPr>
          <p:spPr>
            <a:xfrm>
              <a:off x="14830610" y="28358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t678"/>
            <p:cNvSpPr/>
            <p:nvPr/>
          </p:nvSpPr>
          <p:spPr>
            <a:xfrm>
              <a:off x="3838809" y="44926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t679"/>
            <p:cNvSpPr/>
            <p:nvPr/>
          </p:nvSpPr>
          <p:spPr>
            <a:xfrm>
              <a:off x="3810569" y="44370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t680"/>
            <p:cNvSpPr/>
            <p:nvPr/>
          </p:nvSpPr>
          <p:spPr>
            <a:xfrm>
              <a:off x="4572322" y="39686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t681"/>
            <p:cNvSpPr/>
            <p:nvPr/>
          </p:nvSpPr>
          <p:spPr>
            <a:xfrm>
              <a:off x="4893238" y="40973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t682"/>
            <p:cNvSpPr/>
            <p:nvPr/>
          </p:nvSpPr>
          <p:spPr>
            <a:xfrm>
              <a:off x="4769842" y="40574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t683"/>
            <p:cNvSpPr/>
            <p:nvPr/>
          </p:nvSpPr>
          <p:spPr>
            <a:xfrm>
              <a:off x="4763500" y="4228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t684"/>
            <p:cNvSpPr/>
            <p:nvPr/>
          </p:nvSpPr>
          <p:spPr>
            <a:xfrm>
              <a:off x="5628864" y="37543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t685"/>
            <p:cNvSpPr/>
            <p:nvPr/>
          </p:nvSpPr>
          <p:spPr>
            <a:xfrm>
              <a:off x="3261643" y="45412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t686"/>
            <p:cNvSpPr/>
            <p:nvPr/>
          </p:nvSpPr>
          <p:spPr>
            <a:xfrm>
              <a:off x="3126665" y="44135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t687"/>
            <p:cNvSpPr/>
            <p:nvPr/>
          </p:nvSpPr>
          <p:spPr>
            <a:xfrm>
              <a:off x="2979308" y="46735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t688"/>
            <p:cNvSpPr/>
            <p:nvPr/>
          </p:nvSpPr>
          <p:spPr>
            <a:xfrm>
              <a:off x="5330324" y="40745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t689"/>
            <p:cNvSpPr/>
            <p:nvPr/>
          </p:nvSpPr>
          <p:spPr>
            <a:xfrm>
              <a:off x="4338979" y="3829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t690"/>
            <p:cNvSpPr/>
            <p:nvPr/>
          </p:nvSpPr>
          <p:spPr>
            <a:xfrm>
              <a:off x="6440281" y="34111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t691"/>
            <p:cNvSpPr/>
            <p:nvPr/>
          </p:nvSpPr>
          <p:spPr>
            <a:xfrm>
              <a:off x="4614409" y="42328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t692"/>
            <p:cNvSpPr/>
            <p:nvPr/>
          </p:nvSpPr>
          <p:spPr>
            <a:xfrm>
              <a:off x="3715059" y="44787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t693"/>
            <p:cNvSpPr/>
            <p:nvPr/>
          </p:nvSpPr>
          <p:spPr>
            <a:xfrm>
              <a:off x="3921487" y="43917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t694"/>
            <p:cNvSpPr/>
            <p:nvPr/>
          </p:nvSpPr>
          <p:spPr>
            <a:xfrm>
              <a:off x="6100827" y="40356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t695"/>
            <p:cNvSpPr/>
            <p:nvPr/>
          </p:nvSpPr>
          <p:spPr>
            <a:xfrm>
              <a:off x="4892732" y="38635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t696"/>
            <p:cNvSpPr/>
            <p:nvPr/>
          </p:nvSpPr>
          <p:spPr>
            <a:xfrm>
              <a:off x="6884758" y="37249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t697"/>
            <p:cNvSpPr/>
            <p:nvPr/>
          </p:nvSpPr>
          <p:spPr>
            <a:xfrm>
              <a:off x="7653398" y="41234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t698"/>
            <p:cNvSpPr/>
            <p:nvPr/>
          </p:nvSpPr>
          <p:spPr>
            <a:xfrm>
              <a:off x="3738309" y="41335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t699"/>
            <p:cNvSpPr/>
            <p:nvPr/>
          </p:nvSpPr>
          <p:spPr>
            <a:xfrm>
              <a:off x="3891734" y="40736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t700"/>
            <p:cNvSpPr/>
            <p:nvPr/>
          </p:nvSpPr>
          <p:spPr>
            <a:xfrm>
              <a:off x="3143336" y="46337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t701"/>
            <p:cNvSpPr/>
            <p:nvPr/>
          </p:nvSpPr>
          <p:spPr>
            <a:xfrm>
              <a:off x="4361511" y="41653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t702"/>
            <p:cNvSpPr/>
            <p:nvPr/>
          </p:nvSpPr>
          <p:spPr>
            <a:xfrm>
              <a:off x="3743273" y="452632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t703"/>
            <p:cNvSpPr/>
            <p:nvPr/>
          </p:nvSpPr>
          <p:spPr>
            <a:xfrm>
              <a:off x="5938612" y="40880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t704"/>
            <p:cNvSpPr/>
            <p:nvPr/>
          </p:nvSpPr>
          <p:spPr>
            <a:xfrm>
              <a:off x="2833536" y="46159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t705"/>
            <p:cNvSpPr/>
            <p:nvPr/>
          </p:nvSpPr>
          <p:spPr>
            <a:xfrm>
              <a:off x="4206489" y="39408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t706"/>
            <p:cNvSpPr/>
            <p:nvPr/>
          </p:nvSpPr>
          <p:spPr>
            <a:xfrm>
              <a:off x="4865222" y="40054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t707"/>
            <p:cNvSpPr/>
            <p:nvPr/>
          </p:nvSpPr>
          <p:spPr>
            <a:xfrm>
              <a:off x="4328087" y="43033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t708"/>
            <p:cNvSpPr/>
            <p:nvPr/>
          </p:nvSpPr>
          <p:spPr>
            <a:xfrm>
              <a:off x="5074097" y="42076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t709"/>
            <p:cNvSpPr/>
            <p:nvPr/>
          </p:nvSpPr>
          <p:spPr>
            <a:xfrm>
              <a:off x="2869140" y="48663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t710"/>
            <p:cNvSpPr/>
            <p:nvPr/>
          </p:nvSpPr>
          <p:spPr>
            <a:xfrm>
              <a:off x="3154123" y="47238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t711"/>
            <p:cNvSpPr/>
            <p:nvPr/>
          </p:nvSpPr>
          <p:spPr>
            <a:xfrm>
              <a:off x="3747111" y="42765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t712"/>
            <p:cNvSpPr/>
            <p:nvPr/>
          </p:nvSpPr>
          <p:spPr>
            <a:xfrm>
              <a:off x="5558617" y="4127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t713"/>
            <p:cNvSpPr/>
            <p:nvPr/>
          </p:nvSpPr>
          <p:spPr>
            <a:xfrm>
              <a:off x="3173448" y="48492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t714"/>
            <p:cNvSpPr/>
            <p:nvPr/>
          </p:nvSpPr>
          <p:spPr>
            <a:xfrm>
              <a:off x="5215231" y="43375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t715"/>
            <p:cNvSpPr/>
            <p:nvPr/>
          </p:nvSpPr>
          <p:spPr>
            <a:xfrm>
              <a:off x="4875404" y="44897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t716"/>
            <p:cNvSpPr/>
            <p:nvPr/>
          </p:nvSpPr>
          <p:spPr>
            <a:xfrm>
              <a:off x="3012844" y="47825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t717"/>
            <p:cNvSpPr/>
            <p:nvPr/>
          </p:nvSpPr>
          <p:spPr>
            <a:xfrm>
              <a:off x="3405570" y="44779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t718"/>
            <p:cNvSpPr/>
            <p:nvPr/>
          </p:nvSpPr>
          <p:spPr>
            <a:xfrm>
              <a:off x="5257432" y="38019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t719"/>
            <p:cNvSpPr/>
            <p:nvPr/>
          </p:nvSpPr>
          <p:spPr>
            <a:xfrm>
              <a:off x="3735227" y="430707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t720"/>
            <p:cNvSpPr/>
            <p:nvPr/>
          </p:nvSpPr>
          <p:spPr>
            <a:xfrm>
              <a:off x="4968388" y="3856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t721"/>
            <p:cNvSpPr/>
            <p:nvPr/>
          </p:nvSpPr>
          <p:spPr>
            <a:xfrm>
              <a:off x="2940285" y="49428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t722"/>
            <p:cNvSpPr/>
            <p:nvPr/>
          </p:nvSpPr>
          <p:spPr>
            <a:xfrm>
              <a:off x="4504887" y="41644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t723"/>
            <p:cNvSpPr/>
            <p:nvPr/>
          </p:nvSpPr>
          <p:spPr>
            <a:xfrm>
              <a:off x="5597494" y="39154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t724"/>
            <p:cNvSpPr/>
            <p:nvPr/>
          </p:nvSpPr>
          <p:spPr>
            <a:xfrm>
              <a:off x="6144724" y="41913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t725"/>
            <p:cNvSpPr/>
            <p:nvPr/>
          </p:nvSpPr>
          <p:spPr>
            <a:xfrm>
              <a:off x="4092310" y="4475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t726"/>
            <p:cNvSpPr/>
            <p:nvPr/>
          </p:nvSpPr>
          <p:spPr>
            <a:xfrm>
              <a:off x="4674599" y="39239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t727"/>
            <p:cNvSpPr/>
            <p:nvPr/>
          </p:nvSpPr>
          <p:spPr>
            <a:xfrm>
              <a:off x="4365157" y="43621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t728"/>
            <p:cNvSpPr/>
            <p:nvPr/>
          </p:nvSpPr>
          <p:spPr>
            <a:xfrm>
              <a:off x="5705745" y="37068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t729"/>
            <p:cNvSpPr/>
            <p:nvPr/>
          </p:nvSpPr>
          <p:spPr>
            <a:xfrm>
              <a:off x="3384938" y="45825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t730"/>
            <p:cNvSpPr/>
            <p:nvPr/>
          </p:nvSpPr>
          <p:spPr>
            <a:xfrm>
              <a:off x="3277475" y="46627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t731"/>
            <p:cNvSpPr/>
            <p:nvPr/>
          </p:nvSpPr>
          <p:spPr>
            <a:xfrm>
              <a:off x="6311465" y="32517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t732"/>
            <p:cNvSpPr/>
            <p:nvPr/>
          </p:nvSpPr>
          <p:spPr>
            <a:xfrm>
              <a:off x="4753173" y="470397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t733"/>
            <p:cNvSpPr/>
            <p:nvPr/>
          </p:nvSpPr>
          <p:spPr>
            <a:xfrm>
              <a:off x="3785801" y="41454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t734"/>
            <p:cNvSpPr/>
            <p:nvPr/>
          </p:nvSpPr>
          <p:spPr>
            <a:xfrm>
              <a:off x="5652347" y="41459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t735"/>
            <p:cNvSpPr/>
            <p:nvPr/>
          </p:nvSpPr>
          <p:spPr>
            <a:xfrm>
              <a:off x="3786533" y="43145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t736"/>
            <p:cNvSpPr/>
            <p:nvPr/>
          </p:nvSpPr>
          <p:spPr>
            <a:xfrm>
              <a:off x="5450249" y="37340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t737"/>
            <p:cNvSpPr/>
            <p:nvPr/>
          </p:nvSpPr>
          <p:spPr>
            <a:xfrm>
              <a:off x="4689823" y="40863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t738"/>
            <p:cNvSpPr/>
            <p:nvPr/>
          </p:nvSpPr>
          <p:spPr>
            <a:xfrm>
              <a:off x="5944383" y="3813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t739"/>
            <p:cNvSpPr/>
            <p:nvPr/>
          </p:nvSpPr>
          <p:spPr>
            <a:xfrm>
              <a:off x="4322819" y="39814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t740"/>
            <p:cNvSpPr/>
            <p:nvPr/>
          </p:nvSpPr>
          <p:spPr>
            <a:xfrm>
              <a:off x="2743459" y="44957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t741"/>
            <p:cNvSpPr/>
            <p:nvPr/>
          </p:nvSpPr>
          <p:spPr>
            <a:xfrm>
              <a:off x="5798063" y="42371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t742"/>
            <p:cNvSpPr/>
            <p:nvPr/>
          </p:nvSpPr>
          <p:spPr>
            <a:xfrm>
              <a:off x="4246820" y="44988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t743"/>
            <p:cNvSpPr/>
            <p:nvPr/>
          </p:nvSpPr>
          <p:spPr>
            <a:xfrm>
              <a:off x="3626117" y="4435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t744"/>
            <p:cNvSpPr/>
            <p:nvPr/>
          </p:nvSpPr>
          <p:spPr>
            <a:xfrm>
              <a:off x="4952300" y="39538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t745"/>
            <p:cNvSpPr/>
            <p:nvPr/>
          </p:nvSpPr>
          <p:spPr>
            <a:xfrm>
              <a:off x="3533715" y="45024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t746"/>
            <p:cNvSpPr/>
            <p:nvPr/>
          </p:nvSpPr>
          <p:spPr>
            <a:xfrm>
              <a:off x="5342031" y="37484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t747"/>
            <p:cNvSpPr/>
            <p:nvPr/>
          </p:nvSpPr>
          <p:spPr>
            <a:xfrm>
              <a:off x="3581552" y="45892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t748"/>
            <p:cNvSpPr/>
            <p:nvPr/>
          </p:nvSpPr>
          <p:spPr>
            <a:xfrm>
              <a:off x="4601054" y="42173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t749"/>
            <p:cNvSpPr/>
            <p:nvPr/>
          </p:nvSpPr>
          <p:spPr>
            <a:xfrm>
              <a:off x="7820330" y="33421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t750"/>
            <p:cNvSpPr/>
            <p:nvPr/>
          </p:nvSpPr>
          <p:spPr>
            <a:xfrm>
              <a:off x="5866002" y="36632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t751"/>
            <p:cNvSpPr/>
            <p:nvPr/>
          </p:nvSpPr>
          <p:spPr>
            <a:xfrm>
              <a:off x="4813801" y="39264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t752"/>
            <p:cNvSpPr/>
            <p:nvPr/>
          </p:nvSpPr>
          <p:spPr>
            <a:xfrm>
              <a:off x="7741311" y="40017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t753"/>
            <p:cNvSpPr/>
            <p:nvPr/>
          </p:nvSpPr>
          <p:spPr>
            <a:xfrm>
              <a:off x="4528266" y="45658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t754"/>
            <p:cNvSpPr/>
            <p:nvPr/>
          </p:nvSpPr>
          <p:spPr>
            <a:xfrm>
              <a:off x="4509196" y="43216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t755"/>
            <p:cNvSpPr/>
            <p:nvPr/>
          </p:nvSpPr>
          <p:spPr>
            <a:xfrm>
              <a:off x="6703571" y="38768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t756"/>
            <p:cNvSpPr/>
            <p:nvPr/>
          </p:nvSpPr>
          <p:spPr>
            <a:xfrm>
              <a:off x="7469095" y="36637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t757"/>
            <p:cNvSpPr/>
            <p:nvPr/>
          </p:nvSpPr>
          <p:spPr>
            <a:xfrm>
              <a:off x="4497142" y="41389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t758"/>
            <p:cNvSpPr/>
            <p:nvPr/>
          </p:nvSpPr>
          <p:spPr>
            <a:xfrm>
              <a:off x="4934923" y="36300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t759"/>
            <p:cNvSpPr/>
            <p:nvPr/>
          </p:nvSpPr>
          <p:spPr>
            <a:xfrm>
              <a:off x="4312463" y="41673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t760"/>
            <p:cNvSpPr/>
            <p:nvPr/>
          </p:nvSpPr>
          <p:spPr>
            <a:xfrm>
              <a:off x="4752415" y="42458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t761"/>
            <p:cNvSpPr/>
            <p:nvPr/>
          </p:nvSpPr>
          <p:spPr>
            <a:xfrm>
              <a:off x="4770014" y="40529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t762"/>
            <p:cNvSpPr/>
            <p:nvPr/>
          </p:nvSpPr>
          <p:spPr>
            <a:xfrm>
              <a:off x="3022283" y="45870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t763"/>
            <p:cNvSpPr/>
            <p:nvPr/>
          </p:nvSpPr>
          <p:spPr>
            <a:xfrm>
              <a:off x="3852002" y="43870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t764"/>
            <p:cNvSpPr/>
            <p:nvPr/>
          </p:nvSpPr>
          <p:spPr>
            <a:xfrm>
              <a:off x="5699787" y="38115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t765"/>
            <p:cNvSpPr/>
            <p:nvPr/>
          </p:nvSpPr>
          <p:spPr>
            <a:xfrm>
              <a:off x="6463059" y="37841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t766"/>
            <p:cNvSpPr/>
            <p:nvPr/>
          </p:nvSpPr>
          <p:spPr>
            <a:xfrm>
              <a:off x="3402545" y="47859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t767"/>
            <p:cNvSpPr/>
            <p:nvPr/>
          </p:nvSpPr>
          <p:spPr>
            <a:xfrm>
              <a:off x="3866429" y="42718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t768"/>
            <p:cNvSpPr/>
            <p:nvPr/>
          </p:nvSpPr>
          <p:spPr>
            <a:xfrm>
              <a:off x="4889492" y="4248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t769"/>
            <p:cNvSpPr/>
            <p:nvPr/>
          </p:nvSpPr>
          <p:spPr>
            <a:xfrm>
              <a:off x="4365951" y="42686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t770"/>
            <p:cNvSpPr/>
            <p:nvPr/>
          </p:nvSpPr>
          <p:spPr>
            <a:xfrm>
              <a:off x="5400208" y="40471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t771"/>
            <p:cNvSpPr/>
            <p:nvPr/>
          </p:nvSpPr>
          <p:spPr>
            <a:xfrm>
              <a:off x="5208705" y="39713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t772"/>
            <p:cNvSpPr/>
            <p:nvPr/>
          </p:nvSpPr>
          <p:spPr>
            <a:xfrm>
              <a:off x="3983228" y="43020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t773"/>
            <p:cNvSpPr/>
            <p:nvPr/>
          </p:nvSpPr>
          <p:spPr>
            <a:xfrm>
              <a:off x="2903896" y="45694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t774"/>
            <p:cNvSpPr/>
            <p:nvPr/>
          </p:nvSpPr>
          <p:spPr>
            <a:xfrm>
              <a:off x="5232657" y="34885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t775"/>
            <p:cNvSpPr/>
            <p:nvPr/>
          </p:nvSpPr>
          <p:spPr>
            <a:xfrm>
              <a:off x="6837987" y="36475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t776"/>
            <p:cNvSpPr/>
            <p:nvPr/>
          </p:nvSpPr>
          <p:spPr>
            <a:xfrm>
              <a:off x="7253945" y="35955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t777"/>
            <p:cNvSpPr/>
            <p:nvPr/>
          </p:nvSpPr>
          <p:spPr>
            <a:xfrm>
              <a:off x="3383525" y="43453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t778"/>
            <p:cNvSpPr/>
            <p:nvPr/>
          </p:nvSpPr>
          <p:spPr>
            <a:xfrm>
              <a:off x="3193206" y="44551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t779"/>
            <p:cNvSpPr/>
            <p:nvPr/>
          </p:nvSpPr>
          <p:spPr>
            <a:xfrm>
              <a:off x="5326356" y="41202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t780"/>
            <p:cNvSpPr/>
            <p:nvPr/>
          </p:nvSpPr>
          <p:spPr>
            <a:xfrm>
              <a:off x="5024921" y="39680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t781"/>
            <p:cNvSpPr/>
            <p:nvPr/>
          </p:nvSpPr>
          <p:spPr>
            <a:xfrm>
              <a:off x="6338224" y="39499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t782"/>
            <p:cNvSpPr/>
            <p:nvPr/>
          </p:nvSpPr>
          <p:spPr>
            <a:xfrm>
              <a:off x="3946894" y="42685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t783"/>
            <p:cNvSpPr/>
            <p:nvPr/>
          </p:nvSpPr>
          <p:spPr>
            <a:xfrm>
              <a:off x="7098241" y="36976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t784"/>
            <p:cNvSpPr/>
            <p:nvPr/>
          </p:nvSpPr>
          <p:spPr>
            <a:xfrm>
              <a:off x="3398233" y="413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t785"/>
            <p:cNvSpPr/>
            <p:nvPr/>
          </p:nvSpPr>
          <p:spPr>
            <a:xfrm>
              <a:off x="3231451" y="49458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t786"/>
            <p:cNvSpPr/>
            <p:nvPr/>
          </p:nvSpPr>
          <p:spPr>
            <a:xfrm>
              <a:off x="3669293" y="46808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t787"/>
            <p:cNvSpPr/>
            <p:nvPr/>
          </p:nvSpPr>
          <p:spPr>
            <a:xfrm>
              <a:off x="7109161" y="35474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t788"/>
            <p:cNvSpPr/>
            <p:nvPr/>
          </p:nvSpPr>
          <p:spPr>
            <a:xfrm>
              <a:off x="3988116" y="44398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t789"/>
            <p:cNvSpPr/>
            <p:nvPr/>
          </p:nvSpPr>
          <p:spPr>
            <a:xfrm>
              <a:off x="8023121" y="33987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t790"/>
            <p:cNvSpPr/>
            <p:nvPr/>
          </p:nvSpPr>
          <p:spPr>
            <a:xfrm>
              <a:off x="6826149" y="34025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t791"/>
            <p:cNvSpPr/>
            <p:nvPr/>
          </p:nvSpPr>
          <p:spPr>
            <a:xfrm>
              <a:off x="3433138" y="46790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t792"/>
            <p:cNvSpPr/>
            <p:nvPr/>
          </p:nvSpPr>
          <p:spPr>
            <a:xfrm>
              <a:off x="5084714" y="42405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t793"/>
            <p:cNvSpPr/>
            <p:nvPr/>
          </p:nvSpPr>
          <p:spPr>
            <a:xfrm>
              <a:off x="5029089" y="40973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t794"/>
            <p:cNvSpPr/>
            <p:nvPr/>
          </p:nvSpPr>
          <p:spPr>
            <a:xfrm>
              <a:off x="5003127" y="36752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t795"/>
            <p:cNvSpPr/>
            <p:nvPr/>
          </p:nvSpPr>
          <p:spPr>
            <a:xfrm>
              <a:off x="4108227" y="43463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t796"/>
            <p:cNvSpPr/>
            <p:nvPr/>
          </p:nvSpPr>
          <p:spPr>
            <a:xfrm>
              <a:off x="6058232" y="37433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t797"/>
            <p:cNvSpPr/>
            <p:nvPr/>
          </p:nvSpPr>
          <p:spPr>
            <a:xfrm>
              <a:off x="5257676" y="40964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t798"/>
            <p:cNvSpPr/>
            <p:nvPr/>
          </p:nvSpPr>
          <p:spPr>
            <a:xfrm>
              <a:off x="3026000" y="50167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t799"/>
            <p:cNvSpPr/>
            <p:nvPr/>
          </p:nvSpPr>
          <p:spPr>
            <a:xfrm>
              <a:off x="4047082" y="41692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t800"/>
            <p:cNvSpPr/>
            <p:nvPr/>
          </p:nvSpPr>
          <p:spPr>
            <a:xfrm>
              <a:off x="4077465" y="41111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t801"/>
            <p:cNvSpPr/>
            <p:nvPr/>
          </p:nvSpPr>
          <p:spPr>
            <a:xfrm>
              <a:off x="5501312" y="41574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t802"/>
            <p:cNvSpPr/>
            <p:nvPr/>
          </p:nvSpPr>
          <p:spPr>
            <a:xfrm>
              <a:off x="3060864" y="44093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t803"/>
            <p:cNvSpPr/>
            <p:nvPr/>
          </p:nvSpPr>
          <p:spPr>
            <a:xfrm>
              <a:off x="3951883" y="48017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t804"/>
            <p:cNvSpPr/>
            <p:nvPr/>
          </p:nvSpPr>
          <p:spPr>
            <a:xfrm>
              <a:off x="3882660" y="43256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t805"/>
            <p:cNvSpPr/>
            <p:nvPr/>
          </p:nvSpPr>
          <p:spPr>
            <a:xfrm>
              <a:off x="3840197" y="47871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t806"/>
            <p:cNvSpPr/>
            <p:nvPr/>
          </p:nvSpPr>
          <p:spPr>
            <a:xfrm>
              <a:off x="4139322" y="44900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t807"/>
            <p:cNvSpPr/>
            <p:nvPr/>
          </p:nvSpPr>
          <p:spPr>
            <a:xfrm>
              <a:off x="5316967" y="37949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t808"/>
            <p:cNvSpPr/>
            <p:nvPr/>
          </p:nvSpPr>
          <p:spPr>
            <a:xfrm>
              <a:off x="4824531" y="38877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t809"/>
            <p:cNvSpPr/>
            <p:nvPr/>
          </p:nvSpPr>
          <p:spPr>
            <a:xfrm>
              <a:off x="4798494" y="42713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t810"/>
            <p:cNvSpPr/>
            <p:nvPr/>
          </p:nvSpPr>
          <p:spPr>
            <a:xfrm>
              <a:off x="3941253" y="45631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t811"/>
            <p:cNvSpPr/>
            <p:nvPr/>
          </p:nvSpPr>
          <p:spPr>
            <a:xfrm>
              <a:off x="4099475" y="43159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t812"/>
            <p:cNvSpPr/>
            <p:nvPr/>
          </p:nvSpPr>
          <p:spPr>
            <a:xfrm>
              <a:off x="4997152" y="40998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t813"/>
            <p:cNvSpPr/>
            <p:nvPr/>
          </p:nvSpPr>
          <p:spPr>
            <a:xfrm>
              <a:off x="5307403" y="36972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t814"/>
            <p:cNvSpPr/>
            <p:nvPr/>
          </p:nvSpPr>
          <p:spPr>
            <a:xfrm>
              <a:off x="4579621" y="40390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t815"/>
            <p:cNvSpPr/>
            <p:nvPr/>
          </p:nvSpPr>
          <p:spPr>
            <a:xfrm>
              <a:off x="5586558" y="36146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t816"/>
            <p:cNvSpPr/>
            <p:nvPr/>
          </p:nvSpPr>
          <p:spPr>
            <a:xfrm>
              <a:off x="3763559" y="43807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t817"/>
            <p:cNvSpPr/>
            <p:nvPr/>
          </p:nvSpPr>
          <p:spPr>
            <a:xfrm>
              <a:off x="4714195" y="39370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t818"/>
            <p:cNvSpPr/>
            <p:nvPr/>
          </p:nvSpPr>
          <p:spPr>
            <a:xfrm>
              <a:off x="4909438" y="46435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t819"/>
            <p:cNvSpPr/>
            <p:nvPr/>
          </p:nvSpPr>
          <p:spPr>
            <a:xfrm>
              <a:off x="3869410" y="4267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t820"/>
            <p:cNvSpPr/>
            <p:nvPr/>
          </p:nvSpPr>
          <p:spPr>
            <a:xfrm>
              <a:off x="4496005" y="44430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t821"/>
            <p:cNvSpPr/>
            <p:nvPr/>
          </p:nvSpPr>
          <p:spPr>
            <a:xfrm>
              <a:off x="4378218" y="45324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t822"/>
            <p:cNvSpPr/>
            <p:nvPr/>
          </p:nvSpPr>
          <p:spPr>
            <a:xfrm>
              <a:off x="4982280" y="40216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t823"/>
            <p:cNvSpPr/>
            <p:nvPr/>
          </p:nvSpPr>
          <p:spPr>
            <a:xfrm>
              <a:off x="4177381" y="45009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t824"/>
            <p:cNvSpPr/>
            <p:nvPr/>
          </p:nvSpPr>
          <p:spPr>
            <a:xfrm>
              <a:off x="5638222" y="41205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t825"/>
            <p:cNvSpPr/>
            <p:nvPr/>
          </p:nvSpPr>
          <p:spPr>
            <a:xfrm>
              <a:off x="4913146" y="41284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t826"/>
            <p:cNvSpPr/>
            <p:nvPr/>
          </p:nvSpPr>
          <p:spPr>
            <a:xfrm>
              <a:off x="3792526" y="43548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t827"/>
            <p:cNvSpPr/>
            <p:nvPr/>
          </p:nvSpPr>
          <p:spPr>
            <a:xfrm>
              <a:off x="2999069" y="46659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t828"/>
            <p:cNvSpPr/>
            <p:nvPr/>
          </p:nvSpPr>
          <p:spPr>
            <a:xfrm>
              <a:off x="2926973" y="45062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t829"/>
            <p:cNvSpPr/>
            <p:nvPr/>
          </p:nvSpPr>
          <p:spPr>
            <a:xfrm>
              <a:off x="3703277" y="4326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t830"/>
            <p:cNvSpPr/>
            <p:nvPr/>
          </p:nvSpPr>
          <p:spPr>
            <a:xfrm>
              <a:off x="6180717" y="38791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t831"/>
            <p:cNvSpPr/>
            <p:nvPr/>
          </p:nvSpPr>
          <p:spPr>
            <a:xfrm>
              <a:off x="4616825" y="41233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t832"/>
            <p:cNvSpPr/>
            <p:nvPr/>
          </p:nvSpPr>
          <p:spPr>
            <a:xfrm>
              <a:off x="3003999" y="47942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t833"/>
            <p:cNvSpPr/>
            <p:nvPr/>
          </p:nvSpPr>
          <p:spPr>
            <a:xfrm>
              <a:off x="3179854" y="47216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t834"/>
            <p:cNvSpPr/>
            <p:nvPr/>
          </p:nvSpPr>
          <p:spPr>
            <a:xfrm>
              <a:off x="4430918" y="40131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t835"/>
            <p:cNvSpPr/>
            <p:nvPr/>
          </p:nvSpPr>
          <p:spPr>
            <a:xfrm>
              <a:off x="4065313" y="41556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t836"/>
            <p:cNvSpPr/>
            <p:nvPr/>
          </p:nvSpPr>
          <p:spPr>
            <a:xfrm>
              <a:off x="3310907" y="42973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t837"/>
            <p:cNvSpPr/>
            <p:nvPr/>
          </p:nvSpPr>
          <p:spPr>
            <a:xfrm>
              <a:off x="3348491" y="41786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t838"/>
            <p:cNvSpPr/>
            <p:nvPr/>
          </p:nvSpPr>
          <p:spPr>
            <a:xfrm>
              <a:off x="4231188" y="45223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t839"/>
            <p:cNvSpPr/>
            <p:nvPr/>
          </p:nvSpPr>
          <p:spPr>
            <a:xfrm>
              <a:off x="8525379" y="32786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t840"/>
            <p:cNvSpPr/>
            <p:nvPr/>
          </p:nvSpPr>
          <p:spPr>
            <a:xfrm>
              <a:off x="7270229" y="33733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t841"/>
            <p:cNvSpPr/>
            <p:nvPr/>
          </p:nvSpPr>
          <p:spPr>
            <a:xfrm>
              <a:off x="3244920" y="50510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t842"/>
            <p:cNvSpPr/>
            <p:nvPr/>
          </p:nvSpPr>
          <p:spPr>
            <a:xfrm>
              <a:off x="4170501" y="41387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t843"/>
            <p:cNvSpPr/>
            <p:nvPr/>
          </p:nvSpPr>
          <p:spPr>
            <a:xfrm>
              <a:off x="6836029" y="34776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t844"/>
            <p:cNvSpPr/>
            <p:nvPr/>
          </p:nvSpPr>
          <p:spPr>
            <a:xfrm>
              <a:off x="1959486" y="52864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t845"/>
            <p:cNvSpPr/>
            <p:nvPr/>
          </p:nvSpPr>
          <p:spPr>
            <a:xfrm>
              <a:off x="3393376" y="45197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t846"/>
            <p:cNvSpPr/>
            <p:nvPr/>
          </p:nvSpPr>
          <p:spPr>
            <a:xfrm>
              <a:off x="3566762" y="45625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t847"/>
            <p:cNvSpPr/>
            <p:nvPr/>
          </p:nvSpPr>
          <p:spPr>
            <a:xfrm>
              <a:off x="3946447" y="4356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t848"/>
            <p:cNvSpPr/>
            <p:nvPr/>
          </p:nvSpPr>
          <p:spPr>
            <a:xfrm>
              <a:off x="5569703" y="39455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t849"/>
            <p:cNvSpPr/>
            <p:nvPr/>
          </p:nvSpPr>
          <p:spPr>
            <a:xfrm>
              <a:off x="3427486" y="4494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t850"/>
            <p:cNvSpPr/>
            <p:nvPr/>
          </p:nvSpPr>
          <p:spPr>
            <a:xfrm>
              <a:off x="3284888" y="45123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t851"/>
            <p:cNvSpPr/>
            <p:nvPr/>
          </p:nvSpPr>
          <p:spPr>
            <a:xfrm>
              <a:off x="4262898" y="39068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t852"/>
            <p:cNvSpPr/>
            <p:nvPr/>
          </p:nvSpPr>
          <p:spPr>
            <a:xfrm>
              <a:off x="9918622" y="35941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t853"/>
            <p:cNvSpPr/>
            <p:nvPr/>
          </p:nvSpPr>
          <p:spPr>
            <a:xfrm>
              <a:off x="4275870" y="3959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t854"/>
            <p:cNvSpPr/>
            <p:nvPr/>
          </p:nvSpPr>
          <p:spPr>
            <a:xfrm>
              <a:off x="6167787" y="38581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t855"/>
            <p:cNvSpPr/>
            <p:nvPr/>
          </p:nvSpPr>
          <p:spPr>
            <a:xfrm>
              <a:off x="7219475" y="33499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t856"/>
            <p:cNvSpPr/>
            <p:nvPr/>
          </p:nvSpPr>
          <p:spPr>
            <a:xfrm>
              <a:off x="5725517" y="39009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t857"/>
            <p:cNvSpPr/>
            <p:nvPr/>
          </p:nvSpPr>
          <p:spPr>
            <a:xfrm>
              <a:off x="3691054" y="44545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t858"/>
            <p:cNvSpPr/>
            <p:nvPr/>
          </p:nvSpPr>
          <p:spPr>
            <a:xfrm>
              <a:off x="7382896" y="34942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t859"/>
            <p:cNvSpPr/>
            <p:nvPr/>
          </p:nvSpPr>
          <p:spPr>
            <a:xfrm>
              <a:off x="3673810" y="44598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t860"/>
            <p:cNvSpPr/>
            <p:nvPr/>
          </p:nvSpPr>
          <p:spPr>
            <a:xfrm>
              <a:off x="4330855" y="41703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t861"/>
            <p:cNvSpPr/>
            <p:nvPr/>
          </p:nvSpPr>
          <p:spPr>
            <a:xfrm>
              <a:off x="3426707" y="45940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t862"/>
            <p:cNvSpPr/>
            <p:nvPr/>
          </p:nvSpPr>
          <p:spPr>
            <a:xfrm>
              <a:off x="6341887" y="37270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t863"/>
            <p:cNvSpPr/>
            <p:nvPr/>
          </p:nvSpPr>
          <p:spPr>
            <a:xfrm>
              <a:off x="3462335" y="42144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t864"/>
            <p:cNvSpPr/>
            <p:nvPr/>
          </p:nvSpPr>
          <p:spPr>
            <a:xfrm>
              <a:off x="4753824" y="39007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t865"/>
            <p:cNvSpPr/>
            <p:nvPr/>
          </p:nvSpPr>
          <p:spPr>
            <a:xfrm>
              <a:off x="4543879" y="40633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t866"/>
            <p:cNvSpPr/>
            <p:nvPr/>
          </p:nvSpPr>
          <p:spPr>
            <a:xfrm>
              <a:off x="3861325" y="46759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t867"/>
            <p:cNvSpPr/>
            <p:nvPr/>
          </p:nvSpPr>
          <p:spPr>
            <a:xfrm>
              <a:off x="5558049" y="38168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t868"/>
            <p:cNvSpPr/>
            <p:nvPr/>
          </p:nvSpPr>
          <p:spPr>
            <a:xfrm>
              <a:off x="5185187" y="36229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t869"/>
            <p:cNvSpPr/>
            <p:nvPr/>
          </p:nvSpPr>
          <p:spPr>
            <a:xfrm>
              <a:off x="4513173" y="39823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t870"/>
            <p:cNvSpPr/>
            <p:nvPr/>
          </p:nvSpPr>
          <p:spPr>
            <a:xfrm>
              <a:off x="4684292" y="43251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t871"/>
            <p:cNvSpPr/>
            <p:nvPr/>
          </p:nvSpPr>
          <p:spPr>
            <a:xfrm>
              <a:off x="4281909" y="42919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t872"/>
            <p:cNvSpPr/>
            <p:nvPr/>
          </p:nvSpPr>
          <p:spPr>
            <a:xfrm>
              <a:off x="3339035" y="46197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t873"/>
            <p:cNvSpPr/>
            <p:nvPr/>
          </p:nvSpPr>
          <p:spPr>
            <a:xfrm>
              <a:off x="4089403" y="39702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t874"/>
            <p:cNvSpPr/>
            <p:nvPr/>
          </p:nvSpPr>
          <p:spPr>
            <a:xfrm>
              <a:off x="4402817" y="40689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t875"/>
            <p:cNvSpPr/>
            <p:nvPr/>
          </p:nvSpPr>
          <p:spPr>
            <a:xfrm>
              <a:off x="2881482" y="45565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t876"/>
            <p:cNvSpPr/>
            <p:nvPr/>
          </p:nvSpPr>
          <p:spPr>
            <a:xfrm>
              <a:off x="7466442" y="32709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t877"/>
            <p:cNvSpPr/>
            <p:nvPr/>
          </p:nvSpPr>
          <p:spPr>
            <a:xfrm>
              <a:off x="6176514" y="44318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t878"/>
            <p:cNvSpPr/>
            <p:nvPr/>
          </p:nvSpPr>
          <p:spPr>
            <a:xfrm>
              <a:off x="5205047" y="39072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t879"/>
            <p:cNvSpPr/>
            <p:nvPr/>
          </p:nvSpPr>
          <p:spPr>
            <a:xfrm>
              <a:off x="3330638" y="44505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t880"/>
            <p:cNvSpPr/>
            <p:nvPr/>
          </p:nvSpPr>
          <p:spPr>
            <a:xfrm>
              <a:off x="6563966" y="36288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t881"/>
            <p:cNvSpPr/>
            <p:nvPr/>
          </p:nvSpPr>
          <p:spPr>
            <a:xfrm>
              <a:off x="4472592" y="42704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t882"/>
            <p:cNvSpPr/>
            <p:nvPr/>
          </p:nvSpPr>
          <p:spPr>
            <a:xfrm>
              <a:off x="6280432" y="38736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t883"/>
            <p:cNvSpPr/>
            <p:nvPr/>
          </p:nvSpPr>
          <p:spPr>
            <a:xfrm>
              <a:off x="2610626" y="5277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t884"/>
            <p:cNvSpPr/>
            <p:nvPr/>
          </p:nvSpPr>
          <p:spPr>
            <a:xfrm>
              <a:off x="4981185" y="37780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t885"/>
            <p:cNvSpPr/>
            <p:nvPr/>
          </p:nvSpPr>
          <p:spPr>
            <a:xfrm>
              <a:off x="3563892" y="45876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t886"/>
            <p:cNvSpPr/>
            <p:nvPr/>
          </p:nvSpPr>
          <p:spPr>
            <a:xfrm>
              <a:off x="4883510" y="46981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t887"/>
            <p:cNvSpPr/>
            <p:nvPr/>
          </p:nvSpPr>
          <p:spPr>
            <a:xfrm>
              <a:off x="3275923" y="42482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t888"/>
            <p:cNvSpPr/>
            <p:nvPr/>
          </p:nvSpPr>
          <p:spPr>
            <a:xfrm>
              <a:off x="3308237" y="47147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t889"/>
            <p:cNvSpPr/>
            <p:nvPr/>
          </p:nvSpPr>
          <p:spPr>
            <a:xfrm>
              <a:off x="4158116" y="42862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t890"/>
            <p:cNvSpPr/>
            <p:nvPr/>
          </p:nvSpPr>
          <p:spPr>
            <a:xfrm>
              <a:off x="4164982" y="39480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t891"/>
            <p:cNvSpPr/>
            <p:nvPr/>
          </p:nvSpPr>
          <p:spPr>
            <a:xfrm>
              <a:off x="3801511" y="44409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t892"/>
            <p:cNvSpPr/>
            <p:nvPr/>
          </p:nvSpPr>
          <p:spPr>
            <a:xfrm>
              <a:off x="5656600" y="38851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t893"/>
            <p:cNvSpPr/>
            <p:nvPr/>
          </p:nvSpPr>
          <p:spPr>
            <a:xfrm>
              <a:off x="3503778" y="44256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t894"/>
            <p:cNvSpPr/>
            <p:nvPr/>
          </p:nvSpPr>
          <p:spPr>
            <a:xfrm>
              <a:off x="4437992" y="38137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t895"/>
            <p:cNvSpPr/>
            <p:nvPr/>
          </p:nvSpPr>
          <p:spPr>
            <a:xfrm>
              <a:off x="5427828" y="40962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t896"/>
            <p:cNvSpPr/>
            <p:nvPr/>
          </p:nvSpPr>
          <p:spPr>
            <a:xfrm>
              <a:off x="4442326" y="42993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t897"/>
            <p:cNvSpPr/>
            <p:nvPr/>
          </p:nvSpPr>
          <p:spPr>
            <a:xfrm>
              <a:off x="3649724" y="41071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t898"/>
            <p:cNvSpPr/>
            <p:nvPr/>
          </p:nvSpPr>
          <p:spPr>
            <a:xfrm>
              <a:off x="2992476" y="46702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t899"/>
            <p:cNvSpPr/>
            <p:nvPr/>
          </p:nvSpPr>
          <p:spPr>
            <a:xfrm>
              <a:off x="3617710" y="43223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t900"/>
            <p:cNvSpPr/>
            <p:nvPr/>
          </p:nvSpPr>
          <p:spPr>
            <a:xfrm>
              <a:off x="4704669" y="42358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t901"/>
            <p:cNvSpPr/>
            <p:nvPr/>
          </p:nvSpPr>
          <p:spPr>
            <a:xfrm>
              <a:off x="6052386" y="39467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t902"/>
            <p:cNvSpPr/>
            <p:nvPr/>
          </p:nvSpPr>
          <p:spPr>
            <a:xfrm>
              <a:off x="4480252" y="39332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t903"/>
            <p:cNvSpPr/>
            <p:nvPr/>
          </p:nvSpPr>
          <p:spPr>
            <a:xfrm>
              <a:off x="4194585" y="41348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t904"/>
            <p:cNvSpPr/>
            <p:nvPr/>
          </p:nvSpPr>
          <p:spPr>
            <a:xfrm>
              <a:off x="4728098" y="39697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t905"/>
            <p:cNvSpPr/>
            <p:nvPr/>
          </p:nvSpPr>
          <p:spPr>
            <a:xfrm>
              <a:off x="6333672" y="40076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t906"/>
            <p:cNvSpPr/>
            <p:nvPr/>
          </p:nvSpPr>
          <p:spPr>
            <a:xfrm>
              <a:off x="3491374" y="46040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t907"/>
            <p:cNvSpPr/>
            <p:nvPr/>
          </p:nvSpPr>
          <p:spPr>
            <a:xfrm>
              <a:off x="3639907" y="44672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t908"/>
            <p:cNvSpPr/>
            <p:nvPr/>
          </p:nvSpPr>
          <p:spPr>
            <a:xfrm>
              <a:off x="3506217" y="43456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t909"/>
            <p:cNvSpPr/>
            <p:nvPr/>
          </p:nvSpPr>
          <p:spPr>
            <a:xfrm>
              <a:off x="3888570" y="41649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t910"/>
            <p:cNvSpPr/>
            <p:nvPr/>
          </p:nvSpPr>
          <p:spPr>
            <a:xfrm>
              <a:off x="4138501" y="40718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t911"/>
            <p:cNvSpPr/>
            <p:nvPr/>
          </p:nvSpPr>
          <p:spPr>
            <a:xfrm>
              <a:off x="3516546" y="47600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t912"/>
            <p:cNvSpPr/>
            <p:nvPr/>
          </p:nvSpPr>
          <p:spPr>
            <a:xfrm>
              <a:off x="3982878" y="41996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t913"/>
            <p:cNvSpPr/>
            <p:nvPr/>
          </p:nvSpPr>
          <p:spPr>
            <a:xfrm>
              <a:off x="4990245" y="39153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t914"/>
            <p:cNvSpPr/>
            <p:nvPr/>
          </p:nvSpPr>
          <p:spPr>
            <a:xfrm>
              <a:off x="3747751" y="41502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t915"/>
            <p:cNvSpPr/>
            <p:nvPr/>
          </p:nvSpPr>
          <p:spPr>
            <a:xfrm>
              <a:off x="3989461" y="42921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t916"/>
            <p:cNvSpPr/>
            <p:nvPr/>
          </p:nvSpPr>
          <p:spPr>
            <a:xfrm>
              <a:off x="3661753" y="43391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t917"/>
            <p:cNvSpPr/>
            <p:nvPr/>
          </p:nvSpPr>
          <p:spPr>
            <a:xfrm>
              <a:off x="5017049" y="40282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t918"/>
            <p:cNvSpPr/>
            <p:nvPr/>
          </p:nvSpPr>
          <p:spPr>
            <a:xfrm>
              <a:off x="4067386" y="43290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t919"/>
            <p:cNvSpPr/>
            <p:nvPr/>
          </p:nvSpPr>
          <p:spPr>
            <a:xfrm>
              <a:off x="5016680" y="42944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t920"/>
            <p:cNvSpPr/>
            <p:nvPr/>
          </p:nvSpPr>
          <p:spPr>
            <a:xfrm>
              <a:off x="3548204" y="43188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t921"/>
            <p:cNvSpPr/>
            <p:nvPr/>
          </p:nvSpPr>
          <p:spPr>
            <a:xfrm>
              <a:off x="4879701" y="38679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t922"/>
            <p:cNvSpPr/>
            <p:nvPr/>
          </p:nvSpPr>
          <p:spPr>
            <a:xfrm>
              <a:off x="7993316" y="3761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t923"/>
            <p:cNvSpPr/>
            <p:nvPr/>
          </p:nvSpPr>
          <p:spPr>
            <a:xfrm>
              <a:off x="2933492" y="48706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t924"/>
            <p:cNvSpPr/>
            <p:nvPr/>
          </p:nvSpPr>
          <p:spPr>
            <a:xfrm>
              <a:off x="4449696" y="43795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t925"/>
            <p:cNvSpPr/>
            <p:nvPr/>
          </p:nvSpPr>
          <p:spPr>
            <a:xfrm>
              <a:off x="2796606" y="46558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t926"/>
            <p:cNvSpPr/>
            <p:nvPr/>
          </p:nvSpPr>
          <p:spPr>
            <a:xfrm>
              <a:off x="6636871" y="35009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t927"/>
            <p:cNvSpPr/>
            <p:nvPr/>
          </p:nvSpPr>
          <p:spPr>
            <a:xfrm>
              <a:off x="5951170" y="37330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t928"/>
            <p:cNvSpPr/>
            <p:nvPr/>
          </p:nvSpPr>
          <p:spPr>
            <a:xfrm>
              <a:off x="3283275" y="42868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t929"/>
            <p:cNvSpPr/>
            <p:nvPr/>
          </p:nvSpPr>
          <p:spPr>
            <a:xfrm>
              <a:off x="3363158" y="43882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t930"/>
            <p:cNvSpPr/>
            <p:nvPr/>
          </p:nvSpPr>
          <p:spPr>
            <a:xfrm>
              <a:off x="4972995" y="40541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t931"/>
            <p:cNvSpPr/>
            <p:nvPr/>
          </p:nvSpPr>
          <p:spPr>
            <a:xfrm>
              <a:off x="4288728" y="39993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t932"/>
            <p:cNvSpPr/>
            <p:nvPr/>
          </p:nvSpPr>
          <p:spPr>
            <a:xfrm>
              <a:off x="4226902" y="40910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t933"/>
            <p:cNvSpPr/>
            <p:nvPr/>
          </p:nvSpPr>
          <p:spPr>
            <a:xfrm>
              <a:off x="5010711" y="37273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t934"/>
            <p:cNvSpPr/>
            <p:nvPr/>
          </p:nvSpPr>
          <p:spPr>
            <a:xfrm>
              <a:off x="4261651" y="38715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t935"/>
            <p:cNvSpPr/>
            <p:nvPr/>
          </p:nvSpPr>
          <p:spPr>
            <a:xfrm>
              <a:off x="2554627" y="5104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t936"/>
            <p:cNvSpPr/>
            <p:nvPr/>
          </p:nvSpPr>
          <p:spPr>
            <a:xfrm>
              <a:off x="2934818" y="49654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t937"/>
            <p:cNvSpPr/>
            <p:nvPr/>
          </p:nvSpPr>
          <p:spPr>
            <a:xfrm>
              <a:off x="6844867" y="33900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t938"/>
            <p:cNvSpPr/>
            <p:nvPr/>
          </p:nvSpPr>
          <p:spPr>
            <a:xfrm>
              <a:off x="5647058" y="35517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t939"/>
            <p:cNvSpPr/>
            <p:nvPr/>
          </p:nvSpPr>
          <p:spPr>
            <a:xfrm>
              <a:off x="6158917" y="34378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t940"/>
            <p:cNvSpPr/>
            <p:nvPr/>
          </p:nvSpPr>
          <p:spPr>
            <a:xfrm>
              <a:off x="6719082" y="37570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t941"/>
            <p:cNvSpPr/>
            <p:nvPr/>
          </p:nvSpPr>
          <p:spPr>
            <a:xfrm>
              <a:off x="4724363" y="39862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t942"/>
            <p:cNvSpPr/>
            <p:nvPr/>
          </p:nvSpPr>
          <p:spPr>
            <a:xfrm>
              <a:off x="4532124" y="38541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t943"/>
            <p:cNvSpPr/>
            <p:nvPr/>
          </p:nvSpPr>
          <p:spPr>
            <a:xfrm>
              <a:off x="4915568" y="41105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t944"/>
            <p:cNvSpPr/>
            <p:nvPr/>
          </p:nvSpPr>
          <p:spPr>
            <a:xfrm>
              <a:off x="3856320" y="41414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t945"/>
            <p:cNvSpPr/>
            <p:nvPr/>
          </p:nvSpPr>
          <p:spPr>
            <a:xfrm>
              <a:off x="3861034" y="4136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t946"/>
            <p:cNvSpPr/>
            <p:nvPr/>
          </p:nvSpPr>
          <p:spPr>
            <a:xfrm>
              <a:off x="5592269" y="40308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t947"/>
            <p:cNvSpPr/>
            <p:nvPr/>
          </p:nvSpPr>
          <p:spPr>
            <a:xfrm>
              <a:off x="5871724" y="3611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t948"/>
            <p:cNvSpPr/>
            <p:nvPr/>
          </p:nvSpPr>
          <p:spPr>
            <a:xfrm>
              <a:off x="4775852" y="37526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t949"/>
            <p:cNvSpPr/>
            <p:nvPr/>
          </p:nvSpPr>
          <p:spPr>
            <a:xfrm>
              <a:off x="7169781" y="33593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t950"/>
            <p:cNvSpPr/>
            <p:nvPr/>
          </p:nvSpPr>
          <p:spPr>
            <a:xfrm>
              <a:off x="4011295" y="40912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t951"/>
            <p:cNvSpPr/>
            <p:nvPr/>
          </p:nvSpPr>
          <p:spPr>
            <a:xfrm>
              <a:off x="4344990" y="41885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t952"/>
            <p:cNvSpPr/>
            <p:nvPr/>
          </p:nvSpPr>
          <p:spPr>
            <a:xfrm>
              <a:off x="4399911" y="41377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t953"/>
            <p:cNvSpPr/>
            <p:nvPr/>
          </p:nvSpPr>
          <p:spPr>
            <a:xfrm>
              <a:off x="4243085" y="42481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t954"/>
            <p:cNvSpPr/>
            <p:nvPr/>
          </p:nvSpPr>
          <p:spPr>
            <a:xfrm>
              <a:off x="7989826" y="35087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t955"/>
            <p:cNvSpPr/>
            <p:nvPr/>
          </p:nvSpPr>
          <p:spPr>
            <a:xfrm>
              <a:off x="3120299" y="47277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t956"/>
            <p:cNvSpPr/>
            <p:nvPr/>
          </p:nvSpPr>
          <p:spPr>
            <a:xfrm>
              <a:off x="3611603" y="4125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t957"/>
            <p:cNvSpPr/>
            <p:nvPr/>
          </p:nvSpPr>
          <p:spPr>
            <a:xfrm>
              <a:off x="6950086" y="40574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t958"/>
            <p:cNvSpPr/>
            <p:nvPr/>
          </p:nvSpPr>
          <p:spPr>
            <a:xfrm>
              <a:off x="3832859" y="39719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t959"/>
            <p:cNvSpPr/>
            <p:nvPr/>
          </p:nvSpPr>
          <p:spPr>
            <a:xfrm>
              <a:off x="7485681" y="33705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t960"/>
            <p:cNvSpPr/>
            <p:nvPr/>
          </p:nvSpPr>
          <p:spPr>
            <a:xfrm>
              <a:off x="4846030" y="42862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t961"/>
            <p:cNvSpPr/>
            <p:nvPr/>
          </p:nvSpPr>
          <p:spPr>
            <a:xfrm>
              <a:off x="5321852" y="40431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t962"/>
            <p:cNvSpPr/>
            <p:nvPr/>
          </p:nvSpPr>
          <p:spPr>
            <a:xfrm>
              <a:off x="6329442" y="39318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t963"/>
            <p:cNvSpPr/>
            <p:nvPr/>
          </p:nvSpPr>
          <p:spPr>
            <a:xfrm>
              <a:off x="5096619" y="41030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t964"/>
            <p:cNvSpPr/>
            <p:nvPr/>
          </p:nvSpPr>
          <p:spPr>
            <a:xfrm>
              <a:off x="3084621" y="45132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g965"/>
            <p:cNvSpPr/>
            <p:nvPr/>
          </p:nvSpPr>
          <p:spPr>
            <a:xfrm>
              <a:off x="2171462" y="3250053"/>
              <a:ext cx="6445748" cy="1616254"/>
            </a:xfrm>
            <a:custGeom>
              <a:avLst/>
              <a:pathLst>
                <a:path w="6445748" h="1616254">
                  <a:moveTo>
                    <a:pt x="0" y="1541176"/>
                  </a:moveTo>
                  <a:lnTo>
                    <a:pt x="160573" y="1505647"/>
                  </a:lnTo>
                  <a:lnTo>
                    <a:pt x="321147" y="1470071"/>
                  </a:lnTo>
                  <a:lnTo>
                    <a:pt x="481721" y="1434439"/>
                  </a:lnTo>
                  <a:lnTo>
                    <a:pt x="642295" y="1398739"/>
                  </a:lnTo>
                  <a:lnTo>
                    <a:pt x="802868" y="1362957"/>
                  </a:lnTo>
                  <a:lnTo>
                    <a:pt x="963442" y="1327076"/>
                  </a:lnTo>
                  <a:lnTo>
                    <a:pt x="1124016" y="1291074"/>
                  </a:lnTo>
                  <a:lnTo>
                    <a:pt x="1284590" y="1254925"/>
                  </a:lnTo>
                  <a:lnTo>
                    <a:pt x="1445164" y="1218599"/>
                  </a:lnTo>
                  <a:lnTo>
                    <a:pt x="1605737" y="1182061"/>
                  </a:lnTo>
                  <a:lnTo>
                    <a:pt x="1766311" y="1145277"/>
                  </a:lnTo>
                  <a:lnTo>
                    <a:pt x="1926885" y="1108213"/>
                  </a:lnTo>
                  <a:lnTo>
                    <a:pt x="2087459" y="1070843"/>
                  </a:lnTo>
                  <a:lnTo>
                    <a:pt x="2248032" y="1033155"/>
                  </a:lnTo>
                  <a:lnTo>
                    <a:pt x="2408606" y="995153"/>
                  </a:lnTo>
                  <a:lnTo>
                    <a:pt x="2569180" y="956853"/>
                  </a:lnTo>
                  <a:lnTo>
                    <a:pt x="2729754" y="918284"/>
                  </a:lnTo>
                  <a:lnTo>
                    <a:pt x="2890328" y="879482"/>
                  </a:lnTo>
                  <a:lnTo>
                    <a:pt x="3050901" y="840481"/>
                  </a:lnTo>
                  <a:lnTo>
                    <a:pt x="3211475" y="801314"/>
                  </a:lnTo>
                  <a:lnTo>
                    <a:pt x="3372049" y="762011"/>
                  </a:lnTo>
                  <a:lnTo>
                    <a:pt x="3532623" y="722595"/>
                  </a:lnTo>
                  <a:lnTo>
                    <a:pt x="3693197" y="683086"/>
                  </a:lnTo>
                  <a:lnTo>
                    <a:pt x="3853770" y="643501"/>
                  </a:lnTo>
                  <a:lnTo>
                    <a:pt x="4014344" y="603853"/>
                  </a:lnTo>
                  <a:lnTo>
                    <a:pt x="4174918" y="564152"/>
                  </a:lnTo>
                  <a:lnTo>
                    <a:pt x="4335492" y="524407"/>
                  </a:lnTo>
                  <a:lnTo>
                    <a:pt x="4496065" y="484625"/>
                  </a:lnTo>
                  <a:lnTo>
                    <a:pt x="4656639" y="444811"/>
                  </a:lnTo>
                  <a:lnTo>
                    <a:pt x="4817213" y="404971"/>
                  </a:lnTo>
                  <a:lnTo>
                    <a:pt x="4977787" y="365107"/>
                  </a:lnTo>
                  <a:lnTo>
                    <a:pt x="5138361" y="325223"/>
                  </a:lnTo>
                  <a:lnTo>
                    <a:pt x="5298934" y="285322"/>
                  </a:lnTo>
                  <a:lnTo>
                    <a:pt x="5459508" y="245406"/>
                  </a:lnTo>
                  <a:lnTo>
                    <a:pt x="5620082" y="205476"/>
                  </a:lnTo>
                  <a:lnTo>
                    <a:pt x="5780656" y="165535"/>
                  </a:lnTo>
                  <a:lnTo>
                    <a:pt x="5941230" y="125583"/>
                  </a:lnTo>
                  <a:lnTo>
                    <a:pt x="6101803" y="85622"/>
                  </a:lnTo>
                  <a:lnTo>
                    <a:pt x="6262377" y="45653"/>
                  </a:lnTo>
                  <a:lnTo>
                    <a:pt x="6422951" y="5676"/>
                  </a:lnTo>
                  <a:lnTo>
                    <a:pt x="6445748" y="0"/>
                  </a:lnTo>
                  <a:lnTo>
                    <a:pt x="6445748" y="136390"/>
                  </a:lnTo>
                  <a:lnTo>
                    <a:pt x="6422951" y="141398"/>
                  </a:lnTo>
                  <a:lnTo>
                    <a:pt x="6262377" y="176680"/>
                  </a:lnTo>
                  <a:lnTo>
                    <a:pt x="6101803" y="211970"/>
                  </a:lnTo>
                  <a:lnTo>
                    <a:pt x="5941230" y="247267"/>
                  </a:lnTo>
                  <a:lnTo>
                    <a:pt x="5780656" y="282575"/>
                  </a:lnTo>
                  <a:lnTo>
                    <a:pt x="5620082" y="317892"/>
                  </a:lnTo>
                  <a:lnTo>
                    <a:pt x="5459508" y="353221"/>
                  </a:lnTo>
                  <a:lnTo>
                    <a:pt x="5298934" y="388564"/>
                  </a:lnTo>
                  <a:lnTo>
                    <a:pt x="5138361" y="423922"/>
                  </a:lnTo>
                  <a:lnTo>
                    <a:pt x="4977787" y="459297"/>
                  </a:lnTo>
                  <a:lnTo>
                    <a:pt x="4817213" y="494692"/>
                  </a:lnTo>
                  <a:lnTo>
                    <a:pt x="4656639" y="530111"/>
                  </a:lnTo>
                  <a:lnTo>
                    <a:pt x="4496065" y="565556"/>
                  </a:lnTo>
                  <a:lnTo>
                    <a:pt x="4335492" y="601033"/>
                  </a:lnTo>
                  <a:lnTo>
                    <a:pt x="4174918" y="636547"/>
                  </a:lnTo>
                  <a:lnTo>
                    <a:pt x="4014344" y="672105"/>
                  </a:lnTo>
                  <a:lnTo>
                    <a:pt x="3853770" y="707715"/>
                  </a:lnTo>
                  <a:lnTo>
                    <a:pt x="3693197" y="743389"/>
                  </a:lnTo>
                  <a:lnTo>
                    <a:pt x="3532623" y="779139"/>
                  </a:lnTo>
                  <a:lnTo>
                    <a:pt x="3372049" y="814982"/>
                  </a:lnTo>
                  <a:lnTo>
                    <a:pt x="3211475" y="850938"/>
                  </a:lnTo>
                  <a:lnTo>
                    <a:pt x="3050901" y="887030"/>
                  </a:lnTo>
                  <a:lnTo>
                    <a:pt x="2890328" y="923288"/>
                  </a:lnTo>
                  <a:lnTo>
                    <a:pt x="2729754" y="959744"/>
                  </a:lnTo>
                  <a:lnTo>
                    <a:pt x="2569180" y="996435"/>
                  </a:lnTo>
                  <a:lnTo>
                    <a:pt x="2408606" y="1033394"/>
                  </a:lnTo>
                  <a:lnTo>
                    <a:pt x="2248032" y="1070650"/>
                  </a:lnTo>
                  <a:lnTo>
                    <a:pt x="2087459" y="1108221"/>
                  </a:lnTo>
                  <a:lnTo>
                    <a:pt x="1926885" y="1146111"/>
                  </a:lnTo>
                  <a:lnTo>
                    <a:pt x="1766311" y="1184305"/>
                  </a:lnTo>
                  <a:lnTo>
                    <a:pt x="1605737" y="1222780"/>
                  </a:lnTo>
                  <a:lnTo>
                    <a:pt x="1445164" y="1261501"/>
                  </a:lnTo>
                  <a:lnTo>
                    <a:pt x="1284590" y="1300434"/>
                  </a:lnTo>
                  <a:lnTo>
                    <a:pt x="1124016" y="1339544"/>
                  </a:lnTo>
                  <a:lnTo>
                    <a:pt x="963442" y="1378801"/>
                  </a:lnTo>
                  <a:lnTo>
                    <a:pt x="802868" y="1418178"/>
                  </a:lnTo>
                  <a:lnTo>
                    <a:pt x="642295" y="1457656"/>
                  </a:lnTo>
                  <a:lnTo>
                    <a:pt x="481721" y="1497214"/>
                  </a:lnTo>
                  <a:lnTo>
                    <a:pt x="321147" y="1536841"/>
                  </a:lnTo>
                  <a:lnTo>
                    <a:pt x="160573" y="1576524"/>
                  </a:lnTo>
                  <a:lnTo>
                    <a:pt x="0" y="1616254"/>
                  </a:lnTo>
                  <a:close/>
                </a:path>
              </a:pathLst>
            </a:custGeom>
            <a:solidFill>
              <a:srgbClr val="E31A1C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66" name="pl966"/>
            <p:cNvSpPr/>
            <p:nvPr/>
          </p:nvSpPr>
          <p:spPr>
            <a:xfrm>
              <a:off x="2171462" y="3250053"/>
              <a:ext cx="6445748" cy="1541176"/>
            </a:xfrm>
            <a:custGeom>
              <a:avLst/>
              <a:pathLst>
                <a:path w="6445748" h="1541176">
                  <a:moveTo>
                    <a:pt x="0" y="1541176"/>
                  </a:moveTo>
                  <a:lnTo>
                    <a:pt x="160573" y="1505647"/>
                  </a:lnTo>
                  <a:lnTo>
                    <a:pt x="321147" y="1470071"/>
                  </a:lnTo>
                  <a:lnTo>
                    <a:pt x="481721" y="1434439"/>
                  </a:lnTo>
                  <a:lnTo>
                    <a:pt x="642295" y="1398739"/>
                  </a:lnTo>
                  <a:lnTo>
                    <a:pt x="802868" y="1362957"/>
                  </a:lnTo>
                  <a:lnTo>
                    <a:pt x="963442" y="1327076"/>
                  </a:lnTo>
                  <a:lnTo>
                    <a:pt x="1124016" y="1291074"/>
                  </a:lnTo>
                  <a:lnTo>
                    <a:pt x="1284590" y="1254925"/>
                  </a:lnTo>
                  <a:lnTo>
                    <a:pt x="1445164" y="1218599"/>
                  </a:lnTo>
                  <a:lnTo>
                    <a:pt x="1605737" y="1182061"/>
                  </a:lnTo>
                  <a:lnTo>
                    <a:pt x="1766311" y="1145277"/>
                  </a:lnTo>
                  <a:lnTo>
                    <a:pt x="1926885" y="1108213"/>
                  </a:lnTo>
                  <a:lnTo>
                    <a:pt x="2087459" y="1070843"/>
                  </a:lnTo>
                  <a:lnTo>
                    <a:pt x="2248032" y="1033155"/>
                  </a:lnTo>
                  <a:lnTo>
                    <a:pt x="2408606" y="995153"/>
                  </a:lnTo>
                  <a:lnTo>
                    <a:pt x="2569180" y="956853"/>
                  </a:lnTo>
                  <a:lnTo>
                    <a:pt x="2729754" y="918284"/>
                  </a:lnTo>
                  <a:lnTo>
                    <a:pt x="2890328" y="879482"/>
                  </a:lnTo>
                  <a:lnTo>
                    <a:pt x="3050901" y="840481"/>
                  </a:lnTo>
                  <a:lnTo>
                    <a:pt x="3211475" y="801314"/>
                  </a:lnTo>
                  <a:lnTo>
                    <a:pt x="3372049" y="762011"/>
                  </a:lnTo>
                  <a:lnTo>
                    <a:pt x="3532623" y="722595"/>
                  </a:lnTo>
                  <a:lnTo>
                    <a:pt x="3693197" y="683086"/>
                  </a:lnTo>
                  <a:lnTo>
                    <a:pt x="3853770" y="643501"/>
                  </a:lnTo>
                  <a:lnTo>
                    <a:pt x="4014344" y="603853"/>
                  </a:lnTo>
                  <a:lnTo>
                    <a:pt x="4174918" y="564152"/>
                  </a:lnTo>
                  <a:lnTo>
                    <a:pt x="4335492" y="524407"/>
                  </a:lnTo>
                  <a:lnTo>
                    <a:pt x="4496065" y="484625"/>
                  </a:lnTo>
                  <a:lnTo>
                    <a:pt x="4656639" y="444811"/>
                  </a:lnTo>
                  <a:lnTo>
                    <a:pt x="4817213" y="404971"/>
                  </a:lnTo>
                  <a:lnTo>
                    <a:pt x="4977787" y="365107"/>
                  </a:lnTo>
                  <a:lnTo>
                    <a:pt x="5138361" y="325223"/>
                  </a:lnTo>
                  <a:lnTo>
                    <a:pt x="5298934" y="285322"/>
                  </a:lnTo>
                  <a:lnTo>
                    <a:pt x="5459508" y="245406"/>
                  </a:lnTo>
                  <a:lnTo>
                    <a:pt x="5620082" y="205476"/>
                  </a:lnTo>
                  <a:lnTo>
                    <a:pt x="5780656" y="165535"/>
                  </a:lnTo>
                  <a:lnTo>
                    <a:pt x="5941230" y="125583"/>
                  </a:lnTo>
                  <a:lnTo>
                    <a:pt x="6101803" y="85622"/>
                  </a:lnTo>
                  <a:lnTo>
                    <a:pt x="6262377" y="45653"/>
                  </a:lnTo>
                  <a:lnTo>
                    <a:pt x="6422951" y="5676"/>
                  </a:lnTo>
                  <a:lnTo>
                    <a:pt x="6445748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7" name="pl967"/>
            <p:cNvSpPr/>
            <p:nvPr/>
          </p:nvSpPr>
          <p:spPr>
            <a:xfrm>
              <a:off x="2171462" y="3386443"/>
              <a:ext cx="6445748" cy="1479863"/>
            </a:xfrm>
            <a:custGeom>
              <a:avLst/>
              <a:pathLst>
                <a:path w="6445748" h="1479863">
                  <a:moveTo>
                    <a:pt x="6445748" y="0"/>
                  </a:moveTo>
                  <a:lnTo>
                    <a:pt x="6422951" y="5008"/>
                  </a:lnTo>
                  <a:lnTo>
                    <a:pt x="6262377" y="40290"/>
                  </a:lnTo>
                  <a:lnTo>
                    <a:pt x="6101803" y="75579"/>
                  </a:lnTo>
                  <a:lnTo>
                    <a:pt x="5941230" y="110877"/>
                  </a:lnTo>
                  <a:lnTo>
                    <a:pt x="5780656" y="146184"/>
                  </a:lnTo>
                  <a:lnTo>
                    <a:pt x="5620082" y="181502"/>
                  </a:lnTo>
                  <a:lnTo>
                    <a:pt x="5459508" y="216831"/>
                  </a:lnTo>
                  <a:lnTo>
                    <a:pt x="5298934" y="252174"/>
                  </a:lnTo>
                  <a:lnTo>
                    <a:pt x="5138361" y="287532"/>
                  </a:lnTo>
                  <a:lnTo>
                    <a:pt x="4977787" y="322907"/>
                  </a:lnTo>
                  <a:lnTo>
                    <a:pt x="4817213" y="358302"/>
                  </a:lnTo>
                  <a:lnTo>
                    <a:pt x="4656639" y="393720"/>
                  </a:lnTo>
                  <a:lnTo>
                    <a:pt x="4496065" y="429166"/>
                  </a:lnTo>
                  <a:lnTo>
                    <a:pt x="4335492" y="464642"/>
                  </a:lnTo>
                  <a:lnTo>
                    <a:pt x="4174918" y="500156"/>
                  </a:lnTo>
                  <a:lnTo>
                    <a:pt x="4014344" y="535714"/>
                  </a:lnTo>
                  <a:lnTo>
                    <a:pt x="3853770" y="571325"/>
                  </a:lnTo>
                  <a:lnTo>
                    <a:pt x="3693197" y="606999"/>
                  </a:lnTo>
                  <a:lnTo>
                    <a:pt x="3532623" y="642749"/>
                  </a:lnTo>
                  <a:lnTo>
                    <a:pt x="3372049" y="678592"/>
                  </a:lnTo>
                  <a:lnTo>
                    <a:pt x="3211475" y="714547"/>
                  </a:lnTo>
                  <a:lnTo>
                    <a:pt x="3050901" y="750639"/>
                  </a:lnTo>
                  <a:lnTo>
                    <a:pt x="2890328" y="786897"/>
                  </a:lnTo>
                  <a:lnTo>
                    <a:pt x="2729754" y="823354"/>
                  </a:lnTo>
                  <a:lnTo>
                    <a:pt x="2569180" y="860044"/>
                  </a:lnTo>
                  <a:lnTo>
                    <a:pt x="2408606" y="897003"/>
                  </a:lnTo>
                  <a:lnTo>
                    <a:pt x="2248032" y="934260"/>
                  </a:lnTo>
                  <a:lnTo>
                    <a:pt x="2087459" y="971831"/>
                  </a:lnTo>
                  <a:lnTo>
                    <a:pt x="1926885" y="1009720"/>
                  </a:lnTo>
                  <a:lnTo>
                    <a:pt x="1766311" y="1047915"/>
                  </a:lnTo>
                  <a:lnTo>
                    <a:pt x="1605737" y="1086390"/>
                  </a:lnTo>
                  <a:lnTo>
                    <a:pt x="1445164" y="1125111"/>
                  </a:lnTo>
                  <a:lnTo>
                    <a:pt x="1284590" y="1164044"/>
                  </a:lnTo>
                  <a:lnTo>
                    <a:pt x="1124016" y="1203154"/>
                  </a:lnTo>
                  <a:lnTo>
                    <a:pt x="963442" y="1242410"/>
                  </a:lnTo>
                  <a:lnTo>
                    <a:pt x="802868" y="1281788"/>
                  </a:lnTo>
                  <a:lnTo>
                    <a:pt x="642295" y="1321265"/>
                  </a:lnTo>
                  <a:lnTo>
                    <a:pt x="481721" y="1360824"/>
                  </a:lnTo>
                  <a:lnTo>
                    <a:pt x="321147" y="1400451"/>
                  </a:lnTo>
                  <a:lnTo>
                    <a:pt x="160573" y="1440134"/>
                  </a:lnTo>
                  <a:lnTo>
                    <a:pt x="0" y="147986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8" name="pl968"/>
            <p:cNvSpPr/>
            <p:nvPr/>
          </p:nvSpPr>
          <p:spPr>
            <a:xfrm>
              <a:off x="2171462" y="3318248"/>
              <a:ext cx="6445748" cy="1510520"/>
            </a:xfrm>
            <a:custGeom>
              <a:avLst/>
              <a:pathLst>
                <a:path w="6445748" h="1510520">
                  <a:moveTo>
                    <a:pt x="0" y="1510520"/>
                  </a:moveTo>
                  <a:lnTo>
                    <a:pt x="160573" y="1472890"/>
                  </a:lnTo>
                  <a:lnTo>
                    <a:pt x="321147" y="1435261"/>
                  </a:lnTo>
                  <a:lnTo>
                    <a:pt x="481721" y="1397631"/>
                  </a:lnTo>
                  <a:lnTo>
                    <a:pt x="642295" y="1360002"/>
                  </a:lnTo>
                  <a:lnTo>
                    <a:pt x="802868" y="1322373"/>
                  </a:lnTo>
                  <a:lnTo>
                    <a:pt x="963442" y="1284743"/>
                  </a:lnTo>
                  <a:lnTo>
                    <a:pt x="1124016" y="1247114"/>
                  </a:lnTo>
                  <a:lnTo>
                    <a:pt x="1284590" y="1209484"/>
                  </a:lnTo>
                  <a:lnTo>
                    <a:pt x="1445164" y="1171855"/>
                  </a:lnTo>
                  <a:lnTo>
                    <a:pt x="1605737" y="1134225"/>
                  </a:lnTo>
                  <a:lnTo>
                    <a:pt x="1766311" y="1096596"/>
                  </a:lnTo>
                  <a:lnTo>
                    <a:pt x="1926885" y="1058966"/>
                  </a:lnTo>
                  <a:lnTo>
                    <a:pt x="2087459" y="1021337"/>
                  </a:lnTo>
                  <a:lnTo>
                    <a:pt x="2248032" y="983708"/>
                  </a:lnTo>
                  <a:lnTo>
                    <a:pt x="2408606" y="946078"/>
                  </a:lnTo>
                  <a:lnTo>
                    <a:pt x="2569180" y="908449"/>
                  </a:lnTo>
                  <a:lnTo>
                    <a:pt x="2729754" y="870819"/>
                  </a:lnTo>
                  <a:lnTo>
                    <a:pt x="2890328" y="833190"/>
                  </a:lnTo>
                  <a:lnTo>
                    <a:pt x="3050901" y="795560"/>
                  </a:lnTo>
                  <a:lnTo>
                    <a:pt x="3211475" y="757931"/>
                  </a:lnTo>
                  <a:lnTo>
                    <a:pt x="3372049" y="720301"/>
                  </a:lnTo>
                  <a:lnTo>
                    <a:pt x="3532623" y="682672"/>
                  </a:lnTo>
                  <a:lnTo>
                    <a:pt x="3693197" y="645042"/>
                  </a:lnTo>
                  <a:lnTo>
                    <a:pt x="3853770" y="607413"/>
                  </a:lnTo>
                  <a:lnTo>
                    <a:pt x="4014344" y="569784"/>
                  </a:lnTo>
                  <a:lnTo>
                    <a:pt x="4174918" y="532154"/>
                  </a:lnTo>
                  <a:lnTo>
                    <a:pt x="4335492" y="494525"/>
                  </a:lnTo>
                  <a:lnTo>
                    <a:pt x="4496065" y="456895"/>
                  </a:lnTo>
                  <a:lnTo>
                    <a:pt x="4656639" y="419266"/>
                  </a:lnTo>
                  <a:lnTo>
                    <a:pt x="4817213" y="381636"/>
                  </a:lnTo>
                  <a:lnTo>
                    <a:pt x="4977787" y="344007"/>
                  </a:lnTo>
                  <a:lnTo>
                    <a:pt x="5138361" y="306377"/>
                  </a:lnTo>
                  <a:lnTo>
                    <a:pt x="5298934" y="268748"/>
                  </a:lnTo>
                  <a:lnTo>
                    <a:pt x="5459508" y="231119"/>
                  </a:lnTo>
                  <a:lnTo>
                    <a:pt x="5620082" y="193489"/>
                  </a:lnTo>
                  <a:lnTo>
                    <a:pt x="5780656" y="155860"/>
                  </a:lnTo>
                  <a:lnTo>
                    <a:pt x="5941230" y="118230"/>
                  </a:lnTo>
                  <a:lnTo>
                    <a:pt x="6101803" y="80601"/>
                  </a:lnTo>
                  <a:lnTo>
                    <a:pt x="6262377" y="42971"/>
                  </a:lnTo>
                  <a:lnTo>
                    <a:pt x="6422951" y="5342"/>
                  </a:lnTo>
                  <a:lnTo>
                    <a:pt x="6445748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g969"/>
            <p:cNvSpPr/>
            <p:nvPr/>
          </p:nvSpPr>
          <p:spPr>
            <a:xfrm>
              <a:off x="1985667" y="3084038"/>
              <a:ext cx="6631543" cy="1805060"/>
            </a:xfrm>
            <a:custGeom>
              <a:avLst/>
              <a:pathLst>
                <a:path w="6631543" h="1805060">
                  <a:moveTo>
                    <a:pt x="0" y="1698705"/>
                  </a:moveTo>
                  <a:lnTo>
                    <a:pt x="100748" y="1674942"/>
                  </a:lnTo>
                  <a:lnTo>
                    <a:pt x="201497" y="1651166"/>
                  </a:lnTo>
                  <a:lnTo>
                    <a:pt x="302245" y="1627376"/>
                  </a:lnTo>
                  <a:lnTo>
                    <a:pt x="402994" y="1603571"/>
                  </a:lnTo>
                  <a:lnTo>
                    <a:pt x="503742" y="1579750"/>
                  </a:lnTo>
                  <a:lnTo>
                    <a:pt x="604491" y="1555909"/>
                  </a:lnTo>
                  <a:lnTo>
                    <a:pt x="705239" y="1532047"/>
                  </a:lnTo>
                  <a:lnTo>
                    <a:pt x="805988" y="1508162"/>
                  </a:lnTo>
                  <a:lnTo>
                    <a:pt x="906737" y="1484250"/>
                  </a:lnTo>
                  <a:lnTo>
                    <a:pt x="1007485" y="1460309"/>
                  </a:lnTo>
                  <a:lnTo>
                    <a:pt x="1108234" y="1436334"/>
                  </a:lnTo>
                  <a:lnTo>
                    <a:pt x="1208982" y="1412322"/>
                  </a:lnTo>
                  <a:lnTo>
                    <a:pt x="1309731" y="1388267"/>
                  </a:lnTo>
                  <a:lnTo>
                    <a:pt x="1410479" y="1364163"/>
                  </a:lnTo>
                  <a:lnTo>
                    <a:pt x="1511228" y="1340005"/>
                  </a:lnTo>
                  <a:lnTo>
                    <a:pt x="1611976" y="1315785"/>
                  </a:lnTo>
                  <a:lnTo>
                    <a:pt x="1712725" y="1291495"/>
                  </a:lnTo>
                  <a:lnTo>
                    <a:pt x="1813474" y="1267126"/>
                  </a:lnTo>
                  <a:lnTo>
                    <a:pt x="1914222" y="1242668"/>
                  </a:lnTo>
                  <a:lnTo>
                    <a:pt x="2014971" y="1218111"/>
                  </a:lnTo>
                  <a:lnTo>
                    <a:pt x="2115719" y="1193443"/>
                  </a:lnTo>
                  <a:lnTo>
                    <a:pt x="2216468" y="1168653"/>
                  </a:lnTo>
                  <a:lnTo>
                    <a:pt x="2317216" y="1143732"/>
                  </a:lnTo>
                  <a:lnTo>
                    <a:pt x="2417965" y="1118669"/>
                  </a:lnTo>
                  <a:lnTo>
                    <a:pt x="2518714" y="1093459"/>
                  </a:lnTo>
                  <a:lnTo>
                    <a:pt x="2619462" y="1068096"/>
                  </a:lnTo>
                  <a:lnTo>
                    <a:pt x="2720211" y="1042578"/>
                  </a:lnTo>
                  <a:lnTo>
                    <a:pt x="2820959" y="1016907"/>
                  </a:lnTo>
                  <a:lnTo>
                    <a:pt x="2921708" y="991089"/>
                  </a:lnTo>
                  <a:lnTo>
                    <a:pt x="3022456" y="965129"/>
                  </a:lnTo>
                  <a:lnTo>
                    <a:pt x="3123205" y="939037"/>
                  </a:lnTo>
                  <a:lnTo>
                    <a:pt x="3223953" y="912823"/>
                  </a:lnTo>
                  <a:lnTo>
                    <a:pt x="3324702" y="886498"/>
                  </a:lnTo>
                  <a:lnTo>
                    <a:pt x="3425451" y="860074"/>
                  </a:lnTo>
                  <a:lnTo>
                    <a:pt x="3526199" y="833560"/>
                  </a:lnTo>
                  <a:lnTo>
                    <a:pt x="3626948" y="806966"/>
                  </a:lnTo>
                  <a:lnTo>
                    <a:pt x="3727696" y="780303"/>
                  </a:lnTo>
                  <a:lnTo>
                    <a:pt x="3828445" y="753577"/>
                  </a:lnTo>
                  <a:lnTo>
                    <a:pt x="3929193" y="726797"/>
                  </a:lnTo>
                  <a:lnTo>
                    <a:pt x="4029942" y="699967"/>
                  </a:lnTo>
                  <a:lnTo>
                    <a:pt x="4130691" y="673096"/>
                  </a:lnTo>
                  <a:lnTo>
                    <a:pt x="4231439" y="646186"/>
                  </a:lnTo>
                  <a:lnTo>
                    <a:pt x="4332188" y="619243"/>
                  </a:lnTo>
                  <a:lnTo>
                    <a:pt x="4432936" y="592270"/>
                  </a:lnTo>
                  <a:lnTo>
                    <a:pt x="4533685" y="565271"/>
                  </a:lnTo>
                  <a:lnTo>
                    <a:pt x="4634433" y="538247"/>
                  </a:lnTo>
                  <a:lnTo>
                    <a:pt x="4735182" y="511203"/>
                  </a:lnTo>
                  <a:lnTo>
                    <a:pt x="4835930" y="484140"/>
                  </a:lnTo>
                  <a:lnTo>
                    <a:pt x="4936679" y="457060"/>
                  </a:lnTo>
                  <a:lnTo>
                    <a:pt x="5037428" y="429965"/>
                  </a:lnTo>
                  <a:lnTo>
                    <a:pt x="5138176" y="402855"/>
                  </a:lnTo>
                  <a:lnTo>
                    <a:pt x="5238925" y="375733"/>
                  </a:lnTo>
                  <a:lnTo>
                    <a:pt x="5339673" y="348600"/>
                  </a:lnTo>
                  <a:lnTo>
                    <a:pt x="5440422" y="321456"/>
                  </a:lnTo>
                  <a:lnTo>
                    <a:pt x="5541170" y="294303"/>
                  </a:lnTo>
                  <a:lnTo>
                    <a:pt x="5641919" y="267141"/>
                  </a:lnTo>
                  <a:lnTo>
                    <a:pt x="5742668" y="239971"/>
                  </a:lnTo>
                  <a:lnTo>
                    <a:pt x="5843416" y="212794"/>
                  </a:lnTo>
                  <a:lnTo>
                    <a:pt x="5944165" y="185610"/>
                  </a:lnTo>
                  <a:lnTo>
                    <a:pt x="6044913" y="158420"/>
                  </a:lnTo>
                  <a:lnTo>
                    <a:pt x="6145662" y="131225"/>
                  </a:lnTo>
                  <a:lnTo>
                    <a:pt x="6246410" y="104024"/>
                  </a:lnTo>
                  <a:lnTo>
                    <a:pt x="6347159" y="76818"/>
                  </a:lnTo>
                  <a:lnTo>
                    <a:pt x="6447907" y="49607"/>
                  </a:lnTo>
                  <a:lnTo>
                    <a:pt x="6548656" y="22393"/>
                  </a:lnTo>
                  <a:lnTo>
                    <a:pt x="6631543" y="0"/>
                  </a:lnTo>
                  <a:lnTo>
                    <a:pt x="6631543" y="154346"/>
                  </a:lnTo>
                  <a:lnTo>
                    <a:pt x="6548656" y="173817"/>
                  </a:lnTo>
                  <a:lnTo>
                    <a:pt x="6447907" y="197488"/>
                  </a:lnTo>
                  <a:lnTo>
                    <a:pt x="6347159" y="221163"/>
                  </a:lnTo>
                  <a:lnTo>
                    <a:pt x="6246410" y="244843"/>
                  </a:lnTo>
                  <a:lnTo>
                    <a:pt x="6145662" y="268527"/>
                  </a:lnTo>
                  <a:lnTo>
                    <a:pt x="6044913" y="292217"/>
                  </a:lnTo>
                  <a:lnTo>
                    <a:pt x="5944165" y="315912"/>
                  </a:lnTo>
                  <a:lnTo>
                    <a:pt x="5843416" y="339614"/>
                  </a:lnTo>
                  <a:lnTo>
                    <a:pt x="5742668" y="363322"/>
                  </a:lnTo>
                  <a:lnTo>
                    <a:pt x="5641919" y="387038"/>
                  </a:lnTo>
                  <a:lnTo>
                    <a:pt x="5541170" y="410762"/>
                  </a:lnTo>
                  <a:lnTo>
                    <a:pt x="5440422" y="434494"/>
                  </a:lnTo>
                  <a:lnTo>
                    <a:pt x="5339673" y="458236"/>
                  </a:lnTo>
                  <a:lnTo>
                    <a:pt x="5238925" y="481988"/>
                  </a:lnTo>
                  <a:lnTo>
                    <a:pt x="5138176" y="505751"/>
                  </a:lnTo>
                  <a:lnTo>
                    <a:pt x="5037428" y="529527"/>
                  </a:lnTo>
                  <a:lnTo>
                    <a:pt x="4936679" y="553317"/>
                  </a:lnTo>
                  <a:lnTo>
                    <a:pt x="4835930" y="577123"/>
                  </a:lnTo>
                  <a:lnTo>
                    <a:pt x="4735182" y="600945"/>
                  </a:lnTo>
                  <a:lnTo>
                    <a:pt x="4634433" y="624786"/>
                  </a:lnTo>
                  <a:lnTo>
                    <a:pt x="4533685" y="648649"/>
                  </a:lnTo>
                  <a:lnTo>
                    <a:pt x="4432936" y="672535"/>
                  </a:lnTo>
                  <a:lnTo>
                    <a:pt x="4332188" y="696447"/>
                  </a:lnTo>
                  <a:lnTo>
                    <a:pt x="4231439" y="720389"/>
                  </a:lnTo>
                  <a:lnTo>
                    <a:pt x="4130691" y="744365"/>
                  </a:lnTo>
                  <a:lnTo>
                    <a:pt x="4029942" y="768379"/>
                  </a:lnTo>
                  <a:lnTo>
                    <a:pt x="3929193" y="792435"/>
                  </a:lnTo>
                  <a:lnTo>
                    <a:pt x="3828445" y="816540"/>
                  </a:lnTo>
                  <a:lnTo>
                    <a:pt x="3727696" y="840700"/>
                  </a:lnTo>
                  <a:lnTo>
                    <a:pt x="3626948" y="864922"/>
                  </a:lnTo>
                  <a:lnTo>
                    <a:pt x="3526199" y="889214"/>
                  </a:lnTo>
                  <a:lnTo>
                    <a:pt x="3425451" y="913586"/>
                  </a:lnTo>
                  <a:lnTo>
                    <a:pt x="3324702" y="938046"/>
                  </a:lnTo>
                  <a:lnTo>
                    <a:pt x="3223953" y="962607"/>
                  </a:lnTo>
                  <a:lnTo>
                    <a:pt x="3123205" y="987279"/>
                  </a:lnTo>
                  <a:lnTo>
                    <a:pt x="3022456" y="1012072"/>
                  </a:lnTo>
                  <a:lnTo>
                    <a:pt x="2921708" y="1036998"/>
                  </a:lnTo>
                  <a:lnTo>
                    <a:pt x="2820959" y="1062064"/>
                  </a:lnTo>
                  <a:lnTo>
                    <a:pt x="2720211" y="1087279"/>
                  </a:lnTo>
                  <a:lnTo>
                    <a:pt x="2619462" y="1112647"/>
                  </a:lnTo>
                  <a:lnTo>
                    <a:pt x="2518714" y="1138170"/>
                  </a:lnTo>
                  <a:lnTo>
                    <a:pt x="2417965" y="1163845"/>
                  </a:lnTo>
                  <a:lnTo>
                    <a:pt x="2317216" y="1189668"/>
                  </a:lnTo>
                  <a:lnTo>
                    <a:pt x="2216468" y="1215632"/>
                  </a:lnTo>
                  <a:lnTo>
                    <a:pt x="2115719" y="1241728"/>
                  </a:lnTo>
                  <a:lnTo>
                    <a:pt x="2014971" y="1267945"/>
                  </a:lnTo>
                  <a:lnTo>
                    <a:pt x="1914222" y="1294273"/>
                  </a:lnTo>
                  <a:lnTo>
                    <a:pt x="1813474" y="1320700"/>
                  </a:lnTo>
                  <a:lnTo>
                    <a:pt x="1712725" y="1347216"/>
                  </a:lnTo>
                  <a:lnTo>
                    <a:pt x="1611976" y="1373812"/>
                  </a:lnTo>
                  <a:lnTo>
                    <a:pt x="1511228" y="1400478"/>
                  </a:lnTo>
                  <a:lnTo>
                    <a:pt x="1410479" y="1427205"/>
                  </a:lnTo>
                  <a:lnTo>
                    <a:pt x="1309731" y="1453987"/>
                  </a:lnTo>
                  <a:lnTo>
                    <a:pt x="1208982" y="1480818"/>
                  </a:lnTo>
                  <a:lnTo>
                    <a:pt x="1108234" y="1507691"/>
                  </a:lnTo>
                  <a:lnTo>
                    <a:pt x="1007485" y="1534601"/>
                  </a:lnTo>
                  <a:lnTo>
                    <a:pt x="906737" y="1561545"/>
                  </a:lnTo>
                  <a:lnTo>
                    <a:pt x="805988" y="1588519"/>
                  </a:lnTo>
                  <a:lnTo>
                    <a:pt x="705239" y="1615519"/>
                  </a:lnTo>
                  <a:lnTo>
                    <a:pt x="604491" y="1642543"/>
                  </a:lnTo>
                  <a:lnTo>
                    <a:pt x="503742" y="1669588"/>
                  </a:lnTo>
                  <a:lnTo>
                    <a:pt x="402994" y="1696651"/>
                  </a:lnTo>
                  <a:lnTo>
                    <a:pt x="302245" y="1723732"/>
                  </a:lnTo>
                  <a:lnTo>
                    <a:pt x="201497" y="1750828"/>
                  </a:lnTo>
                  <a:lnTo>
                    <a:pt x="100748" y="1777938"/>
                  </a:lnTo>
                  <a:lnTo>
                    <a:pt x="0" y="1805060"/>
                  </a:lnTo>
                  <a:close/>
                </a:path>
              </a:pathLst>
            </a:cu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70" name="pl970"/>
            <p:cNvSpPr/>
            <p:nvPr/>
          </p:nvSpPr>
          <p:spPr>
            <a:xfrm>
              <a:off x="1985667" y="3084038"/>
              <a:ext cx="6631543" cy="1698705"/>
            </a:xfrm>
            <a:custGeom>
              <a:avLst/>
              <a:pathLst>
                <a:path w="6631543" h="1698705">
                  <a:moveTo>
                    <a:pt x="0" y="1698705"/>
                  </a:moveTo>
                  <a:lnTo>
                    <a:pt x="100748" y="1674942"/>
                  </a:lnTo>
                  <a:lnTo>
                    <a:pt x="201497" y="1651166"/>
                  </a:lnTo>
                  <a:lnTo>
                    <a:pt x="302245" y="1627376"/>
                  </a:lnTo>
                  <a:lnTo>
                    <a:pt x="402994" y="1603571"/>
                  </a:lnTo>
                  <a:lnTo>
                    <a:pt x="503742" y="1579750"/>
                  </a:lnTo>
                  <a:lnTo>
                    <a:pt x="604491" y="1555909"/>
                  </a:lnTo>
                  <a:lnTo>
                    <a:pt x="705239" y="1532047"/>
                  </a:lnTo>
                  <a:lnTo>
                    <a:pt x="805988" y="1508162"/>
                  </a:lnTo>
                  <a:lnTo>
                    <a:pt x="906737" y="1484250"/>
                  </a:lnTo>
                  <a:lnTo>
                    <a:pt x="1007485" y="1460309"/>
                  </a:lnTo>
                  <a:lnTo>
                    <a:pt x="1108234" y="1436334"/>
                  </a:lnTo>
                  <a:lnTo>
                    <a:pt x="1208982" y="1412322"/>
                  </a:lnTo>
                  <a:lnTo>
                    <a:pt x="1309731" y="1388267"/>
                  </a:lnTo>
                  <a:lnTo>
                    <a:pt x="1410479" y="1364163"/>
                  </a:lnTo>
                  <a:lnTo>
                    <a:pt x="1511228" y="1340005"/>
                  </a:lnTo>
                  <a:lnTo>
                    <a:pt x="1611976" y="1315785"/>
                  </a:lnTo>
                  <a:lnTo>
                    <a:pt x="1712725" y="1291495"/>
                  </a:lnTo>
                  <a:lnTo>
                    <a:pt x="1813474" y="1267126"/>
                  </a:lnTo>
                  <a:lnTo>
                    <a:pt x="1914222" y="1242668"/>
                  </a:lnTo>
                  <a:lnTo>
                    <a:pt x="2014971" y="1218111"/>
                  </a:lnTo>
                  <a:lnTo>
                    <a:pt x="2115719" y="1193443"/>
                  </a:lnTo>
                  <a:lnTo>
                    <a:pt x="2216468" y="1168653"/>
                  </a:lnTo>
                  <a:lnTo>
                    <a:pt x="2317216" y="1143732"/>
                  </a:lnTo>
                  <a:lnTo>
                    <a:pt x="2417965" y="1118669"/>
                  </a:lnTo>
                  <a:lnTo>
                    <a:pt x="2518714" y="1093459"/>
                  </a:lnTo>
                  <a:lnTo>
                    <a:pt x="2619462" y="1068096"/>
                  </a:lnTo>
                  <a:lnTo>
                    <a:pt x="2720211" y="1042578"/>
                  </a:lnTo>
                  <a:lnTo>
                    <a:pt x="2820959" y="1016907"/>
                  </a:lnTo>
                  <a:lnTo>
                    <a:pt x="2921708" y="991089"/>
                  </a:lnTo>
                  <a:lnTo>
                    <a:pt x="3022456" y="965129"/>
                  </a:lnTo>
                  <a:lnTo>
                    <a:pt x="3123205" y="939037"/>
                  </a:lnTo>
                  <a:lnTo>
                    <a:pt x="3223953" y="912823"/>
                  </a:lnTo>
                  <a:lnTo>
                    <a:pt x="3324702" y="886498"/>
                  </a:lnTo>
                  <a:lnTo>
                    <a:pt x="3425451" y="860074"/>
                  </a:lnTo>
                  <a:lnTo>
                    <a:pt x="3526199" y="833560"/>
                  </a:lnTo>
                  <a:lnTo>
                    <a:pt x="3626948" y="806966"/>
                  </a:lnTo>
                  <a:lnTo>
                    <a:pt x="3727696" y="780303"/>
                  </a:lnTo>
                  <a:lnTo>
                    <a:pt x="3828445" y="753577"/>
                  </a:lnTo>
                  <a:lnTo>
                    <a:pt x="3929193" y="726797"/>
                  </a:lnTo>
                  <a:lnTo>
                    <a:pt x="4029942" y="699967"/>
                  </a:lnTo>
                  <a:lnTo>
                    <a:pt x="4130691" y="673096"/>
                  </a:lnTo>
                  <a:lnTo>
                    <a:pt x="4231439" y="646186"/>
                  </a:lnTo>
                  <a:lnTo>
                    <a:pt x="4332188" y="619243"/>
                  </a:lnTo>
                  <a:lnTo>
                    <a:pt x="4432936" y="592270"/>
                  </a:lnTo>
                  <a:lnTo>
                    <a:pt x="4533685" y="565271"/>
                  </a:lnTo>
                  <a:lnTo>
                    <a:pt x="4634433" y="538247"/>
                  </a:lnTo>
                  <a:lnTo>
                    <a:pt x="4735182" y="511203"/>
                  </a:lnTo>
                  <a:lnTo>
                    <a:pt x="4835930" y="484140"/>
                  </a:lnTo>
                  <a:lnTo>
                    <a:pt x="4936679" y="457060"/>
                  </a:lnTo>
                  <a:lnTo>
                    <a:pt x="5037428" y="429965"/>
                  </a:lnTo>
                  <a:lnTo>
                    <a:pt x="5138176" y="402855"/>
                  </a:lnTo>
                  <a:lnTo>
                    <a:pt x="5238925" y="375733"/>
                  </a:lnTo>
                  <a:lnTo>
                    <a:pt x="5339673" y="348600"/>
                  </a:lnTo>
                  <a:lnTo>
                    <a:pt x="5440422" y="321456"/>
                  </a:lnTo>
                  <a:lnTo>
                    <a:pt x="5541170" y="294303"/>
                  </a:lnTo>
                  <a:lnTo>
                    <a:pt x="5641919" y="267141"/>
                  </a:lnTo>
                  <a:lnTo>
                    <a:pt x="5742668" y="239971"/>
                  </a:lnTo>
                  <a:lnTo>
                    <a:pt x="5843416" y="212794"/>
                  </a:lnTo>
                  <a:lnTo>
                    <a:pt x="5944165" y="185610"/>
                  </a:lnTo>
                  <a:lnTo>
                    <a:pt x="6044913" y="158420"/>
                  </a:lnTo>
                  <a:lnTo>
                    <a:pt x="6145662" y="131225"/>
                  </a:lnTo>
                  <a:lnTo>
                    <a:pt x="6246410" y="104024"/>
                  </a:lnTo>
                  <a:lnTo>
                    <a:pt x="6347159" y="76818"/>
                  </a:lnTo>
                  <a:lnTo>
                    <a:pt x="6447907" y="49607"/>
                  </a:lnTo>
                  <a:lnTo>
                    <a:pt x="6548656" y="22393"/>
                  </a:lnTo>
                  <a:lnTo>
                    <a:pt x="663154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71" name="pl971"/>
            <p:cNvSpPr/>
            <p:nvPr/>
          </p:nvSpPr>
          <p:spPr>
            <a:xfrm>
              <a:off x="1985667" y="3238384"/>
              <a:ext cx="6631543" cy="1650713"/>
            </a:xfrm>
            <a:custGeom>
              <a:avLst/>
              <a:pathLst>
                <a:path w="6631543" h="1650713">
                  <a:moveTo>
                    <a:pt x="6631543" y="0"/>
                  </a:moveTo>
                  <a:lnTo>
                    <a:pt x="6548656" y="19471"/>
                  </a:lnTo>
                  <a:lnTo>
                    <a:pt x="6447907" y="43141"/>
                  </a:lnTo>
                  <a:lnTo>
                    <a:pt x="6347159" y="66816"/>
                  </a:lnTo>
                  <a:lnTo>
                    <a:pt x="6246410" y="90496"/>
                  </a:lnTo>
                  <a:lnTo>
                    <a:pt x="6145662" y="114180"/>
                  </a:lnTo>
                  <a:lnTo>
                    <a:pt x="6044913" y="137870"/>
                  </a:lnTo>
                  <a:lnTo>
                    <a:pt x="5944165" y="161565"/>
                  </a:lnTo>
                  <a:lnTo>
                    <a:pt x="5843416" y="185267"/>
                  </a:lnTo>
                  <a:lnTo>
                    <a:pt x="5742668" y="208975"/>
                  </a:lnTo>
                  <a:lnTo>
                    <a:pt x="5641919" y="232691"/>
                  </a:lnTo>
                  <a:lnTo>
                    <a:pt x="5541170" y="256415"/>
                  </a:lnTo>
                  <a:lnTo>
                    <a:pt x="5440422" y="280147"/>
                  </a:lnTo>
                  <a:lnTo>
                    <a:pt x="5339673" y="303889"/>
                  </a:lnTo>
                  <a:lnTo>
                    <a:pt x="5238925" y="327641"/>
                  </a:lnTo>
                  <a:lnTo>
                    <a:pt x="5138176" y="351404"/>
                  </a:lnTo>
                  <a:lnTo>
                    <a:pt x="5037428" y="375180"/>
                  </a:lnTo>
                  <a:lnTo>
                    <a:pt x="4936679" y="398970"/>
                  </a:lnTo>
                  <a:lnTo>
                    <a:pt x="4835930" y="422776"/>
                  </a:lnTo>
                  <a:lnTo>
                    <a:pt x="4735182" y="446598"/>
                  </a:lnTo>
                  <a:lnTo>
                    <a:pt x="4634433" y="470439"/>
                  </a:lnTo>
                  <a:lnTo>
                    <a:pt x="4533685" y="494302"/>
                  </a:lnTo>
                  <a:lnTo>
                    <a:pt x="4432936" y="518188"/>
                  </a:lnTo>
                  <a:lnTo>
                    <a:pt x="4332188" y="542100"/>
                  </a:lnTo>
                  <a:lnTo>
                    <a:pt x="4231439" y="566043"/>
                  </a:lnTo>
                  <a:lnTo>
                    <a:pt x="4130691" y="590018"/>
                  </a:lnTo>
                  <a:lnTo>
                    <a:pt x="4029942" y="614032"/>
                  </a:lnTo>
                  <a:lnTo>
                    <a:pt x="3929193" y="638089"/>
                  </a:lnTo>
                  <a:lnTo>
                    <a:pt x="3828445" y="662193"/>
                  </a:lnTo>
                  <a:lnTo>
                    <a:pt x="3727696" y="686353"/>
                  </a:lnTo>
                  <a:lnTo>
                    <a:pt x="3626948" y="710575"/>
                  </a:lnTo>
                  <a:lnTo>
                    <a:pt x="3526199" y="734867"/>
                  </a:lnTo>
                  <a:lnTo>
                    <a:pt x="3425451" y="759239"/>
                  </a:lnTo>
                  <a:lnTo>
                    <a:pt x="3324702" y="783700"/>
                  </a:lnTo>
                  <a:lnTo>
                    <a:pt x="3223953" y="808260"/>
                  </a:lnTo>
                  <a:lnTo>
                    <a:pt x="3123205" y="832932"/>
                  </a:lnTo>
                  <a:lnTo>
                    <a:pt x="3022456" y="857725"/>
                  </a:lnTo>
                  <a:lnTo>
                    <a:pt x="2921708" y="882651"/>
                  </a:lnTo>
                  <a:lnTo>
                    <a:pt x="2820959" y="907718"/>
                  </a:lnTo>
                  <a:lnTo>
                    <a:pt x="2720211" y="932933"/>
                  </a:lnTo>
                  <a:lnTo>
                    <a:pt x="2619462" y="958300"/>
                  </a:lnTo>
                  <a:lnTo>
                    <a:pt x="2518714" y="983823"/>
                  </a:lnTo>
                  <a:lnTo>
                    <a:pt x="2417965" y="1009498"/>
                  </a:lnTo>
                  <a:lnTo>
                    <a:pt x="2317216" y="1035321"/>
                  </a:lnTo>
                  <a:lnTo>
                    <a:pt x="2216468" y="1061285"/>
                  </a:lnTo>
                  <a:lnTo>
                    <a:pt x="2115719" y="1087381"/>
                  </a:lnTo>
                  <a:lnTo>
                    <a:pt x="2014971" y="1113598"/>
                  </a:lnTo>
                  <a:lnTo>
                    <a:pt x="1914222" y="1139926"/>
                  </a:lnTo>
                  <a:lnTo>
                    <a:pt x="1813474" y="1166353"/>
                  </a:lnTo>
                  <a:lnTo>
                    <a:pt x="1712725" y="1192870"/>
                  </a:lnTo>
                  <a:lnTo>
                    <a:pt x="1611976" y="1219465"/>
                  </a:lnTo>
                  <a:lnTo>
                    <a:pt x="1511228" y="1246131"/>
                  </a:lnTo>
                  <a:lnTo>
                    <a:pt x="1410479" y="1272858"/>
                  </a:lnTo>
                  <a:lnTo>
                    <a:pt x="1309731" y="1299640"/>
                  </a:lnTo>
                  <a:lnTo>
                    <a:pt x="1208982" y="1326471"/>
                  </a:lnTo>
                  <a:lnTo>
                    <a:pt x="1108234" y="1353344"/>
                  </a:lnTo>
                  <a:lnTo>
                    <a:pt x="1007485" y="1380254"/>
                  </a:lnTo>
                  <a:lnTo>
                    <a:pt x="906737" y="1407199"/>
                  </a:lnTo>
                  <a:lnTo>
                    <a:pt x="805988" y="1434172"/>
                  </a:lnTo>
                  <a:lnTo>
                    <a:pt x="705239" y="1461172"/>
                  </a:lnTo>
                  <a:lnTo>
                    <a:pt x="604491" y="1488196"/>
                  </a:lnTo>
                  <a:lnTo>
                    <a:pt x="503742" y="1515241"/>
                  </a:lnTo>
                  <a:lnTo>
                    <a:pt x="402994" y="1542305"/>
                  </a:lnTo>
                  <a:lnTo>
                    <a:pt x="302245" y="1569385"/>
                  </a:lnTo>
                  <a:lnTo>
                    <a:pt x="201497" y="1596481"/>
                  </a:lnTo>
                  <a:lnTo>
                    <a:pt x="100748" y="1623591"/>
                  </a:lnTo>
                  <a:lnTo>
                    <a:pt x="0" y="165071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72" name="pl972"/>
            <p:cNvSpPr/>
            <p:nvPr/>
          </p:nvSpPr>
          <p:spPr>
            <a:xfrm>
              <a:off x="1985667" y="3161211"/>
              <a:ext cx="6631543" cy="1674709"/>
            </a:xfrm>
            <a:custGeom>
              <a:avLst/>
              <a:pathLst>
                <a:path w="6631543" h="1674709">
                  <a:moveTo>
                    <a:pt x="0" y="1674709"/>
                  </a:moveTo>
                  <a:lnTo>
                    <a:pt x="100748" y="1649266"/>
                  </a:lnTo>
                  <a:lnTo>
                    <a:pt x="201497" y="1623823"/>
                  </a:lnTo>
                  <a:lnTo>
                    <a:pt x="302245" y="1598381"/>
                  </a:lnTo>
                  <a:lnTo>
                    <a:pt x="402994" y="1572938"/>
                  </a:lnTo>
                  <a:lnTo>
                    <a:pt x="503742" y="1547495"/>
                  </a:lnTo>
                  <a:lnTo>
                    <a:pt x="604491" y="1522053"/>
                  </a:lnTo>
                  <a:lnTo>
                    <a:pt x="705239" y="1496610"/>
                  </a:lnTo>
                  <a:lnTo>
                    <a:pt x="805988" y="1471167"/>
                  </a:lnTo>
                  <a:lnTo>
                    <a:pt x="906737" y="1445724"/>
                  </a:lnTo>
                  <a:lnTo>
                    <a:pt x="1007485" y="1420282"/>
                  </a:lnTo>
                  <a:lnTo>
                    <a:pt x="1108234" y="1394839"/>
                  </a:lnTo>
                  <a:lnTo>
                    <a:pt x="1208982" y="1369396"/>
                  </a:lnTo>
                  <a:lnTo>
                    <a:pt x="1309731" y="1343953"/>
                  </a:lnTo>
                  <a:lnTo>
                    <a:pt x="1410479" y="1318511"/>
                  </a:lnTo>
                  <a:lnTo>
                    <a:pt x="1511228" y="1293068"/>
                  </a:lnTo>
                  <a:lnTo>
                    <a:pt x="1611976" y="1267625"/>
                  </a:lnTo>
                  <a:lnTo>
                    <a:pt x="1712725" y="1242183"/>
                  </a:lnTo>
                  <a:lnTo>
                    <a:pt x="1813474" y="1216740"/>
                  </a:lnTo>
                  <a:lnTo>
                    <a:pt x="1914222" y="1191297"/>
                  </a:lnTo>
                  <a:lnTo>
                    <a:pt x="2014971" y="1165854"/>
                  </a:lnTo>
                  <a:lnTo>
                    <a:pt x="2115719" y="1140412"/>
                  </a:lnTo>
                  <a:lnTo>
                    <a:pt x="2216468" y="1114969"/>
                  </a:lnTo>
                  <a:lnTo>
                    <a:pt x="2317216" y="1089526"/>
                  </a:lnTo>
                  <a:lnTo>
                    <a:pt x="2417965" y="1064083"/>
                  </a:lnTo>
                  <a:lnTo>
                    <a:pt x="2518714" y="1038641"/>
                  </a:lnTo>
                  <a:lnTo>
                    <a:pt x="2619462" y="1013198"/>
                  </a:lnTo>
                  <a:lnTo>
                    <a:pt x="2720211" y="987755"/>
                  </a:lnTo>
                  <a:lnTo>
                    <a:pt x="2820959" y="962313"/>
                  </a:lnTo>
                  <a:lnTo>
                    <a:pt x="2921708" y="936870"/>
                  </a:lnTo>
                  <a:lnTo>
                    <a:pt x="3022456" y="911427"/>
                  </a:lnTo>
                  <a:lnTo>
                    <a:pt x="3123205" y="885984"/>
                  </a:lnTo>
                  <a:lnTo>
                    <a:pt x="3223953" y="860542"/>
                  </a:lnTo>
                  <a:lnTo>
                    <a:pt x="3324702" y="835099"/>
                  </a:lnTo>
                  <a:lnTo>
                    <a:pt x="3425451" y="809656"/>
                  </a:lnTo>
                  <a:lnTo>
                    <a:pt x="3526199" y="784213"/>
                  </a:lnTo>
                  <a:lnTo>
                    <a:pt x="3626948" y="758771"/>
                  </a:lnTo>
                  <a:lnTo>
                    <a:pt x="3727696" y="733328"/>
                  </a:lnTo>
                  <a:lnTo>
                    <a:pt x="3828445" y="707885"/>
                  </a:lnTo>
                  <a:lnTo>
                    <a:pt x="3929193" y="682443"/>
                  </a:lnTo>
                  <a:lnTo>
                    <a:pt x="4029942" y="657000"/>
                  </a:lnTo>
                  <a:lnTo>
                    <a:pt x="4130691" y="631557"/>
                  </a:lnTo>
                  <a:lnTo>
                    <a:pt x="4231439" y="606114"/>
                  </a:lnTo>
                  <a:lnTo>
                    <a:pt x="4332188" y="580672"/>
                  </a:lnTo>
                  <a:lnTo>
                    <a:pt x="4432936" y="555229"/>
                  </a:lnTo>
                  <a:lnTo>
                    <a:pt x="4533685" y="529786"/>
                  </a:lnTo>
                  <a:lnTo>
                    <a:pt x="4634433" y="504343"/>
                  </a:lnTo>
                  <a:lnTo>
                    <a:pt x="4735182" y="478901"/>
                  </a:lnTo>
                  <a:lnTo>
                    <a:pt x="4835930" y="453458"/>
                  </a:lnTo>
                  <a:lnTo>
                    <a:pt x="4936679" y="428015"/>
                  </a:lnTo>
                  <a:lnTo>
                    <a:pt x="5037428" y="402572"/>
                  </a:lnTo>
                  <a:lnTo>
                    <a:pt x="5138176" y="377130"/>
                  </a:lnTo>
                  <a:lnTo>
                    <a:pt x="5238925" y="351687"/>
                  </a:lnTo>
                  <a:lnTo>
                    <a:pt x="5339673" y="326244"/>
                  </a:lnTo>
                  <a:lnTo>
                    <a:pt x="5440422" y="300802"/>
                  </a:lnTo>
                  <a:lnTo>
                    <a:pt x="5541170" y="275359"/>
                  </a:lnTo>
                  <a:lnTo>
                    <a:pt x="5641919" y="249916"/>
                  </a:lnTo>
                  <a:lnTo>
                    <a:pt x="5742668" y="224473"/>
                  </a:lnTo>
                  <a:lnTo>
                    <a:pt x="5843416" y="199031"/>
                  </a:lnTo>
                  <a:lnTo>
                    <a:pt x="5944165" y="173588"/>
                  </a:lnTo>
                  <a:lnTo>
                    <a:pt x="6044913" y="148145"/>
                  </a:lnTo>
                  <a:lnTo>
                    <a:pt x="6145662" y="122702"/>
                  </a:lnTo>
                  <a:lnTo>
                    <a:pt x="6246410" y="97260"/>
                  </a:lnTo>
                  <a:lnTo>
                    <a:pt x="6347159" y="71817"/>
                  </a:lnTo>
                  <a:lnTo>
                    <a:pt x="6447907" y="46374"/>
                  </a:lnTo>
                  <a:lnTo>
                    <a:pt x="6548656" y="20932"/>
                  </a:lnTo>
                  <a:lnTo>
                    <a:pt x="6631543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3" name="tx973"/>
            <p:cNvSpPr/>
            <p:nvPr/>
          </p:nvSpPr>
          <p:spPr>
            <a:xfrm>
              <a:off x="1465194" y="2577262"/>
              <a:ext cx="205109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E31A1C">
                      <a:alpha val="100000"/>
                    </a:srgbClr>
                  </a:solidFill>
                  <a:latin typeface="Helvetica"/>
                  <a:cs typeface="Helvetica"/>
                </a:rPr>
                <a:t>Female: y = 0.54 x +35.5   (R² = 0.64)</a:t>
              </a:r>
            </a:p>
          </p:txBody>
        </p:sp>
        <p:sp>
          <p:nvSpPr>
            <p:cNvPr id="974" name="tx974"/>
            <p:cNvSpPr/>
            <p:nvPr/>
          </p:nvSpPr>
          <p:spPr>
            <a:xfrm>
              <a:off x="1465194" y="2773962"/>
              <a:ext cx="1975926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666666">
                      <a:alpha val="100000"/>
                    </a:srgbClr>
                  </a:solidFill>
                  <a:latin typeface="Helvetica"/>
                  <a:cs typeface="Helvetica"/>
                </a:rPr>
                <a:t>Male:   y = 0.58 x +37.0   (R² = 0.63)</a:t>
              </a:r>
            </a:p>
          </p:txBody>
        </p:sp>
        <p:sp>
          <p:nvSpPr>
            <p:cNvPr id="975" name="tx975"/>
            <p:cNvSpPr/>
            <p:nvPr/>
          </p:nvSpPr>
          <p:spPr>
            <a:xfrm>
              <a:off x="817066" y="553178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76" name="tx976"/>
            <p:cNvSpPr/>
            <p:nvPr/>
          </p:nvSpPr>
          <p:spPr>
            <a:xfrm>
              <a:off x="754887" y="477524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77" name="tx977"/>
            <p:cNvSpPr/>
            <p:nvPr/>
          </p:nvSpPr>
          <p:spPr>
            <a:xfrm>
              <a:off x="692708" y="401870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78" name="tx978"/>
            <p:cNvSpPr/>
            <p:nvPr/>
          </p:nvSpPr>
          <p:spPr>
            <a:xfrm>
              <a:off x="692708" y="3262170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79" name="tx979"/>
            <p:cNvSpPr/>
            <p:nvPr/>
          </p:nvSpPr>
          <p:spPr>
            <a:xfrm>
              <a:off x="692708" y="250563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80" name="tx980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81" name="tx981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82" name="tx982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83" name="tx983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84" name="tx984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85" name="tx985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986" name="tx986"/>
            <p:cNvSpPr/>
            <p:nvPr/>
          </p:nvSpPr>
          <p:spPr>
            <a:xfrm rot="-5400000">
              <a:off x="-804851" y="4008650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987" name="pt987"/>
            <p:cNvSpPr/>
            <p:nvPr/>
          </p:nvSpPr>
          <p:spPr>
            <a:xfrm>
              <a:off x="4231829" y="20496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8" name="rc988"/>
            <p:cNvSpPr/>
            <p:nvPr/>
          </p:nvSpPr>
          <p:spPr>
            <a:xfrm>
              <a:off x="4148282" y="1966152"/>
              <a:ext cx="219455" cy="219456"/>
            </a:xfrm>
            <a:prstGeom prst="rect">
              <a:avLst/>
            </a:pr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89" name="pl989"/>
            <p:cNvSpPr/>
            <p:nvPr/>
          </p:nvSpPr>
          <p:spPr>
            <a:xfrm>
              <a:off x="4170228" y="207588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0" name="pt990"/>
            <p:cNvSpPr/>
            <p:nvPr/>
          </p:nvSpPr>
          <p:spPr>
            <a:xfrm>
              <a:off x="4963081" y="20496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1" name="rc991"/>
            <p:cNvSpPr/>
            <p:nvPr/>
          </p:nvSpPr>
          <p:spPr>
            <a:xfrm>
              <a:off x="4879534" y="1966152"/>
              <a:ext cx="219455" cy="219456"/>
            </a:xfrm>
            <a:prstGeom prst="rect">
              <a:avLst/>
            </a:pr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92" name="pl992"/>
            <p:cNvSpPr/>
            <p:nvPr/>
          </p:nvSpPr>
          <p:spPr>
            <a:xfrm>
              <a:off x="4901480" y="207588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3" name="tx993"/>
            <p:cNvSpPr/>
            <p:nvPr/>
          </p:nvSpPr>
          <p:spPr>
            <a:xfrm>
              <a:off x="4437327" y="2035829"/>
              <a:ext cx="37261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Female</a:t>
              </a:r>
            </a:p>
          </p:txBody>
        </p:sp>
        <p:sp>
          <p:nvSpPr>
            <p:cNvPr id="994" name="tx994"/>
            <p:cNvSpPr/>
            <p:nvPr/>
          </p:nvSpPr>
          <p:spPr>
            <a:xfrm>
              <a:off x="5168579" y="2035829"/>
              <a:ext cx="24222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Male</a:t>
              </a:r>
            </a:p>
          </p:txBody>
        </p:sp>
        <p:sp>
          <p:nvSpPr>
            <p:cNvPr id="995" name="tx995"/>
            <p:cNvSpPr/>
            <p:nvPr/>
          </p:nvSpPr>
          <p:spPr>
            <a:xfrm>
              <a:off x="941876" y="1669789"/>
              <a:ext cx="302794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Sex   |   N = 943 (Female 515, Male 428)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2026-10-27T09:54:57Z</dcterms:modified>
  <cp:category/>
</cp:coreProperties>
</file>