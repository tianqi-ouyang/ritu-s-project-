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8754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400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50310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8921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995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9289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30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275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75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727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4206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311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4168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5046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5013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6074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5000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4680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982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552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3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615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584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6754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6191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385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455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531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425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657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6389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535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4068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660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4078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558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431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367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570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50329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4054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72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542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357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223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593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7700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750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5005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703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5025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809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628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483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7783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532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759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3835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666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40236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815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250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979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85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5215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965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41580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40221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4134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4206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924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252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568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819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4058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226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608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665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4918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956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768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651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407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220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555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40378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892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290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2876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41660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4219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6534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570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876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945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342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397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50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906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4204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353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4450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319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286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534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4045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25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76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776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728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9084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6135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304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570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7921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44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4164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44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4177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955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7734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953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2838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44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500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8088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364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610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40991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4159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7289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860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792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459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263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455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57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75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864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415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4123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524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6793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2708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339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315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780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647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4148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245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2275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731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501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856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3534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521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821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385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2322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54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293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994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467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799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69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796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49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4109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438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617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97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404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4150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51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40906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284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4154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410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24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36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714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510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4097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501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459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588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6106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574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88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840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41080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4112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9098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40304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41266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600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321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80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8870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41567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479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408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239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663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9300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4052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2884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5055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577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4184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958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6109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5535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8191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9579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528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504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3621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341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670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5810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4028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5064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9735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48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234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57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644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132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789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896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4166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41661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41656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4130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534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6433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3176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418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5063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2666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745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223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566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8460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262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41884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4101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416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6038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7628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4051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930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330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481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223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415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401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1685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74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4134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3755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433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556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41270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3571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40591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40385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5077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4039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787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416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4214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804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280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40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634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357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41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504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4102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4401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98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2870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4171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778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791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741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842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3684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36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409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705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890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798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40216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799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958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627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53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288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527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285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364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29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404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301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438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804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5952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70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470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452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6943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4138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42179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4142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5066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4075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309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949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483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32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4120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750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989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500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5356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9752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513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322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361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9894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248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40245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4399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878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5698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5769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5019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347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502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40770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4200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4043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2882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879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784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914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4834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8329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4044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948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9007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859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9053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4027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980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376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268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3957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4126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414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790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4068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879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40492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73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3487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5533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5008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494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385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958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656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9945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933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4214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41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4092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724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9139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50703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813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8105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459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639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7443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943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748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3831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4002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4186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849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711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323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298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6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334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292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842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308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645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4063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4859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2388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840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988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4034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416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712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3186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5980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28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2264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9068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642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838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4189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2401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631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303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986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7701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781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406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92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847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641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702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4192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314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876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4092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890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259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389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835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4926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4370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968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4097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22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754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541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413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67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411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232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478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39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8635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724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4123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6337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526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4088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6159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9408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866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849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489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8019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3070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942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416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915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41913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475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923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3621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70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662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703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4145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314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734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4086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495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498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435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953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5024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748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589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42173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3342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9264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565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3216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876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6637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4138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630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4167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387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8115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785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248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30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569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595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345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455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4120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9499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268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697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6808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547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439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3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402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6790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240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34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743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4096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5016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41692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411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409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801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787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7949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887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27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563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267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4430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500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412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4128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506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879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4123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794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721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4178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373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5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562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5941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959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9009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454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494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459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594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7270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4214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900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4063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6759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81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98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325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29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619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970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4068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556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431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907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2704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873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77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778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6981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24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7147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2862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948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440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8851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4256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8137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4096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670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322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235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94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4134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4007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6040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467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4164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4071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760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41996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9153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4150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292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4028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2944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3188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761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8706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379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655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7330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28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405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4091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10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9654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5517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8541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411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41414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413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61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7526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4137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508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727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4057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971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370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286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4043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513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171462" y="3250053"/>
              <a:ext cx="6445748" cy="1616254"/>
            </a:xfrm>
            <a:custGeom>
              <a:avLst/>
              <a:pathLst>
                <a:path w="6445748" h="1616254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3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  <a:lnTo>
                    <a:pt x="6445748" y="136390"/>
                  </a:lnTo>
                  <a:lnTo>
                    <a:pt x="6422951" y="141398"/>
                  </a:lnTo>
                  <a:lnTo>
                    <a:pt x="6262377" y="176680"/>
                  </a:lnTo>
                  <a:lnTo>
                    <a:pt x="6101803" y="211970"/>
                  </a:lnTo>
                  <a:lnTo>
                    <a:pt x="5941230" y="247267"/>
                  </a:lnTo>
                  <a:lnTo>
                    <a:pt x="5780656" y="282575"/>
                  </a:lnTo>
                  <a:lnTo>
                    <a:pt x="5620082" y="317892"/>
                  </a:lnTo>
                  <a:lnTo>
                    <a:pt x="5459508" y="353221"/>
                  </a:lnTo>
                  <a:lnTo>
                    <a:pt x="5298934" y="388564"/>
                  </a:lnTo>
                  <a:lnTo>
                    <a:pt x="5138361" y="423922"/>
                  </a:lnTo>
                  <a:lnTo>
                    <a:pt x="4977787" y="459297"/>
                  </a:lnTo>
                  <a:lnTo>
                    <a:pt x="4817213" y="494692"/>
                  </a:lnTo>
                  <a:lnTo>
                    <a:pt x="4656639" y="530111"/>
                  </a:lnTo>
                  <a:lnTo>
                    <a:pt x="4496065" y="565556"/>
                  </a:lnTo>
                  <a:lnTo>
                    <a:pt x="4335492" y="601033"/>
                  </a:lnTo>
                  <a:lnTo>
                    <a:pt x="4174918" y="636547"/>
                  </a:lnTo>
                  <a:lnTo>
                    <a:pt x="4014344" y="672105"/>
                  </a:lnTo>
                  <a:lnTo>
                    <a:pt x="3853770" y="707715"/>
                  </a:lnTo>
                  <a:lnTo>
                    <a:pt x="3693197" y="743389"/>
                  </a:lnTo>
                  <a:lnTo>
                    <a:pt x="3532623" y="779139"/>
                  </a:lnTo>
                  <a:lnTo>
                    <a:pt x="3372049" y="814982"/>
                  </a:lnTo>
                  <a:lnTo>
                    <a:pt x="3211475" y="850938"/>
                  </a:lnTo>
                  <a:lnTo>
                    <a:pt x="3050901" y="887030"/>
                  </a:lnTo>
                  <a:lnTo>
                    <a:pt x="2890328" y="923288"/>
                  </a:lnTo>
                  <a:lnTo>
                    <a:pt x="2729754" y="959744"/>
                  </a:lnTo>
                  <a:lnTo>
                    <a:pt x="2569180" y="996435"/>
                  </a:lnTo>
                  <a:lnTo>
                    <a:pt x="2408606" y="1033394"/>
                  </a:lnTo>
                  <a:lnTo>
                    <a:pt x="2248032" y="1070650"/>
                  </a:lnTo>
                  <a:lnTo>
                    <a:pt x="2087459" y="1108221"/>
                  </a:lnTo>
                  <a:lnTo>
                    <a:pt x="1926885" y="1146111"/>
                  </a:lnTo>
                  <a:lnTo>
                    <a:pt x="1766311" y="1184305"/>
                  </a:lnTo>
                  <a:lnTo>
                    <a:pt x="1605737" y="1222780"/>
                  </a:lnTo>
                  <a:lnTo>
                    <a:pt x="1445164" y="1261501"/>
                  </a:lnTo>
                  <a:lnTo>
                    <a:pt x="1284590" y="1300434"/>
                  </a:lnTo>
                  <a:lnTo>
                    <a:pt x="1124016" y="1339544"/>
                  </a:lnTo>
                  <a:lnTo>
                    <a:pt x="963442" y="1378801"/>
                  </a:lnTo>
                  <a:lnTo>
                    <a:pt x="802868" y="1418178"/>
                  </a:lnTo>
                  <a:lnTo>
                    <a:pt x="642295" y="1457656"/>
                  </a:lnTo>
                  <a:lnTo>
                    <a:pt x="481721" y="1497214"/>
                  </a:lnTo>
                  <a:lnTo>
                    <a:pt x="321147" y="1536841"/>
                  </a:lnTo>
                  <a:lnTo>
                    <a:pt x="160573" y="1576524"/>
                  </a:lnTo>
                  <a:lnTo>
                    <a:pt x="0" y="1616254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171462" y="3250053"/>
              <a:ext cx="6445748" cy="1541176"/>
            </a:xfrm>
            <a:custGeom>
              <a:avLst/>
              <a:pathLst>
                <a:path w="6445748" h="1541176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3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171462" y="3386443"/>
              <a:ext cx="6445748" cy="1479863"/>
            </a:xfrm>
            <a:custGeom>
              <a:avLst/>
              <a:pathLst>
                <a:path w="6445748" h="1479863">
                  <a:moveTo>
                    <a:pt x="6445748" y="0"/>
                  </a:moveTo>
                  <a:lnTo>
                    <a:pt x="6422951" y="5008"/>
                  </a:lnTo>
                  <a:lnTo>
                    <a:pt x="6262377" y="40290"/>
                  </a:lnTo>
                  <a:lnTo>
                    <a:pt x="6101803" y="75579"/>
                  </a:lnTo>
                  <a:lnTo>
                    <a:pt x="5941230" y="110877"/>
                  </a:lnTo>
                  <a:lnTo>
                    <a:pt x="5780656" y="146184"/>
                  </a:lnTo>
                  <a:lnTo>
                    <a:pt x="5620082" y="181502"/>
                  </a:lnTo>
                  <a:lnTo>
                    <a:pt x="5459508" y="216831"/>
                  </a:lnTo>
                  <a:lnTo>
                    <a:pt x="5298934" y="252174"/>
                  </a:lnTo>
                  <a:lnTo>
                    <a:pt x="5138361" y="287532"/>
                  </a:lnTo>
                  <a:lnTo>
                    <a:pt x="4977787" y="322907"/>
                  </a:lnTo>
                  <a:lnTo>
                    <a:pt x="4817213" y="358302"/>
                  </a:lnTo>
                  <a:lnTo>
                    <a:pt x="4656639" y="393720"/>
                  </a:lnTo>
                  <a:lnTo>
                    <a:pt x="4496065" y="429166"/>
                  </a:lnTo>
                  <a:lnTo>
                    <a:pt x="4335492" y="464642"/>
                  </a:lnTo>
                  <a:lnTo>
                    <a:pt x="4174918" y="500156"/>
                  </a:lnTo>
                  <a:lnTo>
                    <a:pt x="4014344" y="535714"/>
                  </a:lnTo>
                  <a:lnTo>
                    <a:pt x="3853770" y="571325"/>
                  </a:lnTo>
                  <a:lnTo>
                    <a:pt x="3693197" y="606999"/>
                  </a:lnTo>
                  <a:lnTo>
                    <a:pt x="3532623" y="642749"/>
                  </a:lnTo>
                  <a:lnTo>
                    <a:pt x="3372049" y="678592"/>
                  </a:lnTo>
                  <a:lnTo>
                    <a:pt x="3211475" y="714547"/>
                  </a:lnTo>
                  <a:lnTo>
                    <a:pt x="3050901" y="750639"/>
                  </a:lnTo>
                  <a:lnTo>
                    <a:pt x="2890328" y="786897"/>
                  </a:lnTo>
                  <a:lnTo>
                    <a:pt x="2729754" y="823354"/>
                  </a:lnTo>
                  <a:lnTo>
                    <a:pt x="2569180" y="860044"/>
                  </a:lnTo>
                  <a:lnTo>
                    <a:pt x="2408606" y="897003"/>
                  </a:lnTo>
                  <a:lnTo>
                    <a:pt x="2248032" y="934260"/>
                  </a:lnTo>
                  <a:lnTo>
                    <a:pt x="2087459" y="971831"/>
                  </a:lnTo>
                  <a:lnTo>
                    <a:pt x="1926885" y="1009720"/>
                  </a:lnTo>
                  <a:lnTo>
                    <a:pt x="1766311" y="1047915"/>
                  </a:lnTo>
                  <a:lnTo>
                    <a:pt x="1605737" y="1086390"/>
                  </a:lnTo>
                  <a:lnTo>
                    <a:pt x="1445164" y="1125111"/>
                  </a:lnTo>
                  <a:lnTo>
                    <a:pt x="1284590" y="1164044"/>
                  </a:lnTo>
                  <a:lnTo>
                    <a:pt x="1124016" y="1203154"/>
                  </a:lnTo>
                  <a:lnTo>
                    <a:pt x="963442" y="1242410"/>
                  </a:lnTo>
                  <a:lnTo>
                    <a:pt x="802868" y="1281788"/>
                  </a:lnTo>
                  <a:lnTo>
                    <a:pt x="642295" y="1321265"/>
                  </a:lnTo>
                  <a:lnTo>
                    <a:pt x="481721" y="1360824"/>
                  </a:lnTo>
                  <a:lnTo>
                    <a:pt x="321147" y="1400451"/>
                  </a:lnTo>
                  <a:lnTo>
                    <a:pt x="160573" y="1440134"/>
                  </a:lnTo>
                  <a:lnTo>
                    <a:pt x="0" y="1479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171462" y="3318248"/>
              <a:ext cx="6445748" cy="1510520"/>
            </a:xfrm>
            <a:custGeom>
              <a:avLst/>
              <a:pathLst>
                <a:path w="6445748" h="1510520">
                  <a:moveTo>
                    <a:pt x="0" y="1510520"/>
                  </a:moveTo>
                  <a:lnTo>
                    <a:pt x="160573" y="1472890"/>
                  </a:lnTo>
                  <a:lnTo>
                    <a:pt x="321147" y="1435261"/>
                  </a:lnTo>
                  <a:lnTo>
                    <a:pt x="481721" y="1397631"/>
                  </a:lnTo>
                  <a:lnTo>
                    <a:pt x="642295" y="1360002"/>
                  </a:lnTo>
                  <a:lnTo>
                    <a:pt x="802868" y="1322373"/>
                  </a:lnTo>
                  <a:lnTo>
                    <a:pt x="963442" y="1284743"/>
                  </a:lnTo>
                  <a:lnTo>
                    <a:pt x="1124016" y="1247114"/>
                  </a:lnTo>
                  <a:lnTo>
                    <a:pt x="1284590" y="1209484"/>
                  </a:lnTo>
                  <a:lnTo>
                    <a:pt x="1445164" y="1171855"/>
                  </a:lnTo>
                  <a:lnTo>
                    <a:pt x="1605737" y="1134225"/>
                  </a:lnTo>
                  <a:lnTo>
                    <a:pt x="1766311" y="1096596"/>
                  </a:lnTo>
                  <a:lnTo>
                    <a:pt x="1926885" y="1058966"/>
                  </a:lnTo>
                  <a:lnTo>
                    <a:pt x="2087459" y="1021337"/>
                  </a:lnTo>
                  <a:lnTo>
                    <a:pt x="2248032" y="983708"/>
                  </a:lnTo>
                  <a:lnTo>
                    <a:pt x="2408606" y="946078"/>
                  </a:lnTo>
                  <a:lnTo>
                    <a:pt x="2569180" y="908449"/>
                  </a:lnTo>
                  <a:lnTo>
                    <a:pt x="2729754" y="870819"/>
                  </a:lnTo>
                  <a:lnTo>
                    <a:pt x="2890328" y="833190"/>
                  </a:lnTo>
                  <a:lnTo>
                    <a:pt x="3050901" y="795560"/>
                  </a:lnTo>
                  <a:lnTo>
                    <a:pt x="3211475" y="757931"/>
                  </a:lnTo>
                  <a:lnTo>
                    <a:pt x="3372049" y="720301"/>
                  </a:lnTo>
                  <a:lnTo>
                    <a:pt x="3532623" y="682672"/>
                  </a:lnTo>
                  <a:lnTo>
                    <a:pt x="3693197" y="645042"/>
                  </a:lnTo>
                  <a:lnTo>
                    <a:pt x="3853770" y="607413"/>
                  </a:lnTo>
                  <a:lnTo>
                    <a:pt x="4014344" y="569784"/>
                  </a:lnTo>
                  <a:lnTo>
                    <a:pt x="4174918" y="532154"/>
                  </a:lnTo>
                  <a:lnTo>
                    <a:pt x="4335492" y="494525"/>
                  </a:lnTo>
                  <a:lnTo>
                    <a:pt x="4496065" y="456895"/>
                  </a:lnTo>
                  <a:lnTo>
                    <a:pt x="4656639" y="419266"/>
                  </a:lnTo>
                  <a:lnTo>
                    <a:pt x="4817213" y="381636"/>
                  </a:lnTo>
                  <a:lnTo>
                    <a:pt x="4977787" y="344007"/>
                  </a:lnTo>
                  <a:lnTo>
                    <a:pt x="5138361" y="306377"/>
                  </a:lnTo>
                  <a:lnTo>
                    <a:pt x="5298934" y="268748"/>
                  </a:lnTo>
                  <a:lnTo>
                    <a:pt x="5459508" y="231119"/>
                  </a:lnTo>
                  <a:lnTo>
                    <a:pt x="5620082" y="193489"/>
                  </a:lnTo>
                  <a:lnTo>
                    <a:pt x="5780656" y="155860"/>
                  </a:lnTo>
                  <a:lnTo>
                    <a:pt x="5941230" y="118230"/>
                  </a:lnTo>
                  <a:lnTo>
                    <a:pt x="6101803" y="80601"/>
                  </a:lnTo>
                  <a:lnTo>
                    <a:pt x="6262377" y="42971"/>
                  </a:lnTo>
                  <a:lnTo>
                    <a:pt x="6422951" y="5342"/>
                  </a:lnTo>
                  <a:lnTo>
                    <a:pt x="6445748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3084038"/>
              <a:ext cx="6631543" cy="1805060"/>
            </a:xfrm>
            <a:custGeom>
              <a:avLst/>
              <a:pathLst>
                <a:path w="6631543" h="1805060">
                  <a:moveTo>
                    <a:pt x="0" y="1698705"/>
                  </a:moveTo>
                  <a:lnTo>
                    <a:pt x="100748" y="1674942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3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6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7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1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  <a:lnTo>
                    <a:pt x="6631543" y="154346"/>
                  </a:lnTo>
                  <a:lnTo>
                    <a:pt x="6548656" y="173817"/>
                  </a:lnTo>
                  <a:lnTo>
                    <a:pt x="6447907" y="197488"/>
                  </a:lnTo>
                  <a:lnTo>
                    <a:pt x="6347159" y="221163"/>
                  </a:lnTo>
                  <a:lnTo>
                    <a:pt x="6246410" y="244843"/>
                  </a:lnTo>
                  <a:lnTo>
                    <a:pt x="6145662" y="268527"/>
                  </a:lnTo>
                  <a:lnTo>
                    <a:pt x="6044913" y="292217"/>
                  </a:lnTo>
                  <a:lnTo>
                    <a:pt x="5944165" y="315912"/>
                  </a:lnTo>
                  <a:lnTo>
                    <a:pt x="5843416" y="339614"/>
                  </a:lnTo>
                  <a:lnTo>
                    <a:pt x="5742668" y="363322"/>
                  </a:lnTo>
                  <a:lnTo>
                    <a:pt x="5641919" y="387038"/>
                  </a:lnTo>
                  <a:lnTo>
                    <a:pt x="5541170" y="410762"/>
                  </a:lnTo>
                  <a:lnTo>
                    <a:pt x="5440422" y="434494"/>
                  </a:lnTo>
                  <a:lnTo>
                    <a:pt x="5339673" y="458236"/>
                  </a:lnTo>
                  <a:lnTo>
                    <a:pt x="5238925" y="481988"/>
                  </a:lnTo>
                  <a:lnTo>
                    <a:pt x="5138176" y="505751"/>
                  </a:lnTo>
                  <a:lnTo>
                    <a:pt x="5037428" y="529527"/>
                  </a:lnTo>
                  <a:lnTo>
                    <a:pt x="4936679" y="553317"/>
                  </a:lnTo>
                  <a:lnTo>
                    <a:pt x="4835930" y="577123"/>
                  </a:lnTo>
                  <a:lnTo>
                    <a:pt x="4735182" y="600945"/>
                  </a:lnTo>
                  <a:lnTo>
                    <a:pt x="4634433" y="624786"/>
                  </a:lnTo>
                  <a:lnTo>
                    <a:pt x="4533685" y="648649"/>
                  </a:lnTo>
                  <a:lnTo>
                    <a:pt x="4432936" y="672535"/>
                  </a:lnTo>
                  <a:lnTo>
                    <a:pt x="4332188" y="696447"/>
                  </a:lnTo>
                  <a:lnTo>
                    <a:pt x="4231439" y="720389"/>
                  </a:lnTo>
                  <a:lnTo>
                    <a:pt x="4130691" y="744365"/>
                  </a:lnTo>
                  <a:lnTo>
                    <a:pt x="4029942" y="768379"/>
                  </a:lnTo>
                  <a:lnTo>
                    <a:pt x="3929193" y="792435"/>
                  </a:lnTo>
                  <a:lnTo>
                    <a:pt x="3828445" y="816540"/>
                  </a:lnTo>
                  <a:lnTo>
                    <a:pt x="3727696" y="840700"/>
                  </a:lnTo>
                  <a:lnTo>
                    <a:pt x="3626948" y="864922"/>
                  </a:lnTo>
                  <a:lnTo>
                    <a:pt x="3526199" y="889214"/>
                  </a:lnTo>
                  <a:lnTo>
                    <a:pt x="3425451" y="913586"/>
                  </a:lnTo>
                  <a:lnTo>
                    <a:pt x="3324702" y="938046"/>
                  </a:lnTo>
                  <a:lnTo>
                    <a:pt x="3223953" y="962607"/>
                  </a:lnTo>
                  <a:lnTo>
                    <a:pt x="3123205" y="987279"/>
                  </a:lnTo>
                  <a:lnTo>
                    <a:pt x="3022456" y="1012072"/>
                  </a:lnTo>
                  <a:lnTo>
                    <a:pt x="2921708" y="1036998"/>
                  </a:lnTo>
                  <a:lnTo>
                    <a:pt x="2820959" y="1062064"/>
                  </a:lnTo>
                  <a:lnTo>
                    <a:pt x="2720211" y="1087279"/>
                  </a:lnTo>
                  <a:lnTo>
                    <a:pt x="2619462" y="1112647"/>
                  </a:lnTo>
                  <a:lnTo>
                    <a:pt x="2518714" y="1138170"/>
                  </a:lnTo>
                  <a:lnTo>
                    <a:pt x="2417965" y="1163845"/>
                  </a:lnTo>
                  <a:lnTo>
                    <a:pt x="2317216" y="1189668"/>
                  </a:lnTo>
                  <a:lnTo>
                    <a:pt x="2216468" y="1215632"/>
                  </a:lnTo>
                  <a:lnTo>
                    <a:pt x="2115719" y="1241728"/>
                  </a:lnTo>
                  <a:lnTo>
                    <a:pt x="2014971" y="1267945"/>
                  </a:lnTo>
                  <a:lnTo>
                    <a:pt x="1914222" y="1294273"/>
                  </a:lnTo>
                  <a:lnTo>
                    <a:pt x="1813474" y="1320700"/>
                  </a:lnTo>
                  <a:lnTo>
                    <a:pt x="1712725" y="1347216"/>
                  </a:lnTo>
                  <a:lnTo>
                    <a:pt x="1611976" y="1373812"/>
                  </a:lnTo>
                  <a:lnTo>
                    <a:pt x="1511228" y="1400478"/>
                  </a:lnTo>
                  <a:lnTo>
                    <a:pt x="1410479" y="1427205"/>
                  </a:lnTo>
                  <a:lnTo>
                    <a:pt x="1309731" y="1453987"/>
                  </a:lnTo>
                  <a:lnTo>
                    <a:pt x="1208982" y="1480818"/>
                  </a:lnTo>
                  <a:lnTo>
                    <a:pt x="1108234" y="1507691"/>
                  </a:lnTo>
                  <a:lnTo>
                    <a:pt x="1007485" y="1534601"/>
                  </a:lnTo>
                  <a:lnTo>
                    <a:pt x="906737" y="1561545"/>
                  </a:lnTo>
                  <a:lnTo>
                    <a:pt x="805988" y="1588519"/>
                  </a:lnTo>
                  <a:lnTo>
                    <a:pt x="705239" y="1615519"/>
                  </a:lnTo>
                  <a:lnTo>
                    <a:pt x="604491" y="1642543"/>
                  </a:lnTo>
                  <a:lnTo>
                    <a:pt x="503742" y="1669588"/>
                  </a:lnTo>
                  <a:lnTo>
                    <a:pt x="402994" y="1696651"/>
                  </a:lnTo>
                  <a:lnTo>
                    <a:pt x="302245" y="1723732"/>
                  </a:lnTo>
                  <a:lnTo>
                    <a:pt x="201497" y="1750828"/>
                  </a:lnTo>
                  <a:lnTo>
                    <a:pt x="100748" y="1777938"/>
                  </a:lnTo>
                  <a:lnTo>
                    <a:pt x="0" y="180506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3084038"/>
              <a:ext cx="6631543" cy="1698705"/>
            </a:xfrm>
            <a:custGeom>
              <a:avLst/>
              <a:pathLst>
                <a:path w="6631543" h="1698705">
                  <a:moveTo>
                    <a:pt x="0" y="1698705"/>
                  </a:moveTo>
                  <a:lnTo>
                    <a:pt x="100748" y="1674942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3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6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7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1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3238384"/>
              <a:ext cx="6631543" cy="1650713"/>
            </a:xfrm>
            <a:custGeom>
              <a:avLst/>
              <a:pathLst>
                <a:path w="6631543" h="1650713">
                  <a:moveTo>
                    <a:pt x="6631543" y="0"/>
                  </a:moveTo>
                  <a:lnTo>
                    <a:pt x="6548656" y="19471"/>
                  </a:lnTo>
                  <a:lnTo>
                    <a:pt x="6447907" y="43141"/>
                  </a:lnTo>
                  <a:lnTo>
                    <a:pt x="6347159" y="66816"/>
                  </a:lnTo>
                  <a:lnTo>
                    <a:pt x="6246410" y="90496"/>
                  </a:lnTo>
                  <a:lnTo>
                    <a:pt x="6145662" y="114180"/>
                  </a:lnTo>
                  <a:lnTo>
                    <a:pt x="6044913" y="137870"/>
                  </a:lnTo>
                  <a:lnTo>
                    <a:pt x="5944165" y="161565"/>
                  </a:lnTo>
                  <a:lnTo>
                    <a:pt x="5843416" y="185267"/>
                  </a:lnTo>
                  <a:lnTo>
                    <a:pt x="5742668" y="208975"/>
                  </a:lnTo>
                  <a:lnTo>
                    <a:pt x="5641919" y="232691"/>
                  </a:lnTo>
                  <a:lnTo>
                    <a:pt x="5541170" y="256415"/>
                  </a:lnTo>
                  <a:lnTo>
                    <a:pt x="5440422" y="280147"/>
                  </a:lnTo>
                  <a:lnTo>
                    <a:pt x="5339673" y="303889"/>
                  </a:lnTo>
                  <a:lnTo>
                    <a:pt x="5238925" y="327641"/>
                  </a:lnTo>
                  <a:lnTo>
                    <a:pt x="5138176" y="351404"/>
                  </a:lnTo>
                  <a:lnTo>
                    <a:pt x="5037428" y="375180"/>
                  </a:lnTo>
                  <a:lnTo>
                    <a:pt x="4936679" y="398970"/>
                  </a:lnTo>
                  <a:lnTo>
                    <a:pt x="4835930" y="422776"/>
                  </a:lnTo>
                  <a:lnTo>
                    <a:pt x="4735182" y="446598"/>
                  </a:lnTo>
                  <a:lnTo>
                    <a:pt x="4634433" y="470439"/>
                  </a:lnTo>
                  <a:lnTo>
                    <a:pt x="4533685" y="494302"/>
                  </a:lnTo>
                  <a:lnTo>
                    <a:pt x="4432936" y="518188"/>
                  </a:lnTo>
                  <a:lnTo>
                    <a:pt x="4332188" y="542100"/>
                  </a:lnTo>
                  <a:lnTo>
                    <a:pt x="4231439" y="566043"/>
                  </a:lnTo>
                  <a:lnTo>
                    <a:pt x="4130691" y="590018"/>
                  </a:lnTo>
                  <a:lnTo>
                    <a:pt x="4029942" y="614032"/>
                  </a:lnTo>
                  <a:lnTo>
                    <a:pt x="3929193" y="638089"/>
                  </a:lnTo>
                  <a:lnTo>
                    <a:pt x="3828445" y="662193"/>
                  </a:lnTo>
                  <a:lnTo>
                    <a:pt x="3727696" y="686353"/>
                  </a:lnTo>
                  <a:lnTo>
                    <a:pt x="3626948" y="710575"/>
                  </a:lnTo>
                  <a:lnTo>
                    <a:pt x="3526199" y="734867"/>
                  </a:lnTo>
                  <a:lnTo>
                    <a:pt x="3425451" y="759239"/>
                  </a:lnTo>
                  <a:lnTo>
                    <a:pt x="3324702" y="783700"/>
                  </a:lnTo>
                  <a:lnTo>
                    <a:pt x="3223953" y="808260"/>
                  </a:lnTo>
                  <a:lnTo>
                    <a:pt x="3123205" y="832932"/>
                  </a:lnTo>
                  <a:lnTo>
                    <a:pt x="3022456" y="857725"/>
                  </a:lnTo>
                  <a:lnTo>
                    <a:pt x="2921708" y="882651"/>
                  </a:lnTo>
                  <a:lnTo>
                    <a:pt x="2820959" y="907718"/>
                  </a:lnTo>
                  <a:lnTo>
                    <a:pt x="2720211" y="932933"/>
                  </a:lnTo>
                  <a:lnTo>
                    <a:pt x="2619462" y="958300"/>
                  </a:lnTo>
                  <a:lnTo>
                    <a:pt x="2518714" y="983823"/>
                  </a:lnTo>
                  <a:lnTo>
                    <a:pt x="2417965" y="1009498"/>
                  </a:lnTo>
                  <a:lnTo>
                    <a:pt x="2317216" y="1035321"/>
                  </a:lnTo>
                  <a:lnTo>
                    <a:pt x="2216468" y="1061285"/>
                  </a:lnTo>
                  <a:lnTo>
                    <a:pt x="2115719" y="1087381"/>
                  </a:lnTo>
                  <a:lnTo>
                    <a:pt x="2014971" y="1113598"/>
                  </a:lnTo>
                  <a:lnTo>
                    <a:pt x="1914222" y="1139926"/>
                  </a:lnTo>
                  <a:lnTo>
                    <a:pt x="1813474" y="1166353"/>
                  </a:lnTo>
                  <a:lnTo>
                    <a:pt x="1712725" y="1192870"/>
                  </a:lnTo>
                  <a:lnTo>
                    <a:pt x="1611976" y="1219465"/>
                  </a:lnTo>
                  <a:lnTo>
                    <a:pt x="1511228" y="1246131"/>
                  </a:lnTo>
                  <a:lnTo>
                    <a:pt x="1410479" y="1272858"/>
                  </a:lnTo>
                  <a:lnTo>
                    <a:pt x="1309731" y="1299640"/>
                  </a:lnTo>
                  <a:lnTo>
                    <a:pt x="1208982" y="1326471"/>
                  </a:lnTo>
                  <a:lnTo>
                    <a:pt x="1108234" y="1353344"/>
                  </a:lnTo>
                  <a:lnTo>
                    <a:pt x="1007485" y="1380254"/>
                  </a:lnTo>
                  <a:lnTo>
                    <a:pt x="906737" y="1407199"/>
                  </a:lnTo>
                  <a:lnTo>
                    <a:pt x="805988" y="1434172"/>
                  </a:lnTo>
                  <a:lnTo>
                    <a:pt x="705239" y="1461172"/>
                  </a:lnTo>
                  <a:lnTo>
                    <a:pt x="604491" y="1488196"/>
                  </a:lnTo>
                  <a:lnTo>
                    <a:pt x="503742" y="1515241"/>
                  </a:lnTo>
                  <a:lnTo>
                    <a:pt x="402994" y="1542305"/>
                  </a:lnTo>
                  <a:lnTo>
                    <a:pt x="302245" y="1569385"/>
                  </a:lnTo>
                  <a:lnTo>
                    <a:pt x="201497" y="1596481"/>
                  </a:lnTo>
                  <a:lnTo>
                    <a:pt x="100748" y="1623591"/>
                  </a:lnTo>
                  <a:lnTo>
                    <a:pt x="0" y="16507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3161211"/>
              <a:ext cx="6631543" cy="1674709"/>
            </a:xfrm>
            <a:custGeom>
              <a:avLst/>
              <a:pathLst>
                <a:path w="6631543" h="1674709">
                  <a:moveTo>
                    <a:pt x="0" y="1674709"/>
                  </a:moveTo>
                  <a:lnTo>
                    <a:pt x="100748" y="1649266"/>
                  </a:lnTo>
                  <a:lnTo>
                    <a:pt x="201497" y="1623823"/>
                  </a:lnTo>
                  <a:lnTo>
                    <a:pt x="302245" y="1598381"/>
                  </a:lnTo>
                  <a:lnTo>
                    <a:pt x="402994" y="1572938"/>
                  </a:lnTo>
                  <a:lnTo>
                    <a:pt x="503742" y="1547495"/>
                  </a:lnTo>
                  <a:lnTo>
                    <a:pt x="604491" y="1522053"/>
                  </a:lnTo>
                  <a:lnTo>
                    <a:pt x="705239" y="1496610"/>
                  </a:lnTo>
                  <a:lnTo>
                    <a:pt x="805988" y="1471167"/>
                  </a:lnTo>
                  <a:lnTo>
                    <a:pt x="906737" y="1445724"/>
                  </a:lnTo>
                  <a:lnTo>
                    <a:pt x="1007485" y="1420282"/>
                  </a:lnTo>
                  <a:lnTo>
                    <a:pt x="1108234" y="1394839"/>
                  </a:lnTo>
                  <a:lnTo>
                    <a:pt x="1208982" y="1369396"/>
                  </a:lnTo>
                  <a:lnTo>
                    <a:pt x="1309731" y="1343953"/>
                  </a:lnTo>
                  <a:lnTo>
                    <a:pt x="1410479" y="1318511"/>
                  </a:lnTo>
                  <a:lnTo>
                    <a:pt x="1511228" y="1293068"/>
                  </a:lnTo>
                  <a:lnTo>
                    <a:pt x="1611976" y="1267625"/>
                  </a:lnTo>
                  <a:lnTo>
                    <a:pt x="1712725" y="1242183"/>
                  </a:lnTo>
                  <a:lnTo>
                    <a:pt x="1813474" y="1216740"/>
                  </a:lnTo>
                  <a:lnTo>
                    <a:pt x="1914222" y="1191297"/>
                  </a:lnTo>
                  <a:lnTo>
                    <a:pt x="2014971" y="1165854"/>
                  </a:lnTo>
                  <a:lnTo>
                    <a:pt x="2115719" y="1140412"/>
                  </a:lnTo>
                  <a:lnTo>
                    <a:pt x="2216468" y="1114969"/>
                  </a:lnTo>
                  <a:lnTo>
                    <a:pt x="2317216" y="1089526"/>
                  </a:lnTo>
                  <a:lnTo>
                    <a:pt x="2417965" y="1064083"/>
                  </a:lnTo>
                  <a:lnTo>
                    <a:pt x="2518714" y="1038641"/>
                  </a:lnTo>
                  <a:lnTo>
                    <a:pt x="2619462" y="1013198"/>
                  </a:lnTo>
                  <a:lnTo>
                    <a:pt x="2720211" y="987755"/>
                  </a:lnTo>
                  <a:lnTo>
                    <a:pt x="2820959" y="962313"/>
                  </a:lnTo>
                  <a:lnTo>
                    <a:pt x="2921708" y="936870"/>
                  </a:lnTo>
                  <a:lnTo>
                    <a:pt x="3022456" y="911427"/>
                  </a:lnTo>
                  <a:lnTo>
                    <a:pt x="3123205" y="885984"/>
                  </a:lnTo>
                  <a:lnTo>
                    <a:pt x="3223953" y="860542"/>
                  </a:lnTo>
                  <a:lnTo>
                    <a:pt x="3324702" y="835099"/>
                  </a:lnTo>
                  <a:lnTo>
                    <a:pt x="3425451" y="809656"/>
                  </a:lnTo>
                  <a:lnTo>
                    <a:pt x="3526199" y="784213"/>
                  </a:lnTo>
                  <a:lnTo>
                    <a:pt x="3626948" y="758771"/>
                  </a:lnTo>
                  <a:lnTo>
                    <a:pt x="3727696" y="733328"/>
                  </a:lnTo>
                  <a:lnTo>
                    <a:pt x="3828445" y="707885"/>
                  </a:lnTo>
                  <a:lnTo>
                    <a:pt x="3929193" y="682443"/>
                  </a:lnTo>
                  <a:lnTo>
                    <a:pt x="4029942" y="657000"/>
                  </a:lnTo>
                  <a:lnTo>
                    <a:pt x="4130691" y="631557"/>
                  </a:lnTo>
                  <a:lnTo>
                    <a:pt x="4231439" y="606114"/>
                  </a:lnTo>
                  <a:lnTo>
                    <a:pt x="4332188" y="580672"/>
                  </a:lnTo>
                  <a:lnTo>
                    <a:pt x="4432936" y="555229"/>
                  </a:lnTo>
                  <a:lnTo>
                    <a:pt x="4533685" y="529786"/>
                  </a:lnTo>
                  <a:lnTo>
                    <a:pt x="4634433" y="504343"/>
                  </a:lnTo>
                  <a:lnTo>
                    <a:pt x="4735182" y="478901"/>
                  </a:lnTo>
                  <a:lnTo>
                    <a:pt x="4835930" y="453458"/>
                  </a:lnTo>
                  <a:lnTo>
                    <a:pt x="4936679" y="428015"/>
                  </a:lnTo>
                  <a:lnTo>
                    <a:pt x="5037428" y="402572"/>
                  </a:lnTo>
                  <a:lnTo>
                    <a:pt x="5138176" y="377130"/>
                  </a:lnTo>
                  <a:lnTo>
                    <a:pt x="5238925" y="351687"/>
                  </a:lnTo>
                  <a:lnTo>
                    <a:pt x="5339673" y="326244"/>
                  </a:lnTo>
                  <a:lnTo>
                    <a:pt x="5440422" y="300802"/>
                  </a:lnTo>
                  <a:lnTo>
                    <a:pt x="5541170" y="275359"/>
                  </a:lnTo>
                  <a:lnTo>
                    <a:pt x="5641919" y="249916"/>
                  </a:lnTo>
                  <a:lnTo>
                    <a:pt x="5742668" y="224473"/>
                  </a:lnTo>
                  <a:lnTo>
                    <a:pt x="5843416" y="199031"/>
                  </a:lnTo>
                  <a:lnTo>
                    <a:pt x="5944165" y="173588"/>
                  </a:lnTo>
                  <a:lnTo>
                    <a:pt x="6044913" y="148145"/>
                  </a:lnTo>
                  <a:lnTo>
                    <a:pt x="6145662" y="122702"/>
                  </a:lnTo>
                  <a:lnTo>
                    <a:pt x="6246410" y="97260"/>
                  </a:lnTo>
                  <a:lnTo>
                    <a:pt x="6347159" y="71817"/>
                  </a:lnTo>
                  <a:lnTo>
                    <a:pt x="6447907" y="46374"/>
                  </a:lnTo>
                  <a:lnTo>
                    <a:pt x="6548656" y="2093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0.54 x +35.5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0.58 x +37.0   (R² = 0.63)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pt987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rc988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rc991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tx993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994" name="tx994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995" name="tx995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943 (Female 515, Male 428)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2026-10-27T09:35:17Z</dcterms:modified>
  <cp:category/>
</cp:coreProperties>
</file>