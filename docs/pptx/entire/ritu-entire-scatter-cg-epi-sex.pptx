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547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3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0.54 x +35.5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0.58 x +37.0   (R² = 0.63)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pt98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2026-10-30T13:17:18Z</dcterms:modified>
  <cp:category/>
</cp:coreProperties>
</file>