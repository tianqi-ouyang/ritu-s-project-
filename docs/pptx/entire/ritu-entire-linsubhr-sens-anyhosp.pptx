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126738"/>
              <a:ext cx="7090630" cy="1030280"/>
            </a:xfrm>
            <a:custGeom>
              <a:avLst/>
              <a:pathLst>
                <a:path w="7090630" h="1030280">
                  <a:moveTo>
                    <a:pt x="0" y="0"/>
                  </a:moveTo>
                  <a:lnTo>
                    <a:pt x="71622" y="18287"/>
                  </a:lnTo>
                  <a:lnTo>
                    <a:pt x="143245" y="36340"/>
                  </a:lnTo>
                  <a:lnTo>
                    <a:pt x="214867" y="54163"/>
                  </a:lnTo>
                  <a:lnTo>
                    <a:pt x="286490" y="71758"/>
                  </a:lnTo>
                  <a:lnTo>
                    <a:pt x="358112" y="89128"/>
                  </a:lnTo>
                  <a:lnTo>
                    <a:pt x="429735" y="106275"/>
                  </a:lnTo>
                  <a:lnTo>
                    <a:pt x="501357" y="123204"/>
                  </a:lnTo>
                  <a:lnTo>
                    <a:pt x="572980" y="139916"/>
                  </a:lnTo>
                  <a:lnTo>
                    <a:pt x="644602" y="156415"/>
                  </a:lnTo>
                  <a:lnTo>
                    <a:pt x="716225" y="172703"/>
                  </a:lnTo>
                  <a:lnTo>
                    <a:pt x="787847" y="188782"/>
                  </a:lnTo>
                  <a:lnTo>
                    <a:pt x="859470" y="204656"/>
                  </a:lnTo>
                  <a:lnTo>
                    <a:pt x="931092" y="220327"/>
                  </a:lnTo>
                  <a:lnTo>
                    <a:pt x="1002715" y="235798"/>
                  </a:lnTo>
                  <a:lnTo>
                    <a:pt x="1074337" y="251070"/>
                  </a:lnTo>
                  <a:lnTo>
                    <a:pt x="1145960" y="266148"/>
                  </a:lnTo>
                  <a:lnTo>
                    <a:pt x="1217582" y="281033"/>
                  </a:lnTo>
                  <a:lnTo>
                    <a:pt x="1289205" y="295728"/>
                  </a:lnTo>
                  <a:lnTo>
                    <a:pt x="1360827" y="310234"/>
                  </a:lnTo>
                  <a:lnTo>
                    <a:pt x="1432450" y="324556"/>
                  </a:lnTo>
                  <a:lnTo>
                    <a:pt x="1504073" y="338694"/>
                  </a:lnTo>
                  <a:lnTo>
                    <a:pt x="1575695" y="352651"/>
                  </a:lnTo>
                  <a:lnTo>
                    <a:pt x="1647318" y="366430"/>
                  </a:lnTo>
                  <a:lnTo>
                    <a:pt x="1718940" y="380033"/>
                  </a:lnTo>
                  <a:lnTo>
                    <a:pt x="1790563" y="393462"/>
                  </a:lnTo>
                  <a:lnTo>
                    <a:pt x="1862185" y="406720"/>
                  </a:lnTo>
                  <a:lnTo>
                    <a:pt x="1933808" y="419807"/>
                  </a:lnTo>
                  <a:lnTo>
                    <a:pt x="2005430" y="432728"/>
                  </a:lnTo>
                  <a:lnTo>
                    <a:pt x="2077053" y="445483"/>
                  </a:lnTo>
                  <a:lnTo>
                    <a:pt x="2148675" y="458076"/>
                  </a:lnTo>
                  <a:lnTo>
                    <a:pt x="2220298" y="470507"/>
                  </a:lnTo>
                  <a:lnTo>
                    <a:pt x="2291920" y="482779"/>
                  </a:lnTo>
                  <a:lnTo>
                    <a:pt x="2363543" y="494895"/>
                  </a:lnTo>
                  <a:lnTo>
                    <a:pt x="2435165" y="506856"/>
                  </a:lnTo>
                  <a:lnTo>
                    <a:pt x="2506788" y="518663"/>
                  </a:lnTo>
                  <a:lnTo>
                    <a:pt x="2578410" y="530320"/>
                  </a:lnTo>
                  <a:lnTo>
                    <a:pt x="2650033" y="541828"/>
                  </a:lnTo>
                  <a:lnTo>
                    <a:pt x="2721655" y="553189"/>
                  </a:lnTo>
                  <a:lnTo>
                    <a:pt x="2793278" y="564404"/>
                  </a:lnTo>
                  <a:lnTo>
                    <a:pt x="2864901" y="575476"/>
                  </a:lnTo>
                  <a:lnTo>
                    <a:pt x="2936523" y="586407"/>
                  </a:lnTo>
                  <a:lnTo>
                    <a:pt x="3008146" y="597197"/>
                  </a:lnTo>
                  <a:lnTo>
                    <a:pt x="3079768" y="601503"/>
                  </a:lnTo>
                  <a:lnTo>
                    <a:pt x="3151391" y="602213"/>
                  </a:lnTo>
                  <a:lnTo>
                    <a:pt x="3223013" y="602923"/>
                  </a:lnTo>
                  <a:lnTo>
                    <a:pt x="3294636" y="603632"/>
                  </a:lnTo>
                  <a:lnTo>
                    <a:pt x="3366258" y="604341"/>
                  </a:lnTo>
                  <a:lnTo>
                    <a:pt x="3437881" y="605049"/>
                  </a:lnTo>
                  <a:lnTo>
                    <a:pt x="3509503" y="605756"/>
                  </a:lnTo>
                  <a:lnTo>
                    <a:pt x="3581126" y="606463"/>
                  </a:lnTo>
                  <a:lnTo>
                    <a:pt x="3652748" y="607169"/>
                  </a:lnTo>
                  <a:lnTo>
                    <a:pt x="3724371" y="607875"/>
                  </a:lnTo>
                  <a:lnTo>
                    <a:pt x="3795993" y="608580"/>
                  </a:lnTo>
                  <a:lnTo>
                    <a:pt x="3867616" y="609284"/>
                  </a:lnTo>
                  <a:lnTo>
                    <a:pt x="3939238" y="609988"/>
                  </a:lnTo>
                  <a:lnTo>
                    <a:pt x="4010861" y="610691"/>
                  </a:lnTo>
                  <a:lnTo>
                    <a:pt x="4082483" y="611394"/>
                  </a:lnTo>
                  <a:lnTo>
                    <a:pt x="4154106" y="612096"/>
                  </a:lnTo>
                  <a:lnTo>
                    <a:pt x="4225729" y="612797"/>
                  </a:lnTo>
                  <a:lnTo>
                    <a:pt x="4297351" y="613498"/>
                  </a:lnTo>
                  <a:lnTo>
                    <a:pt x="4368974" y="614198"/>
                  </a:lnTo>
                  <a:lnTo>
                    <a:pt x="4440596" y="614898"/>
                  </a:lnTo>
                  <a:lnTo>
                    <a:pt x="4512219" y="615597"/>
                  </a:lnTo>
                  <a:lnTo>
                    <a:pt x="4583841" y="616295"/>
                  </a:lnTo>
                  <a:lnTo>
                    <a:pt x="4655464" y="616993"/>
                  </a:lnTo>
                  <a:lnTo>
                    <a:pt x="4727086" y="617690"/>
                  </a:lnTo>
                  <a:lnTo>
                    <a:pt x="4798709" y="618387"/>
                  </a:lnTo>
                  <a:lnTo>
                    <a:pt x="4870331" y="619083"/>
                  </a:lnTo>
                  <a:lnTo>
                    <a:pt x="4941954" y="619778"/>
                  </a:lnTo>
                  <a:lnTo>
                    <a:pt x="5013576" y="620473"/>
                  </a:lnTo>
                  <a:lnTo>
                    <a:pt x="5085199" y="621167"/>
                  </a:lnTo>
                  <a:lnTo>
                    <a:pt x="5156821" y="621861"/>
                  </a:lnTo>
                  <a:lnTo>
                    <a:pt x="5228444" y="622554"/>
                  </a:lnTo>
                  <a:lnTo>
                    <a:pt x="5300066" y="623246"/>
                  </a:lnTo>
                  <a:lnTo>
                    <a:pt x="5371689" y="623938"/>
                  </a:lnTo>
                  <a:lnTo>
                    <a:pt x="5443311" y="624629"/>
                  </a:lnTo>
                  <a:lnTo>
                    <a:pt x="5514934" y="625320"/>
                  </a:lnTo>
                  <a:lnTo>
                    <a:pt x="5586557" y="626010"/>
                  </a:lnTo>
                  <a:lnTo>
                    <a:pt x="5658179" y="626699"/>
                  </a:lnTo>
                  <a:lnTo>
                    <a:pt x="5729802" y="627388"/>
                  </a:lnTo>
                  <a:lnTo>
                    <a:pt x="5801424" y="628076"/>
                  </a:lnTo>
                  <a:lnTo>
                    <a:pt x="5873047" y="628764"/>
                  </a:lnTo>
                  <a:lnTo>
                    <a:pt x="5944669" y="629451"/>
                  </a:lnTo>
                  <a:lnTo>
                    <a:pt x="6016292" y="630138"/>
                  </a:lnTo>
                  <a:lnTo>
                    <a:pt x="6087914" y="630823"/>
                  </a:lnTo>
                  <a:lnTo>
                    <a:pt x="6159537" y="631509"/>
                  </a:lnTo>
                  <a:lnTo>
                    <a:pt x="6231159" y="632194"/>
                  </a:lnTo>
                  <a:lnTo>
                    <a:pt x="6302782" y="632878"/>
                  </a:lnTo>
                  <a:lnTo>
                    <a:pt x="6374404" y="633561"/>
                  </a:lnTo>
                  <a:lnTo>
                    <a:pt x="6446027" y="634244"/>
                  </a:lnTo>
                  <a:lnTo>
                    <a:pt x="6517649" y="634927"/>
                  </a:lnTo>
                  <a:lnTo>
                    <a:pt x="6589272" y="635608"/>
                  </a:lnTo>
                  <a:lnTo>
                    <a:pt x="6660894" y="636290"/>
                  </a:lnTo>
                  <a:lnTo>
                    <a:pt x="6732517" y="636970"/>
                  </a:lnTo>
                  <a:lnTo>
                    <a:pt x="6804139" y="637650"/>
                  </a:lnTo>
                  <a:lnTo>
                    <a:pt x="6875762" y="638330"/>
                  </a:lnTo>
                  <a:lnTo>
                    <a:pt x="6947385" y="639009"/>
                  </a:lnTo>
                  <a:lnTo>
                    <a:pt x="7019007" y="639687"/>
                  </a:lnTo>
                  <a:lnTo>
                    <a:pt x="7090630" y="640365"/>
                  </a:lnTo>
                  <a:lnTo>
                    <a:pt x="7090630" y="1030280"/>
                  </a:lnTo>
                  <a:lnTo>
                    <a:pt x="7019007" y="1025098"/>
                  </a:lnTo>
                  <a:lnTo>
                    <a:pt x="6947385" y="1019848"/>
                  </a:lnTo>
                  <a:lnTo>
                    <a:pt x="6875762" y="1014530"/>
                  </a:lnTo>
                  <a:lnTo>
                    <a:pt x="6804139" y="1009143"/>
                  </a:lnTo>
                  <a:lnTo>
                    <a:pt x="6732517" y="1003687"/>
                  </a:lnTo>
                  <a:lnTo>
                    <a:pt x="6660894" y="998160"/>
                  </a:lnTo>
                  <a:lnTo>
                    <a:pt x="6589272" y="992561"/>
                  </a:lnTo>
                  <a:lnTo>
                    <a:pt x="6517649" y="986890"/>
                  </a:lnTo>
                  <a:lnTo>
                    <a:pt x="6446027" y="981146"/>
                  </a:lnTo>
                  <a:lnTo>
                    <a:pt x="6374404" y="975327"/>
                  </a:lnTo>
                  <a:lnTo>
                    <a:pt x="6302782" y="969432"/>
                  </a:lnTo>
                  <a:lnTo>
                    <a:pt x="6231159" y="963462"/>
                  </a:lnTo>
                  <a:lnTo>
                    <a:pt x="6159537" y="957414"/>
                  </a:lnTo>
                  <a:lnTo>
                    <a:pt x="6087914" y="951288"/>
                  </a:lnTo>
                  <a:lnTo>
                    <a:pt x="6016292" y="945082"/>
                  </a:lnTo>
                  <a:lnTo>
                    <a:pt x="5944669" y="938796"/>
                  </a:lnTo>
                  <a:lnTo>
                    <a:pt x="5873047" y="932429"/>
                  </a:lnTo>
                  <a:lnTo>
                    <a:pt x="5801424" y="925979"/>
                  </a:lnTo>
                  <a:lnTo>
                    <a:pt x="5729802" y="919446"/>
                  </a:lnTo>
                  <a:lnTo>
                    <a:pt x="5658179" y="912828"/>
                  </a:lnTo>
                  <a:lnTo>
                    <a:pt x="5586557" y="906124"/>
                  </a:lnTo>
                  <a:lnTo>
                    <a:pt x="5514934" y="899334"/>
                  </a:lnTo>
                  <a:lnTo>
                    <a:pt x="5443311" y="892455"/>
                  </a:lnTo>
                  <a:lnTo>
                    <a:pt x="5371689" y="885488"/>
                  </a:lnTo>
                  <a:lnTo>
                    <a:pt x="5300066" y="878430"/>
                  </a:lnTo>
                  <a:lnTo>
                    <a:pt x="5228444" y="871281"/>
                  </a:lnTo>
                  <a:lnTo>
                    <a:pt x="5156821" y="864040"/>
                  </a:lnTo>
                  <a:lnTo>
                    <a:pt x="5085199" y="856704"/>
                  </a:lnTo>
                  <a:lnTo>
                    <a:pt x="5013576" y="849274"/>
                  </a:lnTo>
                  <a:lnTo>
                    <a:pt x="4941954" y="841747"/>
                  </a:lnTo>
                  <a:lnTo>
                    <a:pt x="4870331" y="834123"/>
                  </a:lnTo>
                  <a:lnTo>
                    <a:pt x="4798709" y="826401"/>
                  </a:lnTo>
                  <a:lnTo>
                    <a:pt x="4727086" y="818578"/>
                  </a:lnTo>
                  <a:lnTo>
                    <a:pt x="4655464" y="810654"/>
                  </a:lnTo>
                  <a:lnTo>
                    <a:pt x="4583841" y="802627"/>
                  </a:lnTo>
                  <a:lnTo>
                    <a:pt x="4512219" y="794496"/>
                  </a:lnTo>
                  <a:lnTo>
                    <a:pt x="4440596" y="786260"/>
                  </a:lnTo>
                  <a:lnTo>
                    <a:pt x="4368974" y="777918"/>
                  </a:lnTo>
                  <a:lnTo>
                    <a:pt x="4297351" y="769467"/>
                  </a:lnTo>
                  <a:lnTo>
                    <a:pt x="4225729" y="760907"/>
                  </a:lnTo>
                  <a:lnTo>
                    <a:pt x="4154106" y="752236"/>
                  </a:lnTo>
                  <a:lnTo>
                    <a:pt x="4082483" y="743453"/>
                  </a:lnTo>
                  <a:lnTo>
                    <a:pt x="4010861" y="734556"/>
                  </a:lnTo>
                  <a:lnTo>
                    <a:pt x="3939238" y="725544"/>
                  </a:lnTo>
                  <a:lnTo>
                    <a:pt x="3867616" y="716416"/>
                  </a:lnTo>
                  <a:lnTo>
                    <a:pt x="3795993" y="707169"/>
                  </a:lnTo>
                  <a:lnTo>
                    <a:pt x="3724371" y="697802"/>
                  </a:lnTo>
                  <a:lnTo>
                    <a:pt x="3652748" y="688314"/>
                  </a:lnTo>
                  <a:lnTo>
                    <a:pt x="3581126" y="678703"/>
                  </a:lnTo>
                  <a:lnTo>
                    <a:pt x="3509503" y="668968"/>
                  </a:lnTo>
                  <a:lnTo>
                    <a:pt x="3437881" y="659106"/>
                  </a:lnTo>
                  <a:lnTo>
                    <a:pt x="3366258" y="649117"/>
                  </a:lnTo>
                  <a:lnTo>
                    <a:pt x="3294636" y="638999"/>
                  </a:lnTo>
                  <a:lnTo>
                    <a:pt x="3223013" y="628749"/>
                  </a:lnTo>
                  <a:lnTo>
                    <a:pt x="3151391" y="618367"/>
                  </a:lnTo>
                  <a:lnTo>
                    <a:pt x="3079768" y="607850"/>
                  </a:lnTo>
                  <a:lnTo>
                    <a:pt x="3008146" y="600791"/>
                  </a:lnTo>
                  <a:lnTo>
                    <a:pt x="2936523" y="600080"/>
                  </a:lnTo>
                  <a:lnTo>
                    <a:pt x="2864901" y="599368"/>
                  </a:lnTo>
                  <a:lnTo>
                    <a:pt x="2793278" y="598655"/>
                  </a:lnTo>
                  <a:lnTo>
                    <a:pt x="2721655" y="597941"/>
                  </a:lnTo>
                  <a:lnTo>
                    <a:pt x="2650033" y="597227"/>
                  </a:lnTo>
                  <a:lnTo>
                    <a:pt x="2578410" y="596512"/>
                  </a:lnTo>
                  <a:lnTo>
                    <a:pt x="2506788" y="595797"/>
                  </a:lnTo>
                  <a:lnTo>
                    <a:pt x="2435165" y="595081"/>
                  </a:lnTo>
                  <a:lnTo>
                    <a:pt x="2363543" y="594364"/>
                  </a:lnTo>
                  <a:lnTo>
                    <a:pt x="2291920" y="593647"/>
                  </a:lnTo>
                  <a:lnTo>
                    <a:pt x="2220298" y="592929"/>
                  </a:lnTo>
                  <a:lnTo>
                    <a:pt x="2148675" y="592211"/>
                  </a:lnTo>
                  <a:lnTo>
                    <a:pt x="2077053" y="591492"/>
                  </a:lnTo>
                  <a:lnTo>
                    <a:pt x="2005430" y="590772"/>
                  </a:lnTo>
                  <a:lnTo>
                    <a:pt x="1933808" y="590052"/>
                  </a:lnTo>
                  <a:lnTo>
                    <a:pt x="1862185" y="589331"/>
                  </a:lnTo>
                  <a:lnTo>
                    <a:pt x="1790563" y="588610"/>
                  </a:lnTo>
                  <a:lnTo>
                    <a:pt x="1718940" y="587887"/>
                  </a:lnTo>
                  <a:lnTo>
                    <a:pt x="1647318" y="587165"/>
                  </a:lnTo>
                  <a:lnTo>
                    <a:pt x="1575695" y="586441"/>
                  </a:lnTo>
                  <a:lnTo>
                    <a:pt x="1504073" y="585717"/>
                  </a:lnTo>
                  <a:lnTo>
                    <a:pt x="1432450" y="584993"/>
                  </a:lnTo>
                  <a:lnTo>
                    <a:pt x="1360827" y="584268"/>
                  </a:lnTo>
                  <a:lnTo>
                    <a:pt x="1289205" y="583542"/>
                  </a:lnTo>
                  <a:lnTo>
                    <a:pt x="1217582" y="582815"/>
                  </a:lnTo>
                  <a:lnTo>
                    <a:pt x="1145960" y="582088"/>
                  </a:lnTo>
                  <a:lnTo>
                    <a:pt x="1074337" y="581360"/>
                  </a:lnTo>
                  <a:lnTo>
                    <a:pt x="1002715" y="580632"/>
                  </a:lnTo>
                  <a:lnTo>
                    <a:pt x="931092" y="579903"/>
                  </a:lnTo>
                  <a:lnTo>
                    <a:pt x="859470" y="579173"/>
                  </a:lnTo>
                  <a:lnTo>
                    <a:pt x="787847" y="578443"/>
                  </a:lnTo>
                  <a:lnTo>
                    <a:pt x="716225" y="577712"/>
                  </a:lnTo>
                  <a:lnTo>
                    <a:pt x="644602" y="576981"/>
                  </a:lnTo>
                  <a:lnTo>
                    <a:pt x="572980" y="576249"/>
                  </a:lnTo>
                  <a:lnTo>
                    <a:pt x="501357" y="575516"/>
                  </a:lnTo>
                  <a:lnTo>
                    <a:pt x="429735" y="574783"/>
                  </a:lnTo>
                  <a:lnTo>
                    <a:pt x="358112" y="574049"/>
                  </a:lnTo>
                  <a:lnTo>
                    <a:pt x="286490" y="573314"/>
                  </a:lnTo>
                  <a:lnTo>
                    <a:pt x="214867" y="572579"/>
                  </a:lnTo>
                  <a:lnTo>
                    <a:pt x="143245" y="571843"/>
                  </a:lnTo>
                  <a:lnTo>
                    <a:pt x="71622" y="571107"/>
                  </a:lnTo>
                  <a:lnTo>
                    <a:pt x="0" y="5703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126738"/>
              <a:ext cx="7090630" cy="640365"/>
            </a:xfrm>
            <a:custGeom>
              <a:avLst/>
              <a:pathLst>
                <a:path w="7090630" h="640365">
                  <a:moveTo>
                    <a:pt x="0" y="0"/>
                  </a:moveTo>
                  <a:lnTo>
                    <a:pt x="71622" y="18287"/>
                  </a:lnTo>
                  <a:lnTo>
                    <a:pt x="143245" y="36340"/>
                  </a:lnTo>
                  <a:lnTo>
                    <a:pt x="214867" y="54163"/>
                  </a:lnTo>
                  <a:lnTo>
                    <a:pt x="286490" y="71758"/>
                  </a:lnTo>
                  <a:lnTo>
                    <a:pt x="358112" y="89128"/>
                  </a:lnTo>
                  <a:lnTo>
                    <a:pt x="429735" y="106275"/>
                  </a:lnTo>
                  <a:lnTo>
                    <a:pt x="501357" y="123204"/>
                  </a:lnTo>
                  <a:lnTo>
                    <a:pt x="572980" y="139916"/>
                  </a:lnTo>
                  <a:lnTo>
                    <a:pt x="644602" y="156415"/>
                  </a:lnTo>
                  <a:lnTo>
                    <a:pt x="716225" y="172703"/>
                  </a:lnTo>
                  <a:lnTo>
                    <a:pt x="787847" y="188782"/>
                  </a:lnTo>
                  <a:lnTo>
                    <a:pt x="859470" y="204656"/>
                  </a:lnTo>
                  <a:lnTo>
                    <a:pt x="931092" y="220327"/>
                  </a:lnTo>
                  <a:lnTo>
                    <a:pt x="1002715" y="235798"/>
                  </a:lnTo>
                  <a:lnTo>
                    <a:pt x="1074337" y="251070"/>
                  </a:lnTo>
                  <a:lnTo>
                    <a:pt x="1145960" y="266148"/>
                  </a:lnTo>
                  <a:lnTo>
                    <a:pt x="1217582" y="281033"/>
                  </a:lnTo>
                  <a:lnTo>
                    <a:pt x="1289205" y="295728"/>
                  </a:lnTo>
                  <a:lnTo>
                    <a:pt x="1360827" y="310234"/>
                  </a:lnTo>
                  <a:lnTo>
                    <a:pt x="1432450" y="324556"/>
                  </a:lnTo>
                  <a:lnTo>
                    <a:pt x="1504073" y="338694"/>
                  </a:lnTo>
                  <a:lnTo>
                    <a:pt x="1575695" y="352651"/>
                  </a:lnTo>
                  <a:lnTo>
                    <a:pt x="1647318" y="366430"/>
                  </a:lnTo>
                  <a:lnTo>
                    <a:pt x="1718940" y="380033"/>
                  </a:lnTo>
                  <a:lnTo>
                    <a:pt x="1790563" y="393462"/>
                  </a:lnTo>
                  <a:lnTo>
                    <a:pt x="1862185" y="406720"/>
                  </a:lnTo>
                  <a:lnTo>
                    <a:pt x="1933808" y="419807"/>
                  </a:lnTo>
                  <a:lnTo>
                    <a:pt x="2005430" y="432728"/>
                  </a:lnTo>
                  <a:lnTo>
                    <a:pt x="2077053" y="445483"/>
                  </a:lnTo>
                  <a:lnTo>
                    <a:pt x="2148675" y="458076"/>
                  </a:lnTo>
                  <a:lnTo>
                    <a:pt x="2220298" y="470507"/>
                  </a:lnTo>
                  <a:lnTo>
                    <a:pt x="2291920" y="482779"/>
                  </a:lnTo>
                  <a:lnTo>
                    <a:pt x="2363543" y="494895"/>
                  </a:lnTo>
                  <a:lnTo>
                    <a:pt x="2435165" y="506856"/>
                  </a:lnTo>
                  <a:lnTo>
                    <a:pt x="2506788" y="518663"/>
                  </a:lnTo>
                  <a:lnTo>
                    <a:pt x="2578410" y="530320"/>
                  </a:lnTo>
                  <a:lnTo>
                    <a:pt x="2650033" y="541828"/>
                  </a:lnTo>
                  <a:lnTo>
                    <a:pt x="2721655" y="553189"/>
                  </a:lnTo>
                  <a:lnTo>
                    <a:pt x="2793278" y="564404"/>
                  </a:lnTo>
                  <a:lnTo>
                    <a:pt x="2864901" y="575476"/>
                  </a:lnTo>
                  <a:lnTo>
                    <a:pt x="2936523" y="586407"/>
                  </a:lnTo>
                  <a:lnTo>
                    <a:pt x="3008146" y="597197"/>
                  </a:lnTo>
                  <a:lnTo>
                    <a:pt x="3079768" y="601503"/>
                  </a:lnTo>
                  <a:lnTo>
                    <a:pt x="3151391" y="602213"/>
                  </a:lnTo>
                  <a:lnTo>
                    <a:pt x="3223013" y="602923"/>
                  </a:lnTo>
                  <a:lnTo>
                    <a:pt x="3294636" y="603632"/>
                  </a:lnTo>
                  <a:lnTo>
                    <a:pt x="3366258" y="604341"/>
                  </a:lnTo>
                  <a:lnTo>
                    <a:pt x="3437881" y="605049"/>
                  </a:lnTo>
                  <a:lnTo>
                    <a:pt x="3509503" y="605756"/>
                  </a:lnTo>
                  <a:lnTo>
                    <a:pt x="3581126" y="606463"/>
                  </a:lnTo>
                  <a:lnTo>
                    <a:pt x="3652748" y="607169"/>
                  </a:lnTo>
                  <a:lnTo>
                    <a:pt x="3724371" y="607875"/>
                  </a:lnTo>
                  <a:lnTo>
                    <a:pt x="3795993" y="608580"/>
                  </a:lnTo>
                  <a:lnTo>
                    <a:pt x="3867616" y="609284"/>
                  </a:lnTo>
                  <a:lnTo>
                    <a:pt x="3939238" y="609988"/>
                  </a:lnTo>
                  <a:lnTo>
                    <a:pt x="4010861" y="610691"/>
                  </a:lnTo>
                  <a:lnTo>
                    <a:pt x="4082483" y="611394"/>
                  </a:lnTo>
                  <a:lnTo>
                    <a:pt x="4154106" y="612096"/>
                  </a:lnTo>
                  <a:lnTo>
                    <a:pt x="4225729" y="612797"/>
                  </a:lnTo>
                  <a:lnTo>
                    <a:pt x="4297351" y="613498"/>
                  </a:lnTo>
                  <a:lnTo>
                    <a:pt x="4368974" y="614198"/>
                  </a:lnTo>
                  <a:lnTo>
                    <a:pt x="4440596" y="614898"/>
                  </a:lnTo>
                  <a:lnTo>
                    <a:pt x="4512219" y="615597"/>
                  </a:lnTo>
                  <a:lnTo>
                    <a:pt x="4583841" y="616295"/>
                  </a:lnTo>
                  <a:lnTo>
                    <a:pt x="4655464" y="616993"/>
                  </a:lnTo>
                  <a:lnTo>
                    <a:pt x="4727086" y="617690"/>
                  </a:lnTo>
                  <a:lnTo>
                    <a:pt x="4798709" y="618387"/>
                  </a:lnTo>
                  <a:lnTo>
                    <a:pt x="4870331" y="619083"/>
                  </a:lnTo>
                  <a:lnTo>
                    <a:pt x="4941954" y="619778"/>
                  </a:lnTo>
                  <a:lnTo>
                    <a:pt x="5013576" y="620473"/>
                  </a:lnTo>
                  <a:lnTo>
                    <a:pt x="5085199" y="621167"/>
                  </a:lnTo>
                  <a:lnTo>
                    <a:pt x="5156821" y="621861"/>
                  </a:lnTo>
                  <a:lnTo>
                    <a:pt x="5228444" y="622554"/>
                  </a:lnTo>
                  <a:lnTo>
                    <a:pt x="5300066" y="623246"/>
                  </a:lnTo>
                  <a:lnTo>
                    <a:pt x="5371689" y="623938"/>
                  </a:lnTo>
                  <a:lnTo>
                    <a:pt x="5443311" y="624629"/>
                  </a:lnTo>
                  <a:lnTo>
                    <a:pt x="5514934" y="625320"/>
                  </a:lnTo>
                  <a:lnTo>
                    <a:pt x="5586557" y="626010"/>
                  </a:lnTo>
                  <a:lnTo>
                    <a:pt x="5658179" y="626699"/>
                  </a:lnTo>
                  <a:lnTo>
                    <a:pt x="5729802" y="627388"/>
                  </a:lnTo>
                  <a:lnTo>
                    <a:pt x="5801424" y="628076"/>
                  </a:lnTo>
                  <a:lnTo>
                    <a:pt x="5873047" y="628764"/>
                  </a:lnTo>
                  <a:lnTo>
                    <a:pt x="5944669" y="629451"/>
                  </a:lnTo>
                  <a:lnTo>
                    <a:pt x="6016292" y="630138"/>
                  </a:lnTo>
                  <a:lnTo>
                    <a:pt x="6087914" y="630823"/>
                  </a:lnTo>
                  <a:lnTo>
                    <a:pt x="6159537" y="631509"/>
                  </a:lnTo>
                  <a:lnTo>
                    <a:pt x="6231159" y="632194"/>
                  </a:lnTo>
                  <a:lnTo>
                    <a:pt x="6302782" y="632878"/>
                  </a:lnTo>
                  <a:lnTo>
                    <a:pt x="6374404" y="633561"/>
                  </a:lnTo>
                  <a:lnTo>
                    <a:pt x="6446027" y="634244"/>
                  </a:lnTo>
                  <a:lnTo>
                    <a:pt x="6517649" y="634927"/>
                  </a:lnTo>
                  <a:lnTo>
                    <a:pt x="6589272" y="635608"/>
                  </a:lnTo>
                  <a:lnTo>
                    <a:pt x="6660894" y="636290"/>
                  </a:lnTo>
                  <a:lnTo>
                    <a:pt x="6732517" y="636970"/>
                  </a:lnTo>
                  <a:lnTo>
                    <a:pt x="6804139" y="637650"/>
                  </a:lnTo>
                  <a:lnTo>
                    <a:pt x="6875762" y="638330"/>
                  </a:lnTo>
                  <a:lnTo>
                    <a:pt x="6947385" y="639009"/>
                  </a:lnTo>
                  <a:lnTo>
                    <a:pt x="7019007" y="639687"/>
                  </a:lnTo>
                  <a:lnTo>
                    <a:pt x="7090630" y="6403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97108"/>
              <a:ext cx="7090630" cy="459910"/>
            </a:xfrm>
            <a:custGeom>
              <a:avLst/>
              <a:pathLst>
                <a:path w="7090630" h="459910">
                  <a:moveTo>
                    <a:pt x="7090630" y="459910"/>
                  </a:moveTo>
                  <a:lnTo>
                    <a:pt x="7019007" y="454728"/>
                  </a:lnTo>
                  <a:lnTo>
                    <a:pt x="6947385" y="449478"/>
                  </a:lnTo>
                  <a:lnTo>
                    <a:pt x="6875762" y="444160"/>
                  </a:lnTo>
                  <a:lnTo>
                    <a:pt x="6804139" y="438774"/>
                  </a:lnTo>
                  <a:lnTo>
                    <a:pt x="6732517" y="433317"/>
                  </a:lnTo>
                  <a:lnTo>
                    <a:pt x="6660894" y="427790"/>
                  </a:lnTo>
                  <a:lnTo>
                    <a:pt x="6589272" y="422191"/>
                  </a:lnTo>
                  <a:lnTo>
                    <a:pt x="6517649" y="416520"/>
                  </a:lnTo>
                  <a:lnTo>
                    <a:pt x="6446027" y="410776"/>
                  </a:lnTo>
                  <a:lnTo>
                    <a:pt x="6374404" y="404957"/>
                  </a:lnTo>
                  <a:lnTo>
                    <a:pt x="6302782" y="399063"/>
                  </a:lnTo>
                  <a:lnTo>
                    <a:pt x="6231159" y="393092"/>
                  </a:lnTo>
                  <a:lnTo>
                    <a:pt x="6159537" y="387044"/>
                  </a:lnTo>
                  <a:lnTo>
                    <a:pt x="6087914" y="380918"/>
                  </a:lnTo>
                  <a:lnTo>
                    <a:pt x="6016292" y="374712"/>
                  </a:lnTo>
                  <a:lnTo>
                    <a:pt x="5944669" y="368426"/>
                  </a:lnTo>
                  <a:lnTo>
                    <a:pt x="5873047" y="362059"/>
                  </a:lnTo>
                  <a:lnTo>
                    <a:pt x="5801424" y="355609"/>
                  </a:lnTo>
                  <a:lnTo>
                    <a:pt x="5729802" y="349076"/>
                  </a:lnTo>
                  <a:lnTo>
                    <a:pt x="5658179" y="342458"/>
                  </a:lnTo>
                  <a:lnTo>
                    <a:pt x="5586557" y="335754"/>
                  </a:lnTo>
                  <a:lnTo>
                    <a:pt x="5514934" y="328964"/>
                  </a:lnTo>
                  <a:lnTo>
                    <a:pt x="5443311" y="322085"/>
                  </a:lnTo>
                  <a:lnTo>
                    <a:pt x="5371689" y="315118"/>
                  </a:lnTo>
                  <a:lnTo>
                    <a:pt x="5300066" y="308060"/>
                  </a:lnTo>
                  <a:lnTo>
                    <a:pt x="5228444" y="300911"/>
                  </a:lnTo>
                  <a:lnTo>
                    <a:pt x="5156821" y="293670"/>
                  </a:lnTo>
                  <a:lnTo>
                    <a:pt x="5085199" y="286334"/>
                  </a:lnTo>
                  <a:lnTo>
                    <a:pt x="5013576" y="278904"/>
                  </a:lnTo>
                  <a:lnTo>
                    <a:pt x="4941954" y="271377"/>
                  </a:lnTo>
                  <a:lnTo>
                    <a:pt x="4870331" y="263753"/>
                  </a:lnTo>
                  <a:lnTo>
                    <a:pt x="4798709" y="256031"/>
                  </a:lnTo>
                  <a:lnTo>
                    <a:pt x="4727086" y="248208"/>
                  </a:lnTo>
                  <a:lnTo>
                    <a:pt x="4655464" y="240284"/>
                  </a:lnTo>
                  <a:lnTo>
                    <a:pt x="4583841" y="232257"/>
                  </a:lnTo>
                  <a:lnTo>
                    <a:pt x="4512219" y="224126"/>
                  </a:lnTo>
                  <a:lnTo>
                    <a:pt x="4440596" y="215891"/>
                  </a:lnTo>
                  <a:lnTo>
                    <a:pt x="4368974" y="207548"/>
                  </a:lnTo>
                  <a:lnTo>
                    <a:pt x="4297351" y="199097"/>
                  </a:lnTo>
                  <a:lnTo>
                    <a:pt x="4225729" y="190537"/>
                  </a:lnTo>
                  <a:lnTo>
                    <a:pt x="4154106" y="181867"/>
                  </a:lnTo>
                  <a:lnTo>
                    <a:pt x="4082483" y="173083"/>
                  </a:lnTo>
                  <a:lnTo>
                    <a:pt x="4010861" y="164187"/>
                  </a:lnTo>
                  <a:lnTo>
                    <a:pt x="3939238" y="155174"/>
                  </a:lnTo>
                  <a:lnTo>
                    <a:pt x="3867616" y="146046"/>
                  </a:lnTo>
                  <a:lnTo>
                    <a:pt x="3795993" y="136799"/>
                  </a:lnTo>
                  <a:lnTo>
                    <a:pt x="3724371" y="127432"/>
                  </a:lnTo>
                  <a:lnTo>
                    <a:pt x="3652748" y="117944"/>
                  </a:lnTo>
                  <a:lnTo>
                    <a:pt x="3581126" y="108333"/>
                  </a:lnTo>
                  <a:lnTo>
                    <a:pt x="3509503" y="98598"/>
                  </a:lnTo>
                  <a:lnTo>
                    <a:pt x="3437881" y="88736"/>
                  </a:lnTo>
                  <a:lnTo>
                    <a:pt x="3366258" y="78747"/>
                  </a:lnTo>
                  <a:lnTo>
                    <a:pt x="3294636" y="68629"/>
                  </a:lnTo>
                  <a:lnTo>
                    <a:pt x="3223013" y="58379"/>
                  </a:lnTo>
                  <a:lnTo>
                    <a:pt x="3151391" y="47997"/>
                  </a:lnTo>
                  <a:lnTo>
                    <a:pt x="3079768" y="37480"/>
                  </a:lnTo>
                  <a:lnTo>
                    <a:pt x="3008146" y="30422"/>
                  </a:lnTo>
                  <a:lnTo>
                    <a:pt x="2936523" y="29710"/>
                  </a:lnTo>
                  <a:lnTo>
                    <a:pt x="2864901" y="28998"/>
                  </a:lnTo>
                  <a:lnTo>
                    <a:pt x="2793278" y="28285"/>
                  </a:lnTo>
                  <a:lnTo>
                    <a:pt x="2721655" y="27571"/>
                  </a:lnTo>
                  <a:lnTo>
                    <a:pt x="2650033" y="26857"/>
                  </a:lnTo>
                  <a:lnTo>
                    <a:pt x="2578410" y="26142"/>
                  </a:lnTo>
                  <a:lnTo>
                    <a:pt x="2506788" y="25427"/>
                  </a:lnTo>
                  <a:lnTo>
                    <a:pt x="2435165" y="24711"/>
                  </a:lnTo>
                  <a:lnTo>
                    <a:pt x="2363543" y="23994"/>
                  </a:lnTo>
                  <a:lnTo>
                    <a:pt x="2291920" y="23277"/>
                  </a:lnTo>
                  <a:lnTo>
                    <a:pt x="2220298" y="22559"/>
                  </a:lnTo>
                  <a:lnTo>
                    <a:pt x="2148675" y="21841"/>
                  </a:lnTo>
                  <a:lnTo>
                    <a:pt x="2077053" y="21122"/>
                  </a:lnTo>
                  <a:lnTo>
                    <a:pt x="2005430" y="20402"/>
                  </a:lnTo>
                  <a:lnTo>
                    <a:pt x="1933808" y="19682"/>
                  </a:lnTo>
                  <a:lnTo>
                    <a:pt x="1862185" y="18961"/>
                  </a:lnTo>
                  <a:lnTo>
                    <a:pt x="1790563" y="18240"/>
                  </a:lnTo>
                  <a:lnTo>
                    <a:pt x="1718940" y="17518"/>
                  </a:lnTo>
                  <a:lnTo>
                    <a:pt x="1647318" y="16795"/>
                  </a:lnTo>
                  <a:lnTo>
                    <a:pt x="1575695" y="16071"/>
                  </a:lnTo>
                  <a:lnTo>
                    <a:pt x="1504073" y="15347"/>
                  </a:lnTo>
                  <a:lnTo>
                    <a:pt x="1432450" y="14623"/>
                  </a:lnTo>
                  <a:lnTo>
                    <a:pt x="1360827" y="13898"/>
                  </a:lnTo>
                  <a:lnTo>
                    <a:pt x="1289205" y="13172"/>
                  </a:lnTo>
                  <a:lnTo>
                    <a:pt x="1217582" y="12445"/>
                  </a:lnTo>
                  <a:lnTo>
                    <a:pt x="1145960" y="11718"/>
                  </a:lnTo>
                  <a:lnTo>
                    <a:pt x="1074337" y="10990"/>
                  </a:lnTo>
                  <a:lnTo>
                    <a:pt x="1002715" y="10262"/>
                  </a:lnTo>
                  <a:lnTo>
                    <a:pt x="931092" y="9533"/>
                  </a:lnTo>
                  <a:lnTo>
                    <a:pt x="859470" y="8804"/>
                  </a:lnTo>
                  <a:lnTo>
                    <a:pt x="787847" y="8073"/>
                  </a:lnTo>
                  <a:lnTo>
                    <a:pt x="716225" y="7343"/>
                  </a:lnTo>
                  <a:lnTo>
                    <a:pt x="644602" y="6611"/>
                  </a:lnTo>
                  <a:lnTo>
                    <a:pt x="572980" y="5879"/>
                  </a:lnTo>
                  <a:lnTo>
                    <a:pt x="501357" y="5146"/>
                  </a:lnTo>
                  <a:lnTo>
                    <a:pt x="429735" y="4413"/>
                  </a:lnTo>
                  <a:lnTo>
                    <a:pt x="358112" y="3679"/>
                  </a:lnTo>
                  <a:lnTo>
                    <a:pt x="286490" y="2944"/>
                  </a:lnTo>
                  <a:lnTo>
                    <a:pt x="214867" y="2209"/>
                  </a:lnTo>
                  <a:lnTo>
                    <a:pt x="143245" y="1473"/>
                  </a:lnTo>
                  <a:lnTo>
                    <a:pt x="71622" y="73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447996"/>
              <a:ext cx="7090630" cy="546900"/>
            </a:xfrm>
            <a:custGeom>
              <a:avLst/>
              <a:pathLst>
                <a:path w="7090630" h="546900">
                  <a:moveTo>
                    <a:pt x="0" y="0"/>
                  </a:moveTo>
                  <a:lnTo>
                    <a:pt x="71622" y="7585"/>
                  </a:lnTo>
                  <a:lnTo>
                    <a:pt x="143245" y="15118"/>
                  </a:lnTo>
                  <a:lnTo>
                    <a:pt x="214867" y="22600"/>
                  </a:lnTo>
                  <a:lnTo>
                    <a:pt x="286490" y="30031"/>
                  </a:lnTo>
                  <a:lnTo>
                    <a:pt x="358112" y="37411"/>
                  </a:lnTo>
                  <a:lnTo>
                    <a:pt x="429735" y="44741"/>
                  </a:lnTo>
                  <a:lnTo>
                    <a:pt x="501357" y="52020"/>
                  </a:lnTo>
                  <a:lnTo>
                    <a:pt x="572980" y="59250"/>
                  </a:lnTo>
                  <a:lnTo>
                    <a:pt x="644602" y="66430"/>
                  </a:lnTo>
                  <a:lnTo>
                    <a:pt x="716225" y="73561"/>
                  </a:lnTo>
                  <a:lnTo>
                    <a:pt x="787847" y="80643"/>
                  </a:lnTo>
                  <a:lnTo>
                    <a:pt x="859470" y="87677"/>
                  </a:lnTo>
                  <a:lnTo>
                    <a:pt x="931092" y="94663"/>
                  </a:lnTo>
                  <a:lnTo>
                    <a:pt x="1002715" y="101601"/>
                  </a:lnTo>
                  <a:lnTo>
                    <a:pt x="1074337" y="108492"/>
                  </a:lnTo>
                  <a:lnTo>
                    <a:pt x="1145960" y="115335"/>
                  </a:lnTo>
                  <a:lnTo>
                    <a:pt x="1217582" y="122132"/>
                  </a:lnTo>
                  <a:lnTo>
                    <a:pt x="1289205" y="128882"/>
                  </a:lnTo>
                  <a:lnTo>
                    <a:pt x="1360827" y="135586"/>
                  </a:lnTo>
                  <a:lnTo>
                    <a:pt x="1432450" y="142244"/>
                  </a:lnTo>
                  <a:lnTo>
                    <a:pt x="1504073" y="148857"/>
                  </a:lnTo>
                  <a:lnTo>
                    <a:pt x="1575695" y="155424"/>
                  </a:lnTo>
                  <a:lnTo>
                    <a:pt x="1647318" y="161947"/>
                  </a:lnTo>
                  <a:lnTo>
                    <a:pt x="1718940" y="168425"/>
                  </a:lnTo>
                  <a:lnTo>
                    <a:pt x="1790563" y="174858"/>
                  </a:lnTo>
                  <a:lnTo>
                    <a:pt x="1862185" y="181248"/>
                  </a:lnTo>
                  <a:lnTo>
                    <a:pt x="1933808" y="187594"/>
                  </a:lnTo>
                  <a:lnTo>
                    <a:pt x="2005430" y="193896"/>
                  </a:lnTo>
                  <a:lnTo>
                    <a:pt x="2077053" y="200156"/>
                  </a:lnTo>
                  <a:lnTo>
                    <a:pt x="2148675" y="206372"/>
                  </a:lnTo>
                  <a:lnTo>
                    <a:pt x="2220298" y="212547"/>
                  </a:lnTo>
                  <a:lnTo>
                    <a:pt x="2291920" y="218678"/>
                  </a:lnTo>
                  <a:lnTo>
                    <a:pt x="2363543" y="224768"/>
                  </a:lnTo>
                  <a:lnTo>
                    <a:pt x="2435165" y="230817"/>
                  </a:lnTo>
                  <a:lnTo>
                    <a:pt x="2506788" y="236824"/>
                  </a:lnTo>
                  <a:lnTo>
                    <a:pt x="2578410" y="242790"/>
                  </a:lnTo>
                  <a:lnTo>
                    <a:pt x="2650033" y="248715"/>
                  </a:lnTo>
                  <a:lnTo>
                    <a:pt x="2721655" y="254599"/>
                  </a:lnTo>
                  <a:lnTo>
                    <a:pt x="2793278" y="260444"/>
                  </a:lnTo>
                  <a:lnTo>
                    <a:pt x="2864901" y="266248"/>
                  </a:lnTo>
                  <a:lnTo>
                    <a:pt x="2936523" y="272013"/>
                  </a:lnTo>
                  <a:lnTo>
                    <a:pt x="3008146" y="277738"/>
                  </a:lnTo>
                  <a:lnTo>
                    <a:pt x="3079768" y="283424"/>
                  </a:lnTo>
                  <a:lnTo>
                    <a:pt x="3151391" y="289071"/>
                  </a:lnTo>
                  <a:lnTo>
                    <a:pt x="3223013" y="294680"/>
                  </a:lnTo>
                  <a:lnTo>
                    <a:pt x="3294636" y="300250"/>
                  </a:lnTo>
                  <a:lnTo>
                    <a:pt x="3366258" y="305782"/>
                  </a:lnTo>
                  <a:lnTo>
                    <a:pt x="3437881" y="311277"/>
                  </a:lnTo>
                  <a:lnTo>
                    <a:pt x="3509503" y="316733"/>
                  </a:lnTo>
                  <a:lnTo>
                    <a:pt x="3581126" y="322153"/>
                  </a:lnTo>
                  <a:lnTo>
                    <a:pt x="3652748" y="327535"/>
                  </a:lnTo>
                  <a:lnTo>
                    <a:pt x="3724371" y="332881"/>
                  </a:lnTo>
                  <a:lnTo>
                    <a:pt x="3795993" y="338190"/>
                  </a:lnTo>
                  <a:lnTo>
                    <a:pt x="3867616" y="343463"/>
                  </a:lnTo>
                  <a:lnTo>
                    <a:pt x="3939238" y="348699"/>
                  </a:lnTo>
                  <a:lnTo>
                    <a:pt x="4010861" y="353900"/>
                  </a:lnTo>
                  <a:lnTo>
                    <a:pt x="4082483" y="359065"/>
                  </a:lnTo>
                  <a:lnTo>
                    <a:pt x="4154106" y="364195"/>
                  </a:lnTo>
                  <a:lnTo>
                    <a:pt x="4225729" y="369290"/>
                  </a:lnTo>
                  <a:lnTo>
                    <a:pt x="4297351" y="374350"/>
                  </a:lnTo>
                  <a:lnTo>
                    <a:pt x="4368974" y="379376"/>
                  </a:lnTo>
                  <a:lnTo>
                    <a:pt x="4440596" y="384367"/>
                  </a:lnTo>
                  <a:lnTo>
                    <a:pt x="4512219" y="389324"/>
                  </a:lnTo>
                  <a:lnTo>
                    <a:pt x="4583841" y="394247"/>
                  </a:lnTo>
                  <a:lnTo>
                    <a:pt x="4655464" y="399136"/>
                  </a:lnTo>
                  <a:lnTo>
                    <a:pt x="4727086" y="403992"/>
                  </a:lnTo>
                  <a:lnTo>
                    <a:pt x="4798709" y="408815"/>
                  </a:lnTo>
                  <a:lnTo>
                    <a:pt x="4870331" y="413605"/>
                  </a:lnTo>
                  <a:lnTo>
                    <a:pt x="4941954" y="418362"/>
                  </a:lnTo>
                  <a:lnTo>
                    <a:pt x="5013576" y="423086"/>
                  </a:lnTo>
                  <a:lnTo>
                    <a:pt x="5085199" y="427778"/>
                  </a:lnTo>
                  <a:lnTo>
                    <a:pt x="5156821" y="432439"/>
                  </a:lnTo>
                  <a:lnTo>
                    <a:pt x="5228444" y="437067"/>
                  </a:lnTo>
                  <a:lnTo>
                    <a:pt x="5300066" y="441663"/>
                  </a:lnTo>
                  <a:lnTo>
                    <a:pt x="5371689" y="446228"/>
                  </a:lnTo>
                  <a:lnTo>
                    <a:pt x="5443311" y="450762"/>
                  </a:lnTo>
                  <a:lnTo>
                    <a:pt x="5514934" y="455265"/>
                  </a:lnTo>
                  <a:lnTo>
                    <a:pt x="5586557" y="459737"/>
                  </a:lnTo>
                  <a:lnTo>
                    <a:pt x="5658179" y="464179"/>
                  </a:lnTo>
                  <a:lnTo>
                    <a:pt x="5729802" y="468590"/>
                  </a:lnTo>
                  <a:lnTo>
                    <a:pt x="5801424" y="472971"/>
                  </a:lnTo>
                  <a:lnTo>
                    <a:pt x="5873047" y="477322"/>
                  </a:lnTo>
                  <a:lnTo>
                    <a:pt x="5944669" y="481644"/>
                  </a:lnTo>
                  <a:lnTo>
                    <a:pt x="6016292" y="485935"/>
                  </a:lnTo>
                  <a:lnTo>
                    <a:pt x="6087914" y="490198"/>
                  </a:lnTo>
                  <a:lnTo>
                    <a:pt x="6159537" y="494431"/>
                  </a:lnTo>
                  <a:lnTo>
                    <a:pt x="6231159" y="498635"/>
                  </a:lnTo>
                  <a:lnTo>
                    <a:pt x="6302782" y="502811"/>
                  </a:lnTo>
                  <a:lnTo>
                    <a:pt x="6374404" y="506958"/>
                  </a:lnTo>
                  <a:lnTo>
                    <a:pt x="6446027" y="511076"/>
                  </a:lnTo>
                  <a:lnTo>
                    <a:pt x="6517649" y="515167"/>
                  </a:lnTo>
                  <a:lnTo>
                    <a:pt x="6589272" y="519229"/>
                  </a:lnTo>
                  <a:lnTo>
                    <a:pt x="6660894" y="523264"/>
                  </a:lnTo>
                  <a:lnTo>
                    <a:pt x="6732517" y="527271"/>
                  </a:lnTo>
                  <a:lnTo>
                    <a:pt x="6804139" y="531251"/>
                  </a:lnTo>
                  <a:lnTo>
                    <a:pt x="6875762" y="535204"/>
                  </a:lnTo>
                  <a:lnTo>
                    <a:pt x="6947385" y="539129"/>
                  </a:lnTo>
                  <a:lnTo>
                    <a:pt x="7019007" y="543028"/>
                  </a:lnTo>
                  <a:lnTo>
                    <a:pt x="7090630" y="5469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(1.01-1.17), p_Bonf = 0.151 (n = 6)  |  per IQR decline (Δ = 27.5 %): 1.26 (1.03-1.54)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2026-10-09T15:05:38Z</dcterms:modified>
  <cp:category/>
</cp:coreProperties>
</file>