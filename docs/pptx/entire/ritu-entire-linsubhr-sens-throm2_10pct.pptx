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431944"/>
              <a:ext cx="7090630" cy="1889571"/>
            </a:xfrm>
            <a:custGeom>
              <a:avLst/>
              <a:pathLst>
                <a:path w="7090630" h="1889571">
                  <a:moveTo>
                    <a:pt x="0" y="0"/>
                  </a:moveTo>
                  <a:lnTo>
                    <a:pt x="71622" y="46686"/>
                  </a:lnTo>
                  <a:lnTo>
                    <a:pt x="143245" y="92347"/>
                  </a:lnTo>
                  <a:lnTo>
                    <a:pt x="214867" y="137005"/>
                  </a:lnTo>
                  <a:lnTo>
                    <a:pt x="286490" y="180682"/>
                  </a:lnTo>
                  <a:lnTo>
                    <a:pt x="358112" y="223399"/>
                  </a:lnTo>
                  <a:lnTo>
                    <a:pt x="429735" y="265178"/>
                  </a:lnTo>
                  <a:lnTo>
                    <a:pt x="501357" y="306040"/>
                  </a:lnTo>
                  <a:lnTo>
                    <a:pt x="572980" y="346003"/>
                  </a:lnTo>
                  <a:lnTo>
                    <a:pt x="644602" y="385089"/>
                  </a:lnTo>
                  <a:lnTo>
                    <a:pt x="716225" y="423316"/>
                  </a:lnTo>
                  <a:lnTo>
                    <a:pt x="787847" y="460704"/>
                  </a:lnTo>
                  <a:lnTo>
                    <a:pt x="859470" y="497270"/>
                  </a:lnTo>
                  <a:lnTo>
                    <a:pt x="931092" y="533033"/>
                  </a:lnTo>
                  <a:lnTo>
                    <a:pt x="1002715" y="568010"/>
                  </a:lnTo>
                  <a:lnTo>
                    <a:pt x="1074337" y="602219"/>
                  </a:lnTo>
                  <a:lnTo>
                    <a:pt x="1145960" y="635677"/>
                  </a:lnTo>
                  <a:lnTo>
                    <a:pt x="1217582" y="668399"/>
                  </a:lnTo>
                  <a:lnTo>
                    <a:pt x="1289205" y="700403"/>
                  </a:lnTo>
                  <a:lnTo>
                    <a:pt x="1360827" y="731704"/>
                  </a:lnTo>
                  <a:lnTo>
                    <a:pt x="1432450" y="762317"/>
                  </a:lnTo>
                  <a:lnTo>
                    <a:pt x="1504073" y="792258"/>
                  </a:lnTo>
                  <a:lnTo>
                    <a:pt x="1575695" y="821541"/>
                  </a:lnTo>
                  <a:lnTo>
                    <a:pt x="1647318" y="850181"/>
                  </a:lnTo>
                  <a:lnTo>
                    <a:pt x="1718940" y="878191"/>
                  </a:lnTo>
                  <a:lnTo>
                    <a:pt x="1790563" y="905586"/>
                  </a:lnTo>
                  <a:lnTo>
                    <a:pt x="1862185" y="932380"/>
                  </a:lnTo>
                  <a:lnTo>
                    <a:pt x="1933808" y="958585"/>
                  </a:lnTo>
                  <a:lnTo>
                    <a:pt x="2005430" y="984214"/>
                  </a:lnTo>
                  <a:lnTo>
                    <a:pt x="2077053" y="1009280"/>
                  </a:lnTo>
                  <a:lnTo>
                    <a:pt x="2148675" y="1033796"/>
                  </a:lnTo>
                  <a:lnTo>
                    <a:pt x="2220298" y="1057773"/>
                  </a:lnTo>
                  <a:lnTo>
                    <a:pt x="2291920" y="1081224"/>
                  </a:lnTo>
                  <a:lnTo>
                    <a:pt x="2363543" y="1104159"/>
                  </a:lnTo>
                  <a:lnTo>
                    <a:pt x="2435165" y="1126590"/>
                  </a:lnTo>
                  <a:lnTo>
                    <a:pt x="2506788" y="1148529"/>
                  </a:lnTo>
                  <a:lnTo>
                    <a:pt x="2578410" y="1169986"/>
                  </a:lnTo>
                  <a:lnTo>
                    <a:pt x="2650033" y="1190971"/>
                  </a:lnTo>
                  <a:lnTo>
                    <a:pt x="2721655" y="1211496"/>
                  </a:lnTo>
                  <a:lnTo>
                    <a:pt x="2793278" y="1231569"/>
                  </a:lnTo>
                  <a:lnTo>
                    <a:pt x="2864901" y="1251202"/>
                  </a:lnTo>
                  <a:lnTo>
                    <a:pt x="2936523" y="1270403"/>
                  </a:lnTo>
                  <a:lnTo>
                    <a:pt x="3008146" y="1289183"/>
                  </a:lnTo>
                  <a:lnTo>
                    <a:pt x="3079768" y="1298232"/>
                  </a:lnTo>
                  <a:lnTo>
                    <a:pt x="3151391" y="1301954"/>
                  </a:lnTo>
                  <a:lnTo>
                    <a:pt x="3223013" y="1305658"/>
                  </a:lnTo>
                  <a:lnTo>
                    <a:pt x="3294636" y="1309347"/>
                  </a:lnTo>
                  <a:lnTo>
                    <a:pt x="3366258" y="1313018"/>
                  </a:lnTo>
                  <a:lnTo>
                    <a:pt x="3437881" y="1316673"/>
                  </a:lnTo>
                  <a:lnTo>
                    <a:pt x="3509503" y="1320312"/>
                  </a:lnTo>
                  <a:lnTo>
                    <a:pt x="3581126" y="1323934"/>
                  </a:lnTo>
                  <a:lnTo>
                    <a:pt x="3652748" y="1327540"/>
                  </a:lnTo>
                  <a:lnTo>
                    <a:pt x="3724371" y="1331130"/>
                  </a:lnTo>
                  <a:lnTo>
                    <a:pt x="3795993" y="1334703"/>
                  </a:lnTo>
                  <a:lnTo>
                    <a:pt x="3867616" y="1338261"/>
                  </a:lnTo>
                  <a:lnTo>
                    <a:pt x="3939238" y="1341802"/>
                  </a:lnTo>
                  <a:lnTo>
                    <a:pt x="4010861" y="1345328"/>
                  </a:lnTo>
                  <a:lnTo>
                    <a:pt x="4082483" y="1348838"/>
                  </a:lnTo>
                  <a:lnTo>
                    <a:pt x="4154106" y="1352332"/>
                  </a:lnTo>
                  <a:lnTo>
                    <a:pt x="4225729" y="1355810"/>
                  </a:lnTo>
                  <a:lnTo>
                    <a:pt x="4297351" y="1359272"/>
                  </a:lnTo>
                  <a:lnTo>
                    <a:pt x="4368974" y="1362719"/>
                  </a:lnTo>
                  <a:lnTo>
                    <a:pt x="4440596" y="1366151"/>
                  </a:lnTo>
                  <a:lnTo>
                    <a:pt x="4512219" y="1369567"/>
                  </a:lnTo>
                  <a:lnTo>
                    <a:pt x="4583841" y="1372967"/>
                  </a:lnTo>
                  <a:lnTo>
                    <a:pt x="4655464" y="1376353"/>
                  </a:lnTo>
                  <a:lnTo>
                    <a:pt x="4727086" y="1379723"/>
                  </a:lnTo>
                  <a:lnTo>
                    <a:pt x="4798709" y="1383078"/>
                  </a:lnTo>
                  <a:lnTo>
                    <a:pt x="4870331" y="1386418"/>
                  </a:lnTo>
                  <a:lnTo>
                    <a:pt x="4941954" y="1389742"/>
                  </a:lnTo>
                  <a:lnTo>
                    <a:pt x="5013576" y="1393052"/>
                  </a:lnTo>
                  <a:lnTo>
                    <a:pt x="5085199" y="1396347"/>
                  </a:lnTo>
                  <a:lnTo>
                    <a:pt x="5156821" y="1399627"/>
                  </a:lnTo>
                  <a:lnTo>
                    <a:pt x="5228444" y="1402893"/>
                  </a:lnTo>
                  <a:lnTo>
                    <a:pt x="5300066" y="1406143"/>
                  </a:lnTo>
                  <a:lnTo>
                    <a:pt x="5371689" y="1409379"/>
                  </a:lnTo>
                  <a:lnTo>
                    <a:pt x="5443311" y="1412601"/>
                  </a:lnTo>
                  <a:lnTo>
                    <a:pt x="5514934" y="1415808"/>
                  </a:lnTo>
                  <a:lnTo>
                    <a:pt x="5586557" y="1419000"/>
                  </a:lnTo>
                  <a:lnTo>
                    <a:pt x="5658179" y="1422179"/>
                  </a:lnTo>
                  <a:lnTo>
                    <a:pt x="5729802" y="1425343"/>
                  </a:lnTo>
                  <a:lnTo>
                    <a:pt x="5801424" y="1428492"/>
                  </a:lnTo>
                  <a:lnTo>
                    <a:pt x="5873047" y="1431628"/>
                  </a:lnTo>
                  <a:lnTo>
                    <a:pt x="5944669" y="1434749"/>
                  </a:lnTo>
                  <a:lnTo>
                    <a:pt x="6016292" y="1437856"/>
                  </a:lnTo>
                  <a:lnTo>
                    <a:pt x="6087914" y="1440950"/>
                  </a:lnTo>
                  <a:lnTo>
                    <a:pt x="6159537" y="1444029"/>
                  </a:lnTo>
                  <a:lnTo>
                    <a:pt x="6231159" y="1447095"/>
                  </a:lnTo>
                  <a:lnTo>
                    <a:pt x="6302782" y="1450147"/>
                  </a:lnTo>
                  <a:lnTo>
                    <a:pt x="6374404" y="1453185"/>
                  </a:lnTo>
                  <a:lnTo>
                    <a:pt x="6446027" y="1456209"/>
                  </a:lnTo>
                  <a:lnTo>
                    <a:pt x="6517649" y="1459220"/>
                  </a:lnTo>
                  <a:lnTo>
                    <a:pt x="6589272" y="1462217"/>
                  </a:lnTo>
                  <a:lnTo>
                    <a:pt x="6660894" y="1465201"/>
                  </a:lnTo>
                  <a:lnTo>
                    <a:pt x="6732517" y="1468171"/>
                  </a:lnTo>
                  <a:lnTo>
                    <a:pt x="6804139" y="1471128"/>
                  </a:lnTo>
                  <a:lnTo>
                    <a:pt x="6875762" y="1474072"/>
                  </a:lnTo>
                  <a:lnTo>
                    <a:pt x="6947385" y="1477002"/>
                  </a:lnTo>
                  <a:lnTo>
                    <a:pt x="7019007" y="1479919"/>
                  </a:lnTo>
                  <a:lnTo>
                    <a:pt x="7090630" y="1482823"/>
                  </a:lnTo>
                  <a:lnTo>
                    <a:pt x="7090630" y="1889571"/>
                  </a:lnTo>
                  <a:lnTo>
                    <a:pt x="7019007" y="1884277"/>
                  </a:lnTo>
                  <a:lnTo>
                    <a:pt x="6947385" y="1878863"/>
                  </a:lnTo>
                  <a:lnTo>
                    <a:pt x="6875762" y="1873328"/>
                  </a:lnTo>
                  <a:lnTo>
                    <a:pt x="6804139" y="1867669"/>
                  </a:lnTo>
                  <a:lnTo>
                    <a:pt x="6732517" y="1861882"/>
                  </a:lnTo>
                  <a:lnTo>
                    <a:pt x="6660894" y="1855965"/>
                  </a:lnTo>
                  <a:lnTo>
                    <a:pt x="6589272" y="1849916"/>
                  </a:lnTo>
                  <a:lnTo>
                    <a:pt x="6517649" y="1843731"/>
                  </a:lnTo>
                  <a:lnTo>
                    <a:pt x="6446027" y="1837406"/>
                  </a:lnTo>
                  <a:lnTo>
                    <a:pt x="6374404" y="1830940"/>
                  </a:lnTo>
                  <a:lnTo>
                    <a:pt x="6302782" y="1824329"/>
                  </a:lnTo>
                  <a:lnTo>
                    <a:pt x="6231159" y="1817569"/>
                  </a:lnTo>
                  <a:lnTo>
                    <a:pt x="6159537" y="1810657"/>
                  </a:lnTo>
                  <a:lnTo>
                    <a:pt x="6087914" y="1803590"/>
                  </a:lnTo>
                  <a:lnTo>
                    <a:pt x="6016292" y="1796364"/>
                  </a:lnTo>
                  <a:lnTo>
                    <a:pt x="5944669" y="1788976"/>
                  </a:lnTo>
                  <a:lnTo>
                    <a:pt x="5873047" y="1781422"/>
                  </a:lnTo>
                  <a:lnTo>
                    <a:pt x="5801424" y="1773698"/>
                  </a:lnTo>
                  <a:lnTo>
                    <a:pt x="5729802" y="1765801"/>
                  </a:lnTo>
                  <a:lnTo>
                    <a:pt x="5658179" y="1757726"/>
                  </a:lnTo>
                  <a:lnTo>
                    <a:pt x="5586557" y="1749470"/>
                  </a:lnTo>
                  <a:lnTo>
                    <a:pt x="5514934" y="1741029"/>
                  </a:lnTo>
                  <a:lnTo>
                    <a:pt x="5443311" y="1732398"/>
                  </a:lnTo>
                  <a:lnTo>
                    <a:pt x="5371689" y="1723573"/>
                  </a:lnTo>
                  <a:lnTo>
                    <a:pt x="5300066" y="1714550"/>
                  </a:lnTo>
                  <a:lnTo>
                    <a:pt x="5228444" y="1705324"/>
                  </a:lnTo>
                  <a:lnTo>
                    <a:pt x="5156821" y="1695891"/>
                  </a:lnTo>
                  <a:lnTo>
                    <a:pt x="5085199" y="1686247"/>
                  </a:lnTo>
                  <a:lnTo>
                    <a:pt x="5013576" y="1676385"/>
                  </a:lnTo>
                  <a:lnTo>
                    <a:pt x="4941954" y="1666302"/>
                  </a:lnTo>
                  <a:lnTo>
                    <a:pt x="4870331" y="1655993"/>
                  </a:lnTo>
                  <a:lnTo>
                    <a:pt x="4798709" y="1645452"/>
                  </a:lnTo>
                  <a:lnTo>
                    <a:pt x="4727086" y="1634675"/>
                  </a:lnTo>
                  <a:lnTo>
                    <a:pt x="4655464" y="1623655"/>
                  </a:lnTo>
                  <a:lnTo>
                    <a:pt x="4583841" y="1612388"/>
                  </a:lnTo>
                  <a:lnTo>
                    <a:pt x="4512219" y="1600867"/>
                  </a:lnTo>
                  <a:lnTo>
                    <a:pt x="4440596" y="1589088"/>
                  </a:lnTo>
                  <a:lnTo>
                    <a:pt x="4368974" y="1577045"/>
                  </a:lnTo>
                  <a:lnTo>
                    <a:pt x="4297351" y="1564731"/>
                  </a:lnTo>
                  <a:lnTo>
                    <a:pt x="4225729" y="1552140"/>
                  </a:lnTo>
                  <a:lnTo>
                    <a:pt x="4154106" y="1539266"/>
                  </a:lnTo>
                  <a:lnTo>
                    <a:pt x="4082483" y="1526104"/>
                  </a:lnTo>
                  <a:lnTo>
                    <a:pt x="4010861" y="1512645"/>
                  </a:lnTo>
                  <a:lnTo>
                    <a:pt x="3939238" y="1498885"/>
                  </a:lnTo>
                  <a:lnTo>
                    <a:pt x="3867616" y="1484815"/>
                  </a:lnTo>
                  <a:lnTo>
                    <a:pt x="3795993" y="1470430"/>
                  </a:lnTo>
                  <a:lnTo>
                    <a:pt x="3724371" y="1455721"/>
                  </a:lnTo>
                  <a:lnTo>
                    <a:pt x="3652748" y="1440682"/>
                  </a:lnTo>
                  <a:lnTo>
                    <a:pt x="3581126" y="1425305"/>
                  </a:lnTo>
                  <a:lnTo>
                    <a:pt x="3509503" y="1409583"/>
                  </a:lnTo>
                  <a:lnTo>
                    <a:pt x="3437881" y="1393508"/>
                  </a:lnTo>
                  <a:lnTo>
                    <a:pt x="3366258" y="1377071"/>
                  </a:lnTo>
                  <a:lnTo>
                    <a:pt x="3294636" y="1360266"/>
                  </a:lnTo>
                  <a:lnTo>
                    <a:pt x="3223013" y="1343083"/>
                  </a:lnTo>
                  <a:lnTo>
                    <a:pt x="3151391" y="1325514"/>
                  </a:lnTo>
                  <a:lnTo>
                    <a:pt x="3079768" y="1307550"/>
                  </a:lnTo>
                  <a:lnTo>
                    <a:pt x="3008146" y="1294493"/>
                  </a:lnTo>
                  <a:lnTo>
                    <a:pt x="2936523" y="1290738"/>
                  </a:lnTo>
                  <a:lnTo>
                    <a:pt x="2864901" y="1286966"/>
                  </a:lnTo>
                  <a:lnTo>
                    <a:pt x="2793278" y="1283176"/>
                  </a:lnTo>
                  <a:lnTo>
                    <a:pt x="2721655" y="1279370"/>
                  </a:lnTo>
                  <a:lnTo>
                    <a:pt x="2650033" y="1275546"/>
                  </a:lnTo>
                  <a:lnTo>
                    <a:pt x="2578410" y="1271705"/>
                  </a:lnTo>
                  <a:lnTo>
                    <a:pt x="2506788" y="1267847"/>
                  </a:lnTo>
                  <a:lnTo>
                    <a:pt x="2435165" y="1263971"/>
                  </a:lnTo>
                  <a:lnTo>
                    <a:pt x="2363543" y="1260078"/>
                  </a:lnTo>
                  <a:lnTo>
                    <a:pt x="2291920" y="1256167"/>
                  </a:lnTo>
                  <a:lnTo>
                    <a:pt x="2220298" y="1252238"/>
                  </a:lnTo>
                  <a:lnTo>
                    <a:pt x="2148675" y="1248292"/>
                  </a:lnTo>
                  <a:lnTo>
                    <a:pt x="2077053" y="1244328"/>
                  </a:lnTo>
                  <a:lnTo>
                    <a:pt x="2005430" y="1240346"/>
                  </a:lnTo>
                  <a:lnTo>
                    <a:pt x="1933808" y="1236346"/>
                  </a:lnTo>
                  <a:lnTo>
                    <a:pt x="1862185" y="1232327"/>
                  </a:lnTo>
                  <a:lnTo>
                    <a:pt x="1790563" y="1228291"/>
                  </a:lnTo>
                  <a:lnTo>
                    <a:pt x="1718940" y="1224237"/>
                  </a:lnTo>
                  <a:lnTo>
                    <a:pt x="1647318" y="1220164"/>
                  </a:lnTo>
                  <a:lnTo>
                    <a:pt x="1575695" y="1216072"/>
                  </a:lnTo>
                  <a:lnTo>
                    <a:pt x="1504073" y="1211962"/>
                  </a:lnTo>
                  <a:lnTo>
                    <a:pt x="1432450" y="1207834"/>
                  </a:lnTo>
                  <a:lnTo>
                    <a:pt x="1360827" y="1203687"/>
                  </a:lnTo>
                  <a:lnTo>
                    <a:pt x="1289205" y="1199521"/>
                  </a:lnTo>
                  <a:lnTo>
                    <a:pt x="1217582" y="1195337"/>
                  </a:lnTo>
                  <a:lnTo>
                    <a:pt x="1145960" y="1191133"/>
                  </a:lnTo>
                  <a:lnTo>
                    <a:pt x="1074337" y="1186911"/>
                  </a:lnTo>
                  <a:lnTo>
                    <a:pt x="1002715" y="1182669"/>
                  </a:lnTo>
                  <a:lnTo>
                    <a:pt x="931092" y="1178408"/>
                  </a:lnTo>
                  <a:lnTo>
                    <a:pt x="859470" y="1174128"/>
                  </a:lnTo>
                  <a:lnTo>
                    <a:pt x="787847" y="1169829"/>
                  </a:lnTo>
                  <a:lnTo>
                    <a:pt x="716225" y="1165510"/>
                  </a:lnTo>
                  <a:lnTo>
                    <a:pt x="644602" y="1161171"/>
                  </a:lnTo>
                  <a:lnTo>
                    <a:pt x="572980" y="1156813"/>
                  </a:lnTo>
                  <a:lnTo>
                    <a:pt x="501357" y="1152436"/>
                  </a:lnTo>
                  <a:lnTo>
                    <a:pt x="429735" y="1148038"/>
                  </a:lnTo>
                  <a:lnTo>
                    <a:pt x="358112" y="1143621"/>
                  </a:lnTo>
                  <a:lnTo>
                    <a:pt x="286490" y="1139184"/>
                  </a:lnTo>
                  <a:lnTo>
                    <a:pt x="214867" y="1134726"/>
                  </a:lnTo>
                  <a:lnTo>
                    <a:pt x="143245" y="1130249"/>
                  </a:lnTo>
                  <a:lnTo>
                    <a:pt x="71622" y="1125751"/>
                  </a:lnTo>
                  <a:lnTo>
                    <a:pt x="0" y="112123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431944"/>
              <a:ext cx="7090630" cy="1482823"/>
            </a:xfrm>
            <a:custGeom>
              <a:avLst/>
              <a:pathLst>
                <a:path w="7090630" h="1482823">
                  <a:moveTo>
                    <a:pt x="0" y="0"/>
                  </a:moveTo>
                  <a:lnTo>
                    <a:pt x="71622" y="46686"/>
                  </a:lnTo>
                  <a:lnTo>
                    <a:pt x="143245" y="92347"/>
                  </a:lnTo>
                  <a:lnTo>
                    <a:pt x="214867" y="137005"/>
                  </a:lnTo>
                  <a:lnTo>
                    <a:pt x="286490" y="180682"/>
                  </a:lnTo>
                  <a:lnTo>
                    <a:pt x="358112" y="223399"/>
                  </a:lnTo>
                  <a:lnTo>
                    <a:pt x="429735" y="265178"/>
                  </a:lnTo>
                  <a:lnTo>
                    <a:pt x="501357" y="306040"/>
                  </a:lnTo>
                  <a:lnTo>
                    <a:pt x="572980" y="346003"/>
                  </a:lnTo>
                  <a:lnTo>
                    <a:pt x="644602" y="385089"/>
                  </a:lnTo>
                  <a:lnTo>
                    <a:pt x="716225" y="423316"/>
                  </a:lnTo>
                  <a:lnTo>
                    <a:pt x="787847" y="460704"/>
                  </a:lnTo>
                  <a:lnTo>
                    <a:pt x="859470" y="497270"/>
                  </a:lnTo>
                  <a:lnTo>
                    <a:pt x="931092" y="533033"/>
                  </a:lnTo>
                  <a:lnTo>
                    <a:pt x="1002715" y="568010"/>
                  </a:lnTo>
                  <a:lnTo>
                    <a:pt x="1074337" y="602219"/>
                  </a:lnTo>
                  <a:lnTo>
                    <a:pt x="1145960" y="635677"/>
                  </a:lnTo>
                  <a:lnTo>
                    <a:pt x="1217582" y="668399"/>
                  </a:lnTo>
                  <a:lnTo>
                    <a:pt x="1289205" y="700403"/>
                  </a:lnTo>
                  <a:lnTo>
                    <a:pt x="1360827" y="731704"/>
                  </a:lnTo>
                  <a:lnTo>
                    <a:pt x="1432450" y="762317"/>
                  </a:lnTo>
                  <a:lnTo>
                    <a:pt x="1504073" y="792258"/>
                  </a:lnTo>
                  <a:lnTo>
                    <a:pt x="1575695" y="821541"/>
                  </a:lnTo>
                  <a:lnTo>
                    <a:pt x="1647318" y="850181"/>
                  </a:lnTo>
                  <a:lnTo>
                    <a:pt x="1718940" y="878191"/>
                  </a:lnTo>
                  <a:lnTo>
                    <a:pt x="1790563" y="905586"/>
                  </a:lnTo>
                  <a:lnTo>
                    <a:pt x="1862185" y="932380"/>
                  </a:lnTo>
                  <a:lnTo>
                    <a:pt x="1933808" y="958585"/>
                  </a:lnTo>
                  <a:lnTo>
                    <a:pt x="2005430" y="984214"/>
                  </a:lnTo>
                  <a:lnTo>
                    <a:pt x="2077053" y="1009280"/>
                  </a:lnTo>
                  <a:lnTo>
                    <a:pt x="2148675" y="1033796"/>
                  </a:lnTo>
                  <a:lnTo>
                    <a:pt x="2220298" y="1057773"/>
                  </a:lnTo>
                  <a:lnTo>
                    <a:pt x="2291920" y="1081224"/>
                  </a:lnTo>
                  <a:lnTo>
                    <a:pt x="2363543" y="1104159"/>
                  </a:lnTo>
                  <a:lnTo>
                    <a:pt x="2435165" y="1126590"/>
                  </a:lnTo>
                  <a:lnTo>
                    <a:pt x="2506788" y="1148529"/>
                  </a:lnTo>
                  <a:lnTo>
                    <a:pt x="2578410" y="1169986"/>
                  </a:lnTo>
                  <a:lnTo>
                    <a:pt x="2650033" y="1190971"/>
                  </a:lnTo>
                  <a:lnTo>
                    <a:pt x="2721655" y="1211496"/>
                  </a:lnTo>
                  <a:lnTo>
                    <a:pt x="2793278" y="1231569"/>
                  </a:lnTo>
                  <a:lnTo>
                    <a:pt x="2864901" y="1251202"/>
                  </a:lnTo>
                  <a:lnTo>
                    <a:pt x="2936523" y="1270403"/>
                  </a:lnTo>
                  <a:lnTo>
                    <a:pt x="3008146" y="1289183"/>
                  </a:lnTo>
                  <a:lnTo>
                    <a:pt x="3079768" y="1298232"/>
                  </a:lnTo>
                  <a:lnTo>
                    <a:pt x="3151391" y="1301954"/>
                  </a:lnTo>
                  <a:lnTo>
                    <a:pt x="3223013" y="1305658"/>
                  </a:lnTo>
                  <a:lnTo>
                    <a:pt x="3294636" y="1309347"/>
                  </a:lnTo>
                  <a:lnTo>
                    <a:pt x="3366258" y="1313018"/>
                  </a:lnTo>
                  <a:lnTo>
                    <a:pt x="3437881" y="1316673"/>
                  </a:lnTo>
                  <a:lnTo>
                    <a:pt x="3509503" y="1320312"/>
                  </a:lnTo>
                  <a:lnTo>
                    <a:pt x="3581126" y="1323934"/>
                  </a:lnTo>
                  <a:lnTo>
                    <a:pt x="3652748" y="1327540"/>
                  </a:lnTo>
                  <a:lnTo>
                    <a:pt x="3724371" y="1331130"/>
                  </a:lnTo>
                  <a:lnTo>
                    <a:pt x="3795993" y="1334703"/>
                  </a:lnTo>
                  <a:lnTo>
                    <a:pt x="3867616" y="1338261"/>
                  </a:lnTo>
                  <a:lnTo>
                    <a:pt x="3939238" y="1341802"/>
                  </a:lnTo>
                  <a:lnTo>
                    <a:pt x="4010861" y="1345328"/>
                  </a:lnTo>
                  <a:lnTo>
                    <a:pt x="4082483" y="1348838"/>
                  </a:lnTo>
                  <a:lnTo>
                    <a:pt x="4154106" y="1352332"/>
                  </a:lnTo>
                  <a:lnTo>
                    <a:pt x="4225729" y="1355810"/>
                  </a:lnTo>
                  <a:lnTo>
                    <a:pt x="4297351" y="1359272"/>
                  </a:lnTo>
                  <a:lnTo>
                    <a:pt x="4368974" y="1362719"/>
                  </a:lnTo>
                  <a:lnTo>
                    <a:pt x="4440596" y="1366151"/>
                  </a:lnTo>
                  <a:lnTo>
                    <a:pt x="4512219" y="1369567"/>
                  </a:lnTo>
                  <a:lnTo>
                    <a:pt x="4583841" y="1372967"/>
                  </a:lnTo>
                  <a:lnTo>
                    <a:pt x="4655464" y="1376353"/>
                  </a:lnTo>
                  <a:lnTo>
                    <a:pt x="4727086" y="1379723"/>
                  </a:lnTo>
                  <a:lnTo>
                    <a:pt x="4798709" y="1383078"/>
                  </a:lnTo>
                  <a:lnTo>
                    <a:pt x="4870331" y="1386418"/>
                  </a:lnTo>
                  <a:lnTo>
                    <a:pt x="4941954" y="1389742"/>
                  </a:lnTo>
                  <a:lnTo>
                    <a:pt x="5013576" y="1393052"/>
                  </a:lnTo>
                  <a:lnTo>
                    <a:pt x="5085199" y="1396347"/>
                  </a:lnTo>
                  <a:lnTo>
                    <a:pt x="5156821" y="1399627"/>
                  </a:lnTo>
                  <a:lnTo>
                    <a:pt x="5228444" y="1402893"/>
                  </a:lnTo>
                  <a:lnTo>
                    <a:pt x="5300066" y="1406143"/>
                  </a:lnTo>
                  <a:lnTo>
                    <a:pt x="5371689" y="1409379"/>
                  </a:lnTo>
                  <a:lnTo>
                    <a:pt x="5443311" y="1412601"/>
                  </a:lnTo>
                  <a:lnTo>
                    <a:pt x="5514934" y="1415808"/>
                  </a:lnTo>
                  <a:lnTo>
                    <a:pt x="5586557" y="1419000"/>
                  </a:lnTo>
                  <a:lnTo>
                    <a:pt x="5658179" y="1422179"/>
                  </a:lnTo>
                  <a:lnTo>
                    <a:pt x="5729802" y="1425343"/>
                  </a:lnTo>
                  <a:lnTo>
                    <a:pt x="5801424" y="1428492"/>
                  </a:lnTo>
                  <a:lnTo>
                    <a:pt x="5873047" y="1431628"/>
                  </a:lnTo>
                  <a:lnTo>
                    <a:pt x="5944669" y="1434749"/>
                  </a:lnTo>
                  <a:lnTo>
                    <a:pt x="6016292" y="1437856"/>
                  </a:lnTo>
                  <a:lnTo>
                    <a:pt x="6087914" y="1440950"/>
                  </a:lnTo>
                  <a:lnTo>
                    <a:pt x="6159537" y="1444029"/>
                  </a:lnTo>
                  <a:lnTo>
                    <a:pt x="6231159" y="1447095"/>
                  </a:lnTo>
                  <a:lnTo>
                    <a:pt x="6302782" y="1450147"/>
                  </a:lnTo>
                  <a:lnTo>
                    <a:pt x="6374404" y="1453185"/>
                  </a:lnTo>
                  <a:lnTo>
                    <a:pt x="6446027" y="1456209"/>
                  </a:lnTo>
                  <a:lnTo>
                    <a:pt x="6517649" y="1459220"/>
                  </a:lnTo>
                  <a:lnTo>
                    <a:pt x="6589272" y="1462217"/>
                  </a:lnTo>
                  <a:lnTo>
                    <a:pt x="6660894" y="1465201"/>
                  </a:lnTo>
                  <a:lnTo>
                    <a:pt x="6732517" y="1468171"/>
                  </a:lnTo>
                  <a:lnTo>
                    <a:pt x="6804139" y="1471128"/>
                  </a:lnTo>
                  <a:lnTo>
                    <a:pt x="6875762" y="1474072"/>
                  </a:lnTo>
                  <a:lnTo>
                    <a:pt x="6947385" y="1477002"/>
                  </a:lnTo>
                  <a:lnTo>
                    <a:pt x="7019007" y="1479919"/>
                  </a:lnTo>
                  <a:lnTo>
                    <a:pt x="7090630" y="14828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53178"/>
              <a:ext cx="7090630" cy="768338"/>
            </a:xfrm>
            <a:custGeom>
              <a:avLst/>
              <a:pathLst>
                <a:path w="7090630" h="768338">
                  <a:moveTo>
                    <a:pt x="7090630" y="768338"/>
                  </a:moveTo>
                  <a:lnTo>
                    <a:pt x="7019007" y="763043"/>
                  </a:lnTo>
                  <a:lnTo>
                    <a:pt x="6947385" y="757630"/>
                  </a:lnTo>
                  <a:lnTo>
                    <a:pt x="6875762" y="752095"/>
                  </a:lnTo>
                  <a:lnTo>
                    <a:pt x="6804139" y="746435"/>
                  </a:lnTo>
                  <a:lnTo>
                    <a:pt x="6732517" y="740648"/>
                  </a:lnTo>
                  <a:lnTo>
                    <a:pt x="6660894" y="734732"/>
                  </a:lnTo>
                  <a:lnTo>
                    <a:pt x="6589272" y="728682"/>
                  </a:lnTo>
                  <a:lnTo>
                    <a:pt x="6517649" y="722497"/>
                  </a:lnTo>
                  <a:lnTo>
                    <a:pt x="6446027" y="716173"/>
                  </a:lnTo>
                  <a:lnTo>
                    <a:pt x="6374404" y="709707"/>
                  </a:lnTo>
                  <a:lnTo>
                    <a:pt x="6302782" y="703095"/>
                  </a:lnTo>
                  <a:lnTo>
                    <a:pt x="6231159" y="696335"/>
                  </a:lnTo>
                  <a:lnTo>
                    <a:pt x="6159537" y="689423"/>
                  </a:lnTo>
                  <a:lnTo>
                    <a:pt x="6087914" y="682356"/>
                  </a:lnTo>
                  <a:lnTo>
                    <a:pt x="6016292" y="675130"/>
                  </a:lnTo>
                  <a:lnTo>
                    <a:pt x="5944669" y="667742"/>
                  </a:lnTo>
                  <a:lnTo>
                    <a:pt x="5873047" y="660188"/>
                  </a:lnTo>
                  <a:lnTo>
                    <a:pt x="5801424" y="652464"/>
                  </a:lnTo>
                  <a:lnTo>
                    <a:pt x="5729802" y="644567"/>
                  </a:lnTo>
                  <a:lnTo>
                    <a:pt x="5658179" y="636493"/>
                  </a:lnTo>
                  <a:lnTo>
                    <a:pt x="5586557" y="628237"/>
                  </a:lnTo>
                  <a:lnTo>
                    <a:pt x="5514934" y="619795"/>
                  </a:lnTo>
                  <a:lnTo>
                    <a:pt x="5443311" y="611164"/>
                  </a:lnTo>
                  <a:lnTo>
                    <a:pt x="5371689" y="602339"/>
                  </a:lnTo>
                  <a:lnTo>
                    <a:pt x="5300066" y="593316"/>
                  </a:lnTo>
                  <a:lnTo>
                    <a:pt x="5228444" y="584091"/>
                  </a:lnTo>
                  <a:lnTo>
                    <a:pt x="5156821" y="574658"/>
                  </a:lnTo>
                  <a:lnTo>
                    <a:pt x="5085199" y="565013"/>
                  </a:lnTo>
                  <a:lnTo>
                    <a:pt x="5013576" y="555152"/>
                  </a:lnTo>
                  <a:lnTo>
                    <a:pt x="4941954" y="545069"/>
                  </a:lnTo>
                  <a:lnTo>
                    <a:pt x="4870331" y="534759"/>
                  </a:lnTo>
                  <a:lnTo>
                    <a:pt x="4798709" y="524219"/>
                  </a:lnTo>
                  <a:lnTo>
                    <a:pt x="4727086" y="513441"/>
                  </a:lnTo>
                  <a:lnTo>
                    <a:pt x="4655464" y="502421"/>
                  </a:lnTo>
                  <a:lnTo>
                    <a:pt x="4583841" y="491154"/>
                  </a:lnTo>
                  <a:lnTo>
                    <a:pt x="4512219" y="479634"/>
                  </a:lnTo>
                  <a:lnTo>
                    <a:pt x="4440596" y="467855"/>
                  </a:lnTo>
                  <a:lnTo>
                    <a:pt x="4368974" y="455811"/>
                  </a:lnTo>
                  <a:lnTo>
                    <a:pt x="4297351" y="443497"/>
                  </a:lnTo>
                  <a:lnTo>
                    <a:pt x="4225729" y="430906"/>
                  </a:lnTo>
                  <a:lnTo>
                    <a:pt x="4154106" y="418033"/>
                  </a:lnTo>
                  <a:lnTo>
                    <a:pt x="4082483" y="404870"/>
                  </a:lnTo>
                  <a:lnTo>
                    <a:pt x="4010861" y="391412"/>
                  </a:lnTo>
                  <a:lnTo>
                    <a:pt x="3939238" y="377651"/>
                  </a:lnTo>
                  <a:lnTo>
                    <a:pt x="3867616" y="363582"/>
                  </a:lnTo>
                  <a:lnTo>
                    <a:pt x="3795993" y="349196"/>
                  </a:lnTo>
                  <a:lnTo>
                    <a:pt x="3724371" y="334487"/>
                  </a:lnTo>
                  <a:lnTo>
                    <a:pt x="3652748" y="319448"/>
                  </a:lnTo>
                  <a:lnTo>
                    <a:pt x="3581126" y="304072"/>
                  </a:lnTo>
                  <a:lnTo>
                    <a:pt x="3509503" y="288349"/>
                  </a:lnTo>
                  <a:lnTo>
                    <a:pt x="3437881" y="272274"/>
                  </a:lnTo>
                  <a:lnTo>
                    <a:pt x="3366258" y="255838"/>
                  </a:lnTo>
                  <a:lnTo>
                    <a:pt x="3294636" y="239032"/>
                  </a:lnTo>
                  <a:lnTo>
                    <a:pt x="3223013" y="221849"/>
                  </a:lnTo>
                  <a:lnTo>
                    <a:pt x="3151391" y="204280"/>
                  </a:lnTo>
                  <a:lnTo>
                    <a:pt x="3079768" y="186316"/>
                  </a:lnTo>
                  <a:lnTo>
                    <a:pt x="3008146" y="173260"/>
                  </a:lnTo>
                  <a:lnTo>
                    <a:pt x="2936523" y="169505"/>
                  </a:lnTo>
                  <a:lnTo>
                    <a:pt x="2864901" y="165732"/>
                  </a:lnTo>
                  <a:lnTo>
                    <a:pt x="2793278" y="161943"/>
                  </a:lnTo>
                  <a:lnTo>
                    <a:pt x="2721655" y="158136"/>
                  </a:lnTo>
                  <a:lnTo>
                    <a:pt x="2650033" y="154313"/>
                  </a:lnTo>
                  <a:lnTo>
                    <a:pt x="2578410" y="150472"/>
                  </a:lnTo>
                  <a:lnTo>
                    <a:pt x="2506788" y="146613"/>
                  </a:lnTo>
                  <a:lnTo>
                    <a:pt x="2435165" y="142738"/>
                  </a:lnTo>
                  <a:lnTo>
                    <a:pt x="2363543" y="138844"/>
                  </a:lnTo>
                  <a:lnTo>
                    <a:pt x="2291920" y="134933"/>
                  </a:lnTo>
                  <a:lnTo>
                    <a:pt x="2220298" y="131005"/>
                  </a:lnTo>
                  <a:lnTo>
                    <a:pt x="2148675" y="127058"/>
                  </a:lnTo>
                  <a:lnTo>
                    <a:pt x="2077053" y="123094"/>
                  </a:lnTo>
                  <a:lnTo>
                    <a:pt x="2005430" y="119112"/>
                  </a:lnTo>
                  <a:lnTo>
                    <a:pt x="1933808" y="115112"/>
                  </a:lnTo>
                  <a:lnTo>
                    <a:pt x="1862185" y="111094"/>
                  </a:lnTo>
                  <a:lnTo>
                    <a:pt x="1790563" y="107058"/>
                  </a:lnTo>
                  <a:lnTo>
                    <a:pt x="1718940" y="103003"/>
                  </a:lnTo>
                  <a:lnTo>
                    <a:pt x="1647318" y="98930"/>
                  </a:lnTo>
                  <a:lnTo>
                    <a:pt x="1575695" y="94839"/>
                  </a:lnTo>
                  <a:lnTo>
                    <a:pt x="1504073" y="90729"/>
                  </a:lnTo>
                  <a:lnTo>
                    <a:pt x="1432450" y="86601"/>
                  </a:lnTo>
                  <a:lnTo>
                    <a:pt x="1360827" y="82453"/>
                  </a:lnTo>
                  <a:lnTo>
                    <a:pt x="1289205" y="78288"/>
                  </a:lnTo>
                  <a:lnTo>
                    <a:pt x="1217582" y="74103"/>
                  </a:lnTo>
                  <a:lnTo>
                    <a:pt x="1145960" y="69900"/>
                  </a:lnTo>
                  <a:lnTo>
                    <a:pt x="1074337" y="65677"/>
                  </a:lnTo>
                  <a:lnTo>
                    <a:pt x="1002715" y="61435"/>
                  </a:lnTo>
                  <a:lnTo>
                    <a:pt x="931092" y="57175"/>
                  </a:lnTo>
                  <a:lnTo>
                    <a:pt x="859470" y="52894"/>
                  </a:lnTo>
                  <a:lnTo>
                    <a:pt x="787847" y="48595"/>
                  </a:lnTo>
                  <a:lnTo>
                    <a:pt x="716225" y="44276"/>
                  </a:lnTo>
                  <a:lnTo>
                    <a:pt x="644602" y="39938"/>
                  </a:lnTo>
                  <a:lnTo>
                    <a:pt x="572980" y="35580"/>
                  </a:lnTo>
                  <a:lnTo>
                    <a:pt x="501357" y="31202"/>
                  </a:lnTo>
                  <a:lnTo>
                    <a:pt x="429735" y="26805"/>
                  </a:lnTo>
                  <a:lnTo>
                    <a:pt x="358112" y="22387"/>
                  </a:lnTo>
                  <a:lnTo>
                    <a:pt x="286490" y="17950"/>
                  </a:lnTo>
                  <a:lnTo>
                    <a:pt x="214867" y="13493"/>
                  </a:lnTo>
                  <a:lnTo>
                    <a:pt x="143245" y="9015"/>
                  </a:lnTo>
                  <a:lnTo>
                    <a:pt x="71622" y="45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96442"/>
              <a:ext cx="7090630" cy="1071636"/>
            </a:xfrm>
            <a:custGeom>
              <a:avLst/>
              <a:pathLst>
                <a:path w="7090630" h="1071636">
                  <a:moveTo>
                    <a:pt x="0" y="0"/>
                  </a:moveTo>
                  <a:lnTo>
                    <a:pt x="71622" y="19387"/>
                  </a:lnTo>
                  <a:lnTo>
                    <a:pt x="143245" y="38518"/>
                  </a:lnTo>
                  <a:lnTo>
                    <a:pt x="214867" y="57394"/>
                  </a:lnTo>
                  <a:lnTo>
                    <a:pt x="286490" y="76021"/>
                  </a:lnTo>
                  <a:lnTo>
                    <a:pt x="358112" y="94399"/>
                  </a:lnTo>
                  <a:lnTo>
                    <a:pt x="429735" y="112534"/>
                  </a:lnTo>
                  <a:lnTo>
                    <a:pt x="501357" y="130429"/>
                  </a:lnTo>
                  <a:lnTo>
                    <a:pt x="572980" y="148085"/>
                  </a:lnTo>
                  <a:lnTo>
                    <a:pt x="644602" y="165508"/>
                  </a:lnTo>
                  <a:lnTo>
                    <a:pt x="716225" y="182699"/>
                  </a:lnTo>
                  <a:lnTo>
                    <a:pt x="787847" y="199662"/>
                  </a:lnTo>
                  <a:lnTo>
                    <a:pt x="859470" y="216400"/>
                  </a:lnTo>
                  <a:lnTo>
                    <a:pt x="931092" y="232916"/>
                  </a:lnTo>
                  <a:lnTo>
                    <a:pt x="1002715" y="249212"/>
                  </a:lnTo>
                  <a:lnTo>
                    <a:pt x="1074337" y="265293"/>
                  </a:lnTo>
                  <a:lnTo>
                    <a:pt x="1145960" y="281160"/>
                  </a:lnTo>
                  <a:lnTo>
                    <a:pt x="1217582" y="296816"/>
                  </a:lnTo>
                  <a:lnTo>
                    <a:pt x="1289205" y="312264"/>
                  </a:lnTo>
                  <a:lnTo>
                    <a:pt x="1360827" y="327508"/>
                  </a:lnTo>
                  <a:lnTo>
                    <a:pt x="1432450" y="342549"/>
                  </a:lnTo>
                  <a:lnTo>
                    <a:pt x="1504073" y="357391"/>
                  </a:lnTo>
                  <a:lnTo>
                    <a:pt x="1575695" y="372035"/>
                  </a:lnTo>
                  <a:lnTo>
                    <a:pt x="1647318" y="386485"/>
                  </a:lnTo>
                  <a:lnTo>
                    <a:pt x="1718940" y="400744"/>
                  </a:lnTo>
                  <a:lnTo>
                    <a:pt x="1790563" y="414813"/>
                  </a:lnTo>
                  <a:lnTo>
                    <a:pt x="1862185" y="428695"/>
                  </a:lnTo>
                  <a:lnTo>
                    <a:pt x="1933808" y="442393"/>
                  </a:lnTo>
                  <a:lnTo>
                    <a:pt x="2005430" y="455910"/>
                  </a:lnTo>
                  <a:lnTo>
                    <a:pt x="2077053" y="469247"/>
                  </a:lnTo>
                  <a:lnTo>
                    <a:pt x="2148675" y="482407"/>
                  </a:lnTo>
                  <a:lnTo>
                    <a:pt x="2220298" y="495392"/>
                  </a:lnTo>
                  <a:lnTo>
                    <a:pt x="2291920" y="508205"/>
                  </a:lnTo>
                  <a:lnTo>
                    <a:pt x="2363543" y="520848"/>
                  </a:lnTo>
                  <a:lnTo>
                    <a:pt x="2435165" y="533323"/>
                  </a:lnTo>
                  <a:lnTo>
                    <a:pt x="2506788" y="545633"/>
                  </a:lnTo>
                  <a:lnTo>
                    <a:pt x="2578410" y="557779"/>
                  </a:lnTo>
                  <a:lnTo>
                    <a:pt x="2650033" y="569764"/>
                  </a:lnTo>
                  <a:lnTo>
                    <a:pt x="2721655" y="581590"/>
                  </a:lnTo>
                  <a:lnTo>
                    <a:pt x="2793278" y="593259"/>
                  </a:lnTo>
                  <a:lnTo>
                    <a:pt x="2864901" y="604773"/>
                  </a:lnTo>
                  <a:lnTo>
                    <a:pt x="2936523" y="616134"/>
                  </a:lnTo>
                  <a:lnTo>
                    <a:pt x="3008146" y="627345"/>
                  </a:lnTo>
                  <a:lnTo>
                    <a:pt x="3079768" y="638406"/>
                  </a:lnTo>
                  <a:lnTo>
                    <a:pt x="3151391" y="649321"/>
                  </a:lnTo>
                  <a:lnTo>
                    <a:pt x="3223013" y="660091"/>
                  </a:lnTo>
                  <a:lnTo>
                    <a:pt x="3294636" y="670718"/>
                  </a:lnTo>
                  <a:lnTo>
                    <a:pt x="3366258" y="681205"/>
                  </a:lnTo>
                  <a:lnTo>
                    <a:pt x="3437881" y="691551"/>
                  </a:lnTo>
                  <a:lnTo>
                    <a:pt x="3509503" y="701761"/>
                  </a:lnTo>
                  <a:lnTo>
                    <a:pt x="3581126" y="711835"/>
                  </a:lnTo>
                  <a:lnTo>
                    <a:pt x="3652748" y="721775"/>
                  </a:lnTo>
                  <a:lnTo>
                    <a:pt x="3724371" y="731584"/>
                  </a:lnTo>
                  <a:lnTo>
                    <a:pt x="3795993" y="741262"/>
                  </a:lnTo>
                  <a:lnTo>
                    <a:pt x="3867616" y="750812"/>
                  </a:lnTo>
                  <a:lnTo>
                    <a:pt x="3939238" y="760235"/>
                  </a:lnTo>
                  <a:lnTo>
                    <a:pt x="4010861" y="769533"/>
                  </a:lnTo>
                  <a:lnTo>
                    <a:pt x="4082483" y="778708"/>
                  </a:lnTo>
                  <a:lnTo>
                    <a:pt x="4154106" y="787760"/>
                  </a:lnTo>
                  <a:lnTo>
                    <a:pt x="4225729" y="796693"/>
                  </a:lnTo>
                  <a:lnTo>
                    <a:pt x="4297351" y="805507"/>
                  </a:lnTo>
                  <a:lnTo>
                    <a:pt x="4368974" y="814204"/>
                  </a:lnTo>
                  <a:lnTo>
                    <a:pt x="4440596" y="822786"/>
                  </a:lnTo>
                  <a:lnTo>
                    <a:pt x="4512219" y="831254"/>
                  </a:lnTo>
                  <a:lnTo>
                    <a:pt x="4583841" y="839609"/>
                  </a:lnTo>
                  <a:lnTo>
                    <a:pt x="4655464" y="847854"/>
                  </a:lnTo>
                  <a:lnTo>
                    <a:pt x="4727086" y="855989"/>
                  </a:lnTo>
                  <a:lnTo>
                    <a:pt x="4798709" y="864016"/>
                  </a:lnTo>
                  <a:lnTo>
                    <a:pt x="4870331" y="871937"/>
                  </a:lnTo>
                  <a:lnTo>
                    <a:pt x="4941954" y="879752"/>
                  </a:lnTo>
                  <a:lnTo>
                    <a:pt x="5013576" y="887464"/>
                  </a:lnTo>
                  <a:lnTo>
                    <a:pt x="5085199" y="895073"/>
                  </a:lnTo>
                  <a:lnTo>
                    <a:pt x="5156821" y="902582"/>
                  </a:lnTo>
                  <a:lnTo>
                    <a:pt x="5228444" y="909990"/>
                  </a:lnTo>
                  <a:lnTo>
                    <a:pt x="5300066" y="917301"/>
                  </a:lnTo>
                  <a:lnTo>
                    <a:pt x="5371689" y="924514"/>
                  </a:lnTo>
                  <a:lnTo>
                    <a:pt x="5443311" y="931632"/>
                  </a:lnTo>
                  <a:lnTo>
                    <a:pt x="5514934" y="938655"/>
                  </a:lnTo>
                  <a:lnTo>
                    <a:pt x="5586557" y="945585"/>
                  </a:lnTo>
                  <a:lnTo>
                    <a:pt x="5658179" y="952423"/>
                  </a:lnTo>
                  <a:lnTo>
                    <a:pt x="5729802" y="959171"/>
                  </a:lnTo>
                  <a:lnTo>
                    <a:pt x="5801424" y="965828"/>
                  </a:lnTo>
                  <a:lnTo>
                    <a:pt x="5873047" y="972398"/>
                  </a:lnTo>
                  <a:lnTo>
                    <a:pt x="5944669" y="978880"/>
                  </a:lnTo>
                  <a:lnTo>
                    <a:pt x="6016292" y="985276"/>
                  </a:lnTo>
                  <a:lnTo>
                    <a:pt x="6087914" y="991587"/>
                  </a:lnTo>
                  <a:lnTo>
                    <a:pt x="6159537" y="997815"/>
                  </a:lnTo>
                  <a:lnTo>
                    <a:pt x="6231159" y="1003959"/>
                  </a:lnTo>
                  <a:lnTo>
                    <a:pt x="6302782" y="1010023"/>
                  </a:lnTo>
                  <a:lnTo>
                    <a:pt x="6374404" y="1016006"/>
                  </a:lnTo>
                  <a:lnTo>
                    <a:pt x="6446027" y="1021909"/>
                  </a:lnTo>
                  <a:lnTo>
                    <a:pt x="6517649" y="1027734"/>
                  </a:lnTo>
                  <a:lnTo>
                    <a:pt x="6589272" y="1033482"/>
                  </a:lnTo>
                  <a:lnTo>
                    <a:pt x="6660894" y="1039153"/>
                  </a:lnTo>
                  <a:lnTo>
                    <a:pt x="6732517" y="1044749"/>
                  </a:lnTo>
                  <a:lnTo>
                    <a:pt x="6804139" y="1050271"/>
                  </a:lnTo>
                  <a:lnTo>
                    <a:pt x="6875762" y="1055720"/>
                  </a:lnTo>
                  <a:lnTo>
                    <a:pt x="6947385" y="1061096"/>
                  </a:lnTo>
                  <a:lnTo>
                    <a:pt x="7019007" y="1066401"/>
                  </a:lnTo>
                  <a:lnTo>
                    <a:pt x="7090630" y="107163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(1.06-1.31), p_Bonf = 0.019 (n = 6)  |  per IQR decline (Δ = 27.5 %): 1.57 (1.16-2.11)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2026-10-09T13:04:11Z</dcterms:modified>
  <cp:category/>
</cp:coreProperties>
</file>