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3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1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2"/>
                  </a:lnTo>
                  <a:lnTo>
                    <a:pt x="1066924" y="1808119"/>
                  </a:lnTo>
                  <a:lnTo>
                    <a:pt x="1080430" y="1790655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4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2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6"/>
                  </a:lnTo>
                  <a:lnTo>
                    <a:pt x="1242494" y="1543135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30"/>
                  </a:lnTo>
                  <a:lnTo>
                    <a:pt x="1296516" y="1441811"/>
                  </a:lnTo>
                  <a:lnTo>
                    <a:pt x="1310021" y="1414678"/>
                  </a:lnTo>
                  <a:lnTo>
                    <a:pt x="1323526" y="1386808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2"/>
                  </a:lnTo>
                  <a:lnTo>
                    <a:pt x="1391053" y="1233996"/>
                  </a:lnTo>
                  <a:lnTo>
                    <a:pt x="1404559" y="1200535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1"/>
                  </a:lnTo>
                  <a:lnTo>
                    <a:pt x="1458580" y="1057765"/>
                  </a:lnTo>
                  <a:lnTo>
                    <a:pt x="1472085" y="1019625"/>
                  </a:lnTo>
                  <a:lnTo>
                    <a:pt x="1485591" y="980685"/>
                  </a:lnTo>
                  <a:lnTo>
                    <a:pt x="1499096" y="940981"/>
                  </a:lnTo>
                  <a:lnTo>
                    <a:pt x="1512602" y="900557"/>
                  </a:lnTo>
                  <a:lnTo>
                    <a:pt x="1526107" y="859366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4"/>
                  </a:lnTo>
                  <a:lnTo>
                    <a:pt x="1580128" y="689559"/>
                  </a:lnTo>
                  <a:lnTo>
                    <a:pt x="1593634" y="646415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5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5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9"/>
                  </a:lnTo>
                  <a:lnTo>
                    <a:pt x="2322924" y="706309"/>
                  </a:lnTo>
                  <a:lnTo>
                    <a:pt x="2336430" y="728585"/>
                  </a:lnTo>
                  <a:lnTo>
                    <a:pt x="2349935" y="749887"/>
                  </a:lnTo>
                  <a:lnTo>
                    <a:pt x="2363440" y="770018"/>
                  </a:lnTo>
                  <a:lnTo>
                    <a:pt x="2376946" y="788982"/>
                  </a:lnTo>
                  <a:lnTo>
                    <a:pt x="2390451" y="806958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4"/>
                  </a:lnTo>
                  <a:lnTo>
                    <a:pt x="2633548" y="984554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8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5"/>
                  </a:lnTo>
                  <a:lnTo>
                    <a:pt x="2930666" y="1198931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7"/>
                  </a:lnTo>
                  <a:lnTo>
                    <a:pt x="3133247" y="1520539"/>
                  </a:lnTo>
                  <a:lnTo>
                    <a:pt x="3146752" y="1544163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5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8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1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40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89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3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6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2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8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8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9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6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2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6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7"/>
                  </a:lnTo>
                  <a:lnTo>
                    <a:pt x="3268300" y="174939"/>
                  </a:lnTo>
                  <a:lnTo>
                    <a:pt x="3281806" y="177145"/>
                  </a:lnTo>
                  <a:lnTo>
                    <a:pt x="3295311" y="178668"/>
                  </a:lnTo>
                  <a:lnTo>
                    <a:pt x="3308817" y="179518"/>
                  </a:lnTo>
                  <a:lnTo>
                    <a:pt x="3322322" y="179703"/>
                  </a:lnTo>
                  <a:lnTo>
                    <a:pt x="3335827" y="179093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4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1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700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30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2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3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4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1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1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4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19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3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2026-10-13T08:10:46Z</dcterms:modified>
  <cp:category/>
</cp:coreProperties>
</file>