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47235"/>
            </a:xfrm>
            <a:custGeom>
              <a:avLst/>
              <a:pathLst>
                <a:path w="7090630" h="3347235">
                  <a:moveTo>
                    <a:pt x="493735" y="0"/>
                  </a:moveTo>
                  <a:lnTo>
                    <a:pt x="501357" y="13220"/>
                  </a:lnTo>
                  <a:lnTo>
                    <a:pt x="572980" y="133158"/>
                  </a:lnTo>
                  <a:lnTo>
                    <a:pt x="644602" y="248950"/>
                  </a:lnTo>
                  <a:lnTo>
                    <a:pt x="716225" y="360741"/>
                  </a:lnTo>
                  <a:lnTo>
                    <a:pt x="787847" y="468669"/>
                  </a:lnTo>
                  <a:lnTo>
                    <a:pt x="859470" y="572866"/>
                  </a:lnTo>
                  <a:lnTo>
                    <a:pt x="931092" y="673463"/>
                  </a:lnTo>
                  <a:lnTo>
                    <a:pt x="1002715" y="770583"/>
                  </a:lnTo>
                  <a:lnTo>
                    <a:pt x="1074337" y="864347"/>
                  </a:lnTo>
                  <a:lnTo>
                    <a:pt x="1145960" y="954871"/>
                  </a:lnTo>
                  <a:lnTo>
                    <a:pt x="1217582" y="1042266"/>
                  </a:lnTo>
                  <a:lnTo>
                    <a:pt x="1289205" y="1126641"/>
                  </a:lnTo>
                  <a:lnTo>
                    <a:pt x="1360827" y="1208100"/>
                  </a:lnTo>
                  <a:lnTo>
                    <a:pt x="1432450" y="1286744"/>
                  </a:lnTo>
                  <a:lnTo>
                    <a:pt x="1504073" y="1362670"/>
                  </a:lnTo>
                  <a:lnTo>
                    <a:pt x="1575695" y="1435972"/>
                  </a:lnTo>
                  <a:lnTo>
                    <a:pt x="1647318" y="1506740"/>
                  </a:lnTo>
                  <a:lnTo>
                    <a:pt x="1718940" y="1575064"/>
                  </a:lnTo>
                  <a:lnTo>
                    <a:pt x="1790563" y="1641025"/>
                  </a:lnTo>
                  <a:lnTo>
                    <a:pt x="1862185" y="1704708"/>
                  </a:lnTo>
                  <a:lnTo>
                    <a:pt x="1933808" y="1766189"/>
                  </a:lnTo>
                  <a:lnTo>
                    <a:pt x="2005430" y="1825546"/>
                  </a:lnTo>
                  <a:lnTo>
                    <a:pt x="2077053" y="1882852"/>
                  </a:lnTo>
                  <a:lnTo>
                    <a:pt x="2148675" y="1938177"/>
                  </a:lnTo>
                  <a:lnTo>
                    <a:pt x="2220298" y="1991590"/>
                  </a:lnTo>
                  <a:lnTo>
                    <a:pt x="2291920" y="2043157"/>
                  </a:lnTo>
                  <a:lnTo>
                    <a:pt x="2363543" y="2092943"/>
                  </a:lnTo>
                  <a:lnTo>
                    <a:pt x="2435165" y="2141007"/>
                  </a:lnTo>
                  <a:lnTo>
                    <a:pt x="2506788" y="2187411"/>
                  </a:lnTo>
                  <a:lnTo>
                    <a:pt x="2578410" y="2232211"/>
                  </a:lnTo>
                  <a:lnTo>
                    <a:pt x="2650033" y="2275462"/>
                  </a:lnTo>
                  <a:lnTo>
                    <a:pt x="2721655" y="2317219"/>
                  </a:lnTo>
                  <a:lnTo>
                    <a:pt x="2793278" y="2357533"/>
                  </a:lnTo>
                  <a:lnTo>
                    <a:pt x="2864901" y="2396454"/>
                  </a:lnTo>
                  <a:lnTo>
                    <a:pt x="2936523" y="2434029"/>
                  </a:lnTo>
                  <a:lnTo>
                    <a:pt x="3008146" y="2470307"/>
                  </a:lnTo>
                  <a:lnTo>
                    <a:pt x="3079768" y="2505330"/>
                  </a:lnTo>
                  <a:lnTo>
                    <a:pt x="3151391" y="2539143"/>
                  </a:lnTo>
                  <a:lnTo>
                    <a:pt x="3223013" y="2571787"/>
                  </a:lnTo>
                  <a:lnTo>
                    <a:pt x="3294636" y="2603304"/>
                  </a:lnTo>
                  <a:lnTo>
                    <a:pt x="3366258" y="2633731"/>
                  </a:lnTo>
                  <a:lnTo>
                    <a:pt x="3437881" y="2657071"/>
                  </a:lnTo>
                  <a:lnTo>
                    <a:pt x="3509503" y="2666174"/>
                  </a:lnTo>
                  <a:lnTo>
                    <a:pt x="3581126" y="2675176"/>
                  </a:lnTo>
                  <a:lnTo>
                    <a:pt x="3652748" y="2684080"/>
                  </a:lnTo>
                  <a:lnTo>
                    <a:pt x="3724371" y="2692885"/>
                  </a:lnTo>
                  <a:lnTo>
                    <a:pt x="3795993" y="2701594"/>
                  </a:lnTo>
                  <a:lnTo>
                    <a:pt x="3867616" y="2710206"/>
                  </a:lnTo>
                  <a:lnTo>
                    <a:pt x="3939238" y="2718724"/>
                  </a:lnTo>
                  <a:lnTo>
                    <a:pt x="4010861" y="2727148"/>
                  </a:lnTo>
                  <a:lnTo>
                    <a:pt x="4082483" y="2735479"/>
                  </a:lnTo>
                  <a:lnTo>
                    <a:pt x="4154106" y="2743719"/>
                  </a:lnTo>
                  <a:lnTo>
                    <a:pt x="4225729" y="2751868"/>
                  </a:lnTo>
                  <a:lnTo>
                    <a:pt x="4297351" y="2759927"/>
                  </a:lnTo>
                  <a:lnTo>
                    <a:pt x="4368974" y="2767897"/>
                  </a:lnTo>
                  <a:lnTo>
                    <a:pt x="4440596" y="2775780"/>
                  </a:lnTo>
                  <a:lnTo>
                    <a:pt x="4512219" y="2783575"/>
                  </a:lnTo>
                  <a:lnTo>
                    <a:pt x="4583841" y="2791285"/>
                  </a:lnTo>
                  <a:lnTo>
                    <a:pt x="4655464" y="2798910"/>
                  </a:lnTo>
                  <a:lnTo>
                    <a:pt x="4727086" y="2806451"/>
                  </a:lnTo>
                  <a:lnTo>
                    <a:pt x="4798709" y="2813909"/>
                  </a:lnTo>
                  <a:lnTo>
                    <a:pt x="4870331" y="2821285"/>
                  </a:lnTo>
                  <a:lnTo>
                    <a:pt x="4941954" y="2828580"/>
                  </a:lnTo>
                  <a:lnTo>
                    <a:pt x="5013576" y="2835794"/>
                  </a:lnTo>
                  <a:lnTo>
                    <a:pt x="5085199" y="2842929"/>
                  </a:lnTo>
                  <a:lnTo>
                    <a:pt x="5156821" y="2849985"/>
                  </a:lnTo>
                  <a:lnTo>
                    <a:pt x="5228444" y="2856964"/>
                  </a:lnTo>
                  <a:lnTo>
                    <a:pt x="5300066" y="2863865"/>
                  </a:lnTo>
                  <a:lnTo>
                    <a:pt x="5371689" y="2870691"/>
                  </a:lnTo>
                  <a:lnTo>
                    <a:pt x="5443311" y="2877442"/>
                  </a:lnTo>
                  <a:lnTo>
                    <a:pt x="5514934" y="2884118"/>
                  </a:lnTo>
                  <a:lnTo>
                    <a:pt x="5586557" y="2890721"/>
                  </a:lnTo>
                  <a:lnTo>
                    <a:pt x="5658179" y="2897251"/>
                  </a:lnTo>
                  <a:lnTo>
                    <a:pt x="5729802" y="2903709"/>
                  </a:lnTo>
                  <a:lnTo>
                    <a:pt x="5801424" y="2910096"/>
                  </a:lnTo>
                  <a:lnTo>
                    <a:pt x="5873047" y="2916413"/>
                  </a:lnTo>
                  <a:lnTo>
                    <a:pt x="5944669" y="2922660"/>
                  </a:lnTo>
                  <a:lnTo>
                    <a:pt x="6016292" y="2928838"/>
                  </a:lnTo>
                  <a:lnTo>
                    <a:pt x="6087914" y="2934949"/>
                  </a:lnTo>
                  <a:lnTo>
                    <a:pt x="6159537" y="2940992"/>
                  </a:lnTo>
                  <a:lnTo>
                    <a:pt x="6231159" y="2946968"/>
                  </a:lnTo>
                  <a:lnTo>
                    <a:pt x="6302782" y="2952879"/>
                  </a:lnTo>
                  <a:lnTo>
                    <a:pt x="6374404" y="2958724"/>
                  </a:lnTo>
                  <a:lnTo>
                    <a:pt x="6446027" y="2964506"/>
                  </a:lnTo>
                  <a:lnTo>
                    <a:pt x="6517649" y="2970223"/>
                  </a:lnTo>
                  <a:lnTo>
                    <a:pt x="6589272" y="2975878"/>
                  </a:lnTo>
                  <a:lnTo>
                    <a:pt x="6660894" y="2981470"/>
                  </a:lnTo>
                  <a:lnTo>
                    <a:pt x="6732517" y="2987001"/>
                  </a:lnTo>
                  <a:lnTo>
                    <a:pt x="6804139" y="2992471"/>
                  </a:lnTo>
                  <a:lnTo>
                    <a:pt x="6875762" y="2997881"/>
                  </a:lnTo>
                  <a:lnTo>
                    <a:pt x="6947385" y="3003231"/>
                  </a:lnTo>
                  <a:lnTo>
                    <a:pt x="7019007" y="3008522"/>
                  </a:lnTo>
                  <a:lnTo>
                    <a:pt x="7090630" y="3013755"/>
                  </a:lnTo>
                  <a:lnTo>
                    <a:pt x="7090630" y="3347235"/>
                  </a:lnTo>
                  <a:lnTo>
                    <a:pt x="7019007" y="3342349"/>
                  </a:lnTo>
                  <a:lnTo>
                    <a:pt x="6947385" y="3337287"/>
                  </a:lnTo>
                  <a:lnTo>
                    <a:pt x="6875762" y="3332045"/>
                  </a:lnTo>
                  <a:lnTo>
                    <a:pt x="6804139" y="3326614"/>
                  </a:lnTo>
                  <a:lnTo>
                    <a:pt x="6732517" y="3320990"/>
                  </a:lnTo>
                  <a:lnTo>
                    <a:pt x="6660894" y="3315164"/>
                  </a:lnTo>
                  <a:lnTo>
                    <a:pt x="6589272" y="3309129"/>
                  </a:lnTo>
                  <a:lnTo>
                    <a:pt x="6517649" y="3302878"/>
                  </a:lnTo>
                  <a:lnTo>
                    <a:pt x="6446027" y="3296404"/>
                  </a:lnTo>
                  <a:lnTo>
                    <a:pt x="6374404" y="3289698"/>
                  </a:lnTo>
                  <a:lnTo>
                    <a:pt x="6302782" y="3282752"/>
                  </a:lnTo>
                  <a:lnTo>
                    <a:pt x="6231159" y="3275557"/>
                  </a:lnTo>
                  <a:lnTo>
                    <a:pt x="6159537" y="3268105"/>
                  </a:lnTo>
                  <a:lnTo>
                    <a:pt x="6087914" y="3260386"/>
                  </a:lnTo>
                  <a:lnTo>
                    <a:pt x="6016292" y="3252390"/>
                  </a:lnTo>
                  <a:lnTo>
                    <a:pt x="5944669" y="3244109"/>
                  </a:lnTo>
                  <a:lnTo>
                    <a:pt x="5873047" y="3235531"/>
                  </a:lnTo>
                  <a:lnTo>
                    <a:pt x="5801424" y="3226645"/>
                  </a:lnTo>
                  <a:lnTo>
                    <a:pt x="5729802" y="3217442"/>
                  </a:lnTo>
                  <a:lnTo>
                    <a:pt x="5658179" y="3207910"/>
                  </a:lnTo>
                  <a:lnTo>
                    <a:pt x="5586557" y="3198036"/>
                  </a:lnTo>
                  <a:lnTo>
                    <a:pt x="5514934" y="3187808"/>
                  </a:lnTo>
                  <a:lnTo>
                    <a:pt x="5443311" y="3177215"/>
                  </a:lnTo>
                  <a:lnTo>
                    <a:pt x="5371689" y="3166243"/>
                  </a:lnTo>
                  <a:lnTo>
                    <a:pt x="5300066" y="3154877"/>
                  </a:lnTo>
                  <a:lnTo>
                    <a:pt x="5228444" y="3143105"/>
                  </a:lnTo>
                  <a:lnTo>
                    <a:pt x="5156821" y="3130911"/>
                  </a:lnTo>
                  <a:lnTo>
                    <a:pt x="5085199" y="3118281"/>
                  </a:lnTo>
                  <a:lnTo>
                    <a:pt x="5013576" y="3105199"/>
                  </a:lnTo>
                  <a:lnTo>
                    <a:pt x="4941954" y="3091649"/>
                  </a:lnTo>
                  <a:lnTo>
                    <a:pt x="4870331" y="3077613"/>
                  </a:lnTo>
                  <a:lnTo>
                    <a:pt x="4798709" y="3063075"/>
                  </a:lnTo>
                  <a:lnTo>
                    <a:pt x="4727086" y="3048017"/>
                  </a:lnTo>
                  <a:lnTo>
                    <a:pt x="4655464" y="3032420"/>
                  </a:lnTo>
                  <a:lnTo>
                    <a:pt x="4583841" y="3016264"/>
                  </a:lnTo>
                  <a:lnTo>
                    <a:pt x="4512219" y="2999530"/>
                  </a:lnTo>
                  <a:lnTo>
                    <a:pt x="4440596" y="2982197"/>
                  </a:lnTo>
                  <a:lnTo>
                    <a:pt x="4368974" y="2964243"/>
                  </a:lnTo>
                  <a:lnTo>
                    <a:pt x="4297351" y="2945647"/>
                  </a:lnTo>
                  <a:lnTo>
                    <a:pt x="4225729" y="2926386"/>
                  </a:lnTo>
                  <a:lnTo>
                    <a:pt x="4154106" y="2906434"/>
                  </a:lnTo>
                  <a:lnTo>
                    <a:pt x="4082483" y="2885769"/>
                  </a:lnTo>
                  <a:lnTo>
                    <a:pt x="4010861" y="2864364"/>
                  </a:lnTo>
                  <a:lnTo>
                    <a:pt x="3939238" y="2842192"/>
                  </a:lnTo>
                  <a:lnTo>
                    <a:pt x="3867616" y="2819227"/>
                  </a:lnTo>
                  <a:lnTo>
                    <a:pt x="3795993" y="2795440"/>
                  </a:lnTo>
                  <a:lnTo>
                    <a:pt x="3724371" y="2770802"/>
                  </a:lnTo>
                  <a:lnTo>
                    <a:pt x="3652748" y="2745281"/>
                  </a:lnTo>
                  <a:lnTo>
                    <a:pt x="3581126" y="2718847"/>
                  </a:lnTo>
                  <a:lnTo>
                    <a:pt x="3509503" y="2691467"/>
                  </a:lnTo>
                  <a:lnTo>
                    <a:pt x="3437881" y="2663106"/>
                  </a:lnTo>
                  <a:lnTo>
                    <a:pt x="3366258" y="2647867"/>
                  </a:lnTo>
                  <a:lnTo>
                    <a:pt x="3294636" y="2638560"/>
                  </a:lnTo>
                  <a:lnTo>
                    <a:pt x="3223013" y="2629150"/>
                  </a:lnTo>
                  <a:lnTo>
                    <a:pt x="3151391" y="2619635"/>
                  </a:lnTo>
                  <a:lnTo>
                    <a:pt x="3079768" y="2610014"/>
                  </a:lnTo>
                  <a:lnTo>
                    <a:pt x="3008146" y="2600285"/>
                  </a:lnTo>
                  <a:lnTo>
                    <a:pt x="2936523" y="2590449"/>
                  </a:lnTo>
                  <a:lnTo>
                    <a:pt x="2864901" y="2580503"/>
                  </a:lnTo>
                  <a:lnTo>
                    <a:pt x="2793278" y="2570446"/>
                  </a:lnTo>
                  <a:lnTo>
                    <a:pt x="2721655" y="2560277"/>
                  </a:lnTo>
                  <a:lnTo>
                    <a:pt x="2650033" y="2549996"/>
                  </a:lnTo>
                  <a:lnTo>
                    <a:pt x="2578410" y="2539599"/>
                  </a:lnTo>
                  <a:lnTo>
                    <a:pt x="2506788" y="2529087"/>
                  </a:lnTo>
                  <a:lnTo>
                    <a:pt x="2435165" y="2518458"/>
                  </a:lnTo>
                  <a:lnTo>
                    <a:pt x="2363543" y="2507710"/>
                  </a:lnTo>
                  <a:lnTo>
                    <a:pt x="2291920" y="2496843"/>
                  </a:lnTo>
                  <a:lnTo>
                    <a:pt x="2220298" y="2485855"/>
                  </a:lnTo>
                  <a:lnTo>
                    <a:pt x="2148675" y="2474744"/>
                  </a:lnTo>
                  <a:lnTo>
                    <a:pt x="2077053" y="2463510"/>
                  </a:lnTo>
                  <a:lnTo>
                    <a:pt x="2005430" y="2452151"/>
                  </a:lnTo>
                  <a:lnTo>
                    <a:pt x="1933808" y="2440665"/>
                  </a:lnTo>
                  <a:lnTo>
                    <a:pt x="1862185" y="2429051"/>
                  </a:lnTo>
                  <a:lnTo>
                    <a:pt x="1790563" y="2417308"/>
                  </a:lnTo>
                  <a:lnTo>
                    <a:pt x="1718940" y="2405434"/>
                  </a:lnTo>
                  <a:lnTo>
                    <a:pt x="1647318" y="2393429"/>
                  </a:lnTo>
                  <a:lnTo>
                    <a:pt x="1575695" y="2381289"/>
                  </a:lnTo>
                  <a:lnTo>
                    <a:pt x="1504073" y="2369014"/>
                  </a:lnTo>
                  <a:lnTo>
                    <a:pt x="1432450" y="2356603"/>
                  </a:lnTo>
                  <a:lnTo>
                    <a:pt x="1360827" y="2344053"/>
                  </a:lnTo>
                  <a:lnTo>
                    <a:pt x="1289205" y="2331364"/>
                  </a:lnTo>
                  <a:lnTo>
                    <a:pt x="1217582" y="2318533"/>
                  </a:lnTo>
                  <a:lnTo>
                    <a:pt x="1145960" y="2305559"/>
                  </a:lnTo>
                  <a:lnTo>
                    <a:pt x="1074337" y="2292442"/>
                  </a:lnTo>
                  <a:lnTo>
                    <a:pt x="1002715" y="2279178"/>
                  </a:lnTo>
                  <a:lnTo>
                    <a:pt x="931092" y="2265766"/>
                  </a:lnTo>
                  <a:lnTo>
                    <a:pt x="859470" y="2252205"/>
                  </a:lnTo>
                  <a:lnTo>
                    <a:pt x="787847" y="2238493"/>
                  </a:lnTo>
                  <a:lnTo>
                    <a:pt x="716225" y="2224628"/>
                  </a:lnTo>
                  <a:lnTo>
                    <a:pt x="644602" y="2210609"/>
                  </a:lnTo>
                  <a:lnTo>
                    <a:pt x="572980" y="2196434"/>
                  </a:lnTo>
                  <a:lnTo>
                    <a:pt x="501357" y="2182101"/>
                  </a:lnTo>
                  <a:lnTo>
                    <a:pt x="429735" y="2167608"/>
                  </a:lnTo>
                  <a:lnTo>
                    <a:pt x="358112" y="2152954"/>
                  </a:lnTo>
                  <a:lnTo>
                    <a:pt x="286490" y="2138137"/>
                  </a:lnTo>
                  <a:lnTo>
                    <a:pt x="214867" y="2123155"/>
                  </a:lnTo>
                  <a:lnTo>
                    <a:pt x="143245" y="2108007"/>
                  </a:lnTo>
                  <a:lnTo>
                    <a:pt x="71622" y="2092689"/>
                  </a:lnTo>
                  <a:lnTo>
                    <a:pt x="0" y="207720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665785" y="2073503"/>
              <a:ext cx="6596894" cy="3013755"/>
            </a:xfrm>
            <a:custGeom>
              <a:avLst/>
              <a:pathLst>
                <a:path w="6596894" h="3013755">
                  <a:moveTo>
                    <a:pt x="0" y="0"/>
                  </a:moveTo>
                  <a:lnTo>
                    <a:pt x="7621" y="13220"/>
                  </a:lnTo>
                  <a:lnTo>
                    <a:pt x="79244" y="133158"/>
                  </a:lnTo>
                  <a:lnTo>
                    <a:pt x="150867" y="248950"/>
                  </a:lnTo>
                  <a:lnTo>
                    <a:pt x="222489" y="360741"/>
                  </a:lnTo>
                  <a:lnTo>
                    <a:pt x="294112" y="468669"/>
                  </a:lnTo>
                  <a:lnTo>
                    <a:pt x="365734" y="572866"/>
                  </a:lnTo>
                  <a:lnTo>
                    <a:pt x="437357" y="673463"/>
                  </a:lnTo>
                  <a:lnTo>
                    <a:pt x="508979" y="770583"/>
                  </a:lnTo>
                  <a:lnTo>
                    <a:pt x="580602" y="864347"/>
                  </a:lnTo>
                  <a:lnTo>
                    <a:pt x="652224" y="954871"/>
                  </a:lnTo>
                  <a:lnTo>
                    <a:pt x="723847" y="1042266"/>
                  </a:lnTo>
                  <a:lnTo>
                    <a:pt x="795469" y="1126641"/>
                  </a:lnTo>
                  <a:lnTo>
                    <a:pt x="867092" y="1208100"/>
                  </a:lnTo>
                  <a:lnTo>
                    <a:pt x="938714" y="1286744"/>
                  </a:lnTo>
                  <a:lnTo>
                    <a:pt x="1010337" y="1362670"/>
                  </a:lnTo>
                  <a:lnTo>
                    <a:pt x="1081959" y="1435972"/>
                  </a:lnTo>
                  <a:lnTo>
                    <a:pt x="1153582" y="1506740"/>
                  </a:lnTo>
                  <a:lnTo>
                    <a:pt x="1225204" y="1575064"/>
                  </a:lnTo>
                  <a:lnTo>
                    <a:pt x="1296827" y="1641025"/>
                  </a:lnTo>
                  <a:lnTo>
                    <a:pt x="1368449" y="1704708"/>
                  </a:lnTo>
                  <a:lnTo>
                    <a:pt x="1440072" y="1766189"/>
                  </a:lnTo>
                  <a:lnTo>
                    <a:pt x="1511695" y="1825546"/>
                  </a:lnTo>
                  <a:lnTo>
                    <a:pt x="1583317" y="1882852"/>
                  </a:lnTo>
                  <a:lnTo>
                    <a:pt x="1654940" y="1938177"/>
                  </a:lnTo>
                  <a:lnTo>
                    <a:pt x="1726562" y="1991590"/>
                  </a:lnTo>
                  <a:lnTo>
                    <a:pt x="1798185" y="2043157"/>
                  </a:lnTo>
                  <a:lnTo>
                    <a:pt x="1869807" y="2092943"/>
                  </a:lnTo>
                  <a:lnTo>
                    <a:pt x="1941430" y="2141007"/>
                  </a:lnTo>
                  <a:lnTo>
                    <a:pt x="2013052" y="2187411"/>
                  </a:lnTo>
                  <a:lnTo>
                    <a:pt x="2084675" y="2232211"/>
                  </a:lnTo>
                  <a:lnTo>
                    <a:pt x="2156297" y="2275462"/>
                  </a:lnTo>
                  <a:lnTo>
                    <a:pt x="2227920" y="2317219"/>
                  </a:lnTo>
                  <a:lnTo>
                    <a:pt x="2299542" y="2357533"/>
                  </a:lnTo>
                  <a:lnTo>
                    <a:pt x="2371165" y="2396454"/>
                  </a:lnTo>
                  <a:lnTo>
                    <a:pt x="2442787" y="2434029"/>
                  </a:lnTo>
                  <a:lnTo>
                    <a:pt x="2514410" y="2470307"/>
                  </a:lnTo>
                  <a:lnTo>
                    <a:pt x="2586032" y="2505330"/>
                  </a:lnTo>
                  <a:lnTo>
                    <a:pt x="2657655" y="2539143"/>
                  </a:lnTo>
                  <a:lnTo>
                    <a:pt x="2729277" y="2571787"/>
                  </a:lnTo>
                  <a:lnTo>
                    <a:pt x="2800900" y="2603304"/>
                  </a:lnTo>
                  <a:lnTo>
                    <a:pt x="2872523" y="2633731"/>
                  </a:lnTo>
                  <a:lnTo>
                    <a:pt x="2944145" y="2657071"/>
                  </a:lnTo>
                  <a:lnTo>
                    <a:pt x="3015768" y="2666174"/>
                  </a:lnTo>
                  <a:lnTo>
                    <a:pt x="3087390" y="2675176"/>
                  </a:lnTo>
                  <a:lnTo>
                    <a:pt x="3159013" y="2684080"/>
                  </a:lnTo>
                  <a:lnTo>
                    <a:pt x="3230635" y="2692885"/>
                  </a:lnTo>
                  <a:lnTo>
                    <a:pt x="3302258" y="2701594"/>
                  </a:lnTo>
                  <a:lnTo>
                    <a:pt x="3373880" y="2710206"/>
                  </a:lnTo>
                  <a:lnTo>
                    <a:pt x="3445503" y="2718724"/>
                  </a:lnTo>
                  <a:lnTo>
                    <a:pt x="3517125" y="2727148"/>
                  </a:lnTo>
                  <a:lnTo>
                    <a:pt x="3588748" y="2735479"/>
                  </a:lnTo>
                  <a:lnTo>
                    <a:pt x="3660370" y="2743719"/>
                  </a:lnTo>
                  <a:lnTo>
                    <a:pt x="3731993" y="2751868"/>
                  </a:lnTo>
                  <a:lnTo>
                    <a:pt x="3803615" y="2759927"/>
                  </a:lnTo>
                  <a:lnTo>
                    <a:pt x="3875238" y="2767897"/>
                  </a:lnTo>
                  <a:lnTo>
                    <a:pt x="3946860" y="2775780"/>
                  </a:lnTo>
                  <a:lnTo>
                    <a:pt x="4018483" y="2783575"/>
                  </a:lnTo>
                  <a:lnTo>
                    <a:pt x="4090105" y="2791285"/>
                  </a:lnTo>
                  <a:lnTo>
                    <a:pt x="4161728" y="2798910"/>
                  </a:lnTo>
                  <a:lnTo>
                    <a:pt x="4233351" y="2806451"/>
                  </a:lnTo>
                  <a:lnTo>
                    <a:pt x="4304973" y="2813909"/>
                  </a:lnTo>
                  <a:lnTo>
                    <a:pt x="4376596" y="2821285"/>
                  </a:lnTo>
                  <a:lnTo>
                    <a:pt x="4448218" y="2828580"/>
                  </a:lnTo>
                  <a:lnTo>
                    <a:pt x="4519841" y="2835794"/>
                  </a:lnTo>
                  <a:lnTo>
                    <a:pt x="4591463" y="2842929"/>
                  </a:lnTo>
                  <a:lnTo>
                    <a:pt x="4663086" y="2849985"/>
                  </a:lnTo>
                  <a:lnTo>
                    <a:pt x="4734708" y="2856964"/>
                  </a:lnTo>
                  <a:lnTo>
                    <a:pt x="4806331" y="2863865"/>
                  </a:lnTo>
                  <a:lnTo>
                    <a:pt x="4877953" y="2870691"/>
                  </a:lnTo>
                  <a:lnTo>
                    <a:pt x="4949576" y="2877442"/>
                  </a:lnTo>
                  <a:lnTo>
                    <a:pt x="5021198" y="2884118"/>
                  </a:lnTo>
                  <a:lnTo>
                    <a:pt x="5092821" y="2890721"/>
                  </a:lnTo>
                  <a:lnTo>
                    <a:pt x="5164443" y="2897251"/>
                  </a:lnTo>
                  <a:lnTo>
                    <a:pt x="5236066" y="2903709"/>
                  </a:lnTo>
                  <a:lnTo>
                    <a:pt x="5307688" y="2910096"/>
                  </a:lnTo>
                  <a:lnTo>
                    <a:pt x="5379311" y="2916413"/>
                  </a:lnTo>
                  <a:lnTo>
                    <a:pt x="5450933" y="2922660"/>
                  </a:lnTo>
                  <a:lnTo>
                    <a:pt x="5522556" y="2928838"/>
                  </a:lnTo>
                  <a:lnTo>
                    <a:pt x="5594179" y="2934949"/>
                  </a:lnTo>
                  <a:lnTo>
                    <a:pt x="5665801" y="2940992"/>
                  </a:lnTo>
                  <a:lnTo>
                    <a:pt x="5737424" y="2946968"/>
                  </a:lnTo>
                  <a:lnTo>
                    <a:pt x="5809046" y="2952879"/>
                  </a:lnTo>
                  <a:lnTo>
                    <a:pt x="5880669" y="2958724"/>
                  </a:lnTo>
                  <a:lnTo>
                    <a:pt x="5952291" y="2964506"/>
                  </a:lnTo>
                  <a:lnTo>
                    <a:pt x="6023914" y="2970223"/>
                  </a:lnTo>
                  <a:lnTo>
                    <a:pt x="6095536" y="2975878"/>
                  </a:lnTo>
                  <a:lnTo>
                    <a:pt x="6167159" y="2981470"/>
                  </a:lnTo>
                  <a:lnTo>
                    <a:pt x="6238781" y="2987001"/>
                  </a:lnTo>
                  <a:lnTo>
                    <a:pt x="6310404" y="2992471"/>
                  </a:lnTo>
                  <a:lnTo>
                    <a:pt x="6382026" y="2997881"/>
                  </a:lnTo>
                  <a:lnTo>
                    <a:pt x="6453649" y="3003231"/>
                  </a:lnTo>
                  <a:lnTo>
                    <a:pt x="6525271" y="3008522"/>
                  </a:lnTo>
                  <a:lnTo>
                    <a:pt x="6596894" y="301375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150704"/>
              <a:ext cx="7090630" cy="1270034"/>
            </a:xfrm>
            <a:custGeom>
              <a:avLst/>
              <a:pathLst>
                <a:path w="7090630" h="1270034">
                  <a:moveTo>
                    <a:pt x="7090630" y="1270034"/>
                  </a:moveTo>
                  <a:lnTo>
                    <a:pt x="7019007" y="1265147"/>
                  </a:lnTo>
                  <a:lnTo>
                    <a:pt x="6947385" y="1260086"/>
                  </a:lnTo>
                  <a:lnTo>
                    <a:pt x="6875762" y="1254843"/>
                  </a:lnTo>
                  <a:lnTo>
                    <a:pt x="6804139" y="1249413"/>
                  </a:lnTo>
                  <a:lnTo>
                    <a:pt x="6732517" y="1243788"/>
                  </a:lnTo>
                  <a:lnTo>
                    <a:pt x="6660894" y="1237962"/>
                  </a:lnTo>
                  <a:lnTo>
                    <a:pt x="6589272" y="1231928"/>
                  </a:lnTo>
                  <a:lnTo>
                    <a:pt x="6517649" y="1225677"/>
                  </a:lnTo>
                  <a:lnTo>
                    <a:pt x="6446027" y="1219203"/>
                  </a:lnTo>
                  <a:lnTo>
                    <a:pt x="6374404" y="1212497"/>
                  </a:lnTo>
                  <a:lnTo>
                    <a:pt x="6302782" y="1205550"/>
                  </a:lnTo>
                  <a:lnTo>
                    <a:pt x="6231159" y="1198356"/>
                  </a:lnTo>
                  <a:lnTo>
                    <a:pt x="6159537" y="1190903"/>
                  </a:lnTo>
                  <a:lnTo>
                    <a:pt x="6087914" y="1183184"/>
                  </a:lnTo>
                  <a:lnTo>
                    <a:pt x="6016292" y="1175189"/>
                  </a:lnTo>
                  <a:lnTo>
                    <a:pt x="5944669" y="1166907"/>
                  </a:lnTo>
                  <a:lnTo>
                    <a:pt x="5873047" y="1158329"/>
                  </a:lnTo>
                  <a:lnTo>
                    <a:pt x="5801424" y="1149444"/>
                  </a:lnTo>
                  <a:lnTo>
                    <a:pt x="5729802" y="1140241"/>
                  </a:lnTo>
                  <a:lnTo>
                    <a:pt x="5658179" y="1130708"/>
                  </a:lnTo>
                  <a:lnTo>
                    <a:pt x="5586557" y="1120834"/>
                  </a:lnTo>
                  <a:lnTo>
                    <a:pt x="5514934" y="1110607"/>
                  </a:lnTo>
                  <a:lnTo>
                    <a:pt x="5443311" y="1100014"/>
                  </a:lnTo>
                  <a:lnTo>
                    <a:pt x="5371689" y="1089041"/>
                  </a:lnTo>
                  <a:lnTo>
                    <a:pt x="5300066" y="1077676"/>
                  </a:lnTo>
                  <a:lnTo>
                    <a:pt x="5228444" y="1065904"/>
                  </a:lnTo>
                  <a:lnTo>
                    <a:pt x="5156821" y="1053710"/>
                  </a:lnTo>
                  <a:lnTo>
                    <a:pt x="5085199" y="1041080"/>
                  </a:lnTo>
                  <a:lnTo>
                    <a:pt x="5013576" y="1027998"/>
                  </a:lnTo>
                  <a:lnTo>
                    <a:pt x="4941954" y="1014447"/>
                  </a:lnTo>
                  <a:lnTo>
                    <a:pt x="4870331" y="1000412"/>
                  </a:lnTo>
                  <a:lnTo>
                    <a:pt x="4798709" y="985874"/>
                  </a:lnTo>
                  <a:lnTo>
                    <a:pt x="4727086" y="970815"/>
                  </a:lnTo>
                  <a:lnTo>
                    <a:pt x="4655464" y="955218"/>
                  </a:lnTo>
                  <a:lnTo>
                    <a:pt x="4583841" y="939062"/>
                  </a:lnTo>
                  <a:lnTo>
                    <a:pt x="4512219" y="922328"/>
                  </a:lnTo>
                  <a:lnTo>
                    <a:pt x="4440596" y="904995"/>
                  </a:lnTo>
                  <a:lnTo>
                    <a:pt x="4368974" y="887042"/>
                  </a:lnTo>
                  <a:lnTo>
                    <a:pt x="4297351" y="868446"/>
                  </a:lnTo>
                  <a:lnTo>
                    <a:pt x="4225729" y="849184"/>
                  </a:lnTo>
                  <a:lnTo>
                    <a:pt x="4154106" y="829233"/>
                  </a:lnTo>
                  <a:lnTo>
                    <a:pt x="4082483" y="808567"/>
                  </a:lnTo>
                  <a:lnTo>
                    <a:pt x="4010861" y="787162"/>
                  </a:lnTo>
                  <a:lnTo>
                    <a:pt x="3939238" y="764991"/>
                  </a:lnTo>
                  <a:lnTo>
                    <a:pt x="3867616" y="742026"/>
                  </a:lnTo>
                  <a:lnTo>
                    <a:pt x="3795993" y="718239"/>
                  </a:lnTo>
                  <a:lnTo>
                    <a:pt x="3724371" y="693600"/>
                  </a:lnTo>
                  <a:lnTo>
                    <a:pt x="3652748" y="668080"/>
                  </a:lnTo>
                  <a:lnTo>
                    <a:pt x="3581126" y="641646"/>
                  </a:lnTo>
                  <a:lnTo>
                    <a:pt x="3509503" y="614265"/>
                  </a:lnTo>
                  <a:lnTo>
                    <a:pt x="3437881" y="585905"/>
                  </a:lnTo>
                  <a:lnTo>
                    <a:pt x="3366258" y="570665"/>
                  </a:lnTo>
                  <a:lnTo>
                    <a:pt x="3294636" y="561359"/>
                  </a:lnTo>
                  <a:lnTo>
                    <a:pt x="3223013" y="551948"/>
                  </a:lnTo>
                  <a:lnTo>
                    <a:pt x="3151391" y="542433"/>
                  </a:lnTo>
                  <a:lnTo>
                    <a:pt x="3079768" y="532812"/>
                  </a:lnTo>
                  <a:lnTo>
                    <a:pt x="3008146" y="523084"/>
                  </a:lnTo>
                  <a:lnTo>
                    <a:pt x="2936523" y="513247"/>
                  </a:lnTo>
                  <a:lnTo>
                    <a:pt x="2864901" y="503301"/>
                  </a:lnTo>
                  <a:lnTo>
                    <a:pt x="2793278" y="493245"/>
                  </a:lnTo>
                  <a:lnTo>
                    <a:pt x="2721655" y="483076"/>
                  </a:lnTo>
                  <a:lnTo>
                    <a:pt x="2650033" y="472794"/>
                  </a:lnTo>
                  <a:lnTo>
                    <a:pt x="2578410" y="462398"/>
                  </a:lnTo>
                  <a:lnTo>
                    <a:pt x="2506788" y="451886"/>
                  </a:lnTo>
                  <a:lnTo>
                    <a:pt x="2435165" y="441256"/>
                  </a:lnTo>
                  <a:lnTo>
                    <a:pt x="2363543" y="430509"/>
                  </a:lnTo>
                  <a:lnTo>
                    <a:pt x="2291920" y="419642"/>
                  </a:lnTo>
                  <a:lnTo>
                    <a:pt x="2220298" y="408653"/>
                  </a:lnTo>
                  <a:lnTo>
                    <a:pt x="2148675" y="397543"/>
                  </a:lnTo>
                  <a:lnTo>
                    <a:pt x="2077053" y="386309"/>
                  </a:lnTo>
                  <a:lnTo>
                    <a:pt x="2005430" y="374949"/>
                  </a:lnTo>
                  <a:lnTo>
                    <a:pt x="1933808" y="363463"/>
                  </a:lnTo>
                  <a:lnTo>
                    <a:pt x="1862185" y="351850"/>
                  </a:lnTo>
                  <a:lnTo>
                    <a:pt x="1790563" y="340107"/>
                  </a:lnTo>
                  <a:lnTo>
                    <a:pt x="1718940" y="328233"/>
                  </a:lnTo>
                  <a:lnTo>
                    <a:pt x="1647318" y="316227"/>
                  </a:lnTo>
                  <a:lnTo>
                    <a:pt x="1575695" y="304087"/>
                  </a:lnTo>
                  <a:lnTo>
                    <a:pt x="1504073" y="291813"/>
                  </a:lnTo>
                  <a:lnTo>
                    <a:pt x="1432450" y="279401"/>
                  </a:lnTo>
                  <a:lnTo>
                    <a:pt x="1360827" y="266852"/>
                  </a:lnTo>
                  <a:lnTo>
                    <a:pt x="1289205" y="254162"/>
                  </a:lnTo>
                  <a:lnTo>
                    <a:pt x="1217582" y="241332"/>
                  </a:lnTo>
                  <a:lnTo>
                    <a:pt x="1145960" y="228358"/>
                  </a:lnTo>
                  <a:lnTo>
                    <a:pt x="1074337" y="215240"/>
                  </a:lnTo>
                  <a:lnTo>
                    <a:pt x="1002715" y="201976"/>
                  </a:lnTo>
                  <a:lnTo>
                    <a:pt x="931092" y="188564"/>
                  </a:lnTo>
                  <a:lnTo>
                    <a:pt x="859470" y="175003"/>
                  </a:lnTo>
                  <a:lnTo>
                    <a:pt x="787847" y="161291"/>
                  </a:lnTo>
                  <a:lnTo>
                    <a:pt x="716225" y="147427"/>
                  </a:lnTo>
                  <a:lnTo>
                    <a:pt x="644602" y="133408"/>
                  </a:lnTo>
                  <a:lnTo>
                    <a:pt x="572980" y="119232"/>
                  </a:lnTo>
                  <a:lnTo>
                    <a:pt x="501357" y="104899"/>
                  </a:lnTo>
                  <a:lnTo>
                    <a:pt x="429735" y="90407"/>
                  </a:lnTo>
                  <a:lnTo>
                    <a:pt x="358112" y="75753"/>
                  </a:lnTo>
                  <a:lnTo>
                    <a:pt x="286490" y="60936"/>
                  </a:lnTo>
                  <a:lnTo>
                    <a:pt x="214867" y="45954"/>
                  </a:lnTo>
                  <a:lnTo>
                    <a:pt x="143245" y="30805"/>
                  </a:lnTo>
                  <a:lnTo>
                    <a:pt x="71622" y="1548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058433"/>
              <a:ext cx="7090630" cy="2245519"/>
            </a:xfrm>
            <a:custGeom>
              <a:avLst/>
              <a:pathLst>
                <a:path w="7090630" h="2245519">
                  <a:moveTo>
                    <a:pt x="0" y="0"/>
                  </a:moveTo>
                  <a:lnTo>
                    <a:pt x="71622" y="57113"/>
                  </a:lnTo>
                  <a:lnTo>
                    <a:pt x="143245" y="112920"/>
                  </a:lnTo>
                  <a:lnTo>
                    <a:pt x="214867" y="167453"/>
                  </a:lnTo>
                  <a:lnTo>
                    <a:pt x="286490" y="220738"/>
                  </a:lnTo>
                  <a:lnTo>
                    <a:pt x="358112" y="272806"/>
                  </a:lnTo>
                  <a:lnTo>
                    <a:pt x="429735" y="323684"/>
                  </a:lnTo>
                  <a:lnTo>
                    <a:pt x="501357" y="373399"/>
                  </a:lnTo>
                  <a:lnTo>
                    <a:pt x="572980" y="421978"/>
                  </a:lnTo>
                  <a:lnTo>
                    <a:pt x="644602" y="469446"/>
                  </a:lnTo>
                  <a:lnTo>
                    <a:pt x="716225" y="515830"/>
                  </a:lnTo>
                  <a:lnTo>
                    <a:pt x="787847" y="561153"/>
                  </a:lnTo>
                  <a:lnTo>
                    <a:pt x="859470" y="605440"/>
                  </a:lnTo>
                  <a:lnTo>
                    <a:pt x="931092" y="648716"/>
                  </a:lnTo>
                  <a:lnTo>
                    <a:pt x="1002715" y="691002"/>
                  </a:lnTo>
                  <a:lnTo>
                    <a:pt x="1074337" y="732321"/>
                  </a:lnTo>
                  <a:lnTo>
                    <a:pt x="1145960" y="772696"/>
                  </a:lnTo>
                  <a:lnTo>
                    <a:pt x="1217582" y="812149"/>
                  </a:lnTo>
                  <a:lnTo>
                    <a:pt x="1289205" y="850699"/>
                  </a:lnTo>
                  <a:lnTo>
                    <a:pt x="1360827" y="888369"/>
                  </a:lnTo>
                  <a:lnTo>
                    <a:pt x="1432450" y="925177"/>
                  </a:lnTo>
                  <a:lnTo>
                    <a:pt x="1504073" y="961144"/>
                  </a:lnTo>
                  <a:lnTo>
                    <a:pt x="1575695" y="996289"/>
                  </a:lnTo>
                  <a:lnTo>
                    <a:pt x="1647318" y="1030631"/>
                  </a:lnTo>
                  <a:lnTo>
                    <a:pt x="1718940" y="1064188"/>
                  </a:lnTo>
                  <a:lnTo>
                    <a:pt x="1790563" y="1096978"/>
                  </a:lnTo>
                  <a:lnTo>
                    <a:pt x="1862185" y="1129019"/>
                  </a:lnTo>
                  <a:lnTo>
                    <a:pt x="1933808" y="1160327"/>
                  </a:lnTo>
                  <a:lnTo>
                    <a:pt x="2005430" y="1190920"/>
                  </a:lnTo>
                  <a:lnTo>
                    <a:pt x="2077053" y="1220813"/>
                  </a:lnTo>
                  <a:lnTo>
                    <a:pt x="2148675" y="1250023"/>
                  </a:lnTo>
                  <a:lnTo>
                    <a:pt x="2220298" y="1278566"/>
                  </a:lnTo>
                  <a:lnTo>
                    <a:pt x="2291920" y="1306456"/>
                  </a:lnTo>
                  <a:lnTo>
                    <a:pt x="2363543" y="1333708"/>
                  </a:lnTo>
                  <a:lnTo>
                    <a:pt x="2435165" y="1360338"/>
                  </a:lnTo>
                  <a:lnTo>
                    <a:pt x="2506788" y="1386359"/>
                  </a:lnTo>
                  <a:lnTo>
                    <a:pt x="2578410" y="1411786"/>
                  </a:lnTo>
                  <a:lnTo>
                    <a:pt x="2650033" y="1436631"/>
                  </a:lnTo>
                  <a:lnTo>
                    <a:pt x="2721655" y="1460908"/>
                  </a:lnTo>
                  <a:lnTo>
                    <a:pt x="2793278" y="1484631"/>
                  </a:lnTo>
                  <a:lnTo>
                    <a:pt x="2864901" y="1507811"/>
                  </a:lnTo>
                  <a:lnTo>
                    <a:pt x="2936523" y="1530462"/>
                  </a:lnTo>
                  <a:lnTo>
                    <a:pt x="3008146" y="1552594"/>
                  </a:lnTo>
                  <a:lnTo>
                    <a:pt x="3079768" y="1574221"/>
                  </a:lnTo>
                  <a:lnTo>
                    <a:pt x="3151391" y="1595354"/>
                  </a:lnTo>
                  <a:lnTo>
                    <a:pt x="3223013" y="1616003"/>
                  </a:lnTo>
                  <a:lnTo>
                    <a:pt x="3294636" y="1636181"/>
                  </a:lnTo>
                  <a:lnTo>
                    <a:pt x="3366258" y="1655898"/>
                  </a:lnTo>
                  <a:lnTo>
                    <a:pt x="3437881" y="1675163"/>
                  </a:lnTo>
                  <a:lnTo>
                    <a:pt x="3509503" y="1693989"/>
                  </a:lnTo>
                  <a:lnTo>
                    <a:pt x="3581126" y="1712384"/>
                  </a:lnTo>
                  <a:lnTo>
                    <a:pt x="3652748" y="1730359"/>
                  </a:lnTo>
                  <a:lnTo>
                    <a:pt x="3724371" y="1747923"/>
                  </a:lnTo>
                  <a:lnTo>
                    <a:pt x="3795993" y="1765085"/>
                  </a:lnTo>
                  <a:lnTo>
                    <a:pt x="3867616" y="1781855"/>
                  </a:lnTo>
                  <a:lnTo>
                    <a:pt x="3939238" y="1798242"/>
                  </a:lnTo>
                  <a:lnTo>
                    <a:pt x="4010861" y="1814255"/>
                  </a:lnTo>
                  <a:lnTo>
                    <a:pt x="4082483" y="1829901"/>
                  </a:lnTo>
                  <a:lnTo>
                    <a:pt x="4154106" y="1845190"/>
                  </a:lnTo>
                  <a:lnTo>
                    <a:pt x="4225729" y="1860129"/>
                  </a:lnTo>
                  <a:lnTo>
                    <a:pt x="4297351" y="1874727"/>
                  </a:lnTo>
                  <a:lnTo>
                    <a:pt x="4368974" y="1888991"/>
                  </a:lnTo>
                  <a:lnTo>
                    <a:pt x="4440596" y="1902929"/>
                  </a:lnTo>
                  <a:lnTo>
                    <a:pt x="4512219" y="1916549"/>
                  </a:lnTo>
                  <a:lnTo>
                    <a:pt x="4583841" y="1929857"/>
                  </a:lnTo>
                  <a:lnTo>
                    <a:pt x="4655464" y="1942861"/>
                  </a:lnTo>
                  <a:lnTo>
                    <a:pt x="4727086" y="1955568"/>
                  </a:lnTo>
                  <a:lnTo>
                    <a:pt x="4798709" y="1967985"/>
                  </a:lnTo>
                  <a:lnTo>
                    <a:pt x="4870331" y="1980118"/>
                  </a:lnTo>
                  <a:lnTo>
                    <a:pt x="4941954" y="1991973"/>
                  </a:lnTo>
                  <a:lnTo>
                    <a:pt x="5013576" y="2003557"/>
                  </a:lnTo>
                  <a:lnTo>
                    <a:pt x="5085199" y="2014877"/>
                  </a:lnTo>
                  <a:lnTo>
                    <a:pt x="5156821" y="2025938"/>
                  </a:lnTo>
                  <a:lnTo>
                    <a:pt x="5228444" y="2036746"/>
                  </a:lnTo>
                  <a:lnTo>
                    <a:pt x="5300066" y="2047307"/>
                  </a:lnTo>
                  <a:lnTo>
                    <a:pt x="5371689" y="2057627"/>
                  </a:lnTo>
                  <a:lnTo>
                    <a:pt x="5443311" y="2067711"/>
                  </a:lnTo>
                  <a:lnTo>
                    <a:pt x="5514934" y="2077564"/>
                  </a:lnTo>
                  <a:lnTo>
                    <a:pt x="5586557" y="2087192"/>
                  </a:lnTo>
                  <a:lnTo>
                    <a:pt x="5658179" y="2096600"/>
                  </a:lnTo>
                  <a:lnTo>
                    <a:pt x="5729802" y="2105794"/>
                  </a:lnTo>
                  <a:lnTo>
                    <a:pt x="5801424" y="2114776"/>
                  </a:lnTo>
                  <a:lnTo>
                    <a:pt x="5873047" y="2123554"/>
                  </a:lnTo>
                  <a:lnTo>
                    <a:pt x="5944669" y="2132131"/>
                  </a:lnTo>
                  <a:lnTo>
                    <a:pt x="6016292" y="2140512"/>
                  </a:lnTo>
                  <a:lnTo>
                    <a:pt x="6087914" y="2148701"/>
                  </a:lnTo>
                  <a:lnTo>
                    <a:pt x="6159537" y="2156704"/>
                  </a:lnTo>
                  <a:lnTo>
                    <a:pt x="6231159" y="2164523"/>
                  </a:lnTo>
                  <a:lnTo>
                    <a:pt x="6302782" y="2172164"/>
                  </a:lnTo>
                  <a:lnTo>
                    <a:pt x="6374404" y="2179630"/>
                  </a:lnTo>
                  <a:lnTo>
                    <a:pt x="6446027" y="2186925"/>
                  </a:lnTo>
                  <a:lnTo>
                    <a:pt x="6517649" y="2194054"/>
                  </a:lnTo>
                  <a:lnTo>
                    <a:pt x="6589272" y="2201019"/>
                  </a:lnTo>
                  <a:lnTo>
                    <a:pt x="6660894" y="2207826"/>
                  </a:lnTo>
                  <a:lnTo>
                    <a:pt x="6732517" y="2214477"/>
                  </a:lnTo>
                  <a:lnTo>
                    <a:pt x="6804139" y="2220975"/>
                  </a:lnTo>
                  <a:lnTo>
                    <a:pt x="6875762" y="2227326"/>
                  </a:lnTo>
                  <a:lnTo>
                    <a:pt x="6947385" y="2233531"/>
                  </a:lnTo>
                  <a:lnTo>
                    <a:pt x="7019007" y="2239594"/>
                  </a:lnTo>
                  <a:lnTo>
                    <a:pt x="7090630" y="224551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(1.14-1.53), p_Bonf = 0.001 (n = 6)  |  per IQR decline (Δ = 29.3 %): 2.26 (1.48-3.45)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2026-10-09T11:50:46Z</dcterms:modified>
  <cp:category/>
</cp:coreProperties>
</file>