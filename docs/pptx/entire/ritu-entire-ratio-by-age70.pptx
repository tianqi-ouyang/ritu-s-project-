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1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5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7"/>
                  </a:lnTo>
                  <a:lnTo>
                    <a:pt x="187387" y="2564149"/>
                  </a:lnTo>
                  <a:lnTo>
                    <a:pt x="200772" y="2555159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6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3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9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6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6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1"/>
                  </a:lnTo>
                  <a:lnTo>
                    <a:pt x="789705" y="2183806"/>
                  </a:lnTo>
                  <a:lnTo>
                    <a:pt x="803089" y="2173227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7"/>
                  </a:lnTo>
                  <a:lnTo>
                    <a:pt x="870014" y="2112802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3"/>
                  </a:lnTo>
                  <a:lnTo>
                    <a:pt x="923553" y="2054116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8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8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8"/>
                  </a:lnTo>
                  <a:lnTo>
                    <a:pt x="1137710" y="1728162"/>
                  </a:lnTo>
                  <a:lnTo>
                    <a:pt x="1151095" y="1703954"/>
                  </a:lnTo>
                  <a:lnTo>
                    <a:pt x="1164480" y="1679483"/>
                  </a:lnTo>
                  <a:lnTo>
                    <a:pt x="1177865" y="1654770"/>
                  </a:lnTo>
                  <a:lnTo>
                    <a:pt x="1191250" y="1629774"/>
                  </a:lnTo>
                  <a:lnTo>
                    <a:pt x="1204634" y="1604575"/>
                  </a:lnTo>
                  <a:lnTo>
                    <a:pt x="1218019" y="1579216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1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6"/>
                  </a:lnTo>
                  <a:lnTo>
                    <a:pt x="1365252" y="1293822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5"/>
                  </a:lnTo>
                  <a:lnTo>
                    <a:pt x="1418792" y="1188699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3"/>
                  </a:lnTo>
                  <a:lnTo>
                    <a:pt x="1499101" y="1029591"/>
                  </a:lnTo>
                  <a:lnTo>
                    <a:pt x="1512486" y="1002858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9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3"/>
                  </a:lnTo>
                  <a:lnTo>
                    <a:pt x="1606179" y="814229"/>
                  </a:lnTo>
                  <a:lnTo>
                    <a:pt x="1619564" y="787232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1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3000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4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4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8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1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4"/>
                  </a:lnTo>
                  <a:lnTo>
                    <a:pt x="3038357" y="195320"/>
                  </a:lnTo>
                  <a:lnTo>
                    <a:pt x="3051741" y="215549"/>
                  </a:lnTo>
                  <a:lnTo>
                    <a:pt x="3065126" y="236287"/>
                  </a:lnTo>
                  <a:lnTo>
                    <a:pt x="3078511" y="257518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7"/>
                  </a:lnTo>
                  <a:lnTo>
                    <a:pt x="3145435" y="368190"/>
                  </a:lnTo>
                  <a:lnTo>
                    <a:pt x="3158820" y="390650"/>
                  </a:lnTo>
                  <a:lnTo>
                    <a:pt x="3172205" y="413060"/>
                  </a:lnTo>
                  <a:lnTo>
                    <a:pt x="3185590" y="435377"/>
                  </a:lnTo>
                  <a:lnTo>
                    <a:pt x="3198975" y="457498"/>
                  </a:lnTo>
                  <a:lnTo>
                    <a:pt x="3212359" y="479368"/>
                  </a:lnTo>
                  <a:lnTo>
                    <a:pt x="3225744" y="500980"/>
                  </a:lnTo>
                  <a:lnTo>
                    <a:pt x="3239129" y="522304"/>
                  </a:lnTo>
                  <a:lnTo>
                    <a:pt x="3252514" y="543255"/>
                  </a:lnTo>
                  <a:lnTo>
                    <a:pt x="3265899" y="563743"/>
                  </a:lnTo>
                  <a:lnTo>
                    <a:pt x="3279284" y="583843"/>
                  </a:lnTo>
                  <a:lnTo>
                    <a:pt x="3292668" y="603541"/>
                  </a:lnTo>
                  <a:lnTo>
                    <a:pt x="3306053" y="622810"/>
                  </a:lnTo>
                  <a:lnTo>
                    <a:pt x="3319438" y="641479"/>
                  </a:lnTo>
                  <a:lnTo>
                    <a:pt x="3332823" y="659716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7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9"/>
                  </a:lnTo>
                  <a:lnTo>
                    <a:pt x="3426517" y="775018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3"/>
                  </a:lnTo>
                  <a:lnTo>
                    <a:pt x="3533595" y="887946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1"/>
                  </a:lnTo>
                  <a:lnTo>
                    <a:pt x="3587135" y="942359"/>
                  </a:lnTo>
                  <a:lnTo>
                    <a:pt x="3600520" y="956139"/>
                  </a:lnTo>
                  <a:lnTo>
                    <a:pt x="3613904" y="970056"/>
                  </a:lnTo>
                  <a:lnTo>
                    <a:pt x="3627289" y="984109"/>
                  </a:lnTo>
                  <a:lnTo>
                    <a:pt x="3640674" y="998312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20"/>
                  </a:lnTo>
                  <a:lnTo>
                    <a:pt x="3694213" y="1057105"/>
                  </a:lnTo>
                  <a:lnTo>
                    <a:pt x="3707598" y="1072282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6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3"/>
                  </a:lnTo>
                  <a:lnTo>
                    <a:pt x="4068989" y="1508847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9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3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1"/>
                  </a:lnTo>
                  <a:lnTo>
                    <a:pt x="4350070" y="1846949"/>
                  </a:lnTo>
                  <a:lnTo>
                    <a:pt x="4363455" y="1864075"/>
                  </a:lnTo>
                  <a:lnTo>
                    <a:pt x="4376840" y="1881231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5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7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7"/>
                  </a:lnTo>
                  <a:lnTo>
                    <a:pt x="4671306" y="2216997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6"/>
                  </a:lnTo>
                  <a:lnTo>
                    <a:pt x="4805155" y="2318145"/>
                  </a:lnTo>
                  <a:lnTo>
                    <a:pt x="4818539" y="2326783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2"/>
                  </a:lnTo>
                  <a:lnTo>
                    <a:pt x="4885464" y="2367853"/>
                  </a:lnTo>
                  <a:lnTo>
                    <a:pt x="4898848" y="2375782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9"/>
                  </a:lnTo>
                  <a:lnTo>
                    <a:pt x="4992542" y="2430695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9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9"/>
                  </a:lnTo>
                  <a:lnTo>
                    <a:pt x="5126391" y="2511086"/>
                  </a:lnTo>
                  <a:lnTo>
                    <a:pt x="5139775" y="2519195"/>
                  </a:lnTo>
                  <a:lnTo>
                    <a:pt x="5153160" y="2527274"/>
                  </a:lnTo>
                  <a:lnTo>
                    <a:pt x="5166545" y="2535315"/>
                  </a:lnTo>
                  <a:lnTo>
                    <a:pt x="5179930" y="2543312"/>
                  </a:lnTo>
                  <a:lnTo>
                    <a:pt x="5193315" y="2551255"/>
                  </a:lnTo>
                  <a:lnTo>
                    <a:pt x="5206700" y="2559117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7"/>
                  </a:lnTo>
                  <a:lnTo>
                    <a:pt x="5260239" y="2589593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9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70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4"/>
                  </a:lnTo>
                  <a:lnTo>
                    <a:pt x="5461011" y="2681554"/>
                  </a:lnTo>
                  <a:lnTo>
                    <a:pt x="5474396" y="2686226"/>
                  </a:lnTo>
                  <a:lnTo>
                    <a:pt x="5487781" y="2690721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8"/>
                  </a:lnTo>
                  <a:lnTo>
                    <a:pt x="5608245" y="2723344"/>
                  </a:lnTo>
                  <a:lnTo>
                    <a:pt x="5621629" y="2726187"/>
                  </a:lnTo>
                  <a:lnTo>
                    <a:pt x="5635014" y="2728906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2"/>
                  </a:lnTo>
                  <a:lnTo>
                    <a:pt x="5688554" y="2738504"/>
                  </a:lnTo>
                  <a:lnTo>
                    <a:pt x="5701938" y="2740611"/>
                  </a:lnTo>
                  <a:lnTo>
                    <a:pt x="5715323" y="2742617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20"/>
                  </a:lnTo>
                  <a:lnTo>
                    <a:pt x="5795632" y="2752415"/>
                  </a:lnTo>
                  <a:lnTo>
                    <a:pt x="5809017" y="2753733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6"/>
                  </a:lnTo>
                  <a:lnTo>
                    <a:pt x="5902711" y="2760850"/>
                  </a:lnTo>
                  <a:lnTo>
                    <a:pt x="5916096" y="2761601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6"/>
                  </a:lnTo>
                  <a:lnTo>
                    <a:pt x="6063329" y="2766793"/>
                  </a:lnTo>
                  <a:lnTo>
                    <a:pt x="6076714" y="2767047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1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9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7"/>
                  </a:lnTo>
                  <a:lnTo>
                    <a:pt x="6277486" y="2768799"/>
                  </a:lnTo>
                  <a:lnTo>
                    <a:pt x="6290871" y="2768835"/>
                  </a:lnTo>
                  <a:lnTo>
                    <a:pt x="6304256" y="2768866"/>
                  </a:lnTo>
                  <a:lnTo>
                    <a:pt x="6317641" y="2768892"/>
                  </a:lnTo>
                  <a:lnTo>
                    <a:pt x="6331026" y="2768916"/>
                  </a:lnTo>
                  <a:lnTo>
                    <a:pt x="6344410" y="2768936"/>
                  </a:lnTo>
                  <a:lnTo>
                    <a:pt x="6357795" y="2768953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2"/>
                  </a:lnTo>
                  <a:lnTo>
                    <a:pt x="6518413" y="2769034"/>
                  </a:lnTo>
                  <a:lnTo>
                    <a:pt x="6531798" y="2769036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1"/>
                  </a:lnTo>
                  <a:lnTo>
                    <a:pt x="6612107" y="2769041"/>
                  </a:lnTo>
                  <a:lnTo>
                    <a:pt x="6625492" y="2769042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3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2026-10-30T13:17:18Z</dcterms:modified>
  <cp:category/>
</cp:coreProperties>
</file>