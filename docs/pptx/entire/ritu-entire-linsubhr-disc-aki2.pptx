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36150"/>
              <a:ext cx="7090630" cy="2899523"/>
            </a:xfrm>
            <a:custGeom>
              <a:avLst/>
              <a:pathLst>
                <a:path w="7090630" h="2899523">
                  <a:moveTo>
                    <a:pt x="0" y="0"/>
                  </a:moveTo>
                  <a:lnTo>
                    <a:pt x="71622" y="68524"/>
                  </a:lnTo>
                  <a:lnTo>
                    <a:pt x="143245" y="135635"/>
                  </a:lnTo>
                  <a:lnTo>
                    <a:pt x="214867" y="201361"/>
                  </a:lnTo>
                  <a:lnTo>
                    <a:pt x="286490" y="265731"/>
                  </a:lnTo>
                  <a:lnTo>
                    <a:pt x="358112" y="328773"/>
                  </a:lnTo>
                  <a:lnTo>
                    <a:pt x="429735" y="390514"/>
                  </a:lnTo>
                  <a:lnTo>
                    <a:pt x="501357" y="450982"/>
                  </a:lnTo>
                  <a:lnTo>
                    <a:pt x="572980" y="510201"/>
                  </a:lnTo>
                  <a:lnTo>
                    <a:pt x="644602" y="568199"/>
                  </a:lnTo>
                  <a:lnTo>
                    <a:pt x="716225" y="625000"/>
                  </a:lnTo>
                  <a:lnTo>
                    <a:pt x="787847" y="680629"/>
                  </a:lnTo>
                  <a:lnTo>
                    <a:pt x="859470" y="735110"/>
                  </a:lnTo>
                  <a:lnTo>
                    <a:pt x="931092" y="788467"/>
                  </a:lnTo>
                  <a:lnTo>
                    <a:pt x="1002715" y="840724"/>
                  </a:lnTo>
                  <a:lnTo>
                    <a:pt x="1074337" y="891902"/>
                  </a:lnTo>
                  <a:lnTo>
                    <a:pt x="1145960" y="942024"/>
                  </a:lnTo>
                  <a:lnTo>
                    <a:pt x="1217582" y="991111"/>
                  </a:lnTo>
                  <a:lnTo>
                    <a:pt x="1289205" y="1039186"/>
                  </a:lnTo>
                  <a:lnTo>
                    <a:pt x="1360827" y="1086269"/>
                  </a:lnTo>
                  <a:lnTo>
                    <a:pt x="1432450" y="1132381"/>
                  </a:lnTo>
                  <a:lnTo>
                    <a:pt x="1504073" y="1177541"/>
                  </a:lnTo>
                  <a:lnTo>
                    <a:pt x="1575695" y="1221770"/>
                  </a:lnTo>
                  <a:lnTo>
                    <a:pt x="1647318" y="1265085"/>
                  </a:lnTo>
                  <a:lnTo>
                    <a:pt x="1718940" y="1307507"/>
                  </a:lnTo>
                  <a:lnTo>
                    <a:pt x="1790563" y="1349054"/>
                  </a:lnTo>
                  <a:lnTo>
                    <a:pt x="1862185" y="1389744"/>
                  </a:lnTo>
                  <a:lnTo>
                    <a:pt x="1933808" y="1429594"/>
                  </a:lnTo>
                  <a:lnTo>
                    <a:pt x="2005430" y="1468621"/>
                  </a:lnTo>
                  <a:lnTo>
                    <a:pt x="2077053" y="1506844"/>
                  </a:lnTo>
                  <a:lnTo>
                    <a:pt x="2148675" y="1544278"/>
                  </a:lnTo>
                  <a:lnTo>
                    <a:pt x="2220298" y="1580939"/>
                  </a:lnTo>
                  <a:lnTo>
                    <a:pt x="2291920" y="1616844"/>
                  </a:lnTo>
                  <a:lnTo>
                    <a:pt x="2363543" y="1652008"/>
                  </a:lnTo>
                  <a:lnTo>
                    <a:pt x="2435165" y="1686447"/>
                  </a:lnTo>
                  <a:lnTo>
                    <a:pt x="2506788" y="1720175"/>
                  </a:lnTo>
                  <a:lnTo>
                    <a:pt x="2578410" y="1753207"/>
                  </a:lnTo>
                  <a:lnTo>
                    <a:pt x="2650033" y="1785558"/>
                  </a:lnTo>
                  <a:lnTo>
                    <a:pt x="2721655" y="1817241"/>
                  </a:lnTo>
                  <a:lnTo>
                    <a:pt x="2793278" y="1848270"/>
                  </a:lnTo>
                  <a:lnTo>
                    <a:pt x="2864901" y="1878659"/>
                  </a:lnTo>
                  <a:lnTo>
                    <a:pt x="2936523" y="1908421"/>
                  </a:lnTo>
                  <a:lnTo>
                    <a:pt x="3008146" y="1937569"/>
                  </a:lnTo>
                  <a:lnTo>
                    <a:pt x="3079768" y="1966116"/>
                  </a:lnTo>
                  <a:lnTo>
                    <a:pt x="3151391" y="1994073"/>
                  </a:lnTo>
                  <a:lnTo>
                    <a:pt x="3223013" y="2021454"/>
                  </a:lnTo>
                  <a:lnTo>
                    <a:pt x="3294636" y="2048270"/>
                  </a:lnTo>
                  <a:lnTo>
                    <a:pt x="3366258" y="2074532"/>
                  </a:lnTo>
                  <a:lnTo>
                    <a:pt x="3437881" y="2100253"/>
                  </a:lnTo>
                  <a:lnTo>
                    <a:pt x="3509503" y="2125443"/>
                  </a:lnTo>
                  <a:lnTo>
                    <a:pt x="3581126" y="2150113"/>
                  </a:lnTo>
                  <a:lnTo>
                    <a:pt x="3652748" y="2174274"/>
                  </a:lnTo>
                  <a:lnTo>
                    <a:pt x="3724371" y="2197937"/>
                  </a:lnTo>
                  <a:lnTo>
                    <a:pt x="3795993" y="2221111"/>
                  </a:lnTo>
                  <a:lnTo>
                    <a:pt x="3867616" y="2243808"/>
                  </a:lnTo>
                  <a:lnTo>
                    <a:pt x="3939238" y="2266035"/>
                  </a:lnTo>
                  <a:lnTo>
                    <a:pt x="4010861" y="2287805"/>
                  </a:lnTo>
                  <a:lnTo>
                    <a:pt x="4082483" y="2309125"/>
                  </a:lnTo>
                  <a:lnTo>
                    <a:pt x="4154106" y="2330005"/>
                  </a:lnTo>
                  <a:lnTo>
                    <a:pt x="4225729" y="2350454"/>
                  </a:lnTo>
                  <a:lnTo>
                    <a:pt x="4297351" y="2370482"/>
                  </a:lnTo>
                  <a:lnTo>
                    <a:pt x="4368974" y="2390096"/>
                  </a:lnTo>
                  <a:lnTo>
                    <a:pt x="4440596" y="2409306"/>
                  </a:lnTo>
                  <a:lnTo>
                    <a:pt x="4512219" y="2428119"/>
                  </a:lnTo>
                  <a:lnTo>
                    <a:pt x="4583841" y="2446544"/>
                  </a:lnTo>
                  <a:lnTo>
                    <a:pt x="4655464" y="2464589"/>
                  </a:lnTo>
                  <a:lnTo>
                    <a:pt x="4727086" y="2482261"/>
                  </a:lnTo>
                  <a:lnTo>
                    <a:pt x="4798709" y="2493604"/>
                  </a:lnTo>
                  <a:lnTo>
                    <a:pt x="4870331" y="2497857"/>
                  </a:lnTo>
                  <a:lnTo>
                    <a:pt x="4941954" y="2502088"/>
                  </a:lnTo>
                  <a:lnTo>
                    <a:pt x="5013576" y="2506298"/>
                  </a:lnTo>
                  <a:lnTo>
                    <a:pt x="5085199" y="2510486"/>
                  </a:lnTo>
                  <a:lnTo>
                    <a:pt x="5156821" y="2514652"/>
                  </a:lnTo>
                  <a:lnTo>
                    <a:pt x="5228444" y="2518797"/>
                  </a:lnTo>
                  <a:lnTo>
                    <a:pt x="5300066" y="2522921"/>
                  </a:lnTo>
                  <a:lnTo>
                    <a:pt x="5371689" y="2527024"/>
                  </a:lnTo>
                  <a:lnTo>
                    <a:pt x="5443311" y="2531105"/>
                  </a:lnTo>
                  <a:lnTo>
                    <a:pt x="5514934" y="2535166"/>
                  </a:lnTo>
                  <a:lnTo>
                    <a:pt x="5586557" y="2539205"/>
                  </a:lnTo>
                  <a:lnTo>
                    <a:pt x="5658179" y="2543224"/>
                  </a:lnTo>
                  <a:lnTo>
                    <a:pt x="5729802" y="2547222"/>
                  </a:lnTo>
                  <a:lnTo>
                    <a:pt x="5801424" y="2551200"/>
                  </a:lnTo>
                  <a:lnTo>
                    <a:pt x="5873047" y="2555157"/>
                  </a:lnTo>
                  <a:lnTo>
                    <a:pt x="5944669" y="2559094"/>
                  </a:lnTo>
                  <a:lnTo>
                    <a:pt x="6016292" y="2563011"/>
                  </a:lnTo>
                  <a:lnTo>
                    <a:pt x="6087914" y="2566907"/>
                  </a:lnTo>
                  <a:lnTo>
                    <a:pt x="6159537" y="2570784"/>
                  </a:lnTo>
                  <a:lnTo>
                    <a:pt x="6231159" y="2574640"/>
                  </a:lnTo>
                  <a:lnTo>
                    <a:pt x="6302782" y="2578477"/>
                  </a:lnTo>
                  <a:lnTo>
                    <a:pt x="6374404" y="2582294"/>
                  </a:lnTo>
                  <a:lnTo>
                    <a:pt x="6446027" y="2586091"/>
                  </a:lnTo>
                  <a:lnTo>
                    <a:pt x="6517649" y="2589869"/>
                  </a:lnTo>
                  <a:lnTo>
                    <a:pt x="6589272" y="2593627"/>
                  </a:lnTo>
                  <a:lnTo>
                    <a:pt x="6660894" y="2597367"/>
                  </a:lnTo>
                  <a:lnTo>
                    <a:pt x="6732517" y="2601086"/>
                  </a:lnTo>
                  <a:lnTo>
                    <a:pt x="6804139" y="2604787"/>
                  </a:lnTo>
                  <a:lnTo>
                    <a:pt x="6875762" y="2608469"/>
                  </a:lnTo>
                  <a:lnTo>
                    <a:pt x="6947385" y="2612132"/>
                  </a:lnTo>
                  <a:lnTo>
                    <a:pt x="7019007" y="2615776"/>
                  </a:lnTo>
                  <a:lnTo>
                    <a:pt x="7090630" y="2619401"/>
                  </a:lnTo>
                  <a:lnTo>
                    <a:pt x="7090630" y="2899523"/>
                  </a:lnTo>
                  <a:lnTo>
                    <a:pt x="7019007" y="2890641"/>
                  </a:lnTo>
                  <a:lnTo>
                    <a:pt x="6947385" y="2881572"/>
                  </a:lnTo>
                  <a:lnTo>
                    <a:pt x="6875762" y="2872313"/>
                  </a:lnTo>
                  <a:lnTo>
                    <a:pt x="6804139" y="2862858"/>
                  </a:lnTo>
                  <a:lnTo>
                    <a:pt x="6732517" y="2853203"/>
                  </a:lnTo>
                  <a:lnTo>
                    <a:pt x="6660894" y="2843346"/>
                  </a:lnTo>
                  <a:lnTo>
                    <a:pt x="6589272" y="2833281"/>
                  </a:lnTo>
                  <a:lnTo>
                    <a:pt x="6517649" y="2823003"/>
                  </a:lnTo>
                  <a:lnTo>
                    <a:pt x="6446027" y="2812509"/>
                  </a:lnTo>
                  <a:lnTo>
                    <a:pt x="6374404" y="2801795"/>
                  </a:lnTo>
                  <a:lnTo>
                    <a:pt x="6302782" y="2790854"/>
                  </a:lnTo>
                  <a:lnTo>
                    <a:pt x="6231159" y="2779683"/>
                  </a:lnTo>
                  <a:lnTo>
                    <a:pt x="6159537" y="2768276"/>
                  </a:lnTo>
                  <a:lnTo>
                    <a:pt x="6087914" y="2756630"/>
                  </a:lnTo>
                  <a:lnTo>
                    <a:pt x="6016292" y="2744737"/>
                  </a:lnTo>
                  <a:lnTo>
                    <a:pt x="5944669" y="2732595"/>
                  </a:lnTo>
                  <a:lnTo>
                    <a:pt x="5873047" y="2720196"/>
                  </a:lnTo>
                  <a:lnTo>
                    <a:pt x="5801424" y="2707536"/>
                  </a:lnTo>
                  <a:lnTo>
                    <a:pt x="5729802" y="2694610"/>
                  </a:lnTo>
                  <a:lnTo>
                    <a:pt x="5658179" y="2681411"/>
                  </a:lnTo>
                  <a:lnTo>
                    <a:pt x="5586557" y="2667934"/>
                  </a:lnTo>
                  <a:lnTo>
                    <a:pt x="5514934" y="2654174"/>
                  </a:lnTo>
                  <a:lnTo>
                    <a:pt x="5443311" y="2640123"/>
                  </a:lnTo>
                  <a:lnTo>
                    <a:pt x="5371689" y="2625776"/>
                  </a:lnTo>
                  <a:lnTo>
                    <a:pt x="5300066" y="2611127"/>
                  </a:lnTo>
                  <a:lnTo>
                    <a:pt x="5228444" y="2596170"/>
                  </a:lnTo>
                  <a:lnTo>
                    <a:pt x="5156821" y="2580897"/>
                  </a:lnTo>
                  <a:lnTo>
                    <a:pt x="5085199" y="2565302"/>
                  </a:lnTo>
                  <a:lnTo>
                    <a:pt x="5013576" y="2549379"/>
                  </a:lnTo>
                  <a:lnTo>
                    <a:pt x="4941954" y="2533121"/>
                  </a:lnTo>
                  <a:lnTo>
                    <a:pt x="4870331" y="2516520"/>
                  </a:lnTo>
                  <a:lnTo>
                    <a:pt x="4798709" y="2499569"/>
                  </a:lnTo>
                  <a:lnTo>
                    <a:pt x="4727086" y="2489328"/>
                  </a:lnTo>
                  <a:lnTo>
                    <a:pt x="4655464" y="2485031"/>
                  </a:lnTo>
                  <a:lnTo>
                    <a:pt x="4583841" y="2480712"/>
                  </a:lnTo>
                  <a:lnTo>
                    <a:pt x="4512219" y="2476370"/>
                  </a:lnTo>
                  <a:lnTo>
                    <a:pt x="4440596" y="2472006"/>
                  </a:lnTo>
                  <a:lnTo>
                    <a:pt x="4368974" y="2467619"/>
                  </a:lnTo>
                  <a:lnTo>
                    <a:pt x="4297351" y="2463209"/>
                  </a:lnTo>
                  <a:lnTo>
                    <a:pt x="4225729" y="2458777"/>
                  </a:lnTo>
                  <a:lnTo>
                    <a:pt x="4154106" y="2454322"/>
                  </a:lnTo>
                  <a:lnTo>
                    <a:pt x="4082483" y="2449844"/>
                  </a:lnTo>
                  <a:lnTo>
                    <a:pt x="4010861" y="2445342"/>
                  </a:lnTo>
                  <a:lnTo>
                    <a:pt x="3939238" y="2440818"/>
                  </a:lnTo>
                  <a:lnTo>
                    <a:pt x="3867616" y="2436270"/>
                  </a:lnTo>
                  <a:lnTo>
                    <a:pt x="3795993" y="2431699"/>
                  </a:lnTo>
                  <a:lnTo>
                    <a:pt x="3724371" y="2427103"/>
                  </a:lnTo>
                  <a:lnTo>
                    <a:pt x="3652748" y="2422485"/>
                  </a:lnTo>
                  <a:lnTo>
                    <a:pt x="3581126" y="2417842"/>
                  </a:lnTo>
                  <a:lnTo>
                    <a:pt x="3509503" y="2413175"/>
                  </a:lnTo>
                  <a:lnTo>
                    <a:pt x="3437881" y="2408485"/>
                  </a:lnTo>
                  <a:lnTo>
                    <a:pt x="3366258" y="2403770"/>
                  </a:lnTo>
                  <a:lnTo>
                    <a:pt x="3294636" y="2399030"/>
                  </a:lnTo>
                  <a:lnTo>
                    <a:pt x="3223013" y="2394267"/>
                  </a:lnTo>
                  <a:lnTo>
                    <a:pt x="3151391" y="2389478"/>
                  </a:lnTo>
                  <a:lnTo>
                    <a:pt x="3079768" y="2384665"/>
                  </a:lnTo>
                  <a:lnTo>
                    <a:pt x="3008146" y="2379827"/>
                  </a:lnTo>
                  <a:lnTo>
                    <a:pt x="2936523" y="2374964"/>
                  </a:lnTo>
                  <a:lnTo>
                    <a:pt x="2864901" y="2370076"/>
                  </a:lnTo>
                  <a:lnTo>
                    <a:pt x="2793278" y="2365162"/>
                  </a:lnTo>
                  <a:lnTo>
                    <a:pt x="2721655" y="2360224"/>
                  </a:lnTo>
                  <a:lnTo>
                    <a:pt x="2650033" y="2355259"/>
                  </a:lnTo>
                  <a:lnTo>
                    <a:pt x="2578410" y="2350269"/>
                  </a:lnTo>
                  <a:lnTo>
                    <a:pt x="2506788" y="2345253"/>
                  </a:lnTo>
                  <a:lnTo>
                    <a:pt x="2435165" y="2340212"/>
                  </a:lnTo>
                  <a:lnTo>
                    <a:pt x="2363543" y="2335144"/>
                  </a:lnTo>
                  <a:lnTo>
                    <a:pt x="2291920" y="2330050"/>
                  </a:lnTo>
                  <a:lnTo>
                    <a:pt x="2220298" y="2324930"/>
                  </a:lnTo>
                  <a:lnTo>
                    <a:pt x="2148675" y="2319783"/>
                  </a:lnTo>
                  <a:lnTo>
                    <a:pt x="2077053" y="2314610"/>
                  </a:lnTo>
                  <a:lnTo>
                    <a:pt x="2005430" y="2309410"/>
                  </a:lnTo>
                  <a:lnTo>
                    <a:pt x="1933808" y="2304183"/>
                  </a:lnTo>
                  <a:lnTo>
                    <a:pt x="1862185" y="2298930"/>
                  </a:lnTo>
                  <a:lnTo>
                    <a:pt x="1790563" y="2293649"/>
                  </a:lnTo>
                  <a:lnTo>
                    <a:pt x="1718940" y="2288340"/>
                  </a:lnTo>
                  <a:lnTo>
                    <a:pt x="1647318" y="2283005"/>
                  </a:lnTo>
                  <a:lnTo>
                    <a:pt x="1575695" y="2277641"/>
                  </a:lnTo>
                  <a:lnTo>
                    <a:pt x="1504073" y="2272250"/>
                  </a:lnTo>
                  <a:lnTo>
                    <a:pt x="1432450" y="2266832"/>
                  </a:lnTo>
                  <a:lnTo>
                    <a:pt x="1360827" y="2261385"/>
                  </a:lnTo>
                  <a:lnTo>
                    <a:pt x="1289205" y="2255910"/>
                  </a:lnTo>
                  <a:lnTo>
                    <a:pt x="1217582" y="2250406"/>
                  </a:lnTo>
                  <a:lnTo>
                    <a:pt x="1145960" y="2244875"/>
                  </a:lnTo>
                  <a:lnTo>
                    <a:pt x="1074337" y="2239315"/>
                  </a:lnTo>
                  <a:lnTo>
                    <a:pt x="1002715" y="2233726"/>
                  </a:lnTo>
                  <a:lnTo>
                    <a:pt x="931092" y="2228108"/>
                  </a:lnTo>
                  <a:lnTo>
                    <a:pt x="859470" y="2222461"/>
                  </a:lnTo>
                  <a:lnTo>
                    <a:pt x="787847" y="2216785"/>
                  </a:lnTo>
                  <a:lnTo>
                    <a:pt x="716225" y="2211079"/>
                  </a:lnTo>
                  <a:lnTo>
                    <a:pt x="644602" y="2205345"/>
                  </a:lnTo>
                  <a:lnTo>
                    <a:pt x="572980" y="2199580"/>
                  </a:lnTo>
                  <a:lnTo>
                    <a:pt x="501357" y="2193786"/>
                  </a:lnTo>
                  <a:lnTo>
                    <a:pt x="429735" y="2187962"/>
                  </a:lnTo>
                  <a:lnTo>
                    <a:pt x="358112" y="2182107"/>
                  </a:lnTo>
                  <a:lnTo>
                    <a:pt x="286490" y="2176223"/>
                  </a:lnTo>
                  <a:lnTo>
                    <a:pt x="214867" y="2170308"/>
                  </a:lnTo>
                  <a:lnTo>
                    <a:pt x="143245" y="2164362"/>
                  </a:lnTo>
                  <a:lnTo>
                    <a:pt x="71622" y="2158386"/>
                  </a:lnTo>
                  <a:lnTo>
                    <a:pt x="0" y="21523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36150"/>
              <a:ext cx="7090630" cy="2619401"/>
            </a:xfrm>
            <a:custGeom>
              <a:avLst/>
              <a:pathLst>
                <a:path w="7090630" h="2619401">
                  <a:moveTo>
                    <a:pt x="0" y="0"/>
                  </a:moveTo>
                  <a:lnTo>
                    <a:pt x="71622" y="68524"/>
                  </a:lnTo>
                  <a:lnTo>
                    <a:pt x="143245" y="135635"/>
                  </a:lnTo>
                  <a:lnTo>
                    <a:pt x="214867" y="201361"/>
                  </a:lnTo>
                  <a:lnTo>
                    <a:pt x="286490" y="265731"/>
                  </a:lnTo>
                  <a:lnTo>
                    <a:pt x="358112" y="328773"/>
                  </a:lnTo>
                  <a:lnTo>
                    <a:pt x="429735" y="390514"/>
                  </a:lnTo>
                  <a:lnTo>
                    <a:pt x="501357" y="450982"/>
                  </a:lnTo>
                  <a:lnTo>
                    <a:pt x="572980" y="510201"/>
                  </a:lnTo>
                  <a:lnTo>
                    <a:pt x="644602" y="568199"/>
                  </a:lnTo>
                  <a:lnTo>
                    <a:pt x="716225" y="625000"/>
                  </a:lnTo>
                  <a:lnTo>
                    <a:pt x="787847" y="680629"/>
                  </a:lnTo>
                  <a:lnTo>
                    <a:pt x="859470" y="735110"/>
                  </a:lnTo>
                  <a:lnTo>
                    <a:pt x="931092" y="788467"/>
                  </a:lnTo>
                  <a:lnTo>
                    <a:pt x="1002715" y="840724"/>
                  </a:lnTo>
                  <a:lnTo>
                    <a:pt x="1074337" y="891902"/>
                  </a:lnTo>
                  <a:lnTo>
                    <a:pt x="1145960" y="942024"/>
                  </a:lnTo>
                  <a:lnTo>
                    <a:pt x="1217582" y="991111"/>
                  </a:lnTo>
                  <a:lnTo>
                    <a:pt x="1289205" y="1039186"/>
                  </a:lnTo>
                  <a:lnTo>
                    <a:pt x="1360827" y="1086269"/>
                  </a:lnTo>
                  <a:lnTo>
                    <a:pt x="1432450" y="1132381"/>
                  </a:lnTo>
                  <a:lnTo>
                    <a:pt x="1504073" y="1177541"/>
                  </a:lnTo>
                  <a:lnTo>
                    <a:pt x="1575695" y="1221770"/>
                  </a:lnTo>
                  <a:lnTo>
                    <a:pt x="1647318" y="1265085"/>
                  </a:lnTo>
                  <a:lnTo>
                    <a:pt x="1718940" y="1307507"/>
                  </a:lnTo>
                  <a:lnTo>
                    <a:pt x="1790563" y="1349054"/>
                  </a:lnTo>
                  <a:lnTo>
                    <a:pt x="1862185" y="1389744"/>
                  </a:lnTo>
                  <a:lnTo>
                    <a:pt x="1933808" y="1429594"/>
                  </a:lnTo>
                  <a:lnTo>
                    <a:pt x="2005430" y="1468621"/>
                  </a:lnTo>
                  <a:lnTo>
                    <a:pt x="2077053" y="1506844"/>
                  </a:lnTo>
                  <a:lnTo>
                    <a:pt x="2148675" y="1544278"/>
                  </a:lnTo>
                  <a:lnTo>
                    <a:pt x="2220298" y="1580939"/>
                  </a:lnTo>
                  <a:lnTo>
                    <a:pt x="2291920" y="1616844"/>
                  </a:lnTo>
                  <a:lnTo>
                    <a:pt x="2363543" y="1652008"/>
                  </a:lnTo>
                  <a:lnTo>
                    <a:pt x="2435165" y="1686447"/>
                  </a:lnTo>
                  <a:lnTo>
                    <a:pt x="2506788" y="1720175"/>
                  </a:lnTo>
                  <a:lnTo>
                    <a:pt x="2578410" y="1753207"/>
                  </a:lnTo>
                  <a:lnTo>
                    <a:pt x="2650033" y="1785558"/>
                  </a:lnTo>
                  <a:lnTo>
                    <a:pt x="2721655" y="1817241"/>
                  </a:lnTo>
                  <a:lnTo>
                    <a:pt x="2793278" y="1848270"/>
                  </a:lnTo>
                  <a:lnTo>
                    <a:pt x="2864901" y="1878659"/>
                  </a:lnTo>
                  <a:lnTo>
                    <a:pt x="2936523" y="1908421"/>
                  </a:lnTo>
                  <a:lnTo>
                    <a:pt x="3008146" y="1937569"/>
                  </a:lnTo>
                  <a:lnTo>
                    <a:pt x="3079768" y="1966116"/>
                  </a:lnTo>
                  <a:lnTo>
                    <a:pt x="3151391" y="1994073"/>
                  </a:lnTo>
                  <a:lnTo>
                    <a:pt x="3223013" y="2021454"/>
                  </a:lnTo>
                  <a:lnTo>
                    <a:pt x="3294636" y="2048270"/>
                  </a:lnTo>
                  <a:lnTo>
                    <a:pt x="3366258" y="2074532"/>
                  </a:lnTo>
                  <a:lnTo>
                    <a:pt x="3437881" y="2100253"/>
                  </a:lnTo>
                  <a:lnTo>
                    <a:pt x="3509503" y="2125443"/>
                  </a:lnTo>
                  <a:lnTo>
                    <a:pt x="3581126" y="2150113"/>
                  </a:lnTo>
                  <a:lnTo>
                    <a:pt x="3652748" y="2174274"/>
                  </a:lnTo>
                  <a:lnTo>
                    <a:pt x="3724371" y="2197937"/>
                  </a:lnTo>
                  <a:lnTo>
                    <a:pt x="3795993" y="2221111"/>
                  </a:lnTo>
                  <a:lnTo>
                    <a:pt x="3867616" y="2243808"/>
                  </a:lnTo>
                  <a:lnTo>
                    <a:pt x="3939238" y="2266035"/>
                  </a:lnTo>
                  <a:lnTo>
                    <a:pt x="4010861" y="2287805"/>
                  </a:lnTo>
                  <a:lnTo>
                    <a:pt x="4082483" y="2309125"/>
                  </a:lnTo>
                  <a:lnTo>
                    <a:pt x="4154106" y="2330005"/>
                  </a:lnTo>
                  <a:lnTo>
                    <a:pt x="4225729" y="2350454"/>
                  </a:lnTo>
                  <a:lnTo>
                    <a:pt x="4297351" y="2370482"/>
                  </a:lnTo>
                  <a:lnTo>
                    <a:pt x="4368974" y="2390096"/>
                  </a:lnTo>
                  <a:lnTo>
                    <a:pt x="4440596" y="2409306"/>
                  </a:lnTo>
                  <a:lnTo>
                    <a:pt x="4512219" y="2428119"/>
                  </a:lnTo>
                  <a:lnTo>
                    <a:pt x="4583841" y="2446544"/>
                  </a:lnTo>
                  <a:lnTo>
                    <a:pt x="4655464" y="2464589"/>
                  </a:lnTo>
                  <a:lnTo>
                    <a:pt x="4727086" y="2482261"/>
                  </a:lnTo>
                  <a:lnTo>
                    <a:pt x="4798709" y="2493604"/>
                  </a:lnTo>
                  <a:lnTo>
                    <a:pt x="4870331" y="2497857"/>
                  </a:lnTo>
                  <a:lnTo>
                    <a:pt x="4941954" y="2502088"/>
                  </a:lnTo>
                  <a:lnTo>
                    <a:pt x="5013576" y="2506298"/>
                  </a:lnTo>
                  <a:lnTo>
                    <a:pt x="5085199" y="2510486"/>
                  </a:lnTo>
                  <a:lnTo>
                    <a:pt x="5156821" y="2514652"/>
                  </a:lnTo>
                  <a:lnTo>
                    <a:pt x="5228444" y="2518797"/>
                  </a:lnTo>
                  <a:lnTo>
                    <a:pt x="5300066" y="2522921"/>
                  </a:lnTo>
                  <a:lnTo>
                    <a:pt x="5371689" y="2527024"/>
                  </a:lnTo>
                  <a:lnTo>
                    <a:pt x="5443311" y="2531105"/>
                  </a:lnTo>
                  <a:lnTo>
                    <a:pt x="5514934" y="2535166"/>
                  </a:lnTo>
                  <a:lnTo>
                    <a:pt x="5586557" y="2539205"/>
                  </a:lnTo>
                  <a:lnTo>
                    <a:pt x="5658179" y="2543224"/>
                  </a:lnTo>
                  <a:lnTo>
                    <a:pt x="5729802" y="2547222"/>
                  </a:lnTo>
                  <a:lnTo>
                    <a:pt x="5801424" y="2551200"/>
                  </a:lnTo>
                  <a:lnTo>
                    <a:pt x="5873047" y="2555157"/>
                  </a:lnTo>
                  <a:lnTo>
                    <a:pt x="5944669" y="2559094"/>
                  </a:lnTo>
                  <a:lnTo>
                    <a:pt x="6016292" y="2563011"/>
                  </a:lnTo>
                  <a:lnTo>
                    <a:pt x="6087914" y="2566907"/>
                  </a:lnTo>
                  <a:lnTo>
                    <a:pt x="6159537" y="2570784"/>
                  </a:lnTo>
                  <a:lnTo>
                    <a:pt x="6231159" y="2574640"/>
                  </a:lnTo>
                  <a:lnTo>
                    <a:pt x="6302782" y="2578477"/>
                  </a:lnTo>
                  <a:lnTo>
                    <a:pt x="6374404" y="2582294"/>
                  </a:lnTo>
                  <a:lnTo>
                    <a:pt x="6446027" y="2586091"/>
                  </a:lnTo>
                  <a:lnTo>
                    <a:pt x="6517649" y="2589869"/>
                  </a:lnTo>
                  <a:lnTo>
                    <a:pt x="6589272" y="2593627"/>
                  </a:lnTo>
                  <a:lnTo>
                    <a:pt x="6660894" y="2597367"/>
                  </a:lnTo>
                  <a:lnTo>
                    <a:pt x="6732517" y="2601086"/>
                  </a:lnTo>
                  <a:lnTo>
                    <a:pt x="6804139" y="2604787"/>
                  </a:lnTo>
                  <a:lnTo>
                    <a:pt x="6875762" y="2608469"/>
                  </a:lnTo>
                  <a:lnTo>
                    <a:pt x="6947385" y="2612132"/>
                  </a:lnTo>
                  <a:lnTo>
                    <a:pt x="7019007" y="2615776"/>
                  </a:lnTo>
                  <a:lnTo>
                    <a:pt x="7090630" y="2619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8529"/>
              <a:ext cx="7090630" cy="747143"/>
            </a:xfrm>
            <a:custGeom>
              <a:avLst/>
              <a:pathLst>
                <a:path w="7090630" h="747143">
                  <a:moveTo>
                    <a:pt x="7090630" y="747143"/>
                  </a:moveTo>
                  <a:lnTo>
                    <a:pt x="7019007" y="738262"/>
                  </a:lnTo>
                  <a:lnTo>
                    <a:pt x="6947385" y="729193"/>
                  </a:lnTo>
                  <a:lnTo>
                    <a:pt x="6875762" y="719933"/>
                  </a:lnTo>
                  <a:lnTo>
                    <a:pt x="6804139" y="710478"/>
                  </a:lnTo>
                  <a:lnTo>
                    <a:pt x="6732517" y="700824"/>
                  </a:lnTo>
                  <a:lnTo>
                    <a:pt x="6660894" y="690966"/>
                  </a:lnTo>
                  <a:lnTo>
                    <a:pt x="6589272" y="680901"/>
                  </a:lnTo>
                  <a:lnTo>
                    <a:pt x="6517649" y="670624"/>
                  </a:lnTo>
                  <a:lnTo>
                    <a:pt x="6446027" y="660130"/>
                  </a:lnTo>
                  <a:lnTo>
                    <a:pt x="6374404" y="649415"/>
                  </a:lnTo>
                  <a:lnTo>
                    <a:pt x="6302782" y="638474"/>
                  </a:lnTo>
                  <a:lnTo>
                    <a:pt x="6231159" y="627303"/>
                  </a:lnTo>
                  <a:lnTo>
                    <a:pt x="6159537" y="615897"/>
                  </a:lnTo>
                  <a:lnTo>
                    <a:pt x="6087914" y="604250"/>
                  </a:lnTo>
                  <a:lnTo>
                    <a:pt x="6016292" y="592358"/>
                  </a:lnTo>
                  <a:lnTo>
                    <a:pt x="5944669" y="580215"/>
                  </a:lnTo>
                  <a:lnTo>
                    <a:pt x="5873047" y="567817"/>
                  </a:lnTo>
                  <a:lnTo>
                    <a:pt x="5801424" y="555157"/>
                  </a:lnTo>
                  <a:lnTo>
                    <a:pt x="5729802" y="542230"/>
                  </a:lnTo>
                  <a:lnTo>
                    <a:pt x="5658179" y="529032"/>
                  </a:lnTo>
                  <a:lnTo>
                    <a:pt x="5586557" y="515555"/>
                  </a:lnTo>
                  <a:lnTo>
                    <a:pt x="5514934" y="501794"/>
                  </a:lnTo>
                  <a:lnTo>
                    <a:pt x="5443311" y="487743"/>
                  </a:lnTo>
                  <a:lnTo>
                    <a:pt x="5371689" y="473397"/>
                  </a:lnTo>
                  <a:lnTo>
                    <a:pt x="5300066" y="458748"/>
                  </a:lnTo>
                  <a:lnTo>
                    <a:pt x="5228444" y="443790"/>
                  </a:lnTo>
                  <a:lnTo>
                    <a:pt x="5156821" y="428517"/>
                  </a:lnTo>
                  <a:lnTo>
                    <a:pt x="5085199" y="412923"/>
                  </a:lnTo>
                  <a:lnTo>
                    <a:pt x="5013576" y="397000"/>
                  </a:lnTo>
                  <a:lnTo>
                    <a:pt x="4941954" y="380741"/>
                  </a:lnTo>
                  <a:lnTo>
                    <a:pt x="4870331" y="364140"/>
                  </a:lnTo>
                  <a:lnTo>
                    <a:pt x="4798709" y="347190"/>
                  </a:lnTo>
                  <a:lnTo>
                    <a:pt x="4727086" y="336949"/>
                  </a:lnTo>
                  <a:lnTo>
                    <a:pt x="4655464" y="332652"/>
                  </a:lnTo>
                  <a:lnTo>
                    <a:pt x="4583841" y="328332"/>
                  </a:lnTo>
                  <a:lnTo>
                    <a:pt x="4512219" y="323990"/>
                  </a:lnTo>
                  <a:lnTo>
                    <a:pt x="4440596" y="319626"/>
                  </a:lnTo>
                  <a:lnTo>
                    <a:pt x="4368974" y="315239"/>
                  </a:lnTo>
                  <a:lnTo>
                    <a:pt x="4297351" y="310830"/>
                  </a:lnTo>
                  <a:lnTo>
                    <a:pt x="4225729" y="306398"/>
                  </a:lnTo>
                  <a:lnTo>
                    <a:pt x="4154106" y="301942"/>
                  </a:lnTo>
                  <a:lnTo>
                    <a:pt x="4082483" y="297464"/>
                  </a:lnTo>
                  <a:lnTo>
                    <a:pt x="4010861" y="292963"/>
                  </a:lnTo>
                  <a:lnTo>
                    <a:pt x="3939238" y="288438"/>
                  </a:lnTo>
                  <a:lnTo>
                    <a:pt x="3867616" y="283890"/>
                  </a:lnTo>
                  <a:lnTo>
                    <a:pt x="3795993" y="279319"/>
                  </a:lnTo>
                  <a:lnTo>
                    <a:pt x="3724371" y="274724"/>
                  </a:lnTo>
                  <a:lnTo>
                    <a:pt x="3652748" y="270105"/>
                  </a:lnTo>
                  <a:lnTo>
                    <a:pt x="3581126" y="265463"/>
                  </a:lnTo>
                  <a:lnTo>
                    <a:pt x="3509503" y="260796"/>
                  </a:lnTo>
                  <a:lnTo>
                    <a:pt x="3437881" y="256105"/>
                  </a:lnTo>
                  <a:lnTo>
                    <a:pt x="3366258" y="251390"/>
                  </a:lnTo>
                  <a:lnTo>
                    <a:pt x="3294636" y="246651"/>
                  </a:lnTo>
                  <a:lnTo>
                    <a:pt x="3223013" y="241887"/>
                  </a:lnTo>
                  <a:lnTo>
                    <a:pt x="3151391" y="237099"/>
                  </a:lnTo>
                  <a:lnTo>
                    <a:pt x="3079768" y="232285"/>
                  </a:lnTo>
                  <a:lnTo>
                    <a:pt x="3008146" y="227447"/>
                  </a:lnTo>
                  <a:lnTo>
                    <a:pt x="2936523" y="222584"/>
                  </a:lnTo>
                  <a:lnTo>
                    <a:pt x="2864901" y="217696"/>
                  </a:lnTo>
                  <a:lnTo>
                    <a:pt x="2793278" y="212783"/>
                  </a:lnTo>
                  <a:lnTo>
                    <a:pt x="2721655" y="207844"/>
                  </a:lnTo>
                  <a:lnTo>
                    <a:pt x="2650033" y="202880"/>
                  </a:lnTo>
                  <a:lnTo>
                    <a:pt x="2578410" y="197890"/>
                  </a:lnTo>
                  <a:lnTo>
                    <a:pt x="2506788" y="192874"/>
                  </a:lnTo>
                  <a:lnTo>
                    <a:pt x="2435165" y="187832"/>
                  </a:lnTo>
                  <a:lnTo>
                    <a:pt x="2363543" y="182765"/>
                  </a:lnTo>
                  <a:lnTo>
                    <a:pt x="2291920" y="177671"/>
                  </a:lnTo>
                  <a:lnTo>
                    <a:pt x="2220298" y="172551"/>
                  </a:lnTo>
                  <a:lnTo>
                    <a:pt x="2148675" y="167404"/>
                  </a:lnTo>
                  <a:lnTo>
                    <a:pt x="2077053" y="162231"/>
                  </a:lnTo>
                  <a:lnTo>
                    <a:pt x="2005430" y="157031"/>
                  </a:lnTo>
                  <a:lnTo>
                    <a:pt x="1933808" y="151804"/>
                  </a:lnTo>
                  <a:lnTo>
                    <a:pt x="1862185" y="146550"/>
                  </a:lnTo>
                  <a:lnTo>
                    <a:pt x="1790563" y="141269"/>
                  </a:lnTo>
                  <a:lnTo>
                    <a:pt x="1718940" y="135961"/>
                  </a:lnTo>
                  <a:lnTo>
                    <a:pt x="1647318" y="130625"/>
                  </a:lnTo>
                  <a:lnTo>
                    <a:pt x="1575695" y="125262"/>
                  </a:lnTo>
                  <a:lnTo>
                    <a:pt x="1504073" y="119871"/>
                  </a:lnTo>
                  <a:lnTo>
                    <a:pt x="1432450" y="114452"/>
                  </a:lnTo>
                  <a:lnTo>
                    <a:pt x="1360827" y="109005"/>
                  </a:lnTo>
                  <a:lnTo>
                    <a:pt x="1289205" y="103530"/>
                  </a:lnTo>
                  <a:lnTo>
                    <a:pt x="1217582" y="98027"/>
                  </a:lnTo>
                  <a:lnTo>
                    <a:pt x="1145960" y="92495"/>
                  </a:lnTo>
                  <a:lnTo>
                    <a:pt x="1074337" y="86935"/>
                  </a:lnTo>
                  <a:lnTo>
                    <a:pt x="1002715" y="81346"/>
                  </a:lnTo>
                  <a:lnTo>
                    <a:pt x="931092" y="75728"/>
                  </a:lnTo>
                  <a:lnTo>
                    <a:pt x="859470" y="70081"/>
                  </a:lnTo>
                  <a:lnTo>
                    <a:pt x="787847" y="64405"/>
                  </a:lnTo>
                  <a:lnTo>
                    <a:pt x="716225" y="58700"/>
                  </a:lnTo>
                  <a:lnTo>
                    <a:pt x="644602" y="52965"/>
                  </a:lnTo>
                  <a:lnTo>
                    <a:pt x="572980" y="47201"/>
                  </a:lnTo>
                  <a:lnTo>
                    <a:pt x="501357" y="41406"/>
                  </a:lnTo>
                  <a:lnTo>
                    <a:pt x="429735" y="35582"/>
                  </a:lnTo>
                  <a:lnTo>
                    <a:pt x="358112" y="29728"/>
                  </a:lnTo>
                  <a:lnTo>
                    <a:pt x="286490" y="23843"/>
                  </a:lnTo>
                  <a:lnTo>
                    <a:pt x="214867" y="17928"/>
                  </a:lnTo>
                  <a:lnTo>
                    <a:pt x="143245" y="11983"/>
                  </a:lnTo>
                  <a:lnTo>
                    <a:pt x="71622" y="60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87113"/>
              <a:ext cx="7090630" cy="1426243"/>
            </a:xfrm>
            <a:custGeom>
              <a:avLst/>
              <a:pathLst>
                <a:path w="7090630" h="1426243">
                  <a:moveTo>
                    <a:pt x="0" y="0"/>
                  </a:moveTo>
                  <a:lnTo>
                    <a:pt x="71622" y="25448"/>
                  </a:lnTo>
                  <a:lnTo>
                    <a:pt x="143245" y="50567"/>
                  </a:lnTo>
                  <a:lnTo>
                    <a:pt x="214867" y="75362"/>
                  </a:lnTo>
                  <a:lnTo>
                    <a:pt x="286490" y="99837"/>
                  </a:lnTo>
                  <a:lnTo>
                    <a:pt x="358112" y="123995"/>
                  </a:lnTo>
                  <a:lnTo>
                    <a:pt x="429735" y="147842"/>
                  </a:lnTo>
                  <a:lnTo>
                    <a:pt x="501357" y="171380"/>
                  </a:lnTo>
                  <a:lnTo>
                    <a:pt x="572980" y="194614"/>
                  </a:lnTo>
                  <a:lnTo>
                    <a:pt x="644602" y="217549"/>
                  </a:lnTo>
                  <a:lnTo>
                    <a:pt x="716225" y="240187"/>
                  </a:lnTo>
                  <a:lnTo>
                    <a:pt x="787847" y="262532"/>
                  </a:lnTo>
                  <a:lnTo>
                    <a:pt x="859470" y="284589"/>
                  </a:lnTo>
                  <a:lnTo>
                    <a:pt x="931092" y="306361"/>
                  </a:lnTo>
                  <a:lnTo>
                    <a:pt x="1002715" y="327852"/>
                  </a:lnTo>
                  <a:lnTo>
                    <a:pt x="1074337" y="349065"/>
                  </a:lnTo>
                  <a:lnTo>
                    <a:pt x="1145960" y="370005"/>
                  </a:lnTo>
                  <a:lnTo>
                    <a:pt x="1217582" y="390673"/>
                  </a:lnTo>
                  <a:lnTo>
                    <a:pt x="1289205" y="411075"/>
                  </a:lnTo>
                  <a:lnTo>
                    <a:pt x="1360827" y="431213"/>
                  </a:lnTo>
                  <a:lnTo>
                    <a:pt x="1432450" y="451092"/>
                  </a:lnTo>
                  <a:lnTo>
                    <a:pt x="1504073" y="470713"/>
                  </a:lnTo>
                  <a:lnTo>
                    <a:pt x="1575695" y="490081"/>
                  </a:lnTo>
                  <a:lnTo>
                    <a:pt x="1647318" y="509199"/>
                  </a:lnTo>
                  <a:lnTo>
                    <a:pt x="1718940" y="528069"/>
                  </a:lnTo>
                  <a:lnTo>
                    <a:pt x="1790563" y="546696"/>
                  </a:lnTo>
                  <a:lnTo>
                    <a:pt x="1862185" y="565083"/>
                  </a:lnTo>
                  <a:lnTo>
                    <a:pt x="1933808" y="583232"/>
                  </a:lnTo>
                  <a:lnTo>
                    <a:pt x="2005430" y="601146"/>
                  </a:lnTo>
                  <a:lnTo>
                    <a:pt x="2077053" y="618830"/>
                  </a:lnTo>
                  <a:lnTo>
                    <a:pt x="2148675" y="636284"/>
                  </a:lnTo>
                  <a:lnTo>
                    <a:pt x="2220298" y="653514"/>
                  </a:lnTo>
                  <a:lnTo>
                    <a:pt x="2291920" y="670520"/>
                  </a:lnTo>
                  <a:lnTo>
                    <a:pt x="2363543" y="687307"/>
                  </a:lnTo>
                  <a:lnTo>
                    <a:pt x="2435165" y="703877"/>
                  </a:lnTo>
                  <a:lnTo>
                    <a:pt x="2506788" y="720234"/>
                  </a:lnTo>
                  <a:lnTo>
                    <a:pt x="2578410" y="736378"/>
                  </a:lnTo>
                  <a:lnTo>
                    <a:pt x="2650033" y="752315"/>
                  </a:lnTo>
                  <a:lnTo>
                    <a:pt x="2721655" y="768045"/>
                  </a:lnTo>
                  <a:lnTo>
                    <a:pt x="2793278" y="783573"/>
                  </a:lnTo>
                  <a:lnTo>
                    <a:pt x="2864901" y="798899"/>
                  </a:lnTo>
                  <a:lnTo>
                    <a:pt x="2936523" y="814028"/>
                  </a:lnTo>
                  <a:lnTo>
                    <a:pt x="3008146" y="828961"/>
                  </a:lnTo>
                  <a:lnTo>
                    <a:pt x="3079768" y="843702"/>
                  </a:lnTo>
                  <a:lnTo>
                    <a:pt x="3151391" y="858252"/>
                  </a:lnTo>
                  <a:lnTo>
                    <a:pt x="3223013" y="872614"/>
                  </a:lnTo>
                  <a:lnTo>
                    <a:pt x="3294636" y="886791"/>
                  </a:lnTo>
                  <a:lnTo>
                    <a:pt x="3366258" y="900784"/>
                  </a:lnTo>
                  <a:lnTo>
                    <a:pt x="3437881" y="914597"/>
                  </a:lnTo>
                  <a:lnTo>
                    <a:pt x="3509503" y="928231"/>
                  </a:lnTo>
                  <a:lnTo>
                    <a:pt x="3581126" y="941689"/>
                  </a:lnTo>
                  <a:lnTo>
                    <a:pt x="3652748" y="954974"/>
                  </a:lnTo>
                  <a:lnTo>
                    <a:pt x="3724371" y="968087"/>
                  </a:lnTo>
                  <a:lnTo>
                    <a:pt x="3795993" y="981030"/>
                  </a:lnTo>
                  <a:lnTo>
                    <a:pt x="3867616" y="993806"/>
                  </a:lnTo>
                  <a:lnTo>
                    <a:pt x="3939238" y="1006417"/>
                  </a:lnTo>
                  <a:lnTo>
                    <a:pt x="4010861" y="1018866"/>
                  </a:lnTo>
                  <a:lnTo>
                    <a:pt x="4082483" y="1031153"/>
                  </a:lnTo>
                  <a:lnTo>
                    <a:pt x="4154106" y="1043282"/>
                  </a:lnTo>
                  <a:lnTo>
                    <a:pt x="4225729" y="1055254"/>
                  </a:lnTo>
                  <a:lnTo>
                    <a:pt x="4297351" y="1067071"/>
                  </a:lnTo>
                  <a:lnTo>
                    <a:pt x="4368974" y="1078736"/>
                  </a:lnTo>
                  <a:lnTo>
                    <a:pt x="4440596" y="1090250"/>
                  </a:lnTo>
                  <a:lnTo>
                    <a:pt x="4512219" y="1101616"/>
                  </a:lnTo>
                  <a:lnTo>
                    <a:pt x="4583841" y="1112834"/>
                  </a:lnTo>
                  <a:lnTo>
                    <a:pt x="4655464" y="1123908"/>
                  </a:lnTo>
                  <a:lnTo>
                    <a:pt x="4727086" y="1134839"/>
                  </a:lnTo>
                  <a:lnTo>
                    <a:pt x="4798709" y="1145628"/>
                  </a:lnTo>
                  <a:lnTo>
                    <a:pt x="4870331" y="1156278"/>
                  </a:lnTo>
                  <a:lnTo>
                    <a:pt x="4941954" y="1166791"/>
                  </a:lnTo>
                  <a:lnTo>
                    <a:pt x="5013576" y="1177168"/>
                  </a:lnTo>
                  <a:lnTo>
                    <a:pt x="5085199" y="1187410"/>
                  </a:lnTo>
                  <a:lnTo>
                    <a:pt x="5156821" y="1197521"/>
                  </a:lnTo>
                  <a:lnTo>
                    <a:pt x="5228444" y="1207500"/>
                  </a:lnTo>
                  <a:lnTo>
                    <a:pt x="5300066" y="1217351"/>
                  </a:lnTo>
                  <a:lnTo>
                    <a:pt x="5371689" y="1227075"/>
                  </a:lnTo>
                  <a:lnTo>
                    <a:pt x="5443311" y="1236673"/>
                  </a:lnTo>
                  <a:lnTo>
                    <a:pt x="5514934" y="1246147"/>
                  </a:lnTo>
                  <a:lnTo>
                    <a:pt x="5586557" y="1255499"/>
                  </a:lnTo>
                  <a:lnTo>
                    <a:pt x="5658179" y="1264730"/>
                  </a:lnTo>
                  <a:lnTo>
                    <a:pt x="5729802" y="1273841"/>
                  </a:lnTo>
                  <a:lnTo>
                    <a:pt x="5801424" y="1282835"/>
                  </a:lnTo>
                  <a:lnTo>
                    <a:pt x="5873047" y="1291713"/>
                  </a:lnTo>
                  <a:lnTo>
                    <a:pt x="5944669" y="1300476"/>
                  </a:lnTo>
                  <a:lnTo>
                    <a:pt x="6016292" y="1309126"/>
                  </a:lnTo>
                  <a:lnTo>
                    <a:pt x="6087914" y="1317664"/>
                  </a:lnTo>
                  <a:lnTo>
                    <a:pt x="6159537" y="1326092"/>
                  </a:lnTo>
                  <a:lnTo>
                    <a:pt x="6231159" y="1334411"/>
                  </a:lnTo>
                  <a:lnTo>
                    <a:pt x="6302782" y="1342623"/>
                  </a:lnTo>
                  <a:lnTo>
                    <a:pt x="6374404" y="1350729"/>
                  </a:lnTo>
                  <a:lnTo>
                    <a:pt x="6446027" y="1358729"/>
                  </a:lnTo>
                  <a:lnTo>
                    <a:pt x="6517649" y="1366627"/>
                  </a:lnTo>
                  <a:lnTo>
                    <a:pt x="6589272" y="1374422"/>
                  </a:lnTo>
                  <a:lnTo>
                    <a:pt x="6660894" y="1382117"/>
                  </a:lnTo>
                  <a:lnTo>
                    <a:pt x="6732517" y="1389713"/>
                  </a:lnTo>
                  <a:lnTo>
                    <a:pt x="6804139" y="1397210"/>
                  </a:lnTo>
                  <a:lnTo>
                    <a:pt x="6875762" y="1404610"/>
                  </a:lnTo>
                  <a:lnTo>
                    <a:pt x="6947385" y="1411915"/>
                  </a:lnTo>
                  <a:lnTo>
                    <a:pt x="7019007" y="1419126"/>
                  </a:lnTo>
                  <a:lnTo>
                    <a:pt x="7090630" y="14262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0.007 (n = 6)  |  per IQR decline (Δ = 23.3): 1.44 (1.16-1.80)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2026-10-09T13:04:00Z</dcterms:modified>
  <cp:category/>
</cp:coreProperties>
</file>