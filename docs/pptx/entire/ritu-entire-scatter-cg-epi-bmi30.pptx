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941876" y="5114368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941876" y="4244691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941876" y="3375014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941876" y="2505337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2162952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907346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5651740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7396134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941876" y="5549207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941876" y="4679530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941876" y="3809853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941876" y="2940175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941876" y="2070498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1290755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3035149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4779543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6523937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8268332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t22"/>
            <p:cNvSpPr/>
            <p:nvPr/>
          </p:nvSpPr>
          <p:spPr>
            <a:xfrm>
              <a:off x="2647934" y="475257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t23"/>
            <p:cNvSpPr/>
            <p:nvPr/>
          </p:nvSpPr>
          <p:spPr>
            <a:xfrm>
              <a:off x="5565628" y="398672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t24"/>
            <p:cNvSpPr/>
            <p:nvPr/>
          </p:nvSpPr>
          <p:spPr>
            <a:xfrm>
              <a:off x="4527991" y="375317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t25"/>
            <p:cNvSpPr/>
            <p:nvPr/>
          </p:nvSpPr>
          <p:spPr>
            <a:xfrm>
              <a:off x="2742298" y="493150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t26"/>
            <p:cNvSpPr/>
            <p:nvPr/>
          </p:nvSpPr>
          <p:spPr>
            <a:xfrm>
              <a:off x="2820842" y="477179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" name="pt27"/>
            <p:cNvSpPr/>
            <p:nvPr/>
          </p:nvSpPr>
          <p:spPr>
            <a:xfrm>
              <a:off x="2745414" y="489042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t28"/>
            <p:cNvSpPr/>
            <p:nvPr/>
          </p:nvSpPr>
          <p:spPr>
            <a:xfrm>
              <a:off x="5059417" y="366453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" name="pt29"/>
            <p:cNvSpPr/>
            <p:nvPr/>
          </p:nvSpPr>
          <p:spPr>
            <a:xfrm>
              <a:off x="3059905" y="409380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" name="pt30"/>
            <p:cNvSpPr/>
            <p:nvPr/>
          </p:nvSpPr>
          <p:spPr>
            <a:xfrm>
              <a:off x="4792051" y="406335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" name="pt31"/>
            <p:cNvSpPr/>
            <p:nvPr/>
          </p:nvSpPr>
          <p:spPr>
            <a:xfrm>
              <a:off x="3828172" y="383562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" name="pt32"/>
            <p:cNvSpPr/>
            <p:nvPr/>
          </p:nvSpPr>
          <p:spPr>
            <a:xfrm>
              <a:off x="2810507" y="461752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" name="pt33"/>
            <p:cNvSpPr/>
            <p:nvPr/>
          </p:nvSpPr>
          <p:spPr>
            <a:xfrm>
              <a:off x="3627753" y="458225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" name="pt34"/>
            <p:cNvSpPr/>
            <p:nvPr/>
          </p:nvSpPr>
          <p:spPr>
            <a:xfrm>
              <a:off x="4738376" y="398333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" name="pt35"/>
            <p:cNvSpPr/>
            <p:nvPr/>
          </p:nvSpPr>
          <p:spPr>
            <a:xfrm>
              <a:off x="3538061" y="440456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" name="pt36"/>
            <p:cNvSpPr/>
            <p:nvPr/>
          </p:nvSpPr>
          <p:spPr>
            <a:xfrm>
              <a:off x="2874636" y="410417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" name="pt37"/>
            <p:cNvSpPr/>
            <p:nvPr/>
          </p:nvSpPr>
          <p:spPr>
            <a:xfrm>
              <a:off x="3827046" y="394013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" name="pt38"/>
            <p:cNvSpPr/>
            <p:nvPr/>
          </p:nvSpPr>
          <p:spPr>
            <a:xfrm>
              <a:off x="3279778" y="432637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" name="pt39"/>
            <p:cNvSpPr/>
            <p:nvPr/>
          </p:nvSpPr>
          <p:spPr>
            <a:xfrm>
              <a:off x="2836660" y="491128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" name="pt40"/>
            <p:cNvSpPr/>
            <p:nvPr/>
          </p:nvSpPr>
          <p:spPr>
            <a:xfrm>
              <a:off x="5376478" y="444446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" name="pt41"/>
            <p:cNvSpPr/>
            <p:nvPr/>
          </p:nvSpPr>
          <p:spPr>
            <a:xfrm>
              <a:off x="3618060" y="432106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" name="pt42"/>
            <p:cNvSpPr/>
            <p:nvPr/>
          </p:nvSpPr>
          <p:spPr>
            <a:xfrm>
              <a:off x="3833619" y="405380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" name="pt43"/>
            <p:cNvSpPr/>
            <p:nvPr/>
          </p:nvSpPr>
          <p:spPr>
            <a:xfrm>
              <a:off x="4359485" y="428428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" name="pt44"/>
            <p:cNvSpPr/>
            <p:nvPr/>
          </p:nvSpPr>
          <p:spPr>
            <a:xfrm>
              <a:off x="4182732" y="372617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" name="pt45"/>
            <p:cNvSpPr/>
            <p:nvPr/>
          </p:nvSpPr>
          <p:spPr>
            <a:xfrm>
              <a:off x="3544671" y="438079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" name="pt46"/>
            <p:cNvSpPr/>
            <p:nvPr/>
          </p:nvSpPr>
          <p:spPr>
            <a:xfrm>
              <a:off x="4650756" y="413670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" name="pt47"/>
            <p:cNvSpPr/>
            <p:nvPr/>
          </p:nvSpPr>
          <p:spPr>
            <a:xfrm>
              <a:off x="2915676" y="445370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" name="pt48"/>
            <p:cNvSpPr/>
            <p:nvPr/>
          </p:nvSpPr>
          <p:spPr>
            <a:xfrm>
              <a:off x="5095198" y="361214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" name="pt49"/>
            <p:cNvSpPr/>
            <p:nvPr/>
          </p:nvSpPr>
          <p:spPr>
            <a:xfrm>
              <a:off x="3563214" y="441799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" name="pt50"/>
            <p:cNvSpPr/>
            <p:nvPr/>
          </p:nvSpPr>
          <p:spPr>
            <a:xfrm>
              <a:off x="2706884" y="452266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" name="pt51"/>
            <p:cNvSpPr/>
            <p:nvPr/>
          </p:nvSpPr>
          <p:spPr>
            <a:xfrm>
              <a:off x="3323622" y="445793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" name="pt52"/>
            <p:cNvSpPr/>
            <p:nvPr/>
          </p:nvSpPr>
          <p:spPr>
            <a:xfrm>
              <a:off x="3683950" y="418943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" name="pt53"/>
            <p:cNvSpPr/>
            <p:nvPr/>
          </p:nvSpPr>
          <p:spPr>
            <a:xfrm>
              <a:off x="2609000" y="472525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" name="pt54"/>
            <p:cNvSpPr/>
            <p:nvPr/>
          </p:nvSpPr>
          <p:spPr>
            <a:xfrm>
              <a:off x="3426902" y="426982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" name="pt55"/>
            <p:cNvSpPr/>
            <p:nvPr/>
          </p:nvSpPr>
          <p:spPr>
            <a:xfrm>
              <a:off x="3548657" y="435701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" name="pt56"/>
            <p:cNvSpPr/>
            <p:nvPr/>
          </p:nvSpPr>
          <p:spPr>
            <a:xfrm>
              <a:off x="3938592" y="417882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" name="pt57"/>
            <p:cNvSpPr/>
            <p:nvPr/>
          </p:nvSpPr>
          <p:spPr>
            <a:xfrm>
              <a:off x="5288556" y="308630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" name="pt58"/>
            <p:cNvSpPr/>
            <p:nvPr/>
          </p:nvSpPr>
          <p:spPr>
            <a:xfrm>
              <a:off x="3030284" y="450226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" name="pt59"/>
            <p:cNvSpPr/>
            <p:nvPr/>
          </p:nvSpPr>
          <p:spPr>
            <a:xfrm>
              <a:off x="3865818" y="441933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" name="pt60"/>
            <p:cNvSpPr/>
            <p:nvPr/>
          </p:nvSpPr>
          <p:spPr>
            <a:xfrm>
              <a:off x="3698294" y="448077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" name="pt61"/>
            <p:cNvSpPr/>
            <p:nvPr/>
          </p:nvSpPr>
          <p:spPr>
            <a:xfrm>
              <a:off x="4620214" y="383556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" name="pt62"/>
            <p:cNvSpPr/>
            <p:nvPr/>
          </p:nvSpPr>
          <p:spPr>
            <a:xfrm>
              <a:off x="3481633" y="432368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" name="pt63"/>
            <p:cNvSpPr/>
            <p:nvPr/>
          </p:nvSpPr>
          <p:spPr>
            <a:xfrm>
              <a:off x="3635187" y="392740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" name="pt64"/>
            <p:cNvSpPr/>
            <p:nvPr/>
          </p:nvSpPr>
          <p:spPr>
            <a:xfrm>
              <a:off x="2943095" y="432565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" name="pt65"/>
            <p:cNvSpPr/>
            <p:nvPr/>
          </p:nvSpPr>
          <p:spPr>
            <a:xfrm>
              <a:off x="3279622" y="436214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" name="pt66"/>
            <p:cNvSpPr/>
            <p:nvPr/>
          </p:nvSpPr>
          <p:spPr>
            <a:xfrm>
              <a:off x="5411309" y="382514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" name="pt67"/>
            <p:cNvSpPr/>
            <p:nvPr/>
          </p:nvSpPr>
          <p:spPr>
            <a:xfrm>
              <a:off x="3222041" y="450542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" name="pt68"/>
            <p:cNvSpPr/>
            <p:nvPr/>
          </p:nvSpPr>
          <p:spPr>
            <a:xfrm>
              <a:off x="4428339" y="414662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" name="pt69"/>
            <p:cNvSpPr/>
            <p:nvPr/>
          </p:nvSpPr>
          <p:spPr>
            <a:xfrm>
              <a:off x="4631401" y="383639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" name="pt70"/>
            <p:cNvSpPr/>
            <p:nvPr/>
          </p:nvSpPr>
          <p:spPr>
            <a:xfrm>
              <a:off x="3782787" y="438877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" name="pt71"/>
            <p:cNvSpPr/>
            <p:nvPr/>
          </p:nvSpPr>
          <p:spPr>
            <a:xfrm>
              <a:off x="3757871" y="424215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" name="pt72"/>
            <p:cNvSpPr/>
            <p:nvPr/>
          </p:nvSpPr>
          <p:spPr>
            <a:xfrm>
              <a:off x="4257359" y="416848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" name="pt73"/>
            <p:cNvSpPr/>
            <p:nvPr/>
          </p:nvSpPr>
          <p:spPr>
            <a:xfrm>
              <a:off x="3951553" y="440150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" name="pt74"/>
            <p:cNvSpPr/>
            <p:nvPr/>
          </p:nvSpPr>
          <p:spPr>
            <a:xfrm>
              <a:off x="2671200" y="493364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" name="pt75"/>
            <p:cNvSpPr/>
            <p:nvPr/>
          </p:nvSpPr>
          <p:spPr>
            <a:xfrm>
              <a:off x="6078890" y="390839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" name="pt76"/>
            <p:cNvSpPr/>
            <p:nvPr/>
          </p:nvSpPr>
          <p:spPr>
            <a:xfrm>
              <a:off x="5837247" y="380868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" name="pt77"/>
            <p:cNvSpPr/>
            <p:nvPr/>
          </p:nvSpPr>
          <p:spPr>
            <a:xfrm>
              <a:off x="5128077" y="343344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" name="pt78"/>
            <p:cNvSpPr/>
            <p:nvPr/>
          </p:nvSpPr>
          <p:spPr>
            <a:xfrm>
              <a:off x="4544743" y="389659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" name="pt79"/>
            <p:cNvSpPr/>
            <p:nvPr/>
          </p:nvSpPr>
          <p:spPr>
            <a:xfrm>
              <a:off x="3346499" y="436939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" name="pt80"/>
            <p:cNvSpPr/>
            <p:nvPr/>
          </p:nvSpPr>
          <p:spPr>
            <a:xfrm>
              <a:off x="3165317" y="415734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" name="pt81"/>
            <p:cNvSpPr/>
            <p:nvPr/>
          </p:nvSpPr>
          <p:spPr>
            <a:xfrm>
              <a:off x="2323195" y="515268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" name="pt82"/>
            <p:cNvSpPr/>
            <p:nvPr/>
          </p:nvSpPr>
          <p:spPr>
            <a:xfrm>
              <a:off x="6405691" y="346408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" name="pt83"/>
            <p:cNvSpPr/>
            <p:nvPr/>
          </p:nvSpPr>
          <p:spPr>
            <a:xfrm>
              <a:off x="3188829" y="442792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" name="pt84"/>
            <p:cNvSpPr/>
            <p:nvPr/>
          </p:nvSpPr>
          <p:spPr>
            <a:xfrm>
              <a:off x="3280870" y="437392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" name="pt85"/>
            <p:cNvSpPr/>
            <p:nvPr/>
          </p:nvSpPr>
          <p:spPr>
            <a:xfrm>
              <a:off x="3832869" y="405605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" name="pt86"/>
            <p:cNvSpPr/>
            <p:nvPr/>
          </p:nvSpPr>
          <p:spPr>
            <a:xfrm>
              <a:off x="4694711" y="403316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" name="pt87"/>
            <p:cNvSpPr/>
            <p:nvPr/>
          </p:nvSpPr>
          <p:spPr>
            <a:xfrm>
              <a:off x="7133915" y="340833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" name="pt88"/>
            <p:cNvSpPr/>
            <p:nvPr/>
          </p:nvSpPr>
          <p:spPr>
            <a:xfrm>
              <a:off x="2745877" y="463139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" name="pt89"/>
            <p:cNvSpPr/>
            <p:nvPr/>
          </p:nvSpPr>
          <p:spPr>
            <a:xfrm>
              <a:off x="4675440" y="366222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" name="pt90"/>
            <p:cNvSpPr/>
            <p:nvPr/>
          </p:nvSpPr>
          <p:spPr>
            <a:xfrm>
              <a:off x="6884761" y="345984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" name="pt91"/>
            <p:cNvSpPr/>
            <p:nvPr/>
          </p:nvSpPr>
          <p:spPr>
            <a:xfrm>
              <a:off x="2947671" y="490250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" name="pt92"/>
            <p:cNvSpPr/>
            <p:nvPr/>
          </p:nvSpPr>
          <p:spPr>
            <a:xfrm>
              <a:off x="4656015" y="340500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" name="pt93"/>
            <p:cNvSpPr/>
            <p:nvPr/>
          </p:nvSpPr>
          <p:spPr>
            <a:xfrm>
              <a:off x="2465853" y="492506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" name="pt94"/>
            <p:cNvSpPr/>
            <p:nvPr/>
          </p:nvSpPr>
          <p:spPr>
            <a:xfrm>
              <a:off x="3223019" y="467647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" name="pt95"/>
            <p:cNvSpPr/>
            <p:nvPr/>
          </p:nvSpPr>
          <p:spPr>
            <a:xfrm>
              <a:off x="3863678" y="425766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" name="pt96"/>
            <p:cNvSpPr/>
            <p:nvPr/>
          </p:nvSpPr>
          <p:spPr>
            <a:xfrm>
              <a:off x="2929771" y="446827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7" name="pt97"/>
            <p:cNvSpPr/>
            <p:nvPr/>
          </p:nvSpPr>
          <p:spPr>
            <a:xfrm>
              <a:off x="6419508" y="315252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8" name="pt98"/>
            <p:cNvSpPr/>
            <p:nvPr/>
          </p:nvSpPr>
          <p:spPr>
            <a:xfrm>
              <a:off x="4865453" y="349145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9" name="pt99"/>
            <p:cNvSpPr/>
            <p:nvPr/>
          </p:nvSpPr>
          <p:spPr>
            <a:xfrm>
              <a:off x="3370706" y="435835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0" name="pt100"/>
            <p:cNvSpPr/>
            <p:nvPr/>
          </p:nvSpPr>
          <p:spPr>
            <a:xfrm>
              <a:off x="4887909" y="346948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1" name="pt101"/>
            <p:cNvSpPr/>
            <p:nvPr/>
          </p:nvSpPr>
          <p:spPr>
            <a:xfrm>
              <a:off x="3015557" y="437847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2" name="pt102"/>
            <p:cNvSpPr/>
            <p:nvPr/>
          </p:nvSpPr>
          <p:spPr>
            <a:xfrm>
              <a:off x="3970218" y="418718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3" name="pt103"/>
            <p:cNvSpPr/>
            <p:nvPr/>
          </p:nvSpPr>
          <p:spPr>
            <a:xfrm>
              <a:off x="2595219" y="451289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4" name="pt104"/>
            <p:cNvSpPr/>
            <p:nvPr/>
          </p:nvSpPr>
          <p:spPr>
            <a:xfrm>
              <a:off x="6093904" y="335205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5" name="pt105"/>
            <p:cNvSpPr/>
            <p:nvPr/>
          </p:nvSpPr>
          <p:spPr>
            <a:xfrm>
              <a:off x="3691789" y="432374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6" name="pt106"/>
            <p:cNvSpPr/>
            <p:nvPr/>
          </p:nvSpPr>
          <p:spPr>
            <a:xfrm>
              <a:off x="5839142" y="377336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7" name="pt107"/>
            <p:cNvSpPr/>
            <p:nvPr/>
          </p:nvSpPr>
          <p:spPr>
            <a:xfrm>
              <a:off x="2989285" y="414065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8" name="pt108"/>
            <p:cNvSpPr/>
            <p:nvPr/>
          </p:nvSpPr>
          <p:spPr>
            <a:xfrm>
              <a:off x="4906861" y="353434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9" name="pt109"/>
            <p:cNvSpPr/>
            <p:nvPr/>
          </p:nvSpPr>
          <p:spPr>
            <a:xfrm>
              <a:off x="3938768" y="403372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0" name="pt110"/>
            <p:cNvSpPr/>
            <p:nvPr/>
          </p:nvSpPr>
          <p:spPr>
            <a:xfrm>
              <a:off x="4569621" y="372255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1" name="pt111"/>
            <p:cNvSpPr/>
            <p:nvPr/>
          </p:nvSpPr>
          <p:spPr>
            <a:xfrm>
              <a:off x="5262586" y="358164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2" name="pt112"/>
            <p:cNvSpPr/>
            <p:nvPr/>
          </p:nvSpPr>
          <p:spPr>
            <a:xfrm>
              <a:off x="3509416" y="434582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3" name="pt113"/>
            <p:cNvSpPr/>
            <p:nvPr/>
          </p:nvSpPr>
          <p:spPr>
            <a:xfrm>
              <a:off x="2854842" y="485638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4" name="pt114"/>
            <p:cNvSpPr/>
            <p:nvPr/>
          </p:nvSpPr>
          <p:spPr>
            <a:xfrm>
              <a:off x="4019812" y="392786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5" name="pt115"/>
            <p:cNvSpPr/>
            <p:nvPr/>
          </p:nvSpPr>
          <p:spPr>
            <a:xfrm>
              <a:off x="4245447" y="377163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6" name="pt116"/>
            <p:cNvSpPr/>
            <p:nvPr/>
          </p:nvSpPr>
          <p:spPr>
            <a:xfrm>
              <a:off x="5340389" y="390124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7" name="pt117"/>
            <p:cNvSpPr/>
            <p:nvPr/>
          </p:nvSpPr>
          <p:spPr>
            <a:xfrm>
              <a:off x="5064241" y="356499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8" name="pt118"/>
            <p:cNvSpPr/>
            <p:nvPr/>
          </p:nvSpPr>
          <p:spPr>
            <a:xfrm>
              <a:off x="3732460" y="393677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9" name="pt119"/>
            <p:cNvSpPr/>
            <p:nvPr/>
          </p:nvSpPr>
          <p:spPr>
            <a:xfrm>
              <a:off x="4228341" y="398393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0" name="pt120"/>
            <p:cNvSpPr/>
            <p:nvPr/>
          </p:nvSpPr>
          <p:spPr>
            <a:xfrm>
              <a:off x="5238763" y="365958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1" name="pt121"/>
            <p:cNvSpPr/>
            <p:nvPr/>
          </p:nvSpPr>
          <p:spPr>
            <a:xfrm>
              <a:off x="4038719" y="403656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2" name="pt122"/>
            <p:cNvSpPr/>
            <p:nvPr/>
          </p:nvSpPr>
          <p:spPr>
            <a:xfrm>
              <a:off x="3511343" y="439929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3" name="pt123"/>
            <p:cNvSpPr/>
            <p:nvPr/>
          </p:nvSpPr>
          <p:spPr>
            <a:xfrm>
              <a:off x="5845362" y="353833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4" name="pt124"/>
            <p:cNvSpPr/>
            <p:nvPr/>
          </p:nvSpPr>
          <p:spPr>
            <a:xfrm>
              <a:off x="5557418" y="381297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5" name="pt125"/>
            <p:cNvSpPr/>
            <p:nvPr/>
          </p:nvSpPr>
          <p:spPr>
            <a:xfrm>
              <a:off x="4350781" y="387487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6" name="pt126"/>
            <p:cNvSpPr/>
            <p:nvPr/>
          </p:nvSpPr>
          <p:spPr>
            <a:xfrm>
              <a:off x="4905878" y="400710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7" name="pt127"/>
            <p:cNvSpPr/>
            <p:nvPr/>
          </p:nvSpPr>
          <p:spPr>
            <a:xfrm>
              <a:off x="2736225" y="444551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8" name="pt128"/>
            <p:cNvSpPr/>
            <p:nvPr/>
          </p:nvSpPr>
          <p:spPr>
            <a:xfrm>
              <a:off x="2968979" y="451169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9" name="pt129"/>
            <p:cNvSpPr/>
            <p:nvPr/>
          </p:nvSpPr>
          <p:spPr>
            <a:xfrm>
              <a:off x="2789853" y="449391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0" name="pt130"/>
            <p:cNvSpPr/>
            <p:nvPr/>
          </p:nvSpPr>
          <p:spPr>
            <a:xfrm>
              <a:off x="4906980" y="379206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1" name="pt131"/>
            <p:cNvSpPr/>
            <p:nvPr/>
          </p:nvSpPr>
          <p:spPr>
            <a:xfrm>
              <a:off x="3263188" y="431162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2" name="pt132"/>
            <p:cNvSpPr/>
            <p:nvPr/>
          </p:nvSpPr>
          <p:spPr>
            <a:xfrm>
              <a:off x="2691263" y="484555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3" name="pt133"/>
            <p:cNvSpPr/>
            <p:nvPr/>
          </p:nvSpPr>
          <p:spPr>
            <a:xfrm>
              <a:off x="3192516" y="463020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4" name="pt134"/>
            <p:cNvSpPr/>
            <p:nvPr/>
          </p:nvSpPr>
          <p:spPr>
            <a:xfrm>
              <a:off x="6537487" y="334526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5" name="pt135"/>
            <p:cNvSpPr/>
            <p:nvPr/>
          </p:nvSpPr>
          <p:spPr>
            <a:xfrm>
              <a:off x="4080134" y="391396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6" name="pt136"/>
            <p:cNvSpPr/>
            <p:nvPr/>
          </p:nvSpPr>
          <p:spPr>
            <a:xfrm>
              <a:off x="4997079" y="417709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7" name="pt137"/>
            <p:cNvSpPr/>
            <p:nvPr/>
          </p:nvSpPr>
          <p:spPr>
            <a:xfrm>
              <a:off x="7438931" y="383631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8" name="pt138"/>
            <p:cNvSpPr/>
            <p:nvPr/>
          </p:nvSpPr>
          <p:spPr>
            <a:xfrm>
              <a:off x="3523892" y="400023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9" name="pt139"/>
            <p:cNvSpPr/>
            <p:nvPr/>
          </p:nvSpPr>
          <p:spPr>
            <a:xfrm>
              <a:off x="2876355" y="438432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0" name="pt140"/>
            <p:cNvSpPr/>
            <p:nvPr/>
          </p:nvSpPr>
          <p:spPr>
            <a:xfrm>
              <a:off x="5256595" y="378974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1" name="pt141"/>
            <p:cNvSpPr/>
            <p:nvPr/>
          </p:nvSpPr>
          <p:spPr>
            <a:xfrm>
              <a:off x="2796328" y="464315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2" name="pt142"/>
            <p:cNvSpPr/>
            <p:nvPr/>
          </p:nvSpPr>
          <p:spPr>
            <a:xfrm>
              <a:off x="5999291" y="362264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3" name="pt143"/>
            <p:cNvSpPr/>
            <p:nvPr/>
          </p:nvSpPr>
          <p:spPr>
            <a:xfrm>
              <a:off x="4322005" y="386681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4" name="pt144"/>
            <p:cNvSpPr/>
            <p:nvPr/>
          </p:nvSpPr>
          <p:spPr>
            <a:xfrm>
              <a:off x="4517297" y="389647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5" name="pt145"/>
            <p:cNvSpPr/>
            <p:nvPr/>
          </p:nvSpPr>
          <p:spPr>
            <a:xfrm>
              <a:off x="5453976" y="407964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6" name="pt146"/>
            <p:cNvSpPr/>
            <p:nvPr/>
          </p:nvSpPr>
          <p:spPr>
            <a:xfrm>
              <a:off x="4142252" y="407687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7" name="pt147"/>
            <p:cNvSpPr/>
            <p:nvPr/>
          </p:nvSpPr>
          <p:spPr>
            <a:xfrm>
              <a:off x="3001601" y="443578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8" name="pt148"/>
            <p:cNvSpPr/>
            <p:nvPr/>
          </p:nvSpPr>
          <p:spPr>
            <a:xfrm>
              <a:off x="3698937" y="389811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9" name="pt149"/>
            <p:cNvSpPr/>
            <p:nvPr/>
          </p:nvSpPr>
          <p:spPr>
            <a:xfrm>
              <a:off x="4671221" y="393714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0" name="pt150"/>
            <p:cNvSpPr/>
            <p:nvPr/>
          </p:nvSpPr>
          <p:spPr>
            <a:xfrm>
              <a:off x="3828484" y="399876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1" name="pt151"/>
            <p:cNvSpPr/>
            <p:nvPr/>
          </p:nvSpPr>
          <p:spPr>
            <a:xfrm>
              <a:off x="4418945" y="334779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2" name="pt152"/>
            <p:cNvSpPr/>
            <p:nvPr/>
          </p:nvSpPr>
          <p:spPr>
            <a:xfrm>
              <a:off x="3098979" y="433375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3" name="pt153"/>
            <p:cNvSpPr/>
            <p:nvPr/>
          </p:nvSpPr>
          <p:spPr>
            <a:xfrm>
              <a:off x="4039019" y="413764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4" name="pt154"/>
            <p:cNvSpPr/>
            <p:nvPr/>
          </p:nvSpPr>
          <p:spPr>
            <a:xfrm>
              <a:off x="6232187" y="325212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5" name="pt155"/>
            <p:cNvSpPr/>
            <p:nvPr/>
          </p:nvSpPr>
          <p:spPr>
            <a:xfrm>
              <a:off x="3160910" y="464781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6" name="pt156"/>
            <p:cNvSpPr/>
            <p:nvPr/>
          </p:nvSpPr>
          <p:spPr>
            <a:xfrm>
              <a:off x="6535533" y="383624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7" name="pt157"/>
            <p:cNvSpPr/>
            <p:nvPr/>
          </p:nvSpPr>
          <p:spPr>
            <a:xfrm>
              <a:off x="3090675" y="469042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8" name="pt158"/>
            <p:cNvSpPr/>
            <p:nvPr/>
          </p:nvSpPr>
          <p:spPr>
            <a:xfrm>
              <a:off x="4629174" y="360457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9" name="pt159"/>
            <p:cNvSpPr/>
            <p:nvPr/>
          </p:nvSpPr>
          <p:spPr>
            <a:xfrm>
              <a:off x="5130831" y="368304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0" name="pt160"/>
            <p:cNvSpPr/>
            <p:nvPr/>
          </p:nvSpPr>
          <p:spPr>
            <a:xfrm>
              <a:off x="3622931" y="413999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1" name="pt161"/>
            <p:cNvSpPr/>
            <p:nvPr/>
          </p:nvSpPr>
          <p:spPr>
            <a:xfrm>
              <a:off x="4118670" y="420272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2" name="pt162"/>
            <p:cNvSpPr/>
            <p:nvPr/>
          </p:nvSpPr>
          <p:spPr>
            <a:xfrm>
              <a:off x="3532440" y="432833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3" name="pt163"/>
            <p:cNvSpPr/>
            <p:nvPr/>
          </p:nvSpPr>
          <p:spPr>
            <a:xfrm>
              <a:off x="4591003" y="363836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4" name="pt164"/>
            <p:cNvSpPr/>
            <p:nvPr/>
          </p:nvSpPr>
          <p:spPr>
            <a:xfrm>
              <a:off x="3881376" y="398118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5" name="pt165"/>
            <p:cNvSpPr/>
            <p:nvPr/>
          </p:nvSpPr>
          <p:spPr>
            <a:xfrm>
              <a:off x="4199133" y="415238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6" name="pt166"/>
            <p:cNvSpPr/>
            <p:nvPr/>
          </p:nvSpPr>
          <p:spPr>
            <a:xfrm>
              <a:off x="3317292" y="420816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7" name="pt167"/>
            <p:cNvSpPr/>
            <p:nvPr/>
          </p:nvSpPr>
          <p:spPr>
            <a:xfrm>
              <a:off x="3338477" y="425780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8" name="pt168"/>
            <p:cNvSpPr/>
            <p:nvPr/>
          </p:nvSpPr>
          <p:spPr>
            <a:xfrm>
              <a:off x="4044504" y="411365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9" name="pt169"/>
            <p:cNvSpPr/>
            <p:nvPr/>
          </p:nvSpPr>
          <p:spPr>
            <a:xfrm>
              <a:off x="4670930" y="407500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0" name="pt170"/>
            <p:cNvSpPr/>
            <p:nvPr/>
          </p:nvSpPr>
          <p:spPr>
            <a:xfrm>
              <a:off x="8701080" y="321073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1" name="pt171"/>
            <p:cNvSpPr/>
            <p:nvPr/>
          </p:nvSpPr>
          <p:spPr>
            <a:xfrm>
              <a:off x="3841622" y="390258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2" name="pt172"/>
            <p:cNvSpPr/>
            <p:nvPr/>
          </p:nvSpPr>
          <p:spPr>
            <a:xfrm>
              <a:off x="6042738" y="379869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3" name="pt173"/>
            <p:cNvSpPr/>
            <p:nvPr/>
          </p:nvSpPr>
          <p:spPr>
            <a:xfrm>
              <a:off x="6211059" y="345944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4" name="pt174"/>
            <p:cNvSpPr/>
            <p:nvPr/>
          </p:nvSpPr>
          <p:spPr>
            <a:xfrm>
              <a:off x="3976580" y="404484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5" name="pt175"/>
            <p:cNvSpPr/>
            <p:nvPr/>
          </p:nvSpPr>
          <p:spPr>
            <a:xfrm>
              <a:off x="2865892" y="462047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6" name="pt176"/>
            <p:cNvSpPr/>
            <p:nvPr/>
          </p:nvSpPr>
          <p:spPr>
            <a:xfrm>
              <a:off x="4400447" y="463882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7" name="pt177"/>
            <p:cNvSpPr/>
            <p:nvPr/>
          </p:nvSpPr>
          <p:spPr>
            <a:xfrm>
              <a:off x="6146643" y="297781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8" name="pt178"/>
            <p:cNvSpPr/>
            <p:nvPr/>
          </p:nvSpPr>
          <p:spPr>
            <a:xfrm>
              <a:off x="5358834" y="348274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9" name="pt179"/>
            <p:cNvSpPr/>
            <p:nvPr/>
          </p:nvSpPr>
          <p:spPr>
            <a:xfrm>
              <a:off x="6372644" y="343464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0" name="pt180"/>
            <p:cNvSpPr/>
            <p:nvPr/>
          </p:nvSpPr>
          <p:spPr>
            <a:xfrm>
              <a:off x="5816061" y="364095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1" name="pt181"/>
            <p:cNvSpPr/>
            <p:nvPr/>
          </p:nvSpPr>
          <p:spPr>
            <a:xfrm>
              <a:off x="3900617" y="445155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2" name="pt182"/>
            <p:cNvSpPr/>
            <p:nvPr/>
          </p:nvSpPr>
          <p:spPr>
            <a:xfrm>
              <a:off x="4252091" y="381123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3" name="pt183"/>
            <p:cNvSpPr/>
            <p:nvPr/>
          </p:nvSpPr>
          <p:spPr>
            <a:xfrm>
              <a:off x="4888174" y="409668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4" name="pt184"/>
            <p:cNvSpPr/>
            <p:nvPr/>
          </p:nvSpPr>
          <p:spPr>
            <a:xfrm>
              <a:off x="6706825" y="325194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5" name="pt185"/>
            <p:cNvSpPr/>
            <p:nvPr/>
          </p:nvSpPr>
          <p:spPr>
            <a:xfrm>
              <a:off x="3625468" y="465679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6" name="pt186"/>
            <p:cNvSpPr/>
            <p:nvPr/>
          </p:nvSpPr>
          <p:spPr>
            <a:xfrm>
              <a:off x="4059662" y="425421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7" name="pt187"/>
            <p:cNvSpPr/>
            <p:nvPr/>
          </p:nvSpPr>
          <p:spPr>
            <a:xfrm>
              <a:off x="4102212" y="407051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8" name="pt188"/>
            <p:cNvSpPr/>
            <p:nvPr/>
          </p:nvSpPr>
          <p:spPr>
            <a:xfrm>
              <a:off x="4456107" y="393556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9" name="pt189"/>
            <p:cNvSpPr/>
            <p:nvPr/>
          </p:nvSpPr>
          <p:spPr>
            <a:xfrm>
              <a:off x="3836370" y="425897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0" name="pt190"/>
            <p:cNvSpPr/>
            <p:nvPr/>
          </p:nvSpPr>
          <p:spPr>
            <a:xfrm>
              <a:off x="6930312" y="395004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1" name="pt191"/>
            <p:cNvSpPr/>
            <p:nvPr/>
          </p:nvSpPr>
          <p:spPr>
            <a:xfrm>
              <a:off x="2896393" y="484492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2" name="pt192"/>
            <p:cNvSpPr/>
            <p:nvPr/>
          </p:nvSpPr>
          <p:spPr>
            <a:xfrm>
              <a:off x="3884873" y="463539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3" name="pt193"/>
            <p:cNvSpPr/>
            <p:nvPr/>
          </p:nvSpPr>
          <p:spPr>
            <a:xfrm>
              <a:off x="2701128" y="484202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4" name="pt194"/>
            <p:cNvSpPr/>
            <p:nvPr/>
          </p:nvSpPr>
          <p:spPr>
            <a:xfrm>
              <a:off x="3789726" y="426349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5" name="pt195"/>
            <p:cNvSpPr/>
            <p:nvPr/>
          </p:nvSpPr>
          <p:spPr>
            <a:xfrm>
              <a:off x="3646593" y="407254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6" name="pt196"/>
            <p:cNvSpPr/>
            <p:nvPr/>
          </p:nvSpPr>
          <p:spPr>
            <a:xfrm>
              <a:off x="3599269" y="425229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7" name="pt197"/>
            <p:cNvSpPr/>
            <p:nvPr/>
          </p:nvSpPr>
          <p:spPr>
            <a:xfrm>
              <a:off x="3099094" y="414092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8" name="pt198"/>
            <p:cNvSpPr/>
            <p:nvPr/>
          </p:nvSpPr>
          <p:spPr>
            <a:xfrm>
              <a:off x="2899522" y="432173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9" name="pt199"/>
            <p:cNvSpPr/>
            <p:nvPr/>
          </p:nvSpPr>
          <p:spPr>
            <a:xfrm>
              <a:off x="2922243" y="467602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0" name="pt200"/>
            <p:cNvSpPr/>
            <p:nvPr/>
          </p:nvSpPr>
          <p:spPr>
            <a:xfrm>
              <a:off x="6157919" y="311269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1" name="pt201"/>
            <p:cNvSpPr/>
            <p:nvPr/>
          </p:nvSpPr>
          <p:spPr>
            <a:xfrm>
              <a:off x="4157237" y="416469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2" name="pt202"/>
            <p:cNvSpPr/>
            <p:nvPr/>
          </p:nvSpPr>
          <p:spPr>
            <a:xfrm>
              <a:off x="5035441" y="340639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3" name="pt203"/>
            <p:cNvSpPr/>
            <p:nvPr/>
          </p:nvSpPr>
          <p:spPr>
            <a:xfrm>
              <a:off x="3518080" y="444756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4" name="pt204"/>
            <p:cNvSpPr/>
            <p:nvPr/>
          </p:nvSpPr>
          <p:spPr>
            <a:xfrm>
              <a:off x="4527054" y="382557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5" name="pt205"/>
            <p:cNvSpPr/>
            <p:nvPr/>
          </p:nvSpPr>
          <p:spPr>
            <a:xfrm>
              <a:off x="4281201" y="386025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6" name="pt206"/>
            <p:cNvSpPr/>
            <p:nvPr/>
          </p:nvSpPr>
          <p:spPr>
            <a:xfrm>
              <a:off x="3785541" y="422442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7" name="pt207"/>
            <p:cNvSpPr/>
            <p:nvPr/>
          </p:nvSpPr>
          <p:spPr>
            <a:xfrm>
              <a:off x="4892634" y="343458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8" name="pt208"/>
            <p:cNvSpPr/>
            <p:nvPr/>
          </p:nvSpPr>
          <p:spPr>
            <a:xfrm>
              <a:off x="4488845" y="415730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9" name="pt209"/>
            <p:cNvSpPr/>
            <p:nvPr/>
          </p:nvSpPr>
          <p:spPr>
            <a:xfrm>
              <a:off x="3424979" y="451531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0" name="pt210"/>
            <p:cNvSpPr/>
            <p:nvPr/>
          </p:nvSpPr>
          <p:spPr>
            <a:xfrm>
              <a:off x="6295388" y="358588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1" name="pt211"/>
            <p:cNvSpPr/>
            <p:nvPr/>
          </p:nvSpPr>
          <p:spPr>
            <a:xfrm>
              <a:off x="7988727" y="350749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2" name="pt212"/>
            <p:cNvSpPr/>
            <p:nvPr/>
          </p:nvSpPr>
          <p:spPr>
            <a:xfrm>
              <a:off x="3432574" y="412618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3" name="pt213"/>
            <p:cNvSpPr/>
            <p:nvPr/>
          </p:nvSpPr>
          <p:spPr>
            <a:xfrm>
              <a:off x="4139700" y="427404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4" name="pt214"/>
            <p:cNvSpPr/>
            <p:nvPr/>
          </p:nvSpPr>
          <p:spPr>
            <a:xfrm>
              <a:off x="3184822" y="444822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5" name="pt215"/>
            <p:cNvSpPr/>
            <p:nvPr/>
          </p:nvSpPr>
          <p:spPr>
            <a:xfrm>
              <a:off x="4419139" y="392823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6" name="pt216"/>
            <p:cNvSpPr/>
            <p:nvPr/>
          </p:nvSpPr>
          <p:spPr>
            <a:xfrm>
              <a:off x="4000972" y="375212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7" name="pt217"/>
            <p:cNvSpPr/>
            <p:nvPr/>
          </p:nvSpPr>
          <p:spPr>
            <a:xfrm>
              <a:off x="3336636" y="425390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8" name="pt218"/>
            <p:cNvSpPr/>
            <p:nvPr/>
          </p:nvSpPr>
          <p:spPr>
            <a:xfrm>
              <a:off x="4146130" y="404859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9" name="pt219"/>
            <p:cNvSpPr/>
            <p:nvPr/>
          </p:nvSpPr>
          <p:spPr>
            <a:xfrm>
              <a:off x="4239720" y="414820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0" name="pt220"/>
            <p:cNvSpPr/>
            <p:nvPr/>
          </p:nvSpPr>
          <p:spPr>
            <a:xfrm>
              <a:off x="3494652" y="426938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1" name="pt221"/>
            <p:cNvSpPr/>
            <p:nvPr/>
          </p:nvSpPr>
          <p:spPr>
            <a:xfrm>
              <a:off x="3599968" y="440473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2" name="pt222"/>
            <p:cNvSpPr/>
            <p:nvPr/>
          </p:nvSpPr>
          <p:spPr>
            <a:xfrm>
              <a:off x="3686041" y="461100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3" name="pt223"/>
            <p:cNvSpPr/>
            <p:nvPr/>
          </p:nvSpPr>
          <p:spPr>
            <a:xfrm>
              <a:off x="5135505" y="359033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4" name="pt224"/>
            <p:cNvSpPr/>
            <p:nvPr/>
          </p:nvSpPr>
          <p:spPr>
            <a:xfrm>
              <a:off x="4246787" y="413935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5" name="pt225"/>
            <p:cNvSpPr/>
            <p:nvPr/>
          </p:nvSpPr>
          <p:spPr>
            <a:xfrm>
              <a:off x="4018474" y="392823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6" name="pt226"/>
            <p:cNvSpPr/>
            <p:nvPr/>
          </p:nvSpPr>
          <p:spPr>
            <a:xfrm>
              <a:off x="4451768" y="388765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7" name="pt227"/>
            <p:cNvSpPr/>
            <p:nvPr/>
          </p:nvSpPr>
          <p:spPr>
            <a:xfrm>
              <a:off x="4562854" y="434964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8" name="pt228"/>
            <p:cNvSpPr/>
            <p:nvPr/>
          </p:nvSpPr>
          <p:spPr>
            <a:xfrm>
              <a:off x="3097844" y="452721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9" name="pt229"/>
            <p:cNvSpPr/>
            <p:nvPr/>
          </p:nvSpPr>
          <p:spPr>
            <a:xfrm>
              <a:off x="3520631" y="405759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0" name="pt230"/>
            <p:cNvSpPr/>
            <p:nvPr/>
          </p:nvSpPr>
          <p:spPr>
            <a:xfrm>
              <a:off x="4641405" y="380650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1" name="pt231"/>
            <p:cNvSpPr/>
            <p:nvPr/>
          </p:nvSpPr>
          <p:spPr>
            <a:xfrm>
              <a:off x="3397657" y="425487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2" name="pt232"/>
            <p:cNvSpPr/>
            <p:nvPr/>
          </p:nvSpPr>
          <p:spPr>
            <a:xfrm>
              <a:off x="4449598" y="413658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3" name="pt233"/>
            <p:cNvSpPr/>
            <p:nvPr/>
          </p:nvSpPr>
          <p:spPr>
            <a:xfrm>
              <a:off x="3759535" y="410913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4" name="pt234"/>
            <p:cNvSpPr/>
            <p:nvPr/>
          </p:nvSpPr>
          <p:spPr>
            <a:xfrm>
              <a:off x="3937643" y="442305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5" name="pt235"/>
            <p:cNvSpPr/>
            <p:nvPr/>
          </p:nvSpPr>
          <p:spPr>
            <a:xfrm>
              <a:off x="3838069" y="394780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6" name="pt236"/>
            <p:cNvSpPr/>
            <p:nvPr/>
          </p:nvSpPr>
          <p:spPr>
            <a:xfrm>
              <a:off x="4749311" y="349366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7" name="pt237"/>
            <p:cNvSpPr/>
            <p:nvPr/>
          </p:nvSpPr>
          <p:spPr>
            <a:xfrm>
              <a:off x="2852819" y="449006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8" name="pt238"/>
            <p:cNvSpPr/>
            <p:nvPr/>
          </p:nvSpPr>
          <p:spPr>
            <a:xfrm>
              <a:off x="3788873" y="391660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9" name="pt239"/>
            <p:cNvSpPr/>
            <p:nvPr/>
          </p:nvSpPr>
          <p:spPr>
            <a:xfrm>
              <a:off x="3959634" y="402796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0" name="pt240"/>
            <p:cNvSpPr/>
            <p:nvPr/>
          </p:nvSpPr>
          <p:spPr>
            <a:xfrm>
              <a:off x="3492653" y="400779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1" name="pt241"/>
            <p:cNvSpPr/>
            <p:nvPr/>
          </p:nvSpPr>
          <p:spPr>
            <a:xfrm>
              <a:off x="4783129" y="343811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2" name="pt242"/>
            <p:cNvSpPr/>
            <p:nvPr/>
          </p:nvSpPr>
          <p:spPr>
            <a:xfrm>
              <a:off x="4706312" y="356380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3" name="pt243"/>
            <p:cNvSpPr/>
            <p:nvPr/>
          </p:nvSpPr>
          <p:spPr>
            <a:xfrm>
              <a:off x="4732274" y="386823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4" name="pt244"/>
            <p:cNvSpPr/>
            <p:nvPr/>
          </p:nvSpPr>
          <p:spPr>
            <a:xfrm>
              <a:off x="3408416" y="432233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5" name="pt245"/>
            <p:cNvSpPr/>
            <p:nvPr/>
          </p:nvSpPr>
          <p:spPr>
            <a:xfrm>
              <a:off x="4740647" y="358165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6" name="pt246"/>
            <p:cNvSpPr/>
            <p:nvPr/>
          </p:nvSpPr>
          <p:spPr>
            <a:xfrm>
              <a:off x="4114369" y="415257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7" name="pt247"/>
            <p:cNvSpPr/>
            <p:nvPr/>
          </p:nvSpPr>
          <p:spPr>
            <a:xfrm>
              <a:off x="3470071" y="434579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8" name="pt248"/>
            <p:cNvSpPr/>
            <p:nvPr/>
          </p:nvSpPr>
          <p:spPr>
            <a:xfrm>
              <a:off x="3725068" y="451977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9" name="pt249"/>
            <p:cNvSpPr/>
            <p:nvPr/>
          </p:nvSpPr>
          <p:spPr>
            <a:xfrm>
              <a:off x="4657385" y="354070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0" name="pt250"/>
            <p:cNvSpPr/>
            <p:nvPr/>
          </p:nvSpPr>
          <p:spPr>
            <a:xfrm>
              <a:off x="2390429" y="459918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1" name="pt251"/>
            <p:cNvSpPr/>
            <p:nvPr/>
          </p:nvSpPr>
          <p:spPr>
            <a:xfrm>
              <a:off x="4175304" y="366335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2" name="pt252"/>
            <p:cNvSpPr/>
            <p:nvPr/>
          </p:nvSpPr>
          <p:spPr>
            <a:xfrm>
              <a:off x="4160749" y="418936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3" name="pt253"/>
            <p:cNvSpPr/>
            <p:nvPr/>
          </p:nvSpPr>
          <p:spPr>
            <a:xfrm>
              <a:off x="2399573" y="516275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4" name="pt254"/>
            <p:cNvSpPr/>
            <p:nvPr/>
          </p:nvSpPr>
          <p:spPr>
            <a:xfrm>
              <a:off x="3433196" y="436818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5" name="pt255"/>
            <p:cNvSpPr/>
            <p:nvPr/>
          </p:nvSpPr>
          <p:spPr>
            <a:xfrm>
              <a:off x="5422313" y="408395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6" name="pt256"/>
            <p:cNvSpPr/>
            <p:nvPr/>
          </p:nvSpPr>
          <p:spPr>
            <a:xfrm>
              <a:off x="6067083" y="374000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7" name="pt257"/>
            <p:cNvSpPr/>
            <p:nvPr/>
          </p:nvSpPr>
          <p:spPr>
            <a:xfrm>
              <a:off x="3368157" y="428343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8" name="pt258"/>
            <p:cNvSpPr/>
            <p:nvPr/>
          </p:nvSpPr>
          <p:spPr>
            <a:xfrm>
              <a:off x="6223686" y="351535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9" name="pt259"/>
            <p:cNvSpPr/>
            <p:nvPr/>
          </p:nvSpPr>
          <p:spPr>
            <a:xfrm>
              <a:off x="4989839" y="368380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0" name="pt260"/>
            <p:cNvSpPr/>
            <p:nvPr/>
          </p:nvSpPr>
          <p:spPr>
            <a:xfrm>
              <a:off x="3564789" y="407628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1" name="pt261"/>
            <p:cNvSpPr/>
            <p:nvPr/>
          </p:nvSpPr>
          <p:spPr>
            <a:xfrm>
              <a:off x="4301215" y="398713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2" name="pt262"/>
            <p:cNvSpPr/>
            <p:nvPr/>
          </p:nvSpPr>
          <p:spPr>
            <a:xfrm>
              <a:off x="3278979" y="437526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3" name="pt263"/>
            <p:cNvSpPr/>
            <p:nvPr/>
          </p:nvSpPr>
          <p:spPr>
            <a:xfrm>
              <a:off x="3012188" y="454052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4" name="pt264"/>
            <p:cNvSpPr/>
            <p:nvPr/>
          </p:nvSpPr>
          <p:spPr>
            <a:xfrm>
              <a:off x="3249976" y="415492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5" name="pt265"/>
            <p:cNvSpPr/>
            <p:nvPr/>
          </p:nvSpPr>
          <p:spPr>
            <a:xfrm>
              <a:off x="5224068" y="369468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6" name="pt266"/>
            <p:cNvSpPr/>
            <p:nvPr/>
          </p:nvSpPr>
          <p:spPr>
            <a:xfrm>
              <a:off x="4884645" y="351186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7" name="pt267"/>
            <p:cNvSpPr/>
            <p:nvPr/>
          </p:nvSpPr>
          <p:spPr>
            <a:xfrm>
              <a:off x="3710418" y="431358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8" name="pt268"/>
            <p:cNvSpPr/>
            <p:nvPr/>
          </p:nvSpPr>
          <p:spPr>
            <a:xfrm>
              <a:off x="4340798" y="387253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9" name="pt269"/>
            <p:cNvSpPr/>
            <p:nvPr/>
          </p:nvSpPr>
          <p:spPr>
            <a:xfrm>
              <a:off x="5263012" y="380758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0" name="pt270"/>
            <p:cNvSpPr/>
            <p:nvPr/>
          </p:nvSpPr>
          <p:spPr>
            <a:xfrm>
              <a:off x="3653167" y="413290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1" name="pt271"/>
            <p:cNvSpPr/>
            <p:nvPr/>
          </p:nvSpPr>
          <p:spPr>
            <a:xfrm>
              <a:off x="3034009" y="425079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2" name="pt272"/>
            <p:cNvSpPr/>
            <p:nvPr/>
          </p:nvSpPr>
          <p:spPr>
            <a:xfrm>
              <a:off x="3537980" y="445660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3" name="pt273"/>
            <p:cNvSpPr/>
            <p:nvPr/>
          </p:nvSpPr>
          <p:spPr>
            <a:xfrm>
              <a:off x="4750041" y="371779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4" name="pt274"/>
            <p:cNvSpPr/>
            <p:nvPr/>
          </p:nvSpPr>
          <p:spPr>
            <a:xfrm>
              <a:off x="4894956" y="421121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5" name="pt275"/>
            <p:cNvSpPr/>
            <p:nvPr/>
          </p:nvSpPr>
          <p:spPr>
            <a:xfrm>
              <a:off x="4753924" y="421804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6" name="pt276"/>
            <p:cNvSpPr/>
            <p:nvPr/>
          </p:nvSpPr>
          <p:spPr>
            <a:xfrm>
              <a:off x="4344132" y="356803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7" name="pt277"/>
            <p:cNvSpPr/>
            <p:nvPr/>
          </p:nvSpPr>
          <p:spPr>
            <a:xfrm>
              <a:off x="4026787" y="391880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8" name="pt278"/>
            <p:cNvSpPr/>
            <p:nvPr/>
          </p:nvSpPr>
          <p:spPr>
            <a:xfrm>
              <a:off x="3709095" y="411063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9" name="pt279"/>
            <p:cNvSpPr/>
            <p:nvPr/>
          </p:nvSpPr>
          <p:spPr>
            <a:xfrm>
              <a:off x="3324858" y="434341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0" name="pt280"/>
            <p:cNvSpPr/>
            <p:nvPr/>
          </p:nvSpPr>
          <p:spPr>
            <a:xfrm>
              <a:off x="4715385" y="385043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1" name="pt281"/>
            <p:cNvSpPr/>
            <p:nvPr/>
          </p:nvSpPr>
          <p:spPr>
            <a:xfrm>
              <a:off x="4576141" y="407314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2" name="pt282"/>
            <p:cNvSpPr/>
            <p:nvPr/>
          </p:nvSpPr>
          <p:spPr>
            <a:xfrm>
              <a:off x="4084771" y="388556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3" name="pt283"/>
            <p:cNvSpPr/>
            <p:nvPr/>
          </p:nvSpPr>
          <p:spPr>
            <a:xfrm>
              <a:off x="4035906" y="392355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4" name="pt284"/>
            <p:cNvSpPr/>
            <p:nvPr/>
          </p:nvSpPr>
          <p:spPr>
            <a:xfrm>
              <a:off x="4678196" y="386286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5" name="pt285"/>
            <p:cNvSpPr/>
            <p:nvPr/>
          </p:nvSpPr>
          <p:spPr>
            <a:xfrm>
              <a:off x="5080759" y="403268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6" name="pt286"/>
            <p:cNvSpPr/>
            <p:nvPr/>
          </p:nvSpPr>
          <p:spPr>
            <a:xfrm>
              <a:off x="3083549" y="451202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7" name="pt287"/>
            <p:cNvSpPr/>
            <p:nvPr/>
          </p:nvSpPr>
          <p:spPr>
            <a:xfrm>
              <a:off x="4584018" y="416948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8" name="pt288"/>
            <p:cNvSpPr/>
            <p:nvPr/>
          </p:nvSpPr>
          <p:spPr>
            <a:xfrm>
              <a:off x="4680202" y="388524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9" name="pt289"/>
            <p:cNvSpPr/>
            <p:nvPr/>
          </p:nvSpPr>
          <p:spPr>
            <a:xfrm>
              <a:off x="7656090" y="341786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0" name="pt290"/>
            <p:cNvSpPr/>
            <p:nvPr/>
          </p:nvSpPr>
          <p:spPr>
            <a:xfrm>
              <a:off x="2706179" y="476427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1" name="pt291"/>
            <p:cNvSpPr/>
            <p:nvPr/>
          </p:nvSpPr>
          <p:spPr>
            <a:xfrm>
              <a:off x="3746955" y="433300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2" name="pt292"/>
            <p:cNvSpPr/>
            <p:nvPr/>
          </p:nvSpPr>
          <p:spPr>
            <a:xfrm>
              <a:off x="5250677" y="385873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3" name="pt293"/>
            <p:cNvSpPr/>
            <p:nvPr/>
          </p:nvSpPr>
          <p:spPr>
            <a:xfrm>
              <a:off x="2990444" y="432241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4" name="pt294"/>
            <p:cNvSpPr/>
            <p:nvPr/>
          </p:nvSpPr>
          <p:spPr>
            <a:xfrm>
              <a:off x="3124791" y="427486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5" name="pt295"/>
            <p:cNvSpPr/>
            <p:nvPr/>
          </p:nvSpPr>
          <p:spPr>
            <a:xfrm>
              <a:off x="5234291" y="365362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6" name="pt296"/>
            <p:cNvSpPr/>
            <p:nvPr/>
          </p:nvSpPr>
          <p:spPr>
            <a:xfrm>
              <a:off x="6456892" y="316907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7" name="pt297"/>
            <p:cNvSpPr/>
            <p:nvPr/>
          </p:nvSpPr>
          <p:spPr>
            <a:xfrm>
              <a:off x="3396531" y="442315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8" name="pt298"/>
            <p:cNvSpPr/>
            <p:nvPr/>
          </p:nvSpPr>
          <p:spPr>
            <a:xfrm>
              <a:off x="3415603" y="425466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9" name="pt299"/>
            <p:cNvSpPr/>
            <p:nvPr/>
          </p:nvSpPr>
          <p:spPr>
            <a:xfrm>
              <a:off x="3425994" y="444814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0" name="pt300"/>
            <p:cNvSpPr/>
            <p:nvPr/>
          </p:nvSpPr>
          <p:spPr>
            <a:xfrm>
              <a:off x="3970789" y="440658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1" name="pt301"/>
            <p:cNvSpPr/>
            <p:nvPr/>
          </p:nvSpPr>
          <p:spPr>
            <a:xfrm>
              <a:off x="4096158" y="361785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2" name="pt302"/>
            <p:cNvSpPr/>
            <p:nvPr/>
          </p:nvSpPr>
          <p:spPr>
            <a:xfrm>
              <a:off x="4056725" y="394941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3" name="pt303"/>
            <p:cNvSpPr/>
            <p:nvPr/>
          </p:nvSpPr>
          <p:spPr>
            <a:xfrm>
              <a:off x="3195920" y="471236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4" name="pt304"/>
            <p:cNvSpPr/>
            <p:nvPr/>
          </p:nvSpPr>
          <p:spPr>
            <a:xfrm>
              <a:off x="3784012" y="422834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5" name="pt305"/>
            <p:cNvSpPr/>
            <p:nvPr/>
          </p:nvSpPr>
          <p:spPr>
            <a:xfrm>
              <a:off x="3832142" y="387037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6" name="pt306"/>
            <p:cNvSpPr/>
            <p:nvPr/>
          </p:nvSpPr>
          <p:spPr>
            <a:xfrm>
              <a:off x="4300351" y="387546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7" name="pt307"/>
            <p:cNvSpPr/>
            <p:nvPr/>
          </p:nvSpPr>
          <p:spPr>
            <a:xfrm>
              <a:off x="4107847" y="426602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8" name="pt308"/>
            <p:cNvSpPr/>
            <p:nvPr/>
          </p:nvSpPr>
          <p:spPr>
            <a:xfrm>
              <a:off x="4459477" y="364264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9" name="pt309"/>
            <p:cNvSpPr/>
            <p:nvPr/>
          </p:nvSpPr>
          <p:spPr>
            <a:xfrm>
              <a:off x="5050236" y="378122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0" name="pt310"/>
            <p:cNvSpPr/>
            <p:nvPr/>
          </p:nvSpPr>
          <p:spPr>
            <a:xfrm>
              <a:off x="4270463" y="389183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1" name="pt311"/>
            <p:cNvSpPr/>
            <p:nvPr/>
          </p:nvSpPr>
          <p:spPr>
            <a:xfrm>
              <a:off x="3977957" y="443687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2" name="pt312"/>
            <p:cNvSpPr/>
            <p:nvPr/>
          </p:nvSpPr>
          <p:spPr>
            <a:xfrm>
              <a:off x="7704467" y="284089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3" name="pt313"/>
            <p:cNvSpPr/>
            <p:nvPr/>
          </p:nvSpPr>
          <p:spPr>
            <a:xfrm>
              <a:off x="6559294" y="351876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4" name="pt314"/>
            <p:cNvSpPr/>
            <p:nvPr/>
          </p:nvSpPr>
          <p:spPr>
            <a:xfrm>
              <a:off x="3466387" y="404379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5" name="pt315"/>
            <p:cNvSpPr/>
            <p:nvPr/>
          </p:nvSpPr>
          <p:spPr>
            <a:xfrm>
              <a:off x="3564514" y="476598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6" name="pt316"/>
            <p:cNvSpPr/>
            <p:nvPr/>
          </p:nvSpPr>
          <p:spPr>
            <a:xfrm>
              <a:off x="4490651" y="392637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7" name="pt317"/>
            <p:cNvSpPr/>
            <p:nvPr/>
          </p:nvSpPr>
          <p:spPr>
            <a:xfrm>
              <a:off x="3389135" y="429710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8" name="pt318"/>
            <p:cNvSpPr/>
            <p:nvPr/>
          </p:nvSpPr>
          <p:spPr>
            <a:xfrm>
              <a:off x="4028007" y="383961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9" name="pt319"/>
            <p:cNvSpPr/>
            <p:nvPr/>
          </p:nvSpPr>
          <p:spPr>
            <a:xfrm>
              <a:off x="4076219" y="382834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0" name="pt320"/>
            <p:cNvSpPr/>
            <p:nvPr/>
          </p:nvSpPr>
          <p:spPr>
            <a:xfrm>
              <a:off x="5113159" y="364585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1" name="pt321"/>
            <p:cNvSpPr/>
            <p:nvPr/>
          </p:nvSpPr>
          <p:spPr>
            <a:xfrm>
              <a:off x="4241707" y="402123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2" name="pt322"/>
            <p:cNvSpPr/>
            <p:nvPr/>
          </p:nvSpPr>
          <p:spPr>
            <a:xfrm>
              <a:off x="3291611" y="422733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3" name="pt323"/>
            <p:cNvSpPr/>
            <p:nvPr/>
          </p:nvSpPr>
          <p:spPr>
            <a:xfrm>
              <a:off x="3499911" y="450843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4" name="pt324"/>
            <p:cNvSpPr/>
            <p:nvPr/>
          </p:nvSpPr>
          <p:spPr>
            <a:xfrm>
              <a:off x="4021513" y="366580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5" name="pt325"/>
            <p:cNvSpPr/>
            <p:nvPr/>
          </p:nvSpPr>
          <p:spPr>
            <a:xfrm>
              <a:off x="3520444" y="399364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6" name="pt326"/>
            <p:cNvSpPr/>
            <p:nvPr/>
          </p:nvSpPr>
          <p:spPr>
            <a:xfrm>
              <a:off x="3438829" y="438139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7" name="pt327"/>
            <p:cNvSpPr/>
            <p:nvPr/>
          </p:nvSpPr>
          <p:spPr>
            <a:xfrm>
              <a:off x="6019613" y="380674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8" name="pt328"/>
            <p:cNvSpPr/>
            <p:nvPr/>
          </p:nvSpPr>
          <p:spPr>
            <a:xfrm>
              <a:off x="5184626" y="368824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9" name="pt329"/>
            <p:cNvSpPr/>
            <p:nvPr/>
          </p:nvSpPr>
          <p:spPr>
            <a:xfrm>
              <a:off x="4590052" y="407782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0" name="pt330"/>
            <p:cNvSpPr/>
            <p:nvPr/>
          </p:nvSpPr>
          <p:spPr>
            <a:xfrm>
              <a:off x="4260751" y="421330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1" name="pt331"/>
            <p:cNvSpPr/>
            <p:nvPr/>
          </p:nvSpPr>
          <p:spPr>
            <a:xfrm>
              <a:off x="4770370" y="340764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2" name="pt332"/>
            <p:cNvSpPr/>
            <p:nvPr/>
          </p:nvSpPr>
          <p:spPr>
            <a:xfrm>
              <a:off x="2145281" y="495985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3" name="pt333"/>
            <p:cNvSpPr/>
            <p:nvPr/>
          </p:nvSpPr>
          <p:spPr>
            <a:xfrm>
              <a:off x="4079143" y="433319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4" name="pt334"/>
            <p:cNvSpPr/>
            <p:nvPr/>
          </p:nvSpPr>
          <p:spPr>
            <a:xfrm>
              <a:off x="7460099" y="326089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5" name="pt335"/>
            <p:cNvSpPr/>
            <p:nvPr/>
          </p:nvSpPr>
          <p:spPr>
            <a:xfrm>
              <a:off x="3728045" y="395866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6" name="pt336"/>
            <p:cNvSpPr/>
            <p:nvPr/>
          </p:nvSpPr>
          <p:spPr>
            <a:xfrm>
              <a:off x="4797878" y="369829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7" name="pt337"/>
            <p:cNvSpPr/>
            <p:nvPr/>
          </p:nvSpPr>
          <p:spPr>
            <a:xfrm>
              <a:off x="4907453" y="361750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8" name="pt338"/>
            <p:cNvSpPr/>
            <p:nvPr/>
          </p:nvSpPr>
          <p:spPr>
            <a:xfrm>
              <a:off x="5172299" y="360165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9" name="pt339"/>
            <p:cNvSpPr/>
            <p:nvPr/>
          </p:nvSpPr>
          <p:spPr>
            <a:xfrm>
              <a:off x="3134636" y="444853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0" name="pt340"/>
            <p:cNvSpPr/>
            <p:nvPr/>
          </p:nvSpPr>
          <p:spPr>
            <a:xfrm>
              <a:off x="4214917" y="438253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1" name="pt341"/>
            <p:cNvSpPr/>
            <p:nvPr/>
          </p:nvSpPr>
          <p:spPr>
            <a:xfrm>
              <a:off x="3888710" y="363230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2" name="pt342"/>
            <p:cNvSpPr/>
            <p:nvPr/>
          </p:nvSpPr>
          <p:spPr>
            <a:xfrm>
              <a:off x="3393956" y="468784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3" name="pt343"/>
            <p:cNvSpPr/>
            <p:nvPr/>
          </p:nvSpPr>
          <p:spPr>
            <a:xfrm>
              <a:off x="3947009" y="384669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4" name="pt344"/>
            <p:cNvSpPr/>
            <p:nvPr/>
          </p:nvSpPr>
          <p:spPr>
            <a:xfrm>
              <a:off x="8223735" y="302236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5" name="pt345"/>
            <p:cNvSpPr/>
            <p:nvPr/>
          </p:nvSpPr>
          <p:spPr>
            <a:xfrm>
              <a:off x="2918145" y="484742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6" name="pt346"/>
            <p:cNvSpPr/>
            <p:nvPr/>
          </p:nvSpPr>
          <p:spPr>
            <a:xfrm>
              <a:off x="7111148" y="320413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7" name="pt347"/>
            <p:cNvSpPr/>
            <p:nvPr/>
          </p:nvSpPr>
          <p:spPr>
            <a:xfrm>
              <a:off x="2886955" y="479643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8" name="pt348"/>
            <p:cNvSpPr/>
            <p:nvPr/>
          </p:nvSpPr>
          <p:spPr>
            <a:xfrm>
              <a:off x="5372856" y="317641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9" name="pt349"/>
            <p:cNvSpPr/>
            <p:nvPr/>
          </p:nvSpPr>
          <p:spPr>
            <a:xfrm>
              <a:off x="4620892" y="416250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0" name="pt350"/>
            <p:cNvSpPr/>
            <p:nvPr/>
          </p:nvSpPr>
          <p:spPr>
            <a:xfrm>
              <a:off x="4558116" y="413822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1" name="pt351"/>
            <p:cNvSpPr/>
            <p:nvPr/>
          </p:nvSpPr>
          <p:spPr>
            <a:xfrm>
              <a:off x="2579773" y="490523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2" name="pt352"/>
            <p:cNvSpPr/>
            <p:nvPr/>
          </p:nvSpPr>
          <p:spPr>
            <a:xfrm>
              <a:off x="6435663" y="336767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3" name="pt353"/>
            <p:cNvSpPr/>
            <p:nvPr/>
          </p:nvSpPr>
          <p:spPr>
            <a:xfrm>
              <a:off x="5430976" y="326465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4" name="pt354"/>
            <p:cNvSpPr/>
            <p:nvPr/>
          </p:nvSpPr>
          <p:spPr>
            <a:xfrm>
              <a:off x="3726428" y="420483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5" name="pt355"/>
            <p:cNvSpPr/>
            <p:nvPr/>
          </p:nvSpPr>
          <p:spPr>
            <a:xfrm>
              <a:off x="5752354" y="309841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6" name="pt356"/>
            <p:cNvSpPr/>
            <p:nvPr/>
          </p:nvSpPr>
          <p:spPr>
            <a:xfrm>
              <a:off x="4237944" y="420935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7" name="pt357"/>
            <p:cNvSpPr/>
            <p:nvPr/>
          </p:nvSpPr>
          <p:spPr>
            <a:xfrm>
              <a:off x="2863390" y="497034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8" name="pt358"/>
            <p:cNvSpPr/>
            <p:nvPr/>
          </p:nvSpPr>
          <p:spPr>
            <a:xfrm>
              <a:off x="5126964" y="371584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9" name="pt359"/>
            <p:cNvSpPr/>
            <p:nvPr/>
          </p:nvSpPr>
          <p:spPr>
            <a:xfrm>
              <a:off x="3648120" y="399716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0" name="pt360"/>
            <p:cNvSpPr/>
            <p:nvPr/>
          </p:nvSpPr>
          <p:spPr>
            <a:xfrm>
              <a:off x="4907638" y="388920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1" name="pt361"/>
            <p:cNvSpPr/>
            <p:nvPr/>
          </p:nvSpPr>
          <p:spPr>
            <a:xfrm>
              <a:off x="3824742" y="430360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2" name="pt362"/>
            <p:cNvSpPr/>
            <p:nvPr/>
          </p:nvSpPr>
          <p:spPr>
            <a:xfrm>
              <a:off x="5445402" y="346190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3" name="pt363"/>
            <p:cNvSpPr/>
            <p:nvPr/>
          </p:nvSpPr>
          <p:spPr>
            <a:xfrm>
              <a:off x="5070462" y="383527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4" name="pt364"/>
            <p:cNvSpPr/>
            <p:nvPr/>
          </p:nvSpPr>
          <p:spPr>
            <a:xfrm>
              <a:off x="4422452" y="401627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5" name="pt365"/>
            <p:cNvSpPr/>
            <p:nvPr/>
          </p:nvSpPr>
          <p:spPr>
            <a:xfrm>
              <a:off x="2660226" y="487733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6" name="pt366"/>
            <p:cNvSpPr/>
            <p:nvPr/>
          </p:nvSpPr>
          <p:spPr>
            <a:xfrm>
              <a:off x="3028503" y="440174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7" name="pt367"/>
            <p:cNvSpPr/>
            <p:nvPr/>
          </p:nvSpPr>
          <p:spPr>
            <a:xfrm>
              <a:off x="6720092" y="333729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8" name="pt368"/>
            <p:cNvSpPr/>
            <p:nvPr/>
          </p:nvSpPr>
          <p:spPr>
            <a:xfrm>
              <a:off x="2312186" y="504852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9" name="pt369"/>
            <p:cNvSpPr/>
            <p:nvPr/>
          </p:nvSpPr>
          <p:spPr>
            <a:xfrm>
              <a:off x="4151041" y="350381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0" name="pt370"/>
            <p:cNvSpPr/>
            <p:nvPr/>
          </p:nvSpPr>
          <p:spPr>
            <a:xfrm>
              <a:off x="4977096" y="384026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1" name="pt371"/>
            <p:cNvSpPr/>
            <p:nvPr/>
          </p:nvSpPr>
          <p:spPr>
            <a:xfrm>
              <a:off x="2866814" y="477660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2" name="pt372"/>
            <p:cNvSpPr/>
            <p:nvPr/>
          </p:nvSpPr>
          <p:spPr>
            <a:xfrm>
              <a:off x="4628013" y="393740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3" name="pt373"/>
            <p:cNvSpPr/>
            <p:nvPr/>
          </p:nvSpPr>
          <p:spPr>
            <a:xfrm>
              <a:off x="5244681" y="350383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4" name="pt374"/>
            <p:cNvSpPr/>
            <p:nvPr/>
          </p:nvSpPr>
          <p:spPr>
            <a:xfrm>
              <a:off x="4247597" y="399349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5" name="pt375"/>
            <p:cNvSpPr/>
            <p:nvPr/>
          </p:nvSpPr>
          <p:spPr>
            <a:xfrm>
              <a:off x="5104376" y="393716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6" name="pt376"/>
            <p:cNvSpPr/>
            <p:nvPr/>
          </p:nvSpPr>
          <p:spPr>
            <a:xfrm>
              <a:off x="4722718" y="393658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7" name="pt377"/>
            <p:cNvSpPr/>
            <p:nvPr/>
          </p:nvSpPr>
          <p:spPr>
            <a:xfrm>
              <a:off x="4056749" y="389584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8" name="pt378"/>
            <p:cNvSpPr/>
            <p:nvPr/>
          </p:nvSpPr>
          <p:spPr>
            <a:xfrm>
              <a:off x="3386924" y="436119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9" name="pt379"/>
            <p:cNvSpPr/>
            <p:nvPr/>
          </p:nvSpPr>
          <p:spPr>
            <a:xfrm>
              <a:off x="5363004" y="381299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0" name="pt380"/>
            <p:cNvSpPr/>
            <p:nvPr/>
          </p:nvSpPr>
          <p:spPr>
            <a:xfrm>
              <a:off x="3317494" y="448581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1" name="pt381"/>
            <p:cNvSpPr/>
            <p:nvPr/>
          </p:nvSpPr>
          <p:spPr>
            <a:xfrm>
              <a:off x="5354724" y="411139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2" name="pt382"/>
            <p:cNvSpPr/>
            <p:nvPr/>
          </p:nvSpPr>
          <p:spPr>
            <a:xfrm>
              <a:off x="5414058" y="395837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3" name="pt383"/>
            <p:cNvSpPr/>
            <p:nvPr/>
          </p:nvSpPr>
          <p:spPr>
            <a:xfrm>
              <a:off x="2428275" y="496931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4" name="pt384"/>
            <p:cNvSpPr/>
            <p:nvPr/>
          </p:nvSpPr>
          <p:spPr>
            <a:xfrm>
              <a:off x="4732841" y="405274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5" name="pt385"/>
            <p:cNvSpPr/>
            <p:nvPr/>
          </p:nvSpPr>
          <p:spPr>
            <a:xfrm>
              <a:off x="3532263" y="430935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6" name="pt386"/>
            <p:cNvSpPr/>
            <p:nvPr/>
          </p:nvSpPr>
          <p:spPr>
            <a:xfrm>
              <a:off x="5075231" y="395722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7" name="pt387"/>
            <p:cNvSpPr/>
            <p:nvPr/>
          </p:nvSpPr>
          <p:spPr>
            <a:xfrm>
              <a:off x="6146290" y="345319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8" name="pt388"/>
            <p:cNvSpPr/>
            <p:nvPr/>
          </p:nvSpPr>
          <p:spPr>
            <a:xfrm>
              <a:off x="4140031" y="424400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9" name="pt389"/>
            <p:cNvSpPr/>
            <p:nvPr/>
          </p:nvSpPr>
          <p:spPr>
            <a:xfrm>
              <a:off x="4716083" y="400327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0" name="pt390"/>
            <p:cNvSpPr/>
            <p:nvPr/>
          </p:nvSpPr>
          <p:spPr>
            <a:xfrm>
              <a:off x="3173324" y="443968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1" name="pt391"/>
            <p:cNvSpPr/>
            <p:nvPr/>
          </p:nvSpPr>
          <p:spPr>
            <a:xfrm>
              <a:off x="3515127" y="439737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2" name="pt392"/>
            <p:cNvSpPr/>
            <p:nvPr/>
          </p:nvSpPr>
          <p:spPr>
            <a:xfrm>
              <a:off x="6156452" y="356927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3" name="pt393"/>
            <p:cNvSpPr/>
            <p:nvPr/>
          </p:nvSpPr>
          <p:spPr>
            <a:xfrm>
              <a:off x="3865121" y="404815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4" name="pt394"/>
            <p:cNvSpPr/>
            <p:nvPr/>
          </p:nvSpPr>
          <p:spPr>
            <a:xfrm>
              <a:off x="5083592" y="396284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5" name="pt395"/>
            <p:cNvSpPr/>
            <p:nvPr/>
          </p:nvSpPr>
          <p:spPr>
            <a:xfrm>
              <a:off x="3263540" y="418443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6" name="pt396"/>
            <p:cNvSpPr/>
            <p:nvPr/>
          </p:nvSpPr>
          <p:spPr>
            <a:xfrm>
              <a:off x="4003687" y="386335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7" name="pt397"/>
            <p:cNvSpPr/>
            <p:nvPr/>
          </p:nvSpPr>
          <p:spPr>
            <a:xfrm>
              <a:off x="4422060" y="411446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8" name="pt398"/>
            <p:cNvSpPr/>
            <p:nvPr/>
          </p:nvSpPr>
          <p:spPr>
            <a:xfrm>
              <a:off x="3440157" y="422549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9" name="pt399"/>
            <p:cNvSpPr/>
            <p:nvPr/>
          </p:nvSpPr>
          <p:spPr>
            <a:xfrm>
              <a:off x="5036679" y="424293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0" name="pt400"/>
            <p:cNvSpPr/>
            <p:nvPr/>
          </p:nvSpPr>
          <p:spPr>
            <a:xfrm>
              <a:off x="2806929" y="444036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1" name="pt401"/>
            <p:cNvSpPr/>
            <p:nvPr/>
          </p:nvSpPr>
          <p:spPr>
            <a:xfrm>
              <a:off x="4670718" y="376685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2" name="pt402"/>
            <p:cNvSpPr/>
            <p:nvPr/>
          </p:nvSpPr>
          <p:spPr>
            <a:xfrm>
              <a:off x="2732209" y="462315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3" name="pt403"/>
            <p:cNvSpPr/>
            <p:nvPr/>
          </p:nvSpPr>
          <p:spPr>
            <a:xfrm>
              <a:off x="4399008" y="380565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4" name="pt404"/>
            <p:cNvSpPr/>
            <p:nvPr/>
          </p:nvSpPr>
          <p:spPr>
            <a:xfrm>
              <a:off x="2803392" y="481634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5" name="pt405"/>
            <p:cNvSpPr/>
            <p:nvPr/>
          </p:nvSpPr>
          <p:spPr>
            <a:xfrm>
              <a:off x="4487385" y="412606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6" name="pt406"/>
            <p:cNvSpPr/>
            <p:nvPr/>
          </p:nvSpPr>
          <p:spPr>
            <a:xfrm>
              <a:off x="3686949" y="440273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7" name="pt407"/>
            <p:cNvSpPr/>
            <p:nvPr/>
          </p:nvSpPr>
          <p:spPr>
            <a:xfrm>
              <a:off x="3484271" y="446096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8" name="pt408"/>
            <p:cNvSpPr/>
            <p:nvPr/>
          </p:nvSpPr>
          <p:spPr>
            <a:xfrm>
              <a:off x="7404184" y="312872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9" name="pt409"/>
            <p:cNvSpPr/>
            <p:nvPr/>
          </p:nvSpPr>
          <p:spPr>
            <a:xfrm>
              <a:off x="4961684" y="376252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0" name="pt410"/>
            <p:cNvSpPr/>
            <p:nvPr/>
          </p:nvSpPr>
          <p:spPr>
            <a:xfrm>
              <a:off x="3477280" y="430014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1" name="pt411"/>
            <p:cNvSpPr/>
            <p:nvPr/>
          </p:nvSpPr>
          <p:spPr>
            <a:xfrm>
              <a:off x="3947179" y="400309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2" name="pt412"/>
            <p:cNvSpPr/>
            <p:nvPr/>
          </p:nvSpPr>
          <p:spPr>
            <a:xfrm>
              <a:off x="3830792" y="396276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3" name="pt413"/>
            <p:cNvSpPr/>
            <p:nvPr/>
          </p:nvSpPr>
          <p:spPr>
            <a:xfrm>
              <a:off x="4673596" y="341781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4" name="pt414"/>
            <p:cNvSpPr/>
            <p:nvPr/>
          </p:nvSpPr>
          <p:spPr>
            <a:xfrm>
              <a:off x="4204038" y="392858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5" name="pt415"/>
            <p:cNvSpPr/>
            <p:nvPr/>
          </p:nvSpPr>
          <p:spPr>
            <a:xfrm>
              <a:off x="4222431" y="420820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6" name="pt416"/>
            <p:cNvSpPr/>
            <p:nvPr/>
          </p:nvSpPr>
          <p:spPr>
            <a:xfrm>
              <a:off x="2244865" y="508953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7" name="pt417"/>
            <p:cNvSpPr/>
            <p:nvPr/>
          </p:nvSpPr>
          <p:spPr>
            <a:xfrm>
              <a:off x="3540553" y="432584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8" name="pt418"/>
            <p:cNvSpPr/>
            <p:nvPr/>
          </p:nvSpPr>
          <p:spPr>
            <a:xfrm>
              <a:off x="4357171" y="371271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9" name="pt419"/>
            <p:cNvSpPr/>
            <p:nvPr/>
          </p:nvSpPr>
          <p:spPr>
            <a:xfrm>
              <a:off x="5927785" y="345519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0" name="pt420"/>
            <p:cNvSpPr/>
            <p:nvPr/>
          </p:nvSpPr>
          <p:spPr>
            <a:xfrm>
              <a:off x="2430745" y="498836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1" name="pt421"/>
            <p:cNvSpPr/>
            <p:nvPr/>
          </p:nvSpPr>
          <p:spPr>
            <a:xfrm>
              <a:off x="3662089" y="390052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2" name="pt422"/>
            <p:cNvSpPr/>
            <p:nvPr/>
          </p:nvSpPr>
          <p:spPr>
            <a:xfrm>
              <a:off x="3661305" y="417795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3" name="pt423"/>
            <p:cNvSpPr/>
            <p:nvPr/>
          </p:nvSpPr>
          <p:spPr>
            <a:xfrm>
              <a:off x="2809527" y="424478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4" name="pt424"/>
            <p:cNvSpPr/>
            <p:nvPr/>
          </p:nvSpPr>
          <p:spPr>
            <a:xfrm>
              <a:off x="3870217" y="416597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5" name="pt425"/>
            <p:cNvSpPr/>
            <p:nvPr/>
          </p:nvSpPr>
          <p:spPr>
            <a:xfrm>
              <a:off x="5617294" y="323608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6" name="pt426"/>
            <p:cNvSpPr/>
            <p:nvPr/>
          </p:nvSpPr>
          <p:spPr>
            <a:xfrm>
              <a:off x="4455133" y="389434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7" name="pt427"/>
            <p:cNvSpPr/>
            <p:nvPr/>
          </p:nvSpPr>
          <p:spPr>
            <a:xfrm>
              <a:off x="3782805" y="389229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8" name="pt428"/>
            <p:cNvSpPr/>
            <p:nvPr/>
          </p:nvSpPr>
          <p:spPr>
            <a:xfrm>
              <a:off x="3492402" y="415681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9" name="pt429"/>
            <p:cNvSpPr/>
            <p:nvPr/>
          </p:nvSpPr>
          <p:spPr>
            <a:xfrm>
              <a:off x="4658103" y="405126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0" name="pt430"/>
            <p:cNvSpPr/>
            <p:nvPr/>
          </p:nvSpPr>
          <p:spPr>
            <a:xfrm>
              <a:off x="3148069" y="489436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1" name="pt431"/>
            <p:cNvSpPr/>
            <p:nvPr/>
          </p:nvSpPr>
          <p:spPr>
            <a:xfrm>
              <a:off x="5049812" y="381417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2" name="pt432"/>
            <p:cNvSpPr/>
            <p:nvPr/>
          </p:nvSpPr>
          <p:spPr>
            <a:xfrm>
              <a:off x="3910201" y="379056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3" name="pt433"/>
            <p:cNvSpPr/>
            <p:nvPr/>
          </p:nvSpPr>
          <p:spPr>
            <a:xfrm>
              <a:off x="2816003" y="498505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4" name="pt434"/>
            <p:cNvSpPr/>
            <p:nvPr/>
          </p:nvSpPr>
          <p:spPr>
            <a:xfrm>
              <a:off x="8331949" y="379143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5" name="pt435"/>
            <p:cNvSpPr/>
            <p:nvPr/>
          </p:nvSpPr>
          <p:spPr>
            <a:xfrm>
              <a:off x="5509359" y="350230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6" name="pt436"/>
            <p:cNvSpPr/>
            <p:nvPr/>
          </p:nvSpPr>
          <p:spPr>
            <a:xfrm>
              <a:off x="4306564" y="393960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7" name="pt437"/>
            <p:cNvSpPr/>
            <p:nvPr/>
          </p:nvSpPr>
          <p:spPr>
            <a:xfrm>
              <a:off x="6390244" y="302026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8" name="pt438"/>
            <p:cNvSpPr/>
            <p:nvPr/>
          </p:nvSpPr>
          <p:spPr>
            <a:xfrm>
              <a:off x="4628522" y="399329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9" name="pt439"/>
            <p:cNvSpPr/>
            <p:nvPr/>
          </p:nvSpPr>
          <p:spPr>
            <a:xfrm>
              <a:off x="3327482" y="467072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0" name="pt440"/>
            <p:cNvSpPr/>
            <p:nvPr/>
          </p:nvSpPr>
          <p:spPr>
            <a:xfrm>
              <a:off x="5650021" y="406827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1" name="pt441"/>
            <p:cNvSpPr/>
            <p:nvPr/>
          </p:nvSpPr>
          <p:spPr>
            <a:xfrm>
              <a:off x="4274956" y="375424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2" name="pt442"/>
            <p:cNvSpPr/>
            <p:nvPr/>
          </p:nvSpPr>
          <p:spPr>
            <a:xfrm>
              <a:off x="3696625" y="447613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3" name="pt443"/>
            <p:cNvSpPr/>
            <p:nvPr/>
          </p:nvSpPr>
          <p:spPr>
            <a:xfrm>
              <a:off x="3525760" y="388652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4" name="pt444"/>
            <p:cNvSpPr/>
            <p:nvPr/>
          </p:nvSpPr>
          <p:spPr>
            <a:xfrm>
              <a:off x="3934839" y="415723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5" name="pt445"/>
            <p:cNvSpPr/>
            <p:nvPr/>
          </p:nvSpPr>
          <p:spPr>
            <a:xfrm>
              <a:off x="5580993" y="386227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6" name="pt446"/>
            <p:cNvSpPr/>
            <p:nvPr/>
          </p:nvSpPr>
          <p:spPr>
            <a:xfrm>
              <a:off x="4273305" y="432604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7" name="pt447"/>
            <p:cNvSpPr/>
            <p:nvPr/>
          </p:nvSpPr>
          <p:spPr>
            <a:xfrm>
              <a:off x="3653825" y="386454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8" name="pt448"/>
            <p:cNvSpPr/>
            <p:nvPr/>
          </p:nvSpPr>
          <p:spPr>
            <a:xfrm>
              <a:off x="4317017" y="432333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9" name="pt449"/>
            <p:cNvSpPr/>
            <p:nvPr/>
          </p:nvSpPr>
          <p:spPr>
            <a:xfrm>
              <a:off x="4729721" y="380895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0" name="pt450"/>
            <p:cNvSpPr/>
            <p:nvPr/>
          </p:nvSpPr>
          <p:spPr>
            <a:xfrm>
              <a:off x="4013836" y="425217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1" name="pt451"/>
            <p:cNvSpPr/>
            <p:nvPr/>
          </p:nvSpPr>
          <p:spPr>
            <a:xfrm>
              <a:off x="4475153" y="373328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2" name="pt452"/>
            <p:cNvSpPr/>
            <p:nvPr/>
          </p:nvSpPr>
          <p:spPr>
            <a:xfrm>
              <a:off x="3432354" y="407621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3" name="pt453"/>
            <p:cNvSpPr/>
            <p:nvPr/>
          </p:nvSpPr>
          <p:spPr>
            <a:xfrm>
              <a:off x="4526172" y="394380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4" name="pt454"/>
            <p:cNvSpPr/>
            <p:nvPr/>
          </p:nvSpPr>
          <p:spPr>
            <a:xfrm>
              <a:off x="3712382" y="402058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5" name="pt455"/>
            <p:cNvSpPr/>
            <p:nvPr/>
          </p:nvSpPr>
          <p:spPr>
            <a:xfrm>
              <a:off x="6802962" y="349163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6" name="pt456"/>
            <p:cNvSpPr/>
            <p:nvPr/>
          </p:nvSpPr>
          <p:spPr>
            <a:xfrm>
              <a:off x="5721528" y="350674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7" name="pt457"/>
            <p:cNvSpPr/>
            <p:nvPr/>
          </p:nvSpPr>
          <p:spPr>
            <a:xfrm>
              <a:off x="3243284" y="459852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8" name="pt458"/>
            <p:cNvSpPr/>
            <p:nvPr/>
          </p:nvSpPr>
          <p:spPr>
            <a:xfrm>
              <a:off x="3500165" y="408080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9" name="pt459"/>
            <p:cNvSpPr/>
            <p:nvPr/>
          </p:nvSpPr>
          <p:spPr>
            <a:xfrm>
              <a:off x="5330768" y="356460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0" name="pt460"/>
            <p:cNvSpPr/>
            <p:nvPr/>
          </p:nvSpPr>
          <p:spPr>
            <a:xfrm>
              <a:off x="4796440" y="416974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1" name="pt461"/>
            <p:cNvSpPr/>
            <p:nvPr/>
          </p:nvSpPr>
          <p:spPr>
            <a:xfrm>
              <a:off x="5186445" y="416241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2" name="pt462"/>
            <p:cNvSpPr/>
            <p:nvPr/>
          </p:nvSpPr>
          <p:spPr>
            <a:xfrm>
              <a:off x="4547521" y="385032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3" name="pt463"/>
            <p:cNvSpPr/>
            <p:nvPr/>
          </p:nvSpPr>
          <p:spPr>
            <a:xfrm>
              <a:off x="6416789" y="340728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4" name="pt464"/>
            <p:cNvSpPr/>
            <p:nvPr/>
          </p:nvSpPr>
          <p:spPr>
            <a:xfrm>
              <a:off x="3984262" y="476978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5" name="pt465"/>
            <p:cNvSpPr/>
            <p:nvPr/>
          </p:nvSpPr>
          <p:spPr>
            <a:xfrm>
              <a:off x="5062046" y="381822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6" name="pt466"/>
            <p:cNvSpPr/>
            <p:nvPr/>
          </p:nvSpPr>
          <p:spPr>
            <a:xfrm>
              <a:off x="5557965" y="351413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7" name="pt467"/>
            <p:cNvSpPr/>
            <p:nvPr/>
          </p:nvSpPr>
          <p:spPr>
            <a:xfrm>
              <a:off x="2923662" y="436529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8" name="pt468"/>
            <p:cNvSpPr/>
            <p:nvPr/>
          </p:nvSpPr>
          <p:spPr>
            <a:xfrm>
              <a:off x="4872767" y="377107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9" name="pt469"/>
            <p:cNvSpPr/>
            <p:nvPr/>
          </p:nvSpPr>
          <p:spPr>
            <a:xfrm>
              <a:off x="4258381" y="416964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0" name="pt470"/>
            <p:cNvSpPr/>
            <p:nvPr/>
          </p:nvSpPr>
          <p:spPr>
            <a:xfrm>
              <a:off x="2626713" y="466543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1" name="pt471"/>
            <p:cNvSpPr/>
            <p:nvPr/>
          </p:nvSpPr>
          <p:spPr>
            <a:xfrm>
              <a:off x="4320630" y="369871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2" name="pt472"/>
            <p:cNvSpPr/>
            <p:nvPr/>
          </p:nvSpPr>
          <p:spPr>
            <a:xfrm>
              <a:off x="3558480" y="408863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3" name="pt473"/>
            <p:cNvSpPr/>
            <p:nvPr/>
          </p:nvSpPr>
          <p:spPr>
            <a:xfrm>
              <a:off x="6302276" y="325035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4" name="pt474"/>
            <p:cNvSpPr/>
            <p:nvPr/>
          </p:nvSpPr>
          <p:spPr>
            <a:xfrm>
              <a:off x="4928516" y="381567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5" name="pt475"/>
            <p:cNvSpPr/>
            <p:nvPr/>
          </p:nvSpPr>
          <p:spPr>
            <a:xfrm>
              <a:off x="3903347" y="395238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6" name="pt476"/>
            <p:cNvSpPr/>
            <p:nvPr/>
          </p:nvSpPr>
          <p:spPr>
            <a:xfrm>
              <a:off x="5869708" y="331810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7" name="pt477"/>
            <p:cNvSpPr/>
            <p:nvPr/>
          </p:nvSpPr>
          <p:spPr>
            <a:xfrm>
              <a:off x="5031012" y="435738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8" name="pt478"/>
            <p:cNvSpPr/>
            <p:nvPr/>
          </p:nvSpPr>
          <p:spPr>
            <a:xfrm>
              <a:off x="3742976" y="407812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9" name="pt479"/>
            <p:cNvSpPr/>
            <p:nvPr/>
          </p:nvSpPr>
          <p:spPr>
            <a:xfrm>
              <a:off x="3474118" y="435287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0" name="pt480"/>
            <p:cNvSpPr/>
            <p:nvPr/>
          </p:nvSpPr>
          <p:spPr>
            <a:xfrm>
              <a:off x="3692331" y="407441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1" name="pt481"/>
            <p:cNvSpPr/>
            <p:nvPr/>
          </p:nvSpPr>
          <p:spPr>
            <a:xfrm>
              <a:off x="3847379" y="416469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2" name="pt482"/>
            <p:cNvSpPr/>
            <p:nvPr/>
          </p:nvSpPr>
          <p:spPr>
            <a:xfrm>
              <a:off x="5933635" y="314869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3" name="pt483"/>
            <p:cNvSpPr/>
            <p:nvPr/>
          </p:nvSpPr>
          <p:spPr>
            <a:xfrm>
              <a:off x="3956221" y="408688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4" name="pt484"/>
            <p:cNvSpPr/>
            <p:nvPr/>
          </p:nvSpPr>
          <p:spPr>
            <a:xfrm>
              <a:off x="3112313" y="441227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5" name="pt485"/>
            <p:cNvSpPr/>
            <p:nvPr/>
          </p:nvSpPr>
          <p:spPr>
            <a:xfrm>
              <a:off x="4433689" y="379292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6" name="pt486"/>
            <p:cNvSpPr/>
            <p:nvPr/>
          </p:nvSpPr>
          <p:spPr>
            <a:xfrm>
              <a:off x="4018953" y="396874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7" name="pt487"/>
            <p:cNvSpPr/>
            <p:nvPr/>
          </p:nvSpPr>
          <p:spPr>
            <a:xfrm>
              <a:off x="3683094" y="409329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8" name="pt488"/>
            <p:cNvSpPr/>
            <p:nvPr/>
          </p:nvSpPr>
          <p:spPr>
            <a:xfrm>
              <a:off x="3310129" y="425063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9" name="pt489"/>
            <p:cNvSpPr/>
            <p:nvPr/>
          </p:nvSpPr>
          <p:spPr>
            <a:xfrm>
              <a:off x="5418150" y="352200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0" name="pt490"/>
            <p:cNvSpPr/>
            <p:nvPr/>
          </p:nvSpPr>
          <p:spPr>
            <a:xfrm>
              <a:off x="3487061" y="443045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1" name="pt491"/>
            <p:cNvSpPr/>
            <p:nvPr/>
          </p:nvSpPr>
          <p:spPr>
            <a:xfrm>
              <a:off x="2673087" y="455699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2" name="pt492"/>
            <p:cNvSpPr/>
            <p:nvPr/>
          </p:nvSpPr>
          <p:spPr>
            <a:xfrm>
              <a:off x="4615613" y="345447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3" name="pt493"/>
            <p:cNvSpPr/>
            <p:nvPr/>
          </p:nvSpPr>
          <p:spPr>
            <a:xfrm>
              <a:off x="3509837" y="428679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4" name="pt494"/>
            <p:cNvSpPr/>
            <p:nvPr/>
          </p:nvSpPr>
          <p:spPr>
            <a:xfrm>
              <a:off x="4526167" y="426653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5" name="pt495"/>
            <p:cNvSpPr/>
            <p:nvPr/>
          </p:nvSpPr>
          <p:spPr>
            <a:xfrm>
              <a:off x="5048280" y="344082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6" name="pt496"/>
            <p:cNvSpPr/>
            <p:nvPr/>
          </p:nvSpPr>
          <p:spPr>
            <a:xfrm>
              <a:off x="5249111" y="339490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7" name="pt497"/>
            <p:cNvSpPr/>
            <p:nvPr/>
          </p:nvSpPr>
          <p:spPr>
            <a:xfrm>
              <a:off x="3716355" y="422198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8" name="pt498"/>
            <p:cNvSpPr/>
            <p:nvPr/>
          </p:nvSpPr>
          <p:spPr>
            <a:xfrm>
              <a:off x="3823415" y="399679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9" name="pt499"/>
            <p:cNvSpPr/>
            <p:nvPr/>
          </p:nvSpPr>
          <p:spPr>
            <a:xfrm>
              <a:off x="5346422" y="388836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0" name="pt500"/>
            <p:cNvSpPr/>
            <p:nvPr/>
          </p:nvSpPr>
          <p:spPr>
            <a:xfrm>
              <a:off x="4096505" y="390963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1" name="pt501"/>
            <p:cNvSpPr/>
            <p:nvPr/>
          </p:nvSpPr>
          <p:spPr>
            <a:xfrm>
              <a:off x="3495765" y="390335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2" name="pt502"/>
            <p:cNvSpPr/>
            <p:nvPr/>
          </p:nvSpPr>
          <p:spPr>
            <a:xfrm>
              <a:off x="2519080" y="497170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3" name="pt503"/>
            <p:cNvSpPr/>
            <p:nvPr/>
          </p:nvSpPr>
          <p:spPr>
            <a:xfrm>
              <a:off x="5221771" y="376959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4" name="pt504"/>
            <p:cNvSpPr/>
            <p:nvPr/>
          </p:nvSpPr>
          <p:spPr>
            <a:xfrm>
              <a:off x="4986922" y="348083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5" name="pt505"/>
            <p:cNvSpPr/>
            <p:nvPr/>
          </p:nvSpPr>
          <p:spPr>
            <a:xfrm>
              <a:off x="4595593" y="388420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6" name="pt506"/>
            <p:cNvSpPr/>
            <p:nvPr/>
          </p:nvSpPr>
          <p:spPr>
            <a:xfrm>
              <a:off x="4136655" y="383249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7" name="pt507"/>
            <p:cNvSpPr/>
            <p:nvPr/>
          </p:nvSpPr>
          <p:spPr>
            <a:xfrm>
              <a:off x="4569977" y="410148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8" name="pt508"/>
            <p:cNvSpPr/>
            <p:nvPr/>
          </p:nvSpPr>
          <p:spPr>
            <a:xfrm>
              <a:off x="7929590" y="368839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9" name="pt509"/>
            <p:cNvSpPr/>
            <p:nvPr/>
          </p:nvSpPr>
          <p:spPr>
            <a:xfrm>
              <a:off x="3718094" y="430236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0" name="pt510"/>
            <p:cNvSpPr/>
            <p:nvPr/>
          </p:nvSpPr>
          <p:spPr>
            <a:xfrm>
              <a:off x="3921366" y="412526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1" name="pt511"/>
            <p:cNvSpPr/>
            <p:nvPr/>
          </p:nvSpPr>
          <p:spPr>
            <a:xfrm>
              <a:off x="3954693" y="388524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2" name="pt512"/>
            <p:cNvSpPr/>
            <p:nvPr/>
          </p:nvSpPr>
          <p:spPr>
            <a:xfrm>
              <a:off x="5186611" y="345944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3" name="pt513"/>
            <p:cNvSpPr/>
            <p:nvPr/>
          </p:nvSpPr>
          <p:spPr>
            <a:xfrm>
              <a:off x="7190853" y="381936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4" name="pt514"/>
            <p:cNvSpPr/>
            <p:nvPr/>
          </p:nvSpPr>
          <p:spPr>
            <a:xfrm>
              <a:off x="3786184" y="373441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5" name="pt515"/>
            <p:cNvSpPr/>
            <p:nvPr/>
          </p:nvSpPr>
          <p:spPr>
            <a:xfrm>
              <a:off x="3554803" y="432169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6" name="pt516"/>
            <p:cNvSpPr/>
            <p:nvPr/>
          </p:nvSpPr>
          <p:spPr>
            <a:xfrm>
              <a:off x="5343925" y="335248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7" name="pt517"/>
            <p:cNvSpPr/>
            <p:nvPr/>
          </p:nvSpPr>
          <p:spPr>
            <a:xfrm>
              <a:off x="3581580" y="436203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8" name="pt518"/>
            <p:cNvSpPr/>
            <p:nvPr/>
          </p:nvSpPr>
          <p:spPr>
            <a:xfrm>
              <a:off x="5584266" y="371777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9" name="pt519"/>
            <p:cNvSpPr/>
            <p:nvPr/>
          </p:nvSpPr>
          <p:spPr>
            <a:xfrm>
              <a:off x="5033944" y="433654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0" name="pt520"/>
            <p:cNvSpPr/>
            <p:nvPr/>
          </p:nvSpPr>
          <p:spPr>
            <a:xfrm>
              <a:off x="4174465" y="411726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1" name="pt521"/>
            <p:cNvSpPr/>
            <p:nvPr/>
          </p:nvSpPr>
          <p:spPr>
            <a:xfrm>
              <a:off x="4537599" y="416127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2" name="pt522"/>
            <p:cNvSpPr/>
            <p:nvPr/>
          </p:nvSpPr>
          <p:spPr>
            <a:xfrm>
              <a:off x="4803780" y="373411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3" name="pt523"/>
            <p:cNvSpPr/>
            <p:nvPr/>
          </p:nvSpPr>
          <p:spPr>
            <a:xfrm>
              <a:off x="7138911" y="316141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4" name="pt524"/>
            <p:cNvSpPr/>
            <p:nvPr/>
          </p:nvSpPr>
          <p:spPr>
            <a:xfrm>
              <a:off x="4456989" y="403162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5" name="pt525"/>
            <p:cNvSpPr/>
            <p:nvPr/>
          </p:nvSpPr>
          <p:spPr>
            <a:xfrm>
              <a:off x="4896694" y="360070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6" name="pt526"/>
            <p:cNvSpPr/>
            <p:nvPr/>
          </p:nvSpPr>
          <p:spPr>
            <a:xfrm>
              <a:off x="5471876" y="377438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7" name="pt527"/>
            <p:cNvSpPr/>
            <p:nvPr/>
          </p:nvSpPr>
          <p:spPr>
            <a:xfrm>
              <a:off x="5118156" y="425198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8" name="pt528"/>
            <p:cNvSpPr/>
            <p:nvPr/>
          </p:nvSpPr>
          <p:spPr>
            <a:xfrm>
              <a:off x="4664468" y="362549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9" name="pt529"/>
            <p:cNvSpPr/>
            <p:nvPr/>
          </p:nvSpPr>
          <p:spPr>
            <a:xfrm>
              <a:off x="5460198" y="439932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0" name="pt530"/>
            <p:cNvSpPr/>
            <p:nvPr/>
          </p:nvSpPr>
          <p:spPr>
            <a:xfrm>
              <a:off x="2709978" y="469668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1" name="pt531"/>
            <p:cNvSpPr/>
            <p:nvPr/>
          </p:nvSpPr>
          <p:spPr>
            <a:xfrm>
              <a:off x="3814714" y="394958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2" name="pt532"/>
            <p:cNvSpPr/>
            <p:nvPr/>
          </p:nvSpPr>
          <p:spPr>
            <a:xfrm>
              <a:off x="4983111" y="360649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3" name="pt533"/>
            <p:cNvSpPr/>
            <p:nvPr/>
          </p:nvSpPr>
          <p:spPr>
            <a:xfrm>
              <a:off x="5039064" y="367685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4" name="pt534"/>
            <p:cNvSpPr/>
            <p:nvPr/>
          </p:nvSpPr>
          <p:spPr>
            <a:xfrm>
              <a:off x="2940186" y="486690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5" name="pt535"/>
            <p:cNvSpPr/>
            <p:nvPr/>
          </p:nvSpPr>
          <p:spPr>
            <a:xfrm>
              <a:off x="3332172" y="440126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6" name="pt536"/>
            <p:cNvSpPr/>
            <p:nvPr/>
          </p:nvSpPr>
          <p:spPr>
            <a:xfrm>
              <a:off x="3686637" y="440949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7" name="pt537"/>
            <p:cNvSpPr/>
            <p:nvPr/>
          </p:nvSpPr>
          <p:spPr>
            <a:xfrm>
              <a:off x="3510806" y="432804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8" name="pt538"/>
            <p:cNvSpPr/>
            <p:nvPr/>
          </p:nvSpPr>
          <p:spPr>
            <a:xfrm>
              <a:off x="6079407" y="360290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9" name="pt539"/>
            <p:cNvSpPr/>
            <p:nvPr/>
          </p:nvSpPr>
          <p:spPr>
            <a:xfrm>
              <a:off x="3568143" y="432325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0" name="pt540"/>
            <p:cNvSpPr/>
            <p:nvPr/>
          </p:nvSpPr>
          <p:spPr>
            <a:xfrm>
              <a:off x="3164005" y="446340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1" name="pt541"/>
            <p:cNvSpPr/>
            <p:nvPr/>
          </p:nvSpPr>
          <p:spPr>
            <a:xfrm>
              <a:off x="3603676" y="414522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2" name="pt542"/>
            <p:cNvSpPr/>
            <p:nvPr/>
          </p:nvSpPr>
          <p:spPr>
            <a:xfrm>
              <a:off x="2837667" y="492016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3" name="pt543"/>
            <p:cNvSpPr/>
            <p:nvPr/>
          </p:nvSpPr>
          <p:spPr>
            <a:xfrm>
              <a:off x="4592098" y="383481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4" name="pt544"/>
            <p:cNvSpPr/>
            <p:nvPr/>
          </p:nvSpPr>
          <p:spPr>
            <a:xfrm>
              <a:off x="6661802" y="397719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5" name="pt545"/>
            <p:cNvSpPr/>
            <p:nvPr/>
          </p:nvSpPr>
          <p:spPr>
            <a:xfrm>
              <a:off x="7177026" y="379674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6" name="pt546"/>
            <p:cNvSpPr/>
            <p:nvPr/>
          </p:nvSpPr>
          <p:spPr>
            <a:xfrm>
              <a:off x="4748225" y="407758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7" name="pt547"/>
            <p:cNvSpPr/>
            <p:nvPr/>
          </p:nvSpPr>
          <p:spPr>
            <a:xfrm>
              <a:off x="5774687" y="360826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8" name="pt548"/>
            <p:cNvSpPr/>
            <p:nvPr/>
          </p:nvSpPr>
          <p:spPr>
            <a:xfrm>
              <a:off x="3958685" y="441562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9" name="pt549"/>
            <p:cNvSpPr/>
            <p:nvPr/>
          </p:nvSpPr>
          <p:spPr>
            <a:xfrm>
              <a:off x="4030395" y="464838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0" name="pt550"/>
            <p:cNvSpPr/>
            <p:nvPr/>
          </p:nvSpPr>
          <p:spPr>
            <a:xfrm>
              <a:off x="5551209" y="364834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1" name="pt551"/>
            <p:cNvSpPr/>
            <p:nvPr/>
          </p:nvSpPr>
          <p:spPr>
            <a:xfrm>
              <a:off x="4272347" y="402433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2" name="pt552"/>
            <p:cNvSpPr/>
            <p:nvPr/>
          </p:nvSpPr>
          <p:spPr>
            <a:xfrm>
              <a:off x="3827119" y="430195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3" name="pt553"/>
            <p:cNvSpPr/>
            <p:nvPr/>
          </p:nvSpPr>
          <p:spPr>
            <a:xfrm>
              <a:off x="3815884" y="447233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4" name="pt554"/>
            <p:cNvSpPr/>
            <p:nvPr/>
          </p:nvSpPr>
          <p:spPr>
            <a:xfrm>
              <a:off x="4381329" y="400439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5" name="pt555"/>
            <p:cNvSpPr/>
            <p:nvPr/>
          </p:nvSpPr>
          <p:spPr>
            <a:xfrm>
              <a:off x="4810021" y="381620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6" name="pt556"/>
            <p:cNvSpPr/>
            <p:nvPr/>
          </p:nvSpPr>
          <p:spPr>
            <a:xfrm>
              <a:off x="7284882" y="355413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7" name="pt557"/>
            <p:cNvSpPr/>
            <p:nvPr/>
          </p:nvSpPr>
          <p:spPr>
            <a:xfrm>
              <a:off x="4232443" y="421112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8" name="pt558"/>
            <p:cNvSpPr/>
            <p:nvPr/>
          </p:nvSpPr>
          <p:spPr>
            <a:xfrm>
              <a:off x="5445227" y="387672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9" name="pt559"/>
            <p:cNvSpPr/>
            <p:nvPr/>
          </p:nvSpPr>
          <p:spPr>
            <a:xfrm>
              <a:off x="4451457" y="368676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0" name="pt560"/>
            <p:cNvSpPr/>
            <p:nvPr/>
          </p:nvSpPr>
          <p:spPr>
            <a:xfrm>
              <a:off x="4076722" y="363211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1" name="pt561"/>
            <p:cNvSpPr/>
            <p:nvPr/>
          </p:nvSpPr>
          <p:spPr>
            <a:xfrm>
              <a:off x="4540700" y="358461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2" name="pt562"/>
            <p:cNvSpPr/>
            <p:nvPr/>
          </p:nvSpPr>
          <p:spPr>
            <a:xfrm>
              <a:off x="4699077" y="363739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3" name="pt563"/>
            <p:cNvSpPr/>
            <p:nvPr/>
          </p:nvSpPr>
          <p:spPr>
            <a:xfrm>
              <a:off x="4905929" y="377741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4" name="pt564"/>
            <p:cNvSpPr/>
            <p:nvPr/>
          </p:nvSpPr>
          <p:spPr>
            <a:xfrm>
              <a:off x="4753650" y="386140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5" name="pt565"/>
            <p:cNvSpPr/>
            <p:nvPr/>
          </p:nvSpPr>
          <p:spPr>
            <a:xfrm>
              <a:off x="5329086" y="372336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6" name="pt566"/>
            <p:cNvSpPr/>
            <p:nvPr/>
          </p:nvSpPr>
          <p:spPr>
            <a:xfrm>
              <a:off x="3444984" y="417947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7" name="pt567"/>
            <p:cNvSpPr/>
            <p:nvPr/>
          </p:nvSpPr>
          <p:spPr>
            <a:xfrm>
              <a:off x="4043214" y="405501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8" name="pt568"/>
            <p:cNvSpPr/>
            <p:nvPr/>
          </p:nvSpPr>
          <p:spPr>
            <a:xfrm>
              <a:off x="4435750" y="420110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9" name="pt569"/>
            <p:cNvSpPr/>
            <p:nvPr/>
          </p:nvSpPr>
          <p:spPr>
            <a:xfrm>
              <a:off x="5159916" y="389111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0" name="pt570"/>
            <p:cNvSpPr/>
            <p:nvPr/>
          </p:nvSpPr>
          <p:spPr>
            <a:xfrm>
              <a:off x="3819749" y="397174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1" name="pt571"/>
            <p:cNvSpPr/>
            <p:nvPr/>
          </p:nvSpPr>
          <p:spPr>
            <a:xfrm>
              <a:off x="4230369" y="422224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2" name="pt572"/>
            <p:cNvSpPr/>
            <p:nvPr/>
          </p:nvSpPr>
          <p:spPr>
            <a:xfrm>
              <a:off x="4342471" y="350495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3" name="pt573"/>
            <p:cNvSpPr/>
            <p:nvPr/>
          </p:nvSpPr>
          <p:spPr>
            <a:xfrm>
              <a:off x="3712996" y="382509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4" name="pt574"/>
            <p:cNvSpPr/>
            <p:nvPr/>
          </p:nvSpPr>
          <p:spPr>
            <a:xfrm>
              <a:off x="4075832" y="424762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5" name="pt575"/>
            <p:cNvSpPr/>
            <p:nvPr/>
          </p:nvSpPr>
          <p:spPr>
            <a:xfrm>
              <a:off x="2779553" y="475731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6" name="pt576"/>
            <p:cNvSpPr/>
            <p:nvPr/>
          </p:nvSpPr>
          <p:spPr>
            <a:xfrm>
              <a:off x="5899524" y="329671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7" name="pt577"/>
            <p:cNvSpPr/>
            <p:nvPr/>
          </p:nvSpPr>
          <p:spPr>
            <a:xfrm>
              <a:off x="4762917" y="380287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8" name="pt578"/>
            <p:cNvSpPr/>
            <p:nvPr/>
          </p:nvSpPr>
          <p:spPr>
            <a:xfrm>
              <a:off x="2796660" y="458625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9" name="pt579"/>
            <p:cNvSpPr/>
            <p:nvPr/>
          </p:nvSpPr>
          <p:spPr>
            <a:xfrm>
              <a:off x="4342352" y="414713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0" name="pt580"/>
            <p:cNvSpPr/>
            <p:nvPr/>
          </p:nvSpPr>
          <p:spPr>
            <a:xfrm>
              <a:off x="4791956" y="422955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1" name="pt581"/>
            <p:cNvSpPr/>
            <p:nvPr/>
          </p:nvSpPr>
          <p:spPr>
            <a:xfrm>
              <a:off x="3752584" y="438232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2" name="pt582"/>
            <p:cNvSpPr/>
            <p:nvPr/>
          </p:nvSpPr>
          <p:spPr>
            <a:xfrm>
              <a:off x="3068656" y="490588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3" name="pt583"/>
            <p:cNvSpPr/>
            <p:nvPr/>
          </p:nvSpPr>
          <p:spPr>
            <a:xfrm>
              <a:off x="3300806" y="431489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4" name="pt584"/>
            <p:cNvSpPr/>
            <p:nvPr/>
          </p:nvSpPr>
          <p:spPr>
            <a:xfrm>
              <a:off x="3468225" y="418988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5" name="pt585"/>
            <p:cNvSpPr/>
            <p:nvPr/>
          </p:nvSpPr>
          <p:spPr>
            <a:xfrm>
              <a:off x="4364230" y="369879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6" name="pt586"/>
            <p:cNvSpPr/>
            <p:nvPr/>
          </p:nvSpPr>
          <p:spPr>
            <a:xfrm>
              <a:off x="3200175" y="450069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7" name="pt587"/>
            <p:cNvSpPr/>
            <p:nvPr/>
          </p:nvSpPr>
          <p:spPr>
            <a:xfrm>
              <a:off x="4989742" y="362701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8" name="pt588"/>
            <p:cNvSpPr/>
            <p:nvPr/>
          </p:nvSpPr>
          <p:spPr>
            <a:xfrm>
              <a:off x="3897796" y="373994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9" name="pt589"/>
            <p:cNvSpPr/>
            <p:nvPr/>
          </p:nvSpPr>
          <p:spPr>
            <a:xfrm>
              <a:off x="5067667" y="366988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0" name="pt590"/>
            <p:cNvSpPr/>
            <p:nvPr/>
          </p:nvSpPr>
          <p:spPr>
            <a:xfrm>
              <a:off x="5061781" y="399310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1" name="pt591"/>
            <p:cNvSpPr/>
            <p:nvPr/>
          </p:nvSpPr>
          <p:spPr>
            <a:xfrm>
              <a:off x="4931387" y="386920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2" name="pt592"/>
            <p:cNvSpPr/>
            <p:nvPr/>
          </p:nvSpPr>
          <p:spPr>
            <a:xfrm>
              <a:off x="3365688" y="462327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3" name="pt593"/>
            <p:cNvSpPr/>
            <p:nvPr/>
          </p:nvSpPr>
          <p:spPr>
            <a:xfrm>
              <a:off x="4441632" y="393773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4" name="pt594"/>
            <p:cNvSpPr/>
            <p:nvPr/>
          </p:nvSpPr>
          <p:spPr>
            <a:xfrm>
              <a:off x="4248428" y="385256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5" name="pt595"/>
            <p:cNvSpPr/>
            <p:nvPr/>
          </p:nvSpPr>
          <p:spPr>
            <a:xfrm>
              <a:off x="5414318" y="342905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6" name="pt596"/>
            <p:cNvSpPr/>
            <p:nvPr/>
          </p:nvSpPr>
          <p:spPr>
            <a:xfrm>
              <a:off x="4311681" y="364725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7" name="pt597"/>
            <p:cNvSpPr/>
            <p:nvPr/>
          </p:nvSpPr>
          <p:spPr>
            <a:xfrm>
              <a:off x="2342321" y="497665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8" name="pt598"/>
            <p:cNvSpPr/>
            <p:nvPr/>
          </p:nvSpPr>
          <p:spPr>
            <a:xfrm>
              <a:off x="2449572" y="466742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9" name="pt599"/>
            <p:cNvSpPr/>
            <p:nvPr/>
          </p:nvSpPr>
          <p:spPr>
            <a:xfrm>
              <a:off x="2694103" y="468118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0" name="pt600"/>
            <p:cNvSpPr/>
            <p:nvPr/>
          </p:nvSpPr>
          <p:spPr>
            <a:xfrm>
              <a:off x="3627288" y="467795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1" name="pt601"/>
            <p:cNvSpPr/>
            <p:nvPr/>
          </p:nvSpPr>
          <p:spPr>
            <a:xfrm>
              <a:off x="3461700" y="415210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2" name="pt602"/>
            <p:cNvSpPr/>
            <p:nvPr/>
          </p:nvSpPr>
          <p:spPr>
            <a:xfrm>
              <a:off x="2995833" y="427473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3" name="pt603"/>
            <p:cNvSpPr/>
            <p:nvPr/>
          </p:nvSpPr>
          <p:spPr>
            <a:xfrm>
              <a:off x="3097403" y="448103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4" name="pt604"/>
            <p:cNvSpPr/>
            <p:nvPr/>
          </p:nvSpPr>
          <p:spPr>
            <a:xfrm>
              <a:off x="4038178" y="460190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5" name="pt605"/>
            <p:cNvSpPr/>
            <p:nvPr/>
          </p:nvSpPr>
          <p:spPr>
            <a:xfrm>
              <a:off x="4525932" y="368180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6" name="pt606"/>
            <p:cNvSpPr/>
            <p:nvPr/>
          </p:nvSpPr>
          <p:spPr>
            <a:xfrm>
              <a:off x="3119479" y="460711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7" name="pt607"/>
            <p:cNvSpPr/>
            <p:nvPr/>
          </p:nvSpPr>
          <p:spPr>
            <a:xfrm>
              <a:off x="5808328" y="418670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8" name="pt608"/>
            <p:cNvSpPr/>
            <p:nvPr/>
          </p:nvSpPr>
          <p:spPr>
            <a:xfrm>
              <a:off x="4268486" y="374916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9" name="pt609"/>
            <p:cNvSpPr/>
            <p:nvPr/>
          </p:nvSpPr>
          <p:spPr>
            <a:xfrm>
              <a:off x="4376449" y="396074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0" name="pt610"/>
            <p:cNvSpPr/>
            <p:nvPr/>
          </p:nvSpPr>
          <p:spPr>
            <a:xfrm>
              <a:off x="4891883" y="357369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1" name="pt611"/>
            <p:cNvSpPr/>
            <p:nvPr/>
          </p:nvSpPr>
          <p:spPr>
            <a:xfrm>
              <a:off x="3122420" y="469265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2" name="pt612"/>
            <p:cNvSpPr/>
            <p:nvPr/>
          </p:nvSpPr>
          <p:spPr>
            <a:xfrm>
              <a:off x="6600063" y="341505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3" name="pt613"/>
            <p:cNvSpPr/>
            <p:nvPr/>
          </p:nvSpPr>
          <p:spPr>
            <a:xfrm>
              <a:off x="4629336" y="411852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4" name="pt614"/>
            <p:cNvSpPr/>
            <p:nvPr/>
          </p:nvSpPr>
          <p:spPr>
            <a:xfrm>
              <a:off x="4278069" y="408984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5" name="pt615"/>
            <p:cNvSpPr/>
            <p:nvPr/>
          </p:nvSpPr>
          <p:spPr>
            <a:xfrm>
              <a:off x="3148513" y="450076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6" name="pt616"/>
            <p:cNvSpPr/>
            <p:nvPr/>
          </p:nvSpPr>
          <p:spPr>
            <a:xfrm>
              <a:off x="4142678" y="413091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7" name="pt617"/>
            <p:cNvSpPr/>
            <p:nvPr/>
          </p:nvSpPr>
          <p:spPr>
            <a:xfrm>
              <a:off x="4082884" y="408290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8" name="pt618"/>
            <p:cNvSpPr/>
            <p:nvPr/>
          </p:nvSpPr>
          <p:spPr>
            <a:xfrm>
              <a:off x="2668235" y="471478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9" name="pt619"/>
            <p:cNvSpPr/>
            <p:nvPr/>
          </p:nvSpPr>
          <p:spPr>
            <a:xfrm>
              <a:off x="3966048" y="410050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0" name="pt620"/>
            <p:cNvSpPr/>
            <p:nvPr/>
          </p:nvSpPr>
          <p:spPr>
            <a:xfrm>
              <a:off x="2954849" y="448810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1" name="pt621"/>
            <p:cNvSpPr/>
            <p:nvPr/>
          </p:nvSpPr>
          <p:spPr>
            <a:xfrm>
              <a:off x="4188670" y="381887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2" name="pt622"/>
            <p:cNvSpPr/>
            <p:nvPr/>
          </p:nvSpPr>
          <p:spPr>
            <a:xfrm>
              <a:off x="2992196" y="430490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3" name="pt623"/>
            <p:cNvSpPr/>
            <p:nvPr/>
          </p:nvSpPr>
          <p:spPr>
            <a:xfrm>
              <a:off x="4103132" y="377456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4" name="pt624"/>
            <p:cNvSpPr/>
            <p:nvPr/>
          </p:nvSpPr>
          <p:spPr>
            <a:xfrm>
              <a:off x="4986422" y="402077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5" name="pt625"/>
            <p:cNvSpPr/>
            <p:nvPr/>
          </p:nvSpPr>
          <p:spPr>
            <a:xfrm>
              <a:off x="3079333" y="466891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6" name="pt626"/>
            <p:cNvSpPr/>
            <p:nvPr/>
          </p:nvSpPr>
          <p:spPr>
            <a:xfrm>
              <a:off x="6103485" y="356323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7" name="pt627"/>
            <p:cNvSpPr/>
            <p:nvPr/>
          </p:nvSpPr>
          <p:spPr>
            <a:xfrm>
              <a:off x="2306931" y="488291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8" name="pt628"/>
            <p:cNvSpPr/>
            <p:nvPr/>
          </p:nvSpPr>
          <p:spPr>
            <a:xfrm>
              <a:off x="4670581" y="405629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9" name="pt629"/>
            <p:cNvSpPr/>
            <p:nvPr/>
          </p:nvSpPr>
          <p:spPr>
            <a:xfrm>
              <a:off x="7576389" y="378575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0" name="pt630"/>
            <p:cNvSpPr/>
            <p:nvPr/>
          </p:nvSpPr>
          <p:spPr>
            <a:xfrm>
              <a:off x="3675616" y="393549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1" name="pt631"/>
            <p:cNvSpPr/>
            <p:nvPr/>
          </p:nvSpPr>
          <p:spPr>
            <a:xfrm>
              <a:off x="4089176" y="456579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2" name="pt632"/>
            <p:cNvSpPr/>
            <p:nvPr/>
          </p:nvSpPr>
          <p:spPr>
            <a:xfrm>
              <a:off x="4857006" y="375397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3" name="pt633"/>
            <p:cNvSpPr/>
            <p:nvPr/>
          </p:nvSpPr>
          <p:spPr>
            <a:xfrm>
              <a:off x="3304038" y="411253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4" name="pt634"/>
            <p:cNvSpPr/>
            <p:nvPr/>
          </p:nvSpPr>
          <p:spPr>
            <a:xfrm>
              <a:off x="4883146" y="374392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5" name="pt635"/>
            <p:cNvSpPr/>
            <p:nvPr/>
          </p:nvSpPr>
          <p:spPr>
            <a:xfrm>
              <a:off x="3287727" y="443367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6" name="pt636"/>
            <p:cNvSpPr/>
            <p:nvPr/>
          </p:nvSpPr>
          <p:spPr>
            <a:xfrm>
              <a:off x="4118927" y="407285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7" name="pt637"/>
            <p:cNvSpPr/>
            <p:nvPr/>
          </p:nvSpPr>
          <p:spPr>
            <a:xfrm>
              <a:off x="3622871" y="417245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8" name="pt638"/>
            <p:cNvSpPr/>
            <p:nvPr/>
          </p:nvSpPr>
          <p:spPr>
            <a:xfrm>
              <a:off x="4403040" y="400655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9" name="pt639"/>
            <p:cNvSpPr/>
            <p:nvPr/>
          </p:nvSpPr>
          <p:spPr>
            <a:xfrm>
              <a:off x="4089052" y="407896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0" name="pt640"/>
            <p:cNvSpPr/>
            <p:nvPr/>
          </p:nvSpPr>
          <p:spPr>
            <a:xfrm>
              <a:off x="5601194" y="363911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1" name="pt641"/>
            <p:cNvSpPr/>
            <p:nvPr/>
          </p:nvSpPr>
          <p:spPr>
            <a:xfrm>
              <a:off x="3192932" y="431297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2" name="pt642"/>
            <p:cNvSpPr/>
            <p:nvPr/>
          </p:nvSpPr>
          <p:spPr>
            <a:xfrm>
              <a:off x="5885176" y="333547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3" name="pt643"/>
            <p:cNvSpPr/>
            <p:nvPr/>
          </p:nvSpPr>
          <p:spPr>
            <a:xfrm>
              <a:off x="5187657" y="344793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4" name="pt644"/>
            <p:cNvSpPr/>
            <p:nvPr/>
          </p:nvSpPr>
          <p:spPr>
            <a:xfrm>
              <a:off x="4666777" y="356098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5" name="pt645"/>
            <p:cNvSpPr/>
            <p:nvPr/>
          </p:nvSpPr>
          <p:spPr>
            <a:xfrm>
              <a:off x="6242485" y="396419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6" name="pt646"/>
            <p:cNvSpPr/>
            <p:nvPr/>
          </p:nvSpPr>
          <p:spPr>
            <a:xfrm>
              <a:off x="4776000" y="402228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7" name="pt647"/>
            <p:cNvSpPr/>
            <p:nvPr/>
          </p:nvSpPr>
          <p:spPr>
            <a:xfrm>
              <a:off x="6622072" y="332304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8" name="pt648"/>
            <p:cNvSpPr/>
            <p:nvPr/>
          </p:nvSpPr>
          <p:spPr>
            <a:xfrm>
              <a:off x="5145853" y="353362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9" name="pt649"/>
            <p:cNvSpPr/>
            <p:nvPr/>
          </p:nvSpPr>
          <p:spPr>
            <a:xfrm>
              <a:off x="4184287" y="422967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0" name="pt650"/>
            <p:cNvSpPr/>
            <p:nvPr/>
          </p:nvSpPr>
          <p:spPr>
            <a:xfrm>
              <a:off x="3610912" y="409534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1" name="pt651"/>
            <p:cNvSpPr/>
            <p:nvPr/>
          </p:nvSpPr>
          <p:spPr>
            <a:xfrm>
              <a:off x="3873497" y="438709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2" name="pt652"/>
            <p:cNvSpPr/>
            <p:nvPr/>
          </p:nvSpPr>
          <p:spPr>
            <a:xfrm>
              <a:off x="4503490" y="373080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3" name="pt653"/>
            <p:cNvSpPr/>
            <p:nvPr/>
          </p:nvSpPr>
          <p:spPr>
            <a:xfrm>
              <a:off x="5606129" y="350773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4" name="pt654"/>
            <p:cNvSpPr/>
            <p:nvPr/>
          </p:nvSpPr>
          <p:spPr>
            <a:xfrm>
              <a:off x="3421973" y="463152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5" name="pt655"/>
            <p:cNvSpPr/>
            <p:nvPr/>
          </p:nvSpPr>
          <p:spPr>
            <a:xfrm>
              <a:off x="4259435" y="383054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6" name="pt656"/>
            <p:cNvSpPr/>
            <p:nvPr/>
          </p:nvSpPr>
          <p:spPr>
            <a:xfrm>
              <a:off x="3724215" y="464436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7" name="pt657"/>
            <p:cNvSpPr/>
            <p:nvPr/>
          </p:nvSpPr>
          <p:spPr>
            <a:xfrm>
              <a:off x="6565755" y="314238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8" name="pt658"/>
            <p:cNvSpPr/>
            <p:nvPr/>
          </p:nvSpPr>
          <p:spPr>
            <a:xfrm>
              <a:off x="6470738" y="313897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9" name="pt659"/>
            <p:cNvSpPr/>
            <p:nvPr/>
          </p:nvSpPr>
          <p:spPr>
            <a:xfrm>
              <a:off x="6927089" y="306437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0" name="pt660"/>
            <p:cNvSpPr/>
            <p:nvPr/>
          </p:nvSpPr>
          <p:spPr>
            <a:xfrm>
              <a:off x="4488985" y="365866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1" name="pt661"/>
            <p:cNvSpPr/>
            <p:nvPr/>
          </p:nvSpPr>
          <p:spPr>
            <a:xfrm>
              <a:off x="3238688" y="472024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2" name="pt662"/>
            <p:cNvSpPr/>
            <p:nvPr/>
          </p:nvSpPr>
          <p:spPr>
            <a:xfrm>
              <a:off x="5622922" y="333393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3" name="pt663"/>
            <p:cNvSpPr/>
            <p:nvPr/>
          </p:nvSpPr>
          <p:spPr>
            <a:xfrm>
              <a:off x="3305003" y="455341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4" name="pt664"/>
            <p:cNvSpPr/>
            <p:nvPr/>
          </p:nvSpPr>
          <p:spPr>
            <a:xfrm>
              <a:off x="3951740" y="396718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5" name="pt665"/>
            <p:cNvSpPr/>
            <p:nvPr/>
          </p:nvSpPr>
          <p:spPr>
            <a:xfrm>
              <a:off x="3738008" y="410766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6" name="pt666"/>
            <p:cNvSpPr/>
            <p:nvPr/>
          </p:nvSpPr>
          <p:spPr>
            <a:xfrm>
              <a:off x="5314110" y="364276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7" name="pt667"/>
            <p:cNvSpPr/>
            <p:nvPr/>
          </p:nvSpPr>
          <p:spPr>
            <a:xfrm>
              <a:off x="4366908" y="360478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8" name="pt668"/>
            <p:cNvSpPr/>
            <p:nvPr/>
          </p:nvSpPr>
          <p:spPr>
            <a:xfrm>
              <a:off x="4178959" y="385203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9" name="pt669"/>
            <p:cNvSpPr/>
            <p:nvPr/>
          </p:nvSpPr>
          <p:spPr>
            <a:xfrm>
              <a:off x="3816547" y="403995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0" name="pt670"/>
            <p:cNvSpPr/>
            <p:nvPr/>
          </p:nvSpPr>
          <p:spPr>
            <a:xfrm>
              <a:off x="6214534" y="362042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1" name="pt671"/>
            <p:cNvSpPr/>
            <p:nvPr/>
          </p:nvSpPr>
          <p:spPr>
            <a:xfrm>
              <a:off x="6683267" y="364904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2" name="pt672"/>
            <p:cNvSpPr/>
            <p:nvPr/>
          </p:nvSpPr>
          <p:spPr>
            <a:xfrm>
              <a:off x="3973983" y="404484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3" name="pt673"/>
            <p:cNvSpPr/>
            <p:nvPr/>
          </p:nvSpPr>
          <p:spPr>
            <a:xfrm>
              <a:off x="4575112" y="385646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4" name="pt674"/>
            <p:cNvSpPr/>
            <p:nvPr/>
          </p:nvSpPr>
          <p:spPr>
            <a:xfrm>
              <a:off x="4808348" y="377131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5" name="pt675"/>
            <p:cNvSpPr/>
            <p:nvPr/>
          </p:nvSpPr>
          <p:spPr>
            <a:xfrm>
              <a:off x="4598321" y="419422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6" name="pt676"/>
            <p:cNvSpPr/>
            <p:nvPr/>
          </p:nvSpPr>
          <p:spPr>
            <a:xfrm>
              <a:off x="5598082" y="350673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7" name="pt677"/>
            <p:cNvSpPr/>
            <p:nvPr/>
          </p:nvSpPr>
          <p:spPr>
            <a:xfrm>
              <a:off x="14830610" y="240794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8" name="pt678"/>
            <p:cNvSpPr/>
            <p:nvPr/>
          </p:nvSpPr>
          <p:spPr>
            <a:xfrm>
              <a:off x="3838809" y="431251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9" name="pt679"/>
            <p:cNvSpPr/>
            <p:nvPr/>
          </p:nvSpPr>
          <p:spPr>
            <a:xfrm>
              <a:off x="3810569" y="424863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0" name="pt680"/>
            <p:cNvSpPr/>
            <p:nvPr/>
          </p:nvSpPr>
          <p:spPr>
            <a:xfrm>
              <a:off x="4572322" y="371016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1" name="pt681"/>
            <p:cNvSpPr/>
            <p:nvPr/>
          </p:nvSpPr>
          <p:spPr>
            <a:xfrm>
              <a:off x="4893238" y="385815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2" name="pt682"/>
            <p:cNvSpPr/>
            <p:nvPr/>
          </p:nvSpPr>
          <p:spPr>
            <a:xfrm>
              <a:off x="4769842" y="381224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3" name="pt683"/>
            <p:cNvSpPr/>
            <p:nvPr/>
          </p:nvSpPr>
          <p:spPr>
            <a:xfrm>
              <a:off x="4763500" y="400877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4" name="pt684"/>
            <p:cNvSpPr/>
            <p:nvPr/>
          </p:nvSpPr>
          <p:spPr>
            <a:xfrm>
              <a:off x="5628864" y="346379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5" name="pt685"/>
            <p:cNvSpPr/>
            <p:nvPr/>
          </p:nvSpPr>
          <p:spPr>
            <a:xfrm>
              <a:off x="3261643" y="436841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6" name="pt686"/>
            <p:cNvSpPr/>
            <p:nvPr/>
          </p:nvSpPr>
          <p:spPr>
            <a:xfrm>
              <a:off x="3126665" y="422158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7" name="pt687"/>
            <p:cNvSpPr/>
            <p:nvPr/>
          </p:nvSpPr>
          <p:spPr>
            <a:xfrm>
              <a:off x="2979308" y="452050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8" name="pt688"/>
            <p:cNvSpPr/>
            <p:nvPr/>
          </p:nvSpPr>
          <p:spPr>
            <a:xfrm>
              <a:off x="5330324" y="383189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9" name="pt689"/>
            <p:cNvSpPr/>
            <p:nvPr/>
          </p:nvSpPr>
          <p:spPr>
            <a:xfrm>
              <a:off x="4338979" y="355069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0" name="pt690"/>
            <p:cNvSpPr/>
            <p:nvPr/>
          </p:nvSpPr>
          <p:spPr>
            <a:xfrm>
              <a:off x="6440281" y="306935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1" name="pt691"/>
            <p:cNvSpPr/>
            <p:nvPr/>
          </p:nvSpPr>
          <p:spPr>
            <a:xfrm>
              <a:off x="4614409" y="401394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2" name="pt692"/>
            <p:cNvSpPr/>
            <p:nvPr/>
          </p:nvSpPr>
          <p:spPr>
            <a:xfrm>
              <a:off x="3715059" y="429655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3" name="pt693"/>
            <p:cNvSpPr/>
            <p:nvPr/>
          </p:nvSpPr>
          <p:spPr>
            <a:xfrm>
              <a:off x="3921487" y="419655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4" name="pt694"/>
            <p:cNvSpPr/>
            <p:nvPr/>
          </p:nvSpPr>
          <p:spPr>
            <a:xfrm>
              <a:off x="6100827" y="378715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5" name="pt695"/>
            <p:cNvSpPr/>
            <p:nvPr/>
          </p:nvSpPr>
          <p:spPr>
            <a:xfrm>
              <a:off x="4892732" y="358940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6" name="pt696"/>
            <p:cNvSpPr/>
            <p:nvPr/>
          </p:nvSpPr>
          <p:spPr>
            <a:xfrm>
              <a:off x="6884758" y="343004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7" name="pt697"/>
            <p:cNvSpPr/>
            <p:nvPr/>
          </p:nvSpPr>
          <p:spPr>
            <a:xfrm>
              <a:off x="7653398" y="388818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8" name="pt698"/>
            <p:cNvSpPr/>
            <p:nvPr/>
          </p:nvSpPr>
          <p:spPr>
            <a:xfrm>
              <a:off x="3738309" y="389976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9" name="pt699"/>
            <p:cNvSpPr/>
            <p:nvPr/>
          </p:nvSpPr>
          <p:spPr>
            <a:xfrm>
              <a:off x="3891734" y="383090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0" name="pt700"/>
            <p:cNvSpPr/>
            <p:nvPr/>
          </p:nvSpPr>
          <p:spPr>
            <a:xfrm>
              <a:off x="3143336" y="447476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1" name="pt701"/>
            <p:cNvSpPr/>
            <p:nvPr/>
          </p:nvSpPr>
          <p:spPr>
            <a:xfrm>
              <a:off x="4361511" y="393627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2" name="pt702"/>
            <p:cNvSpPr/>
            <p:nvPr/>
          </p:nvSpPr>
          <p:spPr>
            <a:xfrm>
              <a:off x="3743273" y="435126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3" name="pt703"/>
            <p:cNvSpPr/>
            <p:nvPr/>
          </p:nvSpPr>
          <p:spPr>
            <a:xfrm>
              <a:off x="5938612" y="384744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4" name="pt704"/>
            <p:cNvSpPr/>
            <p:nvPr/>
          </p:nvSpPr>
          <p:spPr>
            <a:xfrm>
              <a:off x="2833536" y="445432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5" name="pt705"/>
            <p:cNvSpPr/>
            <p:nvPr/>
          </p:nvSpPr>
          <p:spPr>
            <a:xfrm>
              <a:off x="4206489" y="367819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6" name="pt706"/>
            <p:cNvSpPr/>
            <p:nvPr/>
          </p:nvSpPr>
          <p:spPr>
            <a:xfrm>
              <a:off x="4865222" y="375245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7" name="pt707"/>
            <p:cNvSpPr/>
            <p:nvPr/>
          </p:nvSpPr>
          <p:spPr>
            <a:xfrm>
              <a:off x="4328087" y="409491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8" name="pt708"/>
            <p:cNvSpPr/>
            <p:nvPr/>
          </p:nvSpPr>
          <p:spPr>
            <a:xfrm>
              <a:off x="5074097" y="398497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9" name="pt709"/>
            <p:cNvSpPr/>
            <p:nvPr/>
          </p:nvSpPr>
          <p:spPr>
            <a:xfrm>
              <a:off x="2869140" y="474210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0" name="pt710"/>
            <p:cNvSpPr/>
            <p:nvPr/>
          </p:nvSpPr>
          <p:spPr>
            <a:xfrm>
              <a:off x="3154123" y="457835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1" name="pt711"/>
            <p:cNvSpPr/>
            <p:nvPr/>
          </p:nvSpPr>
          <p:spPr>
            <a:xfrm>
              <a:off x="3747111" y="406412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2" name="pt712"/>
            <p:cNvSpPr/>
            <p:nvPr/>
          </p:nvSpPr>
          <p:spPr>
            <a:xfrm>
              <a:off x="5558617" y="389259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3" name="pt713"/>
            <p:cNvSpPr/>
            <p:nvPr/>
          </p:nvSpPr>
          <p:spPr>
            <a:xfrm>
              <a:off x="3173448" y="472250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4" name="pt714"/>
            <p:cNvSpPr/>
            <p:nvPr/>
          </p:nvSpPr>
          <p:spPr>
            <a:xfrm>
              <a:off x="5215231" y="413421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5" name="pt715"/>
            <p:cNvSpPr/>
            <p:nvPr/>
          </p:nvSpPr>
          <p:spPr>
            <a:xfrm>
              <a:off x="4875404" y="430919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6" name="pt716"/>
            <p:cNvSpPr/>
            <p:nvPr/>
          </p:nvSpPr>
          <p:spPr>
            <a:xfrm>
              <a:off x="3012844" y="464584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7" name="pt717"/>
            <p:cNvSpPr/>
            <p:nvPr/>
          </p:nvSpPr>
          <p:spPr>
            <a:xfrm>
              <a:off x="3405570" y="429568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8" name="pt718"/>
            <p:cNvSpPr/>
            <p:nvPr/>
          </p:nvSpPr>
          <p:spPr>
            <a:xfrm>
              <a:off x="5257432" y="351853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9" name="pt719"/>
            <p:cNvSpPr/>
            <p:nvPr/>
          </p:nvSpPr>
          <p:spPr>
            <a:xfrm>
              <a:off x="3735227" y="409922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0" name="pt720"/>
            <p:cNvSpPr/>
            <p:nvPr/>
          </p:nvSpPr>
          <p:spPr>
            <a:xfrm>
              <a:off x="4968388" y="358118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1" name="pt721"/>
            <p:cNvSpPr/>
            <p:nvPr/>
          </p:nvSpPr>
          <p:spPr>
            <a:xfrm>
              <a:off x="2940285" y="483011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2" name="pt722"/>
            <p:cNvSpPr/>
            <p:nvPr/>
          </p:nvSpPr>
          <p:spPr>
            <a:xfrm>
              <a:off x="4504887" y="393522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3" name="pt723"/>
            <p:cNvSpPr/>
            <p:nvPr/>
          </p:nvSpPr>
          <p:spPr>
            <a:xfrm>
              <a:off x="5597494" y="364907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4" name="pt724"/>
            <p:cNvSpPr/>
            <p:nvPr/>
          </p:nvSpPr>
          <p:spPr>
            <a:xfrm>
              <a:off x="6144724" y="396614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5" name="pt725"/>
            <p:cNvSpPr/>
            <p:nvPr/>
          </p:nvSpPr>
          <p:spPr>
            <a:xfrm>
              <a:off x="4092310" y="429319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6" name="pt726"/>
            <p:cNvSpPr/>
            <p:nvPr/>
          </p:nvSpPr>
          <p:spPr>
            <a:xfrm>
              <a:off x="4674599" y="365881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7" name="pt727"/>
            <p:cNvSpPr/>
            <p:nvPr/>
          </p:nvSpPr>
          <p:spPr>
            <a:xfrm>
              <a:off x="4365157" y="416253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8" name="pt728"/>
            <p:cNvSpPr/>
            <p:nvPr/>
          </p:nvSpPr>
          <p:spPr>
            <a:xfrm>
              <a:off x="5705745" y="340921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9" name="pt729"/>
            <p:cNvSpPr/>
            <p:nvPr/>
          </p:nvSpPr>
          <p:spPr>
            <a:xfrm>
              <a:off x="3384938" y="441590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0" name="pt730"/>
            <p:cNvSpPr/>
            <p:nvPr/>
          </p:nvSpPr>
          <p:spPr>
            <a:xfrm>
              <a:off x="3277475" y="450803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1" name="pt731"/>
            <p:cNvSpPr/>
            <p:nvPr/>
          </p:nvSpPr>
          <p:spPr>
            <a:xfrm>
              <a:off x="6311465" y="288609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2" name="pt732"/>
            <p:cNvSpPr/>
            <p:nvPr/>
          </p:nvSpPr>
          <p:spPr>
            <a:xfrm>
              <a:off x="4753173" y="455547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3" name="pt733"/>
            <p:cNvSpPr/>
            <p:nvPr/>
          </p:nvSpPr>
          <p:spPr>
            <a:xfrm>
              <a:off x="3785801" y="391346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4" name="pt734"/>
            <p:cNvSpPr/>
            <p:nvPr/>
          </p:nvSpPr>
          <p:spPr>
            <a:xfrm>
              <a:off x="5652347" y="391402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5" name="pt735"/>
            <p:cNvSpPr/>
            <p:nvPr/>
          </p:nvSpPr>
          <p:spPr>
            <a:xfrm>
              <a:off x="3786533" y="410778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6" name="pt736"/>
            <p:cNvSpPr/>
            <p:nvPr/>
          </p:nvSpPr>
          <p:spPr>
            <a:xfrm>
              <a:off x="5450249" y="344049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7" name="pt737"/>
            <p:cNvSpPr/>
            <p:nvPr/>
          </p:nvSpPr>
          <p:spPr>
            <a:xfrm>
              <a:off x="4689823" y="384543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8" name="pt738"/>
            <p:cNvSpPr/>
            <p:nvPr/>
          </p:nvSpPr>
          <p:spPr>
            <a:xfrm>
              <a:off x="5944383" y="353211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9" name="pt739"/>
            <p:cNvSpPr/>
            <p:nvPr/>
          </p:nvSpPr>
          <p:spPr>
            <a:xfrm>
              <a:off x="4322819" y="372493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0" name="pt740"/>
            <p:cNvSpPr/>
            <p:nvPr/>
          </p:nvSpPr>
          <p:spPr>
            <a:xfrm>
              <a:off x="2743459" y="431616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1" name="pt741"/>
            <p:cNvSpPr/>
            <p:nvPr/>
          </p:nvSpPr>
          <p:spPr>
            <a:xfrm>
              <a:off x="5798063" y="401884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2" name="pt742"/>
            <p:cNvSpPr/>
            <p:nvPr/>
          </p:nvSpPr>
          <p:spPr>
            <a:xfrm>
              <a:off x="4246820" y="431971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3" name="pt743"/>
            <p:cNvSpPr/>
            <p:nvPr/>
          </p:nvSpPr>
          <p:spPr>
            <a:xfrm>
              <a:off x="3626117" y="424707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4" name="pt744"/>
            <p:cNvSpPr/>
            <p:nvPr/>
          </p:nvSpPr>
          <p:spPr>
            <a:xfrm>
              <a:off x="4952300" y="369311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5" name="pt745"/>
            <p:cNvSpPr/>
            <p:nvPr/>
          </p:nvSpPr>
          <p:spPr>
            <a:xfrm>
              <a:off x="3533715" y="432378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6" name="pt746"/>
            <p:cNvSpPr/>
            <p:nvPr/>
          </p:nvSpPr>
          <p:spPr>
            <a:xfrm>
              <a:off x="5342031" y="345703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7" name="pt747"/>
            <p:cNvSpPr/>
            <p:nvPr/>
          </p:nvSpPr>
          <p:spPr>
            <a:xfrm>
              <a:off x="3581552" y="442355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8" name="pt748"/>
            <p:cNvSpPr/>
            <p:nvPr/>
          </p:nvSpPr>
          <p:spPr>
            <a:xfrm>
              <a:off x="4601054" y="399604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9" name="pt749"/>
            <p:cNvSpPr/>
            <p:nvPr/>
          </p:nvSpPr>
          <p:spPr>
            <a:xfrm>
              <a:off x="7820330" y="299000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0" name="pt750"/>
            <p:cNvSpPr/>
            <p:nvPr/>
          </p:nvSpPr>
          <p:spPr>
            <a:xfrm>
              <a:off x="5866002" y="335906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1" name="pt751"/>
            <p:cNvSpPr/>
            <p:nvPr/>
          </p:nvSpPr>
          <p:spPr>
            <a:xfrm>
              <a:off x="4813801" y="366169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2" name="pt752"/>
            <p:cNvSpPr/>
            <p:nvPr/>
          </p:nvSpPr>
          <p:spPr>
            <a:xfrm>
              <a:off x="7741311" y="374824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3" name="pt753"/>
            <p:cNvSpPr/>
            <p:nvPr/>
          </p:nvSpPr>
          <p:spPr>
            <a:xfrm>
              <a:off x="4528266" y="439672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4" name="pt754"/>
            <p:cNvSpPr/>
            <p:nvPr/>
          </p:nvSpPr>
          <p:spPr>
            <a:xfrm>
              <a:off x="4509196" y="411596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5" name="pt755"/>
            <p:cNvSpPr/>
            <p:nvPr/>
          </p:nvSpPr>
          <p:spPr>
            <a:xfrm>
              <a:off x="6703571" y="360470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6" name="pt756"/>
            <p:cNvSpPr/>
            <p:nvPr/>
          </p:nvSpPr>
          <p:spPr>
            <a:xfrm>
              <a:off x="7469095" y="335966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7" name="pt757"/>
            <p:cNvSpPr/>
            <p:nvPr/>
          </p:nvSpPr>
          <p:spPr>
            <a:xfrm>
              <a:off x="4497142" y="390598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8" name="pt758"/>
            <p:cNvSpPr/>
            <p:nvPr/>
          </p:nvSpPr>
          <p:spPr>
            <a:xfrm>
              <a:off x="4934923" y="332089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9" name="pt759"/>
            <p:cNvSpPr/>
            <p:nvPr/>
          </p:nvSpPr>
          <p:spPr>
            <a:xfrm>
              <a:off x="4312463" y="393864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0" name="pt760"/>
            <p:cNvSpPr/>
            <p:nvPr/>
          </p:nvSpPr>
          <p:spPr>
            <a:xfrm>
              <a:off x="4752415" y="402886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1" name="pt761"/>
            <p:cNvSpPr/>
            <p:nvPr/>
          </p:nvSpPr>
          <p:spPr>
            <a:xfrm>
              <a:off x="4770014" y="380711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2" name="pt762"/>
            <p:cNvSpPr/>
            <p:nvPr/>
          </p:nvSpPr>
          <p:spPr>
            <a:xfrm>
              <a:off x="3022283" y="442109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3" name="pt763"/>
            <p:cNvSpPr/>
            <p:nvPr/>
          </p:nvSpPr>
          <p:spPr>
            <a:xfrm>
              <a:off x="3852002" y="419110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4" name="pt764"/>
            <p:cNvSpPr/>
            <p:nvPr/>
          </p:nvSpPr>
          <p:spPr>
            <a:xfrm>
              <a:off x="5699787" y="352958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5" name="pt765"/>
            <p:cNvSpPr/>
            <p:nvPr/>
          </p:nvSpPr>
          <p:spPr>
            <a:xfrm>
              <a:off x="6463059" y="349812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6" name="pt766"/>
            <p:cNvSpPr/>
            <p:nvPr/>
          </p:nvSpPr>
          <p:spPr>
            <a:xfrm>
              <a:off x="3402545" y="464969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7" name="pt767"/>
            <p:cNvSpPr/>
            <p:nvPr/>
          </p:nvSpPr>
          <p:spPr>
            <a:xfrm>
              <a:off x="3866429" y="405878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8" name="pt768"/>
            <p:cNvSpPr/>
            <p:nvPr/>
          </p:nvSpPr>
          <p:spPr>
            <a:xfrm>
              <a:off x="4889492" y="403194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9" name="pt769"/>
            <p:cNvSpPr/>
            <p:nvPr/>
          </p:nvSpPr>
          <p:spPr>
            <a:xfrm>
              <a:off x="4365951" y="405503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0" name="pt770"/>
            <p:cNvSpPr/>
            <p:nvPr/>
          </p:nvSpPr>
          <p:spPr>
            <a:xfrm>
              <a:off x="5400208" y="380040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1" name="pt771"/>
            <p:cNvSpPr/>
            <p:nvPr/>
          </p:nvSpPr>
          <p:spPr>
            <a:xfrm>
              <a:off x="5208705" y="371323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2" name="pt772"/>
            <p:cNvSpPr/>
            <p:nvPr/>
          </p:nvSpPr>
          <p:spPr>
            <a:xfrm>
              <a:off x="3983228" y="409342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3" name="pt773"/>
            <p:cNvSpPr/>
            <p:nvPr/>
          </p:nvSpPr>
          <p:spPr>
            <a:xfrm>
              <a:off x="2903896" y="440083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4" name="pt774"/>
            <p:cNvSpPr/>
            <p:nvPr/>
          </p:nvSpPr>
          <p:spPr>
            <a:xfrm>
              <a:off x="5232657" y="315832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5" name="pt775"/>
            <p:cNvSpPr/>
            <p:nvPr/>
          </p:nvSpPr>
          <p:spPr>
            <a:xfrm>
              <a:off x="6837987" y="334111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6" name="pt776"/>
            <p:cNvSpPr/>
            <p:nvPr/>
          </p:nvSpPr>
          <p:spPr>
            <a:xfrm>
              <a:off x="7253945" y="328125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7" name="pt777"/>
            <p:cNvSpPr/>
            <p:nvPr/>
          </p:nvSpPr>
          <p:spPr>
            <a:xfrm>
              <a:off x="3383525" y="414321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8" name="pt778"/>
            <p:cNvSpPr/>
            <p:nvPr/>
          </p:nvSpPr>
          <p:spPr>
            <a:xfrm>
              <a:off x="3193206" y="426947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9" name="pt779"/>
            <p:cNvSpPr/>
            <p:nvPr/>
          </p:nvSpPr>
          <p:spPr>
            <a:xfrm>
              <a:off x="5326356" y="388448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0" name="pt780"/>
            <p:cNvSpPr/>
            <p:nvPr/>
          </p:nvSpPr>
          <p:spPr>
            <a:xfrm>
              <a:off x="5024921" y="370946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1" name="pt781"/>
            <p:cNvSpPr/>
            <p:nvPr/>
          </p:nvSpPr>
          <p:spPr>
            <a:xfrm>
              <a:off x="6338224" y="368871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2" name="pt782"/>
            <p:cNvSpPr/>
            <p:nvPr/>
          </p:nvSpPr>
          <p:spPr>
            <a:xfrm>
              <a:off x="3946894" y="405493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3" name="pt783"/>
            <p:cNvSpPr/>
            <p:nvPr/>
          </p:nvSpPr>
          <p:spPr>
            <a:xfrm>
              <a:off x="7098241" y="339868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4" name="pt784"/>
            <p:cNvSpPr/>
            <p:nvPr/>
          </p:nvSpPr>
          <p:spPr>
            <a:xfrm>
              <a:off x="3398233" y="389945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5" name="pt785"/>
            <p:cNvSpPr/>
            <p:nvPr/>
          </p:nvSpPr>
          <p:spPr>
            <a:xfrm>
              <a:off x="3231451" y="483347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6" name="pt786"/>
            <p:cNvSpPr/>
            <p:nvPr/>
          </p:nvSpPr>
          <p:spPr>
            <a:xfrm>
              <a:off x="3669293" y="452892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7" name="pt787"/>
            <p:cNvSpPr/>
            <p:nvPr/>
          </p:nvSpPr>
          <p:spPr>
            <a:xfrm>
              <a:off x="7109161" y="322603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8" name="pt788"/>
            <p:cNvSpPr/>
            <p:nvPr/>
          </p:nvSpPr>
          <p:spPr>
            <a:xfrm>
              <a:off x="3988116" y="425184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9" name="pt789"/>
            <p:cNvSpPr/>
            <p:nvPr/>
          </p:nvSpPr>
          <p:spPr>
            <a:xfrm>
              <a:off x="8023121" y="305501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0" name="pt790"/>
            <p:cNvSpPr/>
            <p:nvPr/>
          </p:nvSpPr>
          <p:spPr>
            <a:xfrm>
              <a:off x="6826149" y="305938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1" name="pt791"/>
            <p:cNvSpPr/>
            <p:nvPr/>
          </p:nvSpPr>
          <p:spPr>
            <a:xfrm>
              <a:off x="3433138" y="452683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2" name="pt792"/>
            <p:cNvSpPr/>
            <p:nvPr/>
          </p:nvSpPr>
          <p:spPr>
            <a:xfrm>
              <a:off x="5084714" y="402274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3" name="pt793"/>
            <p:cNvSpPr/>
            <p:nvPr/>
          </p:nvSpPr>
          <p:spPr>
            <a:xfrm>
              <a:off x="5029089" y="385815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4" name="pt794"/>
            <p:cNvSpPr/>
            <p:nvPr/>
          </p:nvSpPr>
          <p:spPr>
            <a:xfrm>
              <a:off x="5003127" y="337285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5" name="pt795"/>
            <p:cNvSpPr/>
            <p:nvPr/>
          </p:nvSpPr>
          <p:spPr>
            <a:xfrm>
              <a:off x="4108227" y="414432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6" name="pt796"/>
            <p:cNvSpPr/>
            <p:nvPr/>
          </p:nvSpPr>
          <p:spPr>
            <a:xfrm>
              <a:off x="6058232" y="345122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7" name="pt797"/>
            <p:cNvSpPr/>
            <p:nvPr/>
          </p:nvSpPr>
          <p:spPr>
            <a:xfrm>
              <a:off x="5257676" y="385704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8" name="pt798"/>
            <p:cNvSpPr/>
            <p:nvPr/>
          </p:nvSpPr>
          <p:spPr>
            <a:xfrm>
              <a:off x="3026000" y="491500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9" name="pt799"/>
            <p:cNvSpPr/>
            <p:nvPr/>
          </p:nvSpPr>
          <p:spPr>
            <a:xfrm>
              <a:off x="4047082" y="394079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0" name="pt800"/>
            <p:cNvSpPr/>
            <p:nvPr/>
          </p:nvSpPr>
          <p:spPr>
            <a:xfrm>
              <a:off x="4077465" y="387393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1" name="pt801"/>
            <p:cNvSpPr/>
            <p:nvPr/>
          </p:nvSpPr>
          <p:spPr>
            <a:xfrm>
              <a:off x="5501312" y="392722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2" name="pt802"/>
            <p:cNvSpPr/>
            <p:nvPr/>
          </p:nvSpPr>
          <p:spPr>
            <a:xfrm>
              <a:off x="3060864" y="421673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3" name="pt803"/>
            <p:cNvSpPr/>
            <p:nvPr/>
          </p:nvSpPr>
          <p:spPr>
            <a:xfrm>
              <a:off x="3951883" y="466790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4" name="pt804"/>
            <p:cNvSpPr/>
            <p:nvPr/>
          </p:nvSpPr>
          <p:spPr>
            <a:xfrm>
              <a:off x="3882660" y="412053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5" name="pt805"/>
            <p:cNvSpPr/>
            <p:nvPr/>
          </p:nvSpPr>
          <p:spPr>
            <a:xfrm>
              <a:off x="3840197" y="465108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6" name="pt806"/>
            <p:cNvSpPr/>
            <p:nvPr/>
          </p:nvSpPr>
          <p:spPr>
            <a:xfrm>
              <a:off x="4139322" y="430959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7" name="pt807"/>
            <p:cNvSpPr/>
            <p:nvPr/>
          </p:nvSpPr>
          <p:spPr>
            <a:xfrm>
              <a:off x="5316967" y="351052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8" name="pt808"/>
            <p:cNvSpPr/>
            <p:nvPr/>
          </p:nvSpPr>
          <p:spPr>
            <a:xfrm>
              <a:off x="4824531" y="361720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9" name="pt809"/>
            <p:cNvSpPr/>
            <p:nvPr/>
          </p:nvSpPr>
          <p:spPr>
            <a:xfrm>
              <a:off x="4798494" y="405818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0" name="pt810"/>
            <p:cNvSpPr/>
            <p:nvPr/>
          </p:nvSpPr>
          <p:spPr>
            <a:xfrm>
              <a:off x="3941253" y="439361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1" name="pt811"/>
            <p:cNvSpPr/>
            <p:nvPr/>
          </p:nvSpPr>
          <p:spPr>
            <a:xfrm>
              <a:off x="4099475" y="410938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2" name="pt812"/>
            <p:cNvSpPr/>
            <p:nvPr/>
          </p:nvSpPr>
          <p:spPr>
            <a:xfrm>
              <a:off x="4997152" y="386104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3" name="pt813"/>
            <p:cNvSpPr/>
            <p:nvPr/>
          </p:nvSpPr>
          <p:spPr>
            <a:xfrm>
              <a:off x="5307403" y="339824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4" name="pt814"/>
            <p:cNvSpPr/>
            <p:nvPr/>
          </p:nvSpPr>
          <p:spPr>
            <a:xfrm>
              <a:off x="4579621" y="379105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5" name="pt815"/>
            <p:cNvSpPr/>
            <p:nvPr/>
          </p:nvSpPr>
          <p:spPr>
            <a:xfrm>
              <a:off x="5586558" y="330329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6" name="pt816"/>
            <p:cNvSpPr/>
            <p:nvPr/>
          </p:nvSpPr>
          <p:spPr>
            <a:xfrm>
              <a:off x="3763559" y="418390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7" name="pt817"/>
            <p:cNvSpPr/>
            <p:nvPr/>
          </p:nvSpPr>
          <p:spPr>
            <a:xfrm>
              <a:off x="4714195" y="367383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8" name="pt818"/>
            <p:cNvSpPr/>
            <p:nvPr/>
          </p:nvSpPr>
          <p:spPr>
            <a:xfrm>
              <a:off x="4909438" y="448605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9" name="pt819"/>
            <p:cNvSpPr/>
            <p:nvPr/>
          </p:nvSpPr>
          <p:spPr>
            <a:xfrm>
              <a:off x="3869410" y="405393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0" name="pt820"/>
            <p:cNvSpPr/>
            <p:nvPr/>
          </p:nvSpPr>
          <p:spPr>
            <a:xfrm>
              <a:off x="4496005" y="425557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1" name="pt821"/>
            <p:cNvSpPr/>
            <p:nvPr/>
          </p:nvSpPr>
          <p:spPr>
            <a:xfrm>
              <a:off x="4378218" y="435828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2" name="pt822"/>
            <p:cNvSpPr/>
            <p:nvPr/>
          </p:nvSpPr>
          <p:spPr>
            <a:xfrm>
              <a:off x="4982280" y="377113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3" name="pt823"/>
            <p:cNvSpPr/>
            <p:nvPr/>
          </p:nvSpPr>
          <p:spPr>
            <a:xfrm>
              <a:off x="4177381" y="432205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4" name="pt824"/>
            <p:cNvSpPr/>
            <p:nvPr/>
          </p:nvSpPr>
          <p:spPr>
            <a:xfrm>
              <a:off x="5638222" y="388481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5" name="pt825"/>
            <p:cNvSpPr/>
            <p:nvPr/>
          </p:nvSpPr>
          <p:spPr>
            <a:xfrm>
              <a:off x="4913146" y="389386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6" name="pt826"/>
            <p:cNvSpPr/>
            <p:nvPr/>
          </p:nvSpPr>
          <p:spPr>
            <a:xfrm>
              <a:off x="3792526" y="415408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7" name="pt827"/>
            <p:cNvSpPr/>
            <p:nvPr/>
          </p:nvSpPr>
          <p:spPr>
            <a:xfrm>
              <a:off x="2999069" y="451178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8" name="pt828"/>
            <p:cNvSpPr/>
            <p:nvPr/>
          </p:nvSpPr>
          <p:spPr>
            <a:xfrm>
              <a:off x="2926973" y="432820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9" name="pt829"/>
            <p:cNvSpPr/>
            <p:nvPr/>
          </p:nvSpPr>
          <p:spPr>
            <a:xfrm>
              <a:off x="3703277" y="412138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0" name="pt830"/>
            <p:cNvSpPr/>
            <p:nvPr/>
          </p:nvSpPr>
          <p:spPr>
            <a:xfrm>
              <a:off x="6180717" y="360735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1" name="pt831"/>
            <p:cNvSpPr/>
            <p:nvPr/>
          </p:nvSpPr>
          <p:spPr>
            <a:xfrm>
              <a:off x="4616825" y="388798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2" name="pt832"/>
            <p:cNvSpPr/>
            <p:nvPr/>
          </p:nvSpPr>
          <p:spPr>
            <a:xfrm>
              <a:off x="3003999" y="465927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3" name="pt833"/>
            <p:cNvSpPr/>
            <p:nvPr/>
          </p:nvSpPr>
          <p:spPr>
            <a:xfrm>
              <a:off x="3179854" y="457575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4" name="pt834"/>
            <p:cNvSpPr/>
            <p:nvPr/>
          </p:nvSpPr>
          <p:spPr>
            <a:xfrm>
              <a:off x="4430918" y="376137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5" name="pt835"/>
            <p:cNvSpPr/>
            <p:nvPr/>
          </p:nvSpPr>
          <p:spPr>
            <a:xfrm>
              <a:off x="4065313" y="392513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6" name="pt836"/>
            <p:cNvSpPr/>
            <p:nvPr/>
          </p:nvSpPr>
          <p:spPr>
            <a:xfrm>
              <a:off x="3310907" y="408809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7" name="pt837"/>
            <p:cNvSpPr/>
            <p:nvPr/>
          </p:nvSpPr>
          <p:spPr>
            <a:xfrm>
              <a:off x="3348491" y="395157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8" name="pt838"/>
            <p:cNvSpPr/>
            <p:nvPr/>
          </p:nvSpPr>
          <p:spPr>
            <a:xfrm>
              <a:off x="4231188" y="434674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9" name="pt839"/>
            <p:cNvSpPr/>
            <p:nvPr/>
          </p:nvSpPr>
          <p:spPr>
            <a:xfrm>
              <a:off x="8525379" y="291698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0" name="pt840"/>
            <p:cNvSpPr/>
            <p:nvPr/>
          </p:nvSpPr>
          <p:spPr>
            <a:xfrm>
              <a:off x="7270229" y="302589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1" name="pt841"/>
            <p:cNvSpPr/>
            <p:nvPr/>
          </p:nvSpPr>
          <p:spPr>
            <a:xfrm>
              <a:off x="3244920" y="495451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2" name="pt842"/>
            <p:cNvSpPr/>
            <p:nvPr/>
          </p:nvSpPr>
          <p:spPr>
            <a:xfrm>
              <a:off x="4170501" y="390575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3" name="pt843"/>
            <p:cNvSpPr/>
            <p:nvPr/>
          </p:nvSpPr>
          <p:spPr>
            <a:xfrm>
              <a:off x="6836029" y="314570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4" name="pt844"/>
            <p:cNvSpPr/>
            <p:nvPr/>
          </p:nvSpPr>
          <p:spPr>
            <a:xfrm>
              <a:off x="1959486" y="522501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5" name="pt845"/>
            <p:cNvSpPr/>
            <p:nvPr/>
          </p:nvSpPr>
          <p:spPr>
            <a:xfrm>
              <a:off x="3393376" y="434366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6" name="pt846"/>
            <p:cNvSpPr/>
            <p:nvPr/>
          </p:nvSpPr>
          <p:spPr>
            <a:xfrm>
              <a:off x="3566762" y="439291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7" name="pt847"/>
            <p:cNvSpPr/>
            <p:nvPr/>
          </p:nvSpPr>
          <p:spPr>
            <a:xfrm>
              <a:off x="3946447" y="415584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8" name="pt848"/>
            <p:cNvSpPr/>
            <p:nvPr/>
          </p:nvSpPr>
          <p:spPr>
            <a:xfrm>
              <a:off x="5569703" y="368360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9" name="pt849"/>
            <p:cNvSpPr/>
            <p:nvPr/>
          </p:nvSpPr>
          <p:spPr>
            <a:xfrm>
              <a:off x="3427486" y="431451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0" name="pt850"/>
            <p:cNvSpPr/>
            <p:nvPr/>
          </p:nvSpPr>
          <p:spPr>
            <a:xfrm>
              <a:off x="3284888" y="433521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1" name="pt851"/>
            <p:cNvSpPr/>
            <p:nvPr/>
          </p:nvSpPr>
          <p:spPr>
            <a:xfrm>
              <a:off x="4262898" y="363918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2" name="pt852"/>
            <p:cNvSpPr/>
            <p:nvPr/>
          </p:nvSpPr>
          <p:spPr>
            <a:xfrm>
              <a:off x="9918622" y="327970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3" name="pt853"/>
            <p:cNvSpPr/>
            <p:nvPr/>
          </p:nvSpPr>
          <p:spPr>
            <a:xfrm>
              <a:off x="4275870" y="370013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4" name="pt854"/>
            <p:cNvSpPr/>
            <p:nvPr/>
          </p:nvSpPr>
          <p:spPr>
            <a:xfrm>
              <a:off x="6167787" y="358320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5" name="pt855"/>
            <p:cNvSpPr/>
            <p:nvPr/>
          </p:nvSpPr>
          <p:spPr>
            <a:xfrm>
              <a:off x="7219475" y="299900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6" name="pt856"/>
            <p:cNvSpPr/>
            <p:nvPr/>
          </p:nvSpPr>
          <p:spPr>
            <a:xfrm>
              <a:off x="5725517" y="363230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7" name="pt857"/>
            <p:cNvSpPr/>
            <p:nvPr/>
          </p:nvSpPr>
          <p:spPr>
            <a:xfrm>
              <a:off x="3691054" y="426874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8" name="pt858"/>
            <p:cNvSpPr/>
            <p:nvPr/>
          </p:nvSpPr>
          <p:spPr>
            <a:xfrm>
              <a:off x="7382896" y="316482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9" name="pt859"/>
            <p:cNvSpPr/>
            <p:nvPr/>
          </p:nvSpPr>
          <p:spPr>
            <a:xfrm>
              <a:off x="3673810" y="427482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0" name="pt860"/>
            <p:cNvSpPr/>
            <p:nvPr/>
          </p:nvSpPr>
          <p:spPr>
            <a:xfrm>
              <a:off x="4330855" y="394201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1" name="pt861"/>
            <p:cNvSpPr/>
            <p:nvPr/>
          </p:nvSpPr>
          <p:spPr>
            <a:xfrm>
              <a:off x="3426707" y="442912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2" name="pt862"/>
            <p:cNvSpPr/>
            <p:nvPr/>
          </p:nvSpPr>
          <p:spPr>
            <a:xfrm>
              <a:off x="6341887" y="343247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3" name="pt863"/>
            <p:cNvSpPr/>
            <p:nvPr/>
          </p:nvSpPr>
          <p:spPr>
            <a:xfrm>
              <a:off x="3462335" y="399269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4" name="pt864"/>
            <p:cNvSpPr/>
            <p:nvPr/>
          </p:nvSpPr>
          <p:spPr>
            <a:xfrm>
              <a:off x="4753824" y="363214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5" name="pt865"/>
            <p:cNvSpPr/>
            <p:nvPr/>
          </p:nvSpPr>
          <p:spPr>
            <a:xfrm>
              <a:off x="4543879" y="381899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6" name="pt866"/>
            <p:cNvSpPr/>
            <p:nvPr/>
          </p:nvSpPr>
          <p:spPr>
            <a:xfrm>
              <a:off x="3861325" y="452326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7" name="pt867"/>
            <p:cNvSpPr/>
            <p:nvPr/>
          </p:nvSpPr>
          <p:spPr>
            <a:xfrm>
              <a:off x="5558049" y="353566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8" name="pt868"/>
            <p:cNvSpPr/>
            <p:nvPr/>
          </p:nvSpPr>
          <p:spPr>
            <a:xfrm>
              <a:off x="5185187" y="331273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9" name="pt869"/>
            <p:cNvSpPr/>
            <p:nvPr/>
          </p:nvSpPr>
          <p:spPr>
            <a:xfrm>
              <a:off x="4513173" y="372595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0" name="pt870"/>
            <p:cNvSpPr/>
            <p:nvPr/>
          </p:nvSpPr>
          <p:spPr>
            <a:xfrm>
              <a:off x="4684292" y="412000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1" name="pt871"/>
            <p:cNvSpPr/>
            <p:nvPr/>
          </p:nvSpPr>
          <p:spPr>
            <a:xfrm>
              <a:off x="4281909" y="408182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2" name="pt872"/>
            <p:cNvSpPr/>
            <p:nvPr/>
          </p:nvSpPr>
          <p:spPr>
            <a:xfrm>
              <a:off x="3339035" y="445867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3" name="pt873"/>
            <p:cNvSpPr/>
            <p:nvPr/>
          </p:nvSpPr>
          <p:spPr>
            <a:xfrm>
              <a:off x="4089403" y="371206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4" name="pt874"/>
            <p:cNvSpPr/>
            <p:nvPr/>
          </p:nvSpPr>
          <p:spPr>
            <a:xfrm>
              <a:off x="4402817" y="382545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5" name="pt875"/>
            <p:cNvSpPr/>
            <p:nvPr/>
          </p:nvSpPr>
          <p:spPr>
            <a:xfrm>
              <a:off x="2881482" y="438603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6" name="pt876"/>
            <p:cNvSpPr/>
            <p:nvPr/>
          </p:nvSpPr>
          <p:spPr>
            <a:xfrm>
              <a:off x="7466442" y="290819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7" name="pt877"/>
            <p:cNvSpPr/>
            <p:nvPr/>
          </p:nvSpPr>
          <p:spPr>
            <a:xfrm>
              <a:off x="6176514" y="424270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8" name="pt878"/>
            <p:cNvSpPr/>
            <p:nvPr/>
          </p:nvSpPr>
          <p:spPr>
            <a:xfrm>
              <a:off x="5205047" y="363960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9" name="pt879"/>
            <p:cNvSpPr/>
            <p:nvPr/>
          </p:nvSpPr>
          <p:spPr>
            <a:xfrm>
              <a:off x="3330638" y="426413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0" name="pt880"/>
            <p:cNvSpPr/>
            <p:nvPr/>
          </p:nvSpPr>
          <p:spPr>
            <a:xfrm>
              <a:off x="6563966" y="331951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1" name="pt881"/>
            <p:cNvSpPr/>
            <p:nvPr/>
          </p:nvSpPr>
          <p:spPr>
            <a:xfrm>
              <a:off x="4472592" y="405712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2" name="pt882"/>
            <p:cNvSpPr/>
            <p:nvPr/>
          </p:nvSpPr>
          <p:spPr>
            <a:xfrm>
              <a:off x="6280432" y="360095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3" name="pt883"/>
            <p:cNvSpPr/>
            <p:nvPr/>
          </p:nvSpPr>
          <p:spPr>
            <a:xfrm>
              <a:off x="2610626" y="521531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4" name="pt884"/>
            <p:cNvSpPr/>
            <p:nvPr/>
          </p:nvSpPr>
          <p:spPr>
            <a:xfrm>
              <a:off x="4981185" y="349112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5" name="pt885"/>
            <p:cNvSpPr/>
            <p:nvPr/>
          </p:nvSpPr>
          <p:spPr>
            <a:xfrm>
              <a:off x="3563892" y="442177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6" name="pt886"/>
            <p:cNvSpPr/>
            <p:nvPr/>
          </p:nvSpPr>
          <p:spPr>
            <a:xfrm>
              <a:off x="4883510" y="454874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7" name="pt887"/>
            <p:cNvSpPr/>
            <p:nvPr/>
          </p:nvSpPr>
          <p:spPr>
            <a:xfrm>
              <a:off x="3275923" y="403165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8" name="pt888"/>
            <p:cNvSpPr/>
            <p:nvPr/>
          </p:nvSpPr>
          <p:spPr>
            <a:xfrm>
              <a:off x="3308237" y="456788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9" name="pt889"/>
            <p:cNvSpPr/>
            <p:nvPr/>
          </p:nvSpPr>
          <p:spPr>
            <a:xfrm>
              <a:off x="4158116" y="407527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0" name="pt890"/>
            <p:cNvSpPr/>
            <p:nvPr/>
          </p:nvSpPr>
          <p:spPr>
            <a:xfrm>
              <a:off x="4164982" y="368655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1" name="pt891"/>
            <p:cNvSpPr/>
            <p:nvPr/>
          </p:nvSpPr>
          <p:spPr>
            <a:xfrm>
              <a:off x="3801511" y="425309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2" name="pt892"/>
            <p:cNvSpPr/>
            <p:nvPr/>
          </p:nvSpPr>
          <p:spPr>
            <a:xfrm>
              <a:off x="5656600" y="361414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3" name="pt893"/>
            <p:cNvSpPr/>
            <p:nvPr/>
          </p:nvSpPr>
          <p:spPr>
            <a:xfrm>
              <a:off x="3503778" y="423554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4" name="pt894"/>
            <p:cNvSpPr/>
            <p:nvPr/>
          </p:nvSpPr>
          <p:spPr>
            <a:xfrm>
              <a:off x="4437992" y="353213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5" name="pt895"/>
            <p:cNvSpPr/>
            <p:nvPr/>
          </p:nvSpPr>
          <p:spPr>
            <a:xfrm>
              <a:off x="5427828" y="385681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6" name="pt896"/>
            <p:cNvSpPr/>
            <p:nvPr/>
          </p:nvSpPr>
          <p:spPr>
            <a:xfrm>
              <a:off x="4442326" y="409029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7" name="pt897"/>
            <p:cNvSpPr/>
            <p:nvPr/>
          </p:nvSpPr>
          <p:spPr>
            <a:xfrm>
              <a:off x="3649724" y="386939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8" name="pt898"/>
            <p:cNvSpPr/>
            <p:nvPr/>
          </p:nvSpPr>
          <p:spPr>
            <a:xfrm>
              <a:off x="2992476" y="451667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9" name="pt899"/>
            <p:cNvSpPr/>
            <p:nvPr/>
          </p:nvSpPr>
          <p:spPr>
            <a:xfrm>
              <a:off x="3617710" y="411679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0" name="pt900"/>
            <p:cNvSpPr/>
            <p:nvPr/>
          </p:nvSpPr>
          <p:spPr>
            <a:xfrm>
              <a:off x="4704669" y="401735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1" name="pt901"/>
            <p:cNvSpPr/>
            <p:nvPr/>
          </p:nvSpPr>
          <p:spPr>
            <a:xfrm>
              <a:off x="6052386" y="368499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2" name="pt902"/>
            <p:cNvSpPr/>
            <p:nvPr/>
          </p:nvSpPr>
          <p:spPr>
            <a:xfrm>
              <a:off x="4480252" y="366953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3" name="pt903"/>
            <p:cNvSpPr/>
            <p:nvPr/>
          </p:nvSpPr>
          <p:spPr>
            <a:xfrm>
              <a:off x="4194585" y="390128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4" name="pt904"/>
            <p:cNvSpPr/>
            <p:nvPr/>
          </p:nvSpPr>
          <p:spPr>
            <a:xfrm>
              <a:off x="4728098" y="371144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5" name="pt905"/>
            <p:cNvSpPr/>
            <p:nvPr/>
          </p:nvSpPr>
          <p:spPr>
            <a:xfrm>
              <a:off x="6333672" y="375503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6" name="pt906"/>
            <p:cNvSpPr/>
            <p:nvPr/>
          </p:nvSpPr>
          <p:spPr>
            <a:xfrm>
              <a:off x="3491374" y="444056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7" name="pt907"/>
            <p:cNvSpPr/>
            <p:nvPr/>
          </p:nvSpPr>
          <p:spPr>
            <a:xfrm>
              <a:off x="3639907" y="428332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8" name="pt908"/>
            <p:cNvSpPr/>
            <p:nvPr/>
          </p:nvSpPr>
          <p:spPr>
            <a:xfrm>
              <a:off x="3506217" y="414350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9" name="pt909"/>
            <p:cNvSpPr/>
            <p:nvPr/>
          </p:nvSpPr>
          <p:spPr>
            <a:xfrm>
              <a:off x="3888570" y="393588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0" name="pt910"/>
            <p:cNvSpPr/>
            <p:nvPr/>
          </p:nvSpPr>
          <p:spPr>
            <a:xfrm>
              <a:off x="4138501" y="382883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1" name="pt911"/>
            <p:cNvSpPr/>
            <p:nvPr/>
          </p:nvSpPr>
          <p:spPr>
            <a:xfrm>
              <a:off x="3516546" y="461991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2" name="pt912"/>
            <p:cNvSpPr/>
            <p:nvPr/>
          </p:nvSpPr>
          <p:spPr>
            <a:xfrm>
              <a:off x="3982878" y="397567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3" name="pt913"/>
            <p:cNvSpPr/>
            <p:nvPr/>
          </p:nvSpPr>
          <p:spPr>
            <a:xfrm>
              <a:off x="4990245" y="364895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4" name="pt914"/>
            <p:cNvSpPr/>
            <p:nvPr/>
          </p:nvSpPr>
          <p:spPr>
            <a:xfrm>
              <a:off x="3747751" y="391899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5" name="pt915"/>
            <p:cNvSpPr/>
            <p:nvPr/>
          </p:nvSpPr>
          <p:spPr>
            <a:xfrm>
              <a:off x="3989461" y="408202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6" name="pt916"/>
            <p:cNvSpPr/>
            <p:nvPr/>
          </p:nvSpPr>
          <p:spPr>
            <a:xfrm>
              <a:off x="3661753" y="413613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7" name="pt917"/>
            <p:cNvSpPr/>
            <p:nvPr/>
          </p:nvSpPr>
          <p:spPr>
            <a:xfrm>
              <a:off x="5017049" y="377875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8" name="pt918"/>
            <p:cNvSpPr/>
            <p:nvPr/>
          </p:nvSpPr>
          <p:spPr>
            <a:xfrm>
              <a:off x="4067386" y="412448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9" name="pt919"/>
            <p:cNvSpPr/>
            <p:nvPr/>
          </p:nvSpPr>
          <p:spPr>
            <a:xfrm>
              <a:off x="5016680" y="408471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0" name="pt920"/>
            <p:cNvSpPr/>
            <p:nvPr/>
          </p:nvSpPr>
          <p:spPr>
            <a:xfrm>
              <a:off x="3548204" y="411280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1" name="pt921"/>
            <p:cNvSpPr/>
            <p:nvPr/>
          </p:nvSpPr>
          <p:spPr>
            <a:xfrm>
              <a:off x="4879701" y="359441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2" name="pt922"/>
            <p:cNvSpPr/>
            <p:nvPr/>
          </p:nvSpPr>
          <p:spPr>
            <a:xfrm>
              <a:off x="7993316" y="347181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3" name="pt923"/>
            <p:cNvSpPr/>
            <p:nvPr/>
          </p:nvSpPr>
          <p:spPr>
            <a:xfrm>
              <a:off x="2933492" y="474707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4" name="pt924"/>
            <p:cNvSpPr/>
            <p:nvPr/>
          </p:nvSpPr>
          <p:spPr>
            <a:xfrm>
              <a:off x="4449696" y="418250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5" name="pt925"/>
            <p:cNvSpPr/>
            <p:nvPr/>
          </p:nvSpPr>
          <p:spPr>
            <a:xfrm>
              <a:off x="2796606" y="450015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6" name="pt926"/>
            <p:cNvSpPr/>
            <p:nvPr/>
          </p:nvSpPr>
          <p:spPr>
            <a:xfrm>
              <a:off x="6636871" y="317256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7" name="pt927"/>
            <p:cNvSpPr/>
            <p:nvPr/>
          </p:nvSpPr>
          <p:spPr>
            <a:xfrm>
              <a:off x="5951170" y="343933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8" name="pt928"/>
            <p:cNvSpPr/>
            <p:nvPr/>
          </p:nvSpPr>
          <p:spPr>
            <a:xfrm>
              <a:off x="3283275" y="407597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9" name="pt929"/>
            <p:cNvSpPr/>
            <p:nvPr/>
          </p:nvSpPr>
          <p:spPr>
            <a:xfrm>
              <a:off x="3363158" y="419255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0" name="pt930"/>
            <p:cNvSpPr/>
            <p:nvPr/>
          </p:nvSpPr>
          <p:spPr>
            <a:xfrm>
              <a:off x="4972995" y="380843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1" name="pt931"/>
            <p:cNvSpPr/>
            <p:nvPr/>
          </p:nvSpPr>
          <p:spPr>
            <a:xfrm>
              <a:off x="4288728" y="374542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2" name="pt932"/>
            <p:cNvSpPr/>
            <p:nvPr/>
          </p:nvSpPr>
          <p:spPr>
            <a:xfrm>
              <a:off x="4226902" y="385091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3" name="pt933"/>
            <p:cNvSpPr/>
            <p:nvPr/>
          </p:nvSpPr>
          <p:spPr>
            <a:xfrm>
              <a:off x="5010711" y="343274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4" name="pt934"/>
            <p:cNvSpPr/>
            <p:nvPr/>
          </p:nvSpPr>
          <p:spPr>
            <a:xfrm>
              <a:off x="4261651" y="359861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5" name="pt935"/>
            <p:cNvSpPr/>
            <p:nvPr/>
          </p:nvSpPr>
          <p:spPr>
            <a:xfrm>
              <a:off x="2554627" y="501596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6" name="pt936"/>
            <p:cNvSpPr/>
            <p:nvPr/>
          </p:nvSpPr>
          <p:spPr>
            <a:xfrm>
              <a:off x="2934818" y="485609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7" name="pt937"/>
            <p:cNvSpPr/>
            <p:nvPr/>
          </p:nvSpPr>
          <p:spPr>
            <a:xfrm>
              <a:off x="6844867" y="304506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8" name="pt938"/>
            <p:cNvSpPr/>
            <p:nvPr/>
          </p:nvSpPr>
          <p:spPr>
            <a:xfrm>
              <a:off x="5647058" y="323091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9" name="pt939"/>
            <p:cNvSpPr/>
            <p:nvPr/>
          </p:nvSpPr>
          <p:spPr>
            <a:xfrm>
              <a:off x="6158917" y="309997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0" name="pt940"/>
            <p:cNvSpPr/>
            <p:nvPr/>
          </p:nvSpPr>
          <p:spPr>
            <a:xfrm>
              <a:off x="6719082" y="346691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1" name="pt941"/>
            <p:cNvSpPr/>
            <p:nvPr/>
          </p:nvSpPr>
          <p:spPr>
            <a:xfrm>
              <a:off x="4724363" y="373041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2" name="pt942"/>
            <p:cNvSpPr/>
            <p:nvPr/>
          </p:nvSpPr>
          <p:spPr>
            <a:xfrm>
              <a:off x="4532124" y="357860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3" name="pt943"/>
            <p:cNvSpPr/>
            <p:nvPr/>
          </p:nvSpPr>
          <p:spPr>
            <a:xfrm>
              <a:off x="4915568" y="387326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4" name="pt944"/>
            <p:cNvSpPr/>
            <p:nvPr/>
          </p:nvSpPr>
          <p:spPr>
            <a:xfrm>
              <a:off x="3856320" y="390878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5" name="pt945"/>
            <p:cNvSpPr/>
            <p:nvPr/>
          </p:nvSpPr>
          <p:spPr>
            <a:xfrm>
              <a:off x="3861034" y="390306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6" name="pt946"/>
            <p:cNvSpPr/>
            <p:nvPr/>
          </p:nvSpPr>
          <p:spPr>
            <a:xfrm>
              <a:off x="5592269" y="378166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7" name="pt947"/>
            <p:cNvSpPr/>
            <p:nvPr/>
          </p:nvSpPr>
          <p:spPr>
            <a:xfrm>
              <a:off x="5871724" y="329954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8" name="pt948"/>
            <p:cNvSpPr/>
            <p:nvPr/>
          </p:nvSpPr>
          <p:spPr>
            <a:xfrm>
              <a:off x="4775852" y="346190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9" name="pt949"/>
            <p:cNvSpPr/>
            <p:nvPr/>
          </p:nvSpPr>
          <p:spPr>
            <a:xfrm>
              <a:off x="7169781" y="300972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0" name="pt950"/>
            <p:cNvSpPr/>
            <p:nvPr/>
          </p:nvSpPr>
          <p:spPr>
            <a:xfrm>
              <a:off x="4011295" y="385113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1" name="pt951"/>
            <p:cNvSpPr/>
            <p:nvPr/>
          </p:nvSpPr>
          <p:spPr>
            <a:xfrm>
              <a:off x="4344990" y="396291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2" name="pt952"/>
            <p:cNvSpPr/>
            <p:nvPr/>
          </p:nvSpPr>
          <p:spPr>
            <a:xfrm>
              <a:off x="4399911" y="390456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3" name="pt953"/>
            <p:cNvSpPr/>
            <p:nvPr/>
          </p:nvSpPr>
          <p:spPr>
            <a:xfrm>
              <a:off x="4243085" y="403146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4" name="pt954"/>
            <p:cNvSpPr/>
            <p:nvPr/>
          </p:nvSpPr>
          <p:spPr>
            <a:xfrm>
              <a:off x="7989826" y="318149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5" name="pt955"/>
            <p:cNvSpPr/>
            <p:nvPr/>
          </p:nvSpPr>
          <p:spPr>
            <a:xfrm>
              <a:off x="3120299" y="458274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6" name="pt956"/>
            <p:cNvSpPr/>
            <p:nvPr/>
          </p:nvSpPr>
          <p:spPr>
            <a:xfrm>
              <a:off x="3611603" y="388997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7" name="pt957"/>
            <p:cNvSpPr/>
            <p:nvPr/>
          </p:nvSpPr>
          <p:spPr>
            <a:xfrm>
              <a:off x="6950086" y="381222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8" name="pt958"/>
            <p:cNvSpPr/>
            <p:nvPr/>
          </p:nvSpPr>
          <p:spPr>
            <a:xfrm>
              <a:off x="3832859" y="371396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9" name="pt959"/>
            <p:cNvSpPr/>
            <p:nvPr/>
          </p:nvSpPr>
          <p:spPr>
            <a:xfrm>
              <a:off x="7485681" y="302268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0" name="pt960"/>
            <p:cNvSpPr/>
            <p:nvPr/>
          </p:nvSpPr>
          <p:spPr>
            <a:xfrm>
              <a:off x="4846030" y="407527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1" name="pt961"/>
            <p:cNvSpPr/>
            <p:nvPr/>
          </p:nvSpPr>
          <p:spPr>
            <a:xfrm>
              <a:off x="5321852" y="379577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2" name="pt962"/>
            <p:cNvSpPr/>
            <p:nvPr/>
          </p:nvSpPr>
          <p:spPr>
            <a:xfrm>
              <a:off x="6329442" y="366791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3" name="pt963"/>
            <p:cNvSpPr/>
            <p:nvPr/>
          </p:nvSpPr>
          <p:spPr>
            <a:xfrm>
              <a:off x="5096619" y="386472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4" name="pt964"/>
            <p:cNvSpPr/>
            <p:nvPr/>
          </p:nvSpPr>
          <p:spPr>
            <a:xfrm>
              <a:off x="3084621" y="433626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5" name="pg965"/>
            <p:cNvSpPr/>
            <p:nvPr/>
          </p:nvSpPr>
          <p:spPr>
            <a:xfrm>
              <a:off x="1985667" y="2659304"/>
              <a:ext cx="6033829" cy="2208099"/>
            </a:xfrm>
            <a:custGeom>
              <a:avLst/>
              <a:pathLst>
                <a:path w="6033829" h="2208099">
                  <a:moveTo>
                    <a:pt x="0" y="2124553"/>
                  </a:moveTo>
                  <a:lnTo>
                    <a:pt x="76377" y="2099264"/>
                  </a:lnTo>
                  <a:lnTo>
                    <a:pt x="152755" y="2073967"/>
                  </a:lnTo>
                  <a:lnTo>
                    <a:pt x="229132" y="2048660"/>
                  </a:lnTo>
                  <a:lnTo>
                    <a:pt x="305510" y="2023343"/>
                  </a:lnTo>
                  <a:lnTo>
                    <a:pt x="381887" y="1998014"/>
                  </a:lnTo>
                  <a:lnTo>
                    <a:pt x="458265" y="1972673"/>
                  </a:lnTo>
                  <a:lnTo>
                    <a:pt x="534643" y="1947318"/>
                  </a:lnTo>
                  <a:lnTo>
                    <a:pt x="611020" y="1921948"/>
                  </a:lnTo>
                  <a:lnTo>
                    <a:pt x="687398" y="1896560"/>
                  </a:lnTo>
                  <a:lnTo>
                    <a:pt x="763775" y="1871154"/>
                  </a:lnTo>
                  <a:lnTo>
                    <a:pt x="840153" y="1845726"/>
                  </a:lnTo>
                  <a:lnTo>
                    <a:pt x="916531" y="1820275"/>
                  </a:lnTo>
                  <a:lnTo>
                    <a:pt x="992908" y="1794797"/>
                  </a:lnTo>
                  <a:lnTo>
                    <a:pt x="1069286" y="1769290"/>
                  </a:lnTo>
                  <a:lnTo>
                    <a:pt x="1145663" y="1743749"/>
                  </a:lnTo>
                  <a:lnTo>
                    <a:pt x="1222041" y="1718171"/>
                  </a:lnTo>
                  <a:lnTo>
                    <a:pt x="1298419" y="1692551"/>
                  </a:lnTo>
                  <a:lnTo>
                    <a:pt x="1374796" y="1666884"/>
                  </a:lnTo>
                  <a:lnTo>
                    <a:pt x="1451174" y="1641164"/>
                  </a:lnTo>
                  <a:lnTo>
                    <a:pt x="1527551" y="1615386"/>
                  </a:lnTo>
                  <a:lnTo>
                    <a:pt x="1603929" y="1589542"/>
                  </a:lnTo>
                  <a:lnTo>
                    <a:pt x="1680307" y="1563626"/>
                  </a:lnTo>
                  <a:lnTo>
                    <a:pt x="1756684" y="1537632"/>
                  </a:lnTo>
                  <a:lnTo>
                    <a:pt x="1833062" y="1511552"/>
                  </a:lnTo>
                  <a:lnTo>
                    <a:pt x="1909439" y="1485380"/>
                  </a:lnTo>
                  <a:lnTo>
                    <a:pt x="1985817" y="1459110"/>
                  </a:lnTo>
                  <a:lnTo>
                    <a:pt x="2062195" y="1432740"/>
                  </a:lnTo>
                  <a:lnTo>
                    <a:pt x="2138572" y="1406266"/>
                  </a:lnTo>
                  <a:lnTo>
                    <a:pt x="2214950" y="1379687"/>
                  </a:lnTo>
                  <a:lnTo>
                    <a:pt x="2291327" y="1353005"/>
                  </a:lnTo>
                  <a:lnTo>
                    <a:pt x="2367705" y="1326223"/>
                  </a:lnTo>
                  <a:lnTo>
                    <a:pt x="2444083" y="1299344"/>
                  </a:lnTo>
                  <a:lnTo>
                    <a:pt x="2520460" y="1272375"/>
                  </a:lnTo>
                  <a:lnTo>
                    <a:pt x="2596838" y="1245321"/>
                  </a:lnTo>
                  <a:lnTo>
                    <a:pt x="2673215" y="1218190"/>
                  </a:lnTo>
                  <a:lnTo>
                    <a:pt x="2749593" y="1190989"/>
                  </a:lnTo>
                  <a:lnTo>
                    <a:pt x="2825971" y="1163723"/>
                  </a:lnTo>
                  <a:lnTo>
                    <a:pt x="2902348" y="1136400"/>
                  </a:lnTo>
                  <a:lnTo>
                    <a:pt x="2978726" y="1109025"/>
                  </a:lnTo>
                  <a:lnTo>
                    <a:pt x="3055103" y="1081605"/>
                  </a:lnTo>
                  <a:lnTo>
                    <a:pt x="3131481" y="1054144"/>
                  </a:lnTo>
                  <a:lnTo>
                    <a:pt x="3207858" y="1026646"/>
                  </a:lnTo>
                  <a:lnTo>
                    <a:pt x="3284236" y="999115"/>
                  </a:lnTo>
                  <a:lnTo>
                    <a:pt x="3360614" y="971556"/>
                  </a:lnTo>
                  <a:lnTo>
                    <a:pt x="3436991" y="943970"/>
                  </a:lnTo>
                  <a:lnTo>
                    <a:pt x="3513369" y="916362"/>
                  </a:lnTo>
                  <a:lnTo>
                    <a:pt x="3589746" y="888733"/>
                  </a:lnTo>
                  <a:lnTo>
                    <a:pt x="3666124" y="861085"/>
                  </a:lnTo>
                  <a:lnTo>
                    <a:pt x="3742502" y="833421"/>
                  </a:lnTo>
                  <a:lnTo>
                    <a:pt x="3818879" y="805741"/>
                  </a:lnTo>
                  <a:lnTo>
                    <a:pt x="3895257" y="778048"/>
                  </a:lnTo>
                  <a:lnTo>
                    <a:pt x="3971634" y="750343"/>
                  </a:lnTo>
                  <a:lnTo>
                    <a:pt x="4048012" y="722626"/>
                  </a:lnTo>
                  <a:lnTo>
                    <a:pt x="4124390" y="694899"/>
                  </a:lnTo>
                  <a:lnTo>
                    <a:pt x="4200767" y="667163"/>
                  </a:lnTo>
                  <a:lnTo>
                    <a:pt x="4277145" y="639419"/>
                  </a:lnTo>
                  <a:lnTo>
                    <a:pt x="4353522" y="611667"/>
                  </a:lnTo>
                  <a:lnTo>
                    <a:pt x="4429900" y="583908"/>
                  </a:lnTo>
                  <a:lnTo>
                    <a:pt x="4506278" y="556142"/>
                  </a:lnTo>
                  <a:lnTo>
                    <a:pt x="4582655" y="528370"/>
                  </a:lnTo>
                  <a:lnTo>
                    <a:pt x="4659033" y="500593"/>
                  </a:lnTo>
                  <a:lnTo>
                    <a:pt x="4735410" y="472811"/>
                  </a:lnTo>
                  <a:lnTo>
                    <a:pt x="4811788" y="445024"/>
                  </a:lnTo>
                  <a:lnTo>
                    <a:pt x="4888166" y="417233"/>
                  </a:lnTo>
                  <a:lnTo>
                    <a:pt x="4964543" y="389437"/>
                  </a:lnTo>
                  <a:lnTo>
                    <a:pt x="5040921" y="361638"/>
                  </a:lnTo>
                  <a:lnTo>
                    <a:pt x="5117298" y="333836"/>
                  </a:lnTo>
                  <a:lnTo>
                    <a:pt x="5193676" y="306030"/>
                  </a:lnTo>
                  <a:lnTo>
                    <a:pt x="5270054" y="278221"/>
                  </a:lnTo>
                  <a:lnTo>
                    <a:pt x="5346431" y="250409"/>
                  </a:lnTo>
                  <a:lnTo>
                    <a:pt x="5422809" y="222594"/>
                  </a:lnTo>
                  <a:lnTo>
                    <a:pt x="5499186" y="194777"/>
                  </a:lnTo>
                  <a:lnTo>
                    <a:pt x="5575564" y="166958"/>
                  </a:lnTo>
                  <a:lnTo>
                    <a:pt x="5651942" y="139136"/>
                  </a:lnTo>
                  <a:lnTo>
                    <a:pt x="5728319" y="111313"/>
                  </a:lnTo>
                  <a:lnTo>
                    <a:pt x="5804697" y="83487"/>
                  </a:lnTo>
                  <a:lnTo>
                    <a:pt x="5881074" y="55660"/>
                  </a:lnTo>
                  <a:lnTo>
                    <a:pt x="5957452" y="27830"/>
                  </a:lnTo>
                  <a:lnTo>
                    <a:pt x="6033829" y="0"/>
                  </a:lnTo>
                  <a:lnTo>
                    <a:pt x="6033829" y="143157"/>
                  </a:lnTo>
                  <a:lnTo>
                    <a:pt x="5957452" y="168358"/>
                  </a:lnTo>
                  <a:lnTo>
                    <a:pt x="5881074" y="193560"/>
                  </a:lnTo>
                  <a:lnTo>
                    <a:pt x="5804697" y="218764"/>
                  </a:lnTo>
                  <a:lnTo>
                    <a:pt x="5728319" y="243970"/>
                  </a:lnTo>
                  <a:lnTo>
                    <a:pt x="5651942" y="269178"/>
                  </a:lnTo>
                  <a:lnTo>
                    <a:pt x="5575564" y="294388"/>
                  </a:lnTo>
                  <a:lnTo>
                    <a:pt x="5499186" y="319600"/>
                  </a:lnTo>
                  <a:lnTo>
                    <a:pt x="5422809" y="344815"/>
                  </a:lnTo>
                  <a:lnTo>
                    <a:pt x="5346431" y="370032"/>
                  </a:lnTo>
                  <a:lnTo>
                    <a:pt x="5270054" y="395252"/>
                  </a:lnTo>
                  <a:lnTo>
                    <a:pt x="5193676" y="420474"/>
                  </a:lnTo>
                  <a:lnTo>
                    <a:pt x="5117298" y="445700"/>
                  </a:lnTo>
                  <a:lnTo>
                    <a:pt x="5040921" y="470929"/>
                  </a:lnTo>
                  <a:lnTo>
                    <a:pt x="4964543" y="496161"/>
                  </a:lnTo>
                  <a:lnTo>
                    <a:pt x="4888166" y="521398"/>
                  </a:lnTo>
                  <a:lnTo>
                    <a:pt x="4811788" y="546638"/>
                  </a:lnTo>
                  <a:lnTo>
                    <a:pt x="4735410" y="571882"/>
                  </a:lnTo>
                  <a:lnTo>
                    <a:pt x="4659033" y="597132"/>
                  </a:lnTo>
                  <a:lnTo>
                    <a:pt x="4582655" y="622386"/>
                  </a:lnTo>
                  <a:lnTo>
                    <a:pt x="4506278" y="647646"/>
                  </a:lnTo>
                  <a:lnTo>
                    <a:pt x="4429900" y="672912"/>
                  </a:lnTo>
                  <a:lnTo>
                    <a:pt x="4353522" y="698184"/>
                  </a:lnTo>
                  <a:lnTo>
                    <a:pt x="4277145" y="723464"/>
                  </a:lnTo>
                  <a:lnTo>
                    <a:pt x="4200767" y="748751"/>
                  </a:lnTo>
                  <a:lnTo>
                    <a:pt x="4124390" y="774047"/>
                  </a:lnTo>
                  <a:lnTo>
                    <a:pt x="4048012" y="799352"/>
                  </a:lnTo>
                  <a:lnTo>
                    <a:pt x="3971634" y="824667"/>
                  </a:lnTo>
                  <a:lnTo>
                    <a:pt x="3895257" y="849993"/>
                  </a:lnTo>
                  <a:lnTo>
                    <a:pt x="3818879" y="875331"/>
                  </a:lnTo>
                  <a:lnTo>
                    <a:pt x="3742502" y="900683"/>
                  </a:lnTo>
                  <a:lnTo>
                    <a:pt x="3666124" y="926051"/>
                  </a:lnTo>
                  <a:lnTo>
                    <a:pt x="3589746" y="951434"/>
                  </a:lnTo>
                  <a:lnTo>
                    <a:pt x="3513369" y="976837"/>
                  </a:lnTo>
                  <a:lnTo>
                    <a:pt x="3436991" y="1002260"/>
                  </a:lnTo>
                  <a:lnTo>
                    <a:pt x="3360614" y="1027706"/>
                  </a:lnTo>
                  <a:lnTo>
                    <a:pt x="3284236" y="1053178"/>
                  </a:lnTo>
                  <a:lnTo>
                    <a:pt x="3207858" y="1078680"/>
                  </a:lnTo>
                  <a:lnTo>
                    <a:pt x="3131481" y="1104213"/>
                  </a:lnTo>
                  <a:lnTo>
                    <a:pt x="3055103" y="1129783"/>
                  </a:lnTo>
                  <a:lnTo>
                    <a:pt x="2978726" y="1155395"/>
                  </a:lnTo>
                  <a:lnTo>
                    <a:pt x="2902348" y="1181052"/>
                  </a:lnTo>
                  <a:lnTo>
                    <a:pt x="2825971" y="1206760"/>
                  </a:lnTo>
                  <a:lnTo>
                    <a:pt x="2749593" y="1232526"/>
                  </a:lnTo>
                  <a:lnTo>
                    <a:pt x="2673215" y="1258356"/>
                  </a:lnTo>
                  <a:lnTo>
                    <a:pt x="2596838" y="1284257"/>
                  </a:lnTo>
                  <a:lnTo>
                    <a:pt x="2520460" y="1310235"/>
                  </a:lnTo>
                  <a:lnTo>
                    <a:pt x="2444083" y="1336297"/>
                  </a:lnTo>
                  <a:lnTo>
                    <a:pt x="2367705" y="1362450"/>
                  </a:lnTo>
                  <a:lnTo>
                    <a:pt x="2291327" y="1388699"/>
                  </a:lnTo>
                  <a:lnTo>
                    <a:pt x="2214950" y="1415049"/>
                  </a:lnTo>
                  <a:lnTo>
                    <a:pt x="2138572" y="1441502"/>
                  </a:lnTo>
                  <a:lnTo>
                    <a:pt x="2062195" y="1468059"/>
                  </a:lnTo>
                  <a:lnTo>
                    <a:pt x="1985817" y="1494720"/>
                  </a:lnTo>
                  <a:lnTo>
                    <a:pt x="1909439" y="1521483"/>
                  </a:lnTo>
                  <a:lnTo>
                    <a:pt x="1833062" y="1548342"/>
                  </a:lnTo>
                  <a:lnTo>
                    <a:pt x="1756684" y="1575294"/>
                  </a:lnTo>
                  <a:lnTo>
                    <a:pt x="1680307" y="1602331"/>
                  </a:lnTo>
                  <a:lnTo>
                    <a:pt x="1603929" y="1629447"/>
                  </a:lnTo>
                  <a:lnTo>
                    <a:pt x="1527551" y="1656635"/>
                  </a:lnTo>
                  <a:lnTo>
                    <a:pt x="1451174" y="1683888"/>
                  </a:lnTo>
                  <a:lnTo>
                    <a:pt x="1374796" y="1711200"/>
                  </a:lnTo>
                  <a:lnTo>
                    <a:pt x="1298419" y="1738564"/>
                  </a:lnTo>
                  <a:lnTo>
                    <a:pt x="1222041" y="1765976"/>
                  </a:lnTo>
                  <a:lnTo>
                    <a:pt x="1145663" y="1793429"/>
                  </a:lnTo>
                  <a:lnTo>
                    <a:pt x="1069286" y="1820920"/>
                  </a:lnTo>
                  <a:lnTo>
                    <a:pt x="992908" y="1848444"/>
                  </a:lnTo>
                  <a:lnTo>
                    <a:pt x="916531" y="1875998"/>
                  </a:lnTo>
                  <a:lnTo>
                    <a:pt x="840153" y="1903578"/>
                  </a:lnTo>
                  <a:lnTo>
                    <a:pt x="763775" y="1931182"/>
                  </a:lnTo>
                  <a:lnTo>
                    <a:pt x="687398" y="1958807"/>
                  </a:lnTo>
                  <a:lnTo>
                    <a:pt x="611020" y="1986452"/>
                  </a:lnTo>
                  <a:lnTo>
                    <a:pt x="534643" y="2014113"/>
                  </a:lnTo>
                  <a:lnTo>
                    <a:pt x="458265" y="2041789"/>
                  </a:lnTo>
                  <a:lnTo>
                    <a:pt x="381887" y="2069480"/>
                  </a:lnTo>
                  <a:lnTo>
                    <a:pt x="305510" y="2097183"/>
                  </a:lnTo>
                  <a:lnTo>
                    <a:pt x="229132" y="2124897"/>
                  </a:lnTo>
                  <a:lnTo>
                    <a:pt x="152755" y="2152622"/>
                  </a:lnTo>
                  <a:lnTo>
                    <a:pt x="76377" y="2180356"/>
                  </a:lnTo>
                  <a:lnTo>
                    <a:pt x="0" y="2208099"/>
                  </a:lnTo>
                  <a:close/>
                </a:path>
              </a:pathLst>
            </a:custGeom>
            <a:solidFill>
              <a:srgbClr val="999999">
                <a:alpha val="14901"/>
              </a:srgbClr>
            </a:solidFill>
          </p:spPr>
          <p:txBody>
            <a:bodyPr/>
            <a:lstStyle/>
            <a:p/>
          </p:txBody>
        </p:sp>
        <p:sp>
          <p:nvSpPr>
            <p:cNvPr id="966" name="pl966"/>
            <p:cNvSpPr/>
            <p:nvPr/>
          </p:nvSpPr>
          <p:spPr>
            <a:xfrm>
              <a:off x="1985667" y="2659304"/>
              <a:ext cx="6033829" cy="2124553"/>
            </a:xfrm>
            <a:custGeom>
              <a:avLst/>
              <a:pathLst>
                <a:path w="6033829" h="2124553">
                  <a:moveTo>
                    <a:pt x="0" y="2124553"/>
                  </a:moveTo>
                  <a:lnTo>
                    <a:pt x="76377" y="2099264"/>
                  </a:lnTo>
                  <a:lnTo>
                    <a:pt x="152755" y="2073967"/>
                  </a:lnTo>
                  <a:lnTo>
                    <a:pt x="229132" y="2048660"/>
                  </a:lnTo>
                  <a:lnTo>
                    <a:pt x="305510" y="2023343"/>
                  </a:lnTo>
                  <a:lnTo>
                    <a:pt x="381887" y="1998014"/>
                  </a:lnTo>
                  <a:lnTo>
                    <a:pt x="458265" y="1972673"/>
                  </a:lnTo>
                  <a:lnTo>
                    <a:pt x="534643" y="1947318"/>
                  </a:lnTo>
                  <a:lnTo>
                    <a:pt x="611020" y="1921948"/>
                  </a:lnTo>
                  <a:lnTo>
                    <a:pt x="687398" y="1896560"/>
                  </a:lnTo>
                  <a:lnTo>
                    <a:pt x="763775" y="1871154"/>
                  </a:lnTo>
                  <a:lnTo>
                    <a:pt x="840153" y="1845726"/>
                  </a:lnTo>
                  <a:lnTo>
                    <a:pt x="916531" y="1820275"/>
                  </a:lnTo>
                  <a:lnTo>
                    <a:pt x="992908" y="1794797"/>
                  </a:lnTo>
                  <a:lnTo>
                    <a:pt x="1069286" y="1769290"/>
                  </a:lnTo>
                  <a:lnTo>
                    <a:pt x="1145663" y="1743749"/>
                  </a:lnTo>
                  <a:lnTo>
                    <a:pt x="1222041" y="1718171"/>
                  </a:lnTo>
                  <a:lnTo>
                    <a:pt x="1298419" y="1692551"/>
                  </a:lnTo>
                  <a:lnTo>
                    <a:pt x="1374796" y="1666884"/>
                  </a:lnTo>
                  <a:lnTo>
                    <a:pt x="1451174" y="1641164"/>
                  </a:lnTo>
                  <a:lnTo>
                    <a:pt x="1527551" y="1615386"/>
                  </a:lnTo>
                  <a:lnTo>
                    <a:pt x="1603929" y="1589542"/>
                  </a:lnTo>
                  <a:lnTo>
                    <a:pt x="1680307" y="1563626"/>
                  </a:lnTo>
                  <a:lnTo>
                    <a:pt x="1756684" y="1537632"/>
                  </a:lnTo>
                  <a:lnTo>
                    <a:pt x="1833062" y="1511552"/>
                  </a:lnTo>
                  <a:lnTo>
                    <a:pt x="1909439" y="1485380"/>
                  </a:lnTo>
                  <a:lnTo>
                    <a:pt x="1985817" y="1459110"/>
                  </a:lnTo>
                  <a:lnTo>
                    <a:pt x="2062195" y="1432740"/>
                  </a:lnTo>
                  <a:lnTo>
                    <a:pt x="2138572" y="1406266"/>
                  </a:lnTo>
                  <a:lnTo>
                    <a:pt x="2214950" y="1379687"/>
                  </a:lnTo>
                  <a:lnTo>
                    <a:pt x="2291327" y="1353005"/>
                  </a:lnTo>
                  <a:lnTo>
                    <a:pt x="2367705" y="1326223"/>
                  </a:lnTo>
                  <a:lnTo>
                    <a:pt x="2444083" y="1299344"/>
                  </a:lnTo>
                  <a:lnTo>
                    <a:pt x="2520460" y="1272375"/>
                  </a:lnTo>
                  <a:lnTo>
                    <a:pt x="2596838" y="1245321"/>
                  </a:lnTo>
                  <a:lnTo>
                    <a:pt x="2673215" y="1218190"/>
                  </a:lnTo>
                  <a:lnTo>
                    <a:pt x="2749593" y="1190989"/>
                  </a:lnTo>
                  <a:lnTo>
                    <a:pt x="2825971" y="1163723"/>
                  </a:lnTo>
                  <a:lnTo>
                    <a:pt x="2902348" y="1136400"/>
                  </a:lnTo>
                  <a:lnTo>
                    <a:pt x="2978726" y="1109025"/>
                  </a:lnTo>
                  <a:lnTo>
                    <a:pt x="3055103" y="1081605"/>
                  </a:lnTo>
                  <a:lnTo>
                    <a:pt x="3131481" y="1054144"/>
                  </a:lnTo>
                  <a:lnTo>
                    <a:pt x="3207858" y="1026646"/>
                  </a:lnTo>
                  <a:lnTo>
                    <a:pt x="3284236" y="999115"/>
                  </a:lnTo>
                  <a:lnTo>
                    <a:pt x="3360614" y="971556"/>
                  </a:lnTo>
                  <a:lnTo>
                    <a:pt x="3436991" y="943970"/>
                  </a:lnTo>
                  <a:lnTo>
                    <a:pt x="3513369" y="916362"/>
                  </a:lnTo>
                  <a:lnTo>
                    <a:pt x="3589746" y="888733"/>
                  </a:lnTo>
                  <a:lnTo>
                    <a:pt x="3666124" y="861085"/>
                  </a:lnTo>
                  <a:lnTo>
                    <a:pt x="3742502" y="833421"/>
                  </a:lnTo>
                  <a:lnTo>
                    <a:pt x="3818879" y="805741"/>
                  </a:lnTo>
                  <a:lnTo>
                    <a:pt x="3895257" y="778048"/>
                  </a:lnTo>
                  <a:lnTo>
                    <a:pt x="3971634" y="750343"/>
                  </a:lnTo>
                  <a:lnTo>
                    <a:pt x="4048012" y="722626"/>
                  </a:lnTo>
                  <a:lnTo>
                    <a:pt x="4124390" y="694899"/>
                  </a:lnTo>
                  <a:lnTo>
                    <a:pt x="4200767" y="667163"/>
                  </a:lnTo>
                  <a:lnTo>
                    <a:pt x="4277145" y="639419"/>
                  </a:lnTo>
                  <a:lnTo>
                    <a:pt x="4353522" y="611667"/>
                  </a:lnTo>
                  <a:lnTo>
                    <a:pt x="4429900" y="583908"/>
                  </a:lnTo>
                  <a:lnTo>
                    <a:pt x="4506278" y="556142"/>
                  </a:lnTo>
                  <a:lnTo>
                    <a:pt x="4582655" y="528370"/>
                  </a:lnTo>
                  <a:lnTo>
                    <a:pt x="4659033" y="500593"/>
                  </a:lnTo>
                  <a:lnTo>
                    <a:pt x="4735410" y="472811"/>
                  </a:lnTo>
                  <a:lnTo>
                    <a:pt x="4811788" y="445024"/>
                  </a:lnTo>
                  <a:lnTo>
                    <a:pt x="4888166" y="417233"/>
                  </a:lnTo>
                  <a:lnTo>
                    <a:pt x="4964543" y="389437"/>
                  </a:lnTo>
                  <a:lnTo>
                    <a:pt x="5040921" y="361638"/>
                  </a:lnTo>
                  <a:lnTo>
                    <a:pt x="5117298" y="333836"/>
                  </a:lnTo>
                  <a:lnTo>
                    <a:pt x="5193676" y="306030"/>
                  </a:lnTo>
                  <a:lnTo>
                    <a:pt x="5270054" y="278221"/>
                  </a:lnTo>
                  <a:lnTo>
                    <a:pt x="5346431" y="250409"/>
                  </a:lnTo>
                  <a:lnTo>
                    <a:pt x="5422809" y="222594"/>
                  </a:lnTo>
                  <a:lnTo>
                    <a:pt x="5499186" y="194777"/>
                  </a:lnTo>
                  <a:lnTo>
                    <a:pt x="5575564" y="166958"/>
                  </a:lnTo>
                  <a:lnTo>
                    <a:pt x="5651942" y="139136"/>
                  </a:lnTo>
                  <a:lnTo>
                    <a:pt x="5728319" y="111313"/>
                  </a:lnTo>
                  <a:lnTo>
                    <a:pt x="5804697" y="83487"/>
                  </a:lnTo>
                  <a:lnTo>
                    <a:pt x="5881074" y="55660"/>
                  </a:lnTo>
                  <a:lnTo>
                    <a:pt x="5957452" y="27830"/>
                  </a:lnTo>
                  <a:lnTo>
                    <a:pt x="6033829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967" name="pl967"/>
            <p:cNvSpPr/>
            <p:nvPr/>
          </p:nvSpPr>
          <p:spPr>
            <a:xfrm>
              <a:off x="1985667" y="2802461"/>
              <a:ext cx="6033829" cy="2064942"/>
            </a:xfrm>
            <a:custGeom>
              <a:avLst/>
              <a:pathLst>
                <a:path w="6033829" h="2064942">
                  <a:moveTo>
                    <a:pt x="6033829" y="0"/>
                  </a:moveTo>
                  <a:lnTo>
                    <a:pt x="5957452" y="25200"/>
                  </a:lnTo>
                  <a:lnTo>
                    <a:pt x="5881074" y="50403"/>
                  </a:lnTo>
                  <a:lnTo>
                    <a:pt x="5804697" y="75607"/>
                  </a:lnTo>
                  <a:lnTo>
                    <a:pt x="5728319" y="100813"/>
                  </a:lnTo>
                  <a:lnTo>
                    <a:pt x="5651942" y="126021"/>
                  </a:lnTo>
                  <a:lnTo>
                    <a:pt x="5575564" y="151231"/>
                  </a:lnTo>
                  <a:lnTo>
                    <a:pt x="5499186" y="176443"/>
                  </a:lnTo>
                  <a:lnTo>
                    <a:pt x="5422809" y="201657"/>
                  </a:lnTo>
                  <a:lnTo>
                    <a:pt x="5346431" y="226875"/>
                  </a:lnTo>
                  <a:lnTo>
                    <a:pt x="5270054" y="252094"/>
                  </a:lnTo>
                  <a:lnTo>
                    <a:pt x="5193676" y="277317"/>
                  </a:lnTo>
                  <a:lnTo>
                    <a:pt x="5117298" y="302543"/>
                  </a:lnTo>
                  <a:lnTo>
                    <a:pt x="5040921" y="327772"/>
                  </a:lnTo>
                  <a:lnTo>
                    <a:pt x="4964543" y="353004"/>
                  </a:lnTo>
                  <a:lnTo>
                    <a:pt x="4888166" y="378240"/>
                  </a:lnTo>
                  <a:lnTo>
                    <a:pt x="4811788" y="403480"/>
                  </a:lnTo>
                  <a:lnTo>
                    <a:pt x="4735410" y="428725"/>
                  </a:lnTo>
                  <a:lnTo>
                    <a:pt x="4659033" y="453974"/>
                  </a:lnTo>
                  <a:lnTo>
                    <a:pt x="4582655" y="479229"/>
                  </a:lnTo>
                  <a:lnTo>
                    <a:pt x="4506278" y="504489"/>
                  </a:lnTo>
                  <a:lnTo>
                    <a:pt x="4429900" y="529755"/>
                  </a:lnTo>
                  <a:lnTo>
                    <a:pt x="4353522" y="555027"/>
                  </a:lnTo>
                  <a:lnTo>
                    <a:pt x="4277145" y="580307"/>
                  </a:lnTo>
                  <a:lnTo>
                    <a:pt x="4200767" y="605594"/>
                  </a:lnTo>
                  <a:lnTo>
                    <a:pt x="4124390" y="630889"/>
                  </a:lnTo>
                  <a:lnTo>
                    <a:pt x="4048012" y="656194"/>
                  </a:lnTo>
                  <a:lnTo>
                    <a:pt x="3971634" y="681509"/>
                  </a:lnTo>
                  <a:lnTo>
                    <a:pt x="3895257" y="706836"/>
                  </a:lnTo>
                  <a:lnTo>
                    <a:pt x="3818879" y="732174"/>
                  </a:lnTo>
                  <a:lnTo>
                    <a:pt x="3742502" y="757526"/>
                  </a:lnTo>
                  <a:lnTo>
                    <a:pt x="3666124" y="782893"/>
                  </a:lnTo>
                  <a:lnTo>
                    <a:pt x="3589746" y="808277"/>
                  </a:lnTo>
                  <a:lnTo>
                    <a:pt x="3513369" y="833679"/>
                  </a:lnTo>
                  <a:lnTo>
                    <a:pt x="3436991" y="859103"/>
                  </a:lnTo>
                  <a:lnTo>
                    <a:pt x="3360614" y="884549"/>
                  </a:lnTo>
                  <a:lnTo>
                    <a:pt x="3284236" y="910021"/>
                  </a:lnTo>
                  <a:lnTo>
                    <a:pt x="3207858" y="935522"/>
                  </a:lnTo>
                  <a:lnTo>
                    <a:pt x="3131481" y="961056"/>
                  </a:lnTo>
                  <a:lnTo>
                    <a:pt x="3055103" y="986626"/>
                  </a:lnTo>
                  <a:lnTo>
                    <a:pt x="2978726" y="1012237"/>
                  </a:lnTo>
                  <a:lnTo>
                    <a:pt x="2902348" y="1037894"/>
                  </a:lnTo>
                  <a:lnTo>
                    <a:pt x="2825971" y="1063603"/>
                  </a:lnTo>
                  <a:lnTo>
                    <a:pt x="2749593" y="1089369"/>
                  </a:lnTo>
                  <a:lnTo>
                    <a:pt x="2673215" y="1115199"/>
                  </a:lnTo>
                  <a:lnTo>
                    <a:pt x="2596838" y="1141099"/>
                  </a:lnTo>
                  <a:lnTo>
                    <a:pt x="2520460" y="1167077"/>
                  </a:lnTo>
                  <a:lnTo>
                    <a:pt x="2444083" y="1193140"/>
                  </a:lnTo>
                  <a:lnTo>
                    <a:pt x="2367705" y="1219293"/>
                  </a:lnTo>
                  <a:lnTo>
                    <a:pt x="2291327" y="1245542"/>
                  </a:lnTo>
                  <a:lnTo>
                    <a:pt x="2214950" y="1271891"/>
                  </a:lnTo>
                  <a:lnTo>
                    <a:pt x="2138572" y="1298344"/>
                  </a:lnTo>
                  <a:lnTo>
                    <a:pt x="2062195" y="1324902"/>
                  </a:lnTo>
                  <a:lnTo>
                    <a:pt x="1985817" y="1351563"/>
                  </a:lnTo>
                  <a:lnTo>
                    <a:pt x="1909439" y="1378325"/>
                  </a:lnTo>
                  <a:lnTo>
                    <a:pt x="1833062" y="1405185"/>
                  </a:lnTo>
                  <a:lnTo>
                    <a:pt x="1756684" y="1432136"/>
                  </a:lnTo>
                  <a:lnTo>
                    <a:pt x="1680307" y="1459173"/>
                  </a:lnTo>
                  <a:lnTo>
                    <a:pt x="1603929" y="1486289"/>
                  </a:lnTo>
                  <a:lnTo>
                    <a:pt x="1527551" y="1513477"/>
                  </a:lnTo>
                  <a:lnTo>
                    <a:pt x="1451174" y="1540730"/>
                  </a:lnTo>
                  <a:lnTo>
                    <a:pt x="1374796" y="1568042"/>
                  </a:lnTo>
                  <a:lnTo>
                    <a:pt x="1298419" y="1595407"/>
                  </a:lnTo>
                  <a:lnTo>
                    <a:pt x="1222041" y="1622818"/>
                  </a:lnTo>
                  <a:lnTo>
                    <a:pt x="1145663" y="1650272"/>
                  </a:lnTo>
                  <a:lnTo>
                    <a:pt x="1069286" y="1677763"/>
                  </a:lnTo>
                  <a:lnTo>
                    <a:pt x="992908" y="1705287"/>
                  </a:lnTo>
                  <a:lnTo>
                    <a:pt x="916531" y="1732841"/>
                  </a:lnTo>
                  <a:lnTo>
                    <a:pt x="840153" y="1760421"/>
                  </a:lnTo>
                  <a:lnTo>
                    <a:pt x="763775" y="1788025"/>
                  </a:lnTo>
                  <a:lnTo>
                    <a:pt x="687398" y="1815650"/>
                  </a:lnTo>
                  <a:lnTo>
                    <a:pt x="611020" y="1843294"/>
                  </a:lnTo>
                  <a:lnTo>
                    <a:pt x="534643" y="1870955"/>
                  </a:lnTo>
                  <a:lnTo>
                    <a:pt x="458265" y="1898632"/>
                  </a:lnTo>
                  <a:lnTo>
                    <a:pt x="381887" y="1926323"/>
                  </a:lnTo>
                  <a:lnTo>
                    <a:pt x="305510" y="1954026"/>
                  </a:lnTo>
                  <a:lnTo>
                    <a:pt x="229132" y="1981740"/>
                  </a:lnTo>
                  <a:lnTo>
                    <a:pt x="152755" y="2009465"/>
                  </a:lnTo>
                  <a:lnTo>
                    <a:pt x="76377" y="2037199"/>
                  </a:lnTo>
                  <a:lnTo>
                    <a:pt x="0" y="2064942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968" name="pl968"/>
            <p:cNvSpPr/>
            <p:nvPr/>
          </p:nvSpPr>
          <p:spPr>
            <a:xfrm>
              <a:off x="1985667" y="2730883"/>
              <a:ext cx="6033829" cy="2094747"/>
            </a:xfrm>
            <a:custGeom>
              <a:avLst/>
              <a:pathLst>
                <a:path w="6033829" h="2094747">
                  <a:moveTo>
                    <a:pt x="0" y="2094747"/>
                  </a:moveTo>
                  <a:lnTo>
                    <a:pt x="76377" y="2068232"/>
                  </a:lnTo>
                  <a:lnTo>
                    <a:pt x="152755" y="2041716"/>
                  </a:lnTo>
                  <a:lnTo>
                    <a:pt x="229132" y="2015200"/>
                  </a:lnTo>
                  <a:lnTo>
                    <a:pt x="305510" y="1988684"/>
                  </a:lnTo>
                  <a:lnTo>
                    <a:pt x="381887" y="1962168"/>
                  </a:lnTo>
                  <a:lnTo>
                    <a:pt x="458265" y="1935653"/>
                  </a:lnTo>
                  <a:lnTo>
                    <a:pt x="534643" y="1909137"/>
                  </a:lnTo>
                  <a:lnTo>
                    <a:pt x="611020" y="1882621"/>
                  </a:lnTo>
                  <a:lnTo>
                    <a:pt x="687398" y="1856105"/>
                  </a:lnTo>
                  <a:lnTo>
                    <a:pt x="763775" y="1829589"/>
                  </a:lnTo>
                  <a:lnTo>
                    <a:pt x="840153" y="1803074"/>
                  </a:lnTo>
                  <a:lnTo>
                    <a:pt x="916531" y="1776558"/>
                  </a:lnTo>
                  <a:lnTo>
                    <a:pt x="992908" y="1750042"/>
                  </a:lnTo>
                  <a:lnTo>
                    <a:pt x="1069286" y="1723526"/>
                  </a:lnTo>
                  <a:lnTo>
                    <a:pt x="1145663" y="1697010"/>
                  </a:lnTo>
                  <a:lnTo>
                    <a:pt x="1222041" y="1670495"/>
                  </a:lnTo>
                  <a:lnTo>
                    <a:pt x="1298419" y="1643979"/>
                  </a:lnTo>
                  <a:lnTo>
                    <a:pt x="1374796" y="1617463"/>
                  </a:lnTo>
                  <a:lnTo>
                    <a:pt x="1451174" y="1590947"/>
                  </a:lnTo>
                  <a:lnTo>
                    <a:pt x="1527551" y="1564431"/>
                  </a:lnTo>
                  <a:lnTo>
                    <a:pt x="1603929" y="1537916"/>
                  </a:lnTo>
                  <a:lnTo>
                    <a:pt x="1680307" y="1511400"/>
                  </a:lnTo>
                  <a:lnTo>
                    <a:pt x="1756684" y="1484884"/>
                  </a:lnTo>
                  <a:lnTo>
                    <a:pt x="1833062" y="1458368"/>
                  </a:lnTo>
                  <a:lnTo>
                    <a:pt x="1909439" y="1431852"/>
                  </a:lnTo>
                  <a:lnTo>
                    <a:pt x="1985817" y="1405337"/>
                  </a:lnTo>
                  <a:lnTo>
                    <a:pt x="2062195" y="1378821"/>
                  </a:lnTo>
                  <a:lnTo>
                    <a:pt x="2138572" y="1352305"/>
                  </a:lnTo>
                  <a:lnTo>
                    <a:pt x="2214950" y="1325789"/>
                  </a:lnTo>
                  <a:lnTo>
                    <a:pt x="2291327" y="1299273"/>
                  </a:lnTo>
                  <a:lnTo>
                    <a:pt x="2367705" y="1272758"/>
                  </a:lnTo>
                  <a:lnTo>
                    <a:pt x="2444083" y="1246242"/>
                  </a:lnTo>
                  <a:lnTo>
                    <a:pt x="2520460" y="1219726"/>
                  </a:lnTo>
                  <a:lnTo>
                    <a:pt x="2596838" y="1193210"/>
                  </a:lnTo>
                  <a:lnTo>
                    <a:pt x="2673215" y="1166695"/>
                  </a:lnTo>
                  <a:lnTo>
                    <a:pt x="2749593" y="1140179"/>
                  </a:lnTo>
                  <a:lnTo>
                    <a:pt x="2825971" y="1113663"/>
                  </a:lnTo>
                  <a:lnTo>
                    <a:pt x="2902348" y="1087147"/>
                  </a:lnTo>
                  <a:lnTo>
                    <a:pt x="2978726" y="1060631"/>
                  </a:lnTo>
                  <a:lnTo>
                    <a:pt x="3055103" y="1034116"/>
                  </a:lnTo>
                  <a:lnTo>
                    <a:pt x="3131481" y="1007600"/>
                  </a:lnTo>
                  <a:lnTo>
                    <a:pt x="3207858" y="981084"/>
                  </a:lnTo>
                  <a:lnTo>
                    <a:pt x="3284236" y="954568"/>
                  </a:lnTo>
                  <a:lnTo>
                    <a:pt x="3360614" y="928052"/>
                  </a:lnTo>
                  <a:lnTo>
                    <a:pt x="3436991" y="901537"/>
                  </a:lnTo>
                  <a:lnTo>
                    <a:pt x="3513369" y="875021"/>
                  </a:lnTo>
                  <a:lnTo>
                    <a:pt x="3589746" y="848505"/>
                  </a:lnTo>
                  <a:lnTo>
                    <a:pt x="3666124" y="821989"/>
                  </a:lnTo>
                  <a:lnTo>
                    <a:pt x="3742502" y="795473"/>
                  </a:lnTo>
                  <a:lnTo>
                    <a:pt x="3818879" y="768958"/>
                  </a:lnTo>
                  <a:lnTo>
                    <a:pt x="3895257" y="742442"/>
                  </a:lnTo>
                  <a:lnTo>
                    <a:pt x="3971634" y="715926"/>
                  </a:lnTo>
                  <a:lnTo>
                    <a:pt x="4048012" y="689410"/>
                  </a:lnTo>
                  <a:lnTo>
                    <a:pt x="4124390" y="662894"/>
                  </a:lnTo>
                  <a:lnTo>
                    <a:pt x="4200767" y="636379"/>
                  </a:lnTo>
                  <a:lnTo>
                    <a:pt x="4277145" y="609863"/>
                  </a:lnTo>
                  <a:lnTo>
                    <a:pt x="4353522" y="583347"/>
                  </a:lnTo>
                  <a:lnTo>
                    <a:pt x="4429900" y="556831"/>
                  </a:lnTo>
                  <a:lnTo>
                    <a:pt x="4506278" y="530315"/>
                  </a:lnTo>
                  <a:lnTo>
                    <a:pt x="4582655" y="503800"/>
                  </a:lnTo>
                  <a:lnTo>
                    <a:pt x="4659033" y="477284"/>
                  </a:lnTo>
                  <a:lnTo>
                    <a:pt x="4735410" y="450768"/>
                  </a:lnTo>
                  <a:lnTo>
                    <a:pt x="4811788" y="424252"/>
                  </a:lnTo>
                  <a:lnTo>
                    <a:pt x="4888166" y="397736"/>
                  </a:lnTo>
                  <a:lnTo>
                    <a:pt x="4964543" y="371221"/>
                  </a:lnTo>
                  <a:lnTo>
                    <a:pt x="5040921" y="344705"/>
                  </a:lnTo>
                  <a:lnTo>
                    <a:pt x="5117298" y="318189"/>
                  </a:lnTo>
                  <a:lnTo>
                    <a:pt x="5193676" y="291673"/>
                  </a:lnTo>
                  <a:lnTo>
                    <a:pt x="5270054" y="265157"/>
                  </a:lnTo>
                  <a:lnTo>
                    <a:pt x="5346431" y="238642"/>
                  </a:lnTo>
                  <a:lnTo>
                    <a:pt x="5422809" y="212126"/>
                  </a:lnTo>
                  <a:lnTo>
                    <a:pt x="5499186" y="185610"/>
                  </a:lnTo>
                  <a:lnTo>
                    <a:pt x="5575564" y="159094"/>
                  </a:lnTo>
                  <a:lnTo>
                    <a:pt x="5651942" y="132578"/>
                  </a:lnTo>
                  <a:lnTo>
                    <a:pt x="5728319" y="106063"/>
                  </a:lnTo>
                  <a:lnTo>
                    <a:pt x="5804697" y="79547"/>
                  </a:lnTo>
                  <a:lnTo>
                    <a:pt x="5881074" y="53031"/>
                  </a:lnTo>
                  <a:lnTo>
                    <a:pt x="5957452" y="26515"/>
                  </a:lnTo>
                  <a:lnTo>
                    <a:pt x="6033829" y="0"/>
                  </a:lnTo>
                </a:path>
              </a:pathLst>
            </a:custGeom>
            <a:ln w="27101" cap="flat">
              <a:solidFill>
                <a:srgbClr val="99999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9" name="pg969"/>
            <p:cNvSpPr/>
            <p:nvPr/>
          </p:nvSpPr>
          <p:spPr>
            <a:xfrm>
              <a:off x="2425754" y="2928084"/>
              <a:ext cx="6191456" cy="1817128"/>
            </a:xfrm>
            <a:custGeom>
              <a:avLst/>
              <a:pathLst>
                <a:path w="6191456" h="1817128">
                  <a:moveTo>
                    <a:pt x="0" y="1669429"/>
                  </a:moveTo>
                  <a:lnTo>
                    <a:pt x="157354" y="1630708"/>
                  </a:lnTo>
                  <a:lnTo>
                    <a:pt x="314709" y="1591943"/>
                  </a:lnTo>
                  <a:lnTo>
                    <a:pt x="472064" y="1553128"/>
                  </a:lnTo>
                  <a:lnTo>
                    <a:pt x="629419" y="1514254"/>
                  </a:lnTo>
                  <a:lnTo>
                    <a:pt x="786774" y="1475312"/>
                  </a:lnTo>
                  <a:lnTo>
                    <a:pt x="944129" y="1436290"/>
                  </a:lnTo>
                  <a:lnTo>
                    <a:pt x="1101484" y="1397174"/>
                  </a:lnTo>
                  <a:lnTo>
                    <a:pt x="1258839" y="1357946"/>
                  </a:lnTo>
                  <a:lnTo>
                    <a:pt x="1416194" y="1318587"/>
                  </a:lnTo>
                  <a:lnTo>
                    <a:pt x="1573548" y="1279072"/>
                  </a:lnTo>
                  <a:lnTo>
                    <a:pt x="1730903" y="1239372"/>
                  </a:lnTo>
                  <a:lnTo>
                    <a:pt x="1888258" y="1199452"/>
                  </a:lnTo>
                  <a:lnTo>
                    <a:pt x="2045613" y="1159275"/>
                  </a:lnTo>
                  <a:lnTo>
                    <a:pt x="2202968" y="1118801"/>
                  </a:lnTo>
                  <a:lnTo>
                    <a:pt x="2360323" y="1077987"/>
                  </a:lnTo>
                  <a:lnTo>
                    <a:pt x="2517678" y="1036795"/>
                  </a:lnTo>
                  <a:lnTo>
                    <a:pt x="2675033" y="995195"/>
                  </a:lnTo>
                  <a:lnTo>
                    <a:pt x="2832388" y="953171"/>
                  </a:lnTo>
                  <a:lnTo>
                    <a:pt x="2989743" y="910719"/>
                  </a:lnTo>
                  <a:lnTo>
                    <a:pt x="3147097" y="867856"/>
                  </a:lnTo>
                  <a:lnTo>
                    <a:pt x="3304452" y="824608"/>
                  </a:lnTo>
                  <a:lnTo>
                    <a:pt x="3461807" y="781013"/>
                  </a:lnTo>
                  <a:lnTo>
                    <a:pt x="3619162" y="737112"/>
                  </a:lnTo>
                  <a:lnTo>
                    <a:pt x="3776517" y="692946"/>
                  </a:lnTo>
                  <a:lnTo>
                    <a:pt x="3933872" y="648554"/>
                  </a:lnTo>
                  <a:lnTo>
                    <a:pt x="4091227" y="603970"/>
                  </a:lnTo>
                  <a:lnTo>
                    <a:pt x="4248582" y="559225"/>
                  </a:lnTo>
                  <a:lnTo>
                    <a:pt x="4405937" y="514344"/>
                  </a:lnTo>
                  <a:lnTo>
                    <a:pt x="4563291" y="469348"/>
                  </a:lnTo>
                  <a:lnTo>
                    <a:pt x="4720646" y="424255"/>
                  </a:lnTo>
                  <a:lnTo>
                    <a:pt x="4878001" y="379080"/>
                  </a:lnTo>
                  <a:lnTo>
                    <a:pt x="5035356" y="333834"/>
                  </a:lnTo>
                  <a:lnTo>
                    <a:pt x="5192711" y="288528"/>
                  </a:lnTo>
                  <a:lnTo>
                    <a:pt x="5350066" y="243170"/>
                  </a:lnTo>
                  <a:lnTo>
                    <a:pt x="5507421" y="197767"/>
                  </a:lnTo>
                  <a:lnTo>
                    <a:pt x="5664776" y="152325"/>
                  </a:lnTo>
                  <a:lnTo>
                    <a:pt x="5822131" y="106849"/>
                  </a:lnTo>
                  <a:lnTo>
                    <a:pt x="5979486" y="61343"/>
                  </a:lnTo>
                  <a:lnTo>
                    <a:pt x="6136840" y="15811"/>
                  </a:lnTo>
                  <a:lnTo>
                    <a:pt x="6191456" y="0"/>
                  </a:lnTo>
                  <a:lnTo>
                    <a:pt x="6191456" y="176204"/>
                  </a:lnTo>
                  <a:lnTo>
                    <a:pt x="6136840" y="189594"/>
                  </a:lnTo>
                  <a:lnTo>
                    <a:pt x="5979486" y="228194"/>
                  </a:lnTo>
                  <a:lnTo>
                    <a:pt x="5822131" y="266820"/>
                  </a:lnTo>
                  <a:lnTo>
                    <a:pt x="5664776" y="305476"/>
                  </a:lnTo>
                  <a:lnTo>
                    <a:pt x="5507421" y="344166"/>
                  </a:lnTo>
                  <a:lnTo>
                    <a:pt x="5350066" y="382896"/>
                  </a:lnTo>
                  <a:lnTo>
                    <a:pt x="5192711" y="421670"/>
                  </a:lnTo>
                  <a:lnTo>
                    <a:pt x="5035356" y="460496"/>
                  </a:lnTo>
                  <a:lnTo>
                    <a:pt x="4878001" y="499382"/>
                  </a:lnTo>
                  <a:lnTo>
                    <a:pt x="4720646" y="538339"/>
                  </a:lnTo>
                  <a:lnTo>
                    <a:pt x="4563291" y="577378"/>
                  </a:lnTo>
                  <a:lnTo>
                    <a:pt x="4405937" y="616514"/>
                  </a:lnTo>
                  <a:lnTo>
                    <a:pt x="4248582" y="655765"/>
                  </a:lnTo>
                  <a:lnTo>
                    <a:pt x="4091227" y="695152"/>
                  </a:lnTo>
                  <a:lnTo>
                    <a:pt x="3933872" y="734701"/>
                  </a:lnTo>
                  <a:lnTo>
                    <a:pt x="3776517" y="774441"/>
                  </a:lnTo>
                  <a:lnTo>
                    <a:pt x="3619162" y="814407"/>
                  </a:lnTo>
                  <a:lnTo>
                    <a:pt x="3461807" y="854638"/>
                  </a:lnTo>
                  <a:lnTo>
                    <a:pt x="3304452" y="895175"/>
                  </a:lnTo>
                  <a:lnTo>
                    <a:pt x="3147097" y="936059"/>
                  </a:lnTo>
                  <a:lnTo>
                    <a:pt x="2989743" y="977328"/>
                  </a:lnTo>
                  <a:lnTo>
                    <a:pt x="2832388" y="1019009"/>
                  </a:lnTo>
                  <a:lnTo>
                    <a:pt x="2675033" y="1061116"/>
                  </a:lnTo>
                  <a:lnTo>
                    <a:pt x="2517678" y="1103649"/>
                  </a:lnTo>
                  <a:lnTo>
                    <a:pt x="2360323" y="1146589"/>
                  </a:lnTo>
                  <a:lnTo>
                    <a:pt x="2202968" y="1189907"/>
                  </a:lnTo>
                  <a:lnTo>
                    <a:pt x="2045613" y="1233564"/>
                  </a:lnTo>
                  <a:lnTo>
                    <a:pt x="1888258" y="1277520"/>
                  </a:lnTo>
                  <a:lnTo>
                    <a:pt x="1730903" y="1321732"/>
                  </a:lnTo>
                  <a:lnTo>
                    <a:pt x="1573548" y="1366164"/>
                  </a:lnTo>
                  <a:lnTo>
                    <a:pt x="1416194" y="1410781"/>
                  </a:lnTo>
                  <a:lnTo>
                    <a:pt x="1258839" y="1455554"/>
                  </a:lnTo>
                  <a:lnTo>
                    <a:pt x="1101484" y="1500459"/>
                  </a:lnTo>
                  <a:lnTo>
                    <a:pt x="944129" y="1545475"/>
                  </a:lnTo>
                  <a:lnTo>
                    <a:pt x="786774" y="1590585"/>
                  </a:lnTo>
                  <a:lnTo>
                    <a:pt x="629419" y="1635775"/>
                  </a:lnTo>
                  <a:lnTo>
                    <a:pt x="472064" y="1681033"/>
                  </a:lnTo>
                  <a:lnTo>
                    <a:pt x="314709" y="1726350"/>
                  </a:lnTo>
                  <a:lnTo>
                    <a:pt x="157354" y="1771717"/>
                  </a:lnTo>
                  <a:lnTo>
                    <a:pt x="0" y="1817128"/>
                  </a:lnTo>
                  <a:close/>
                </a:path>
              </a:pathLst>
            </a:custGeom>
            <a:solidFill>
              <a:srgbClr val="E31A1C">
                <a:alpha val="14901"/>
              </a:srgbClr>
            </a:solidFill>
          </p:spPr>
          <p:txBody>
            <a:bodyPr/>
            <a:lstStyle/>
            <a:p/>
          </p:txBody>
        </p:sp>
        <p:sp>
          <p:nvSpPr>
            <p:cNvPr id="970" name="pl970"/>
            <p:cNvSpPr/>
            <p:nvPr/>
          </p:nvSpPr>
          <p:spPr>
            <a:xfrm>
              <a:off x="2425754" y="2928084"/>
              <a:ext cx="6191456" cy="1669429"/>
            </a:xfrm>
            <a:custGeom>
              <a:avLst/>
              <a:pathLst>
                <a:path w="6191456" h="1669429">
                  <a:moveTo>
                    <a:pt x="0" y="1669429"/>
                  </a:moveTo>
                  <a:lnTo>
                    <a:pt x="157354" y="1630708"/>
                  </a:lnTo>
                  <a:lnTo>
                    <a:pt x="314709" y="1591943"/>
                  </a:lnTo>
                  <a:lnTo>
                    <a:pt x="472064" y="1553128"/>
                  </a:lnTo>
                  <a:lnTo>
                    <a:pt x="629419" y="1514254"/>
                  </a:lnTo>
                  <a:lnTo>
                    <a:pt x="786774" y="1475312"/>
                  </a:lnTo>
                  <a:lnTo>
                    <a:pt x="944129" y="1436290"/>
                  </a:lnTo>
                  <a:lnTo>
                    <a:pt x="1101484" y="1397174"/>
                  </a:lnTo>
                  <a:lnTo>
                    <a:pt x="1258839" y="1357946"/>
                  </a:lnTo>
                  <a:lnTo>
                    <a:pt x="1416194" y="1318587"/>
                  </a:lnTo>
                  <a:lnTo>
                    <a:pt x="1573548" y="1279072"/>
                  </a:lnTo>
                  <a:lnTo>
                    <a:pt x="1730903" y="1239372"/>
                  </a:lnTo>
                  <a:lnTo>
                    <a:pt x="1888258" y="1199452"/>
                  </a:lnTo>
                  <a:lnTo>
                    <a:pt x="2045613" y="1159275"/>
                  </a:lnTo>
                  <a:lnTo>
                    <a:pt x="2202968" y="1118801"/>
                  </a:lnTo>
                  <a:lnTo>
                    <a:pt x="2360323" y="1077987"/>
                  </a:lnTo>
                  <a:lnTo>
                    <a:pt x="2517678" y="1036795"/>
                  </a:lnTo>
                  <a:lnTo>
                    <a:pt x="2675033" y="995195"/>
                  </a:lnTo>
                  <a:lnTo>
                    <a:pt x="2832388" y="953171"/>
                  </a:lnTo>
                  <a:lnTo>
                    <a:pt x="2989743" y="910719"/>
                  </a:lnTo>
                  <a:lnTo>
                    <a:pt x="3147097" y="867856"/>
                  </a:lnTo>
                  <a:lnTo>
                    <a:pt x="3304452" y="824608"/>
                  </a:lnTo>
                  <a:lnTo>
                    <a:pt x="3461807" y="781013"/>
                  </a:lnTo>
                  <a:lnTo>
                    <a:pt x="3619162" y="737112"/>
                  </a:lnTo>
                  <a:lnTo>
                    <a:pt x="3776517" y="692946"/>
                  </a:lnTo>
                  <a:lnTo>
                    <a:pt x="3933872" y="648554"/>
                  </a:lnTo>
                  <a:lnTo>
                    <a:pt x="4091227" y="603970"/>
                  </a:lnTo>
                  <a:lnTo>
                    <a:pt x="4248582" y="559225"/>
                  </a:lnTo>
                  <a:lnTo>
                    <a:pt x="4405937" y="514344"/>
                  </a:lnTo>
                  <a:lnTo>
                    <a:pt x="4563291" y="469348"/>
                  </a:lnTo>
                  <a:lnTo>
                    <a:pt x="4720646" y="424255"/>
                  </a:lnTo>
                  <a:lnTo>
                    <a:pt x="4878001" y="379080"/>
                  </a:lnTo>
                  <a:lnTo>
                    <a:pt x="5035356" y="333834"/>
                  </a:lnTo>
                  <a:lnTo>
                    <a:pt x="5192711" y="288528"/>
                  </a:lnTo>
                  <a:lnTo>
                    <a:pt x="5350066" y="243170"/>
                  </a:lnTo>
                  <a:lnTo>
                    <a:pt x="5507421" y="197767"/>
                  </a:lnTo>
                  <a:lnTo>
                    <a:pt x="5664776" y="152325"/>
                  </a:lnTo>
                  <a:lnTo>
                    <a:pt x="5822131" y="106849"/>
                  </a:lnTo>
                  <a:lnTo>
                    <a:pt x="5979486" y="61343"/>
                  </a:lnTo>
                  <a:lnTo>
                    <a:pt x="6136840" y="15811"/>
                  </a:lnTo>
                  <a:lnTo>
                    <a:pt x="6191456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971" name="pl971"/>
            <p:cNvSpPr/>
            <p:nvPr/>
          </p:nvSpPr>
          <p:spPr>
            <a:xfrm>
              <a:off x="2425754" y="3104288"/>
              <a:ext cx="6191456" cy="1640923"/>
            </a:xfrm>
            <a:custGeom>
              <a:avLst/>
              <a:pathLst>
                <a:path w="6191456" h="1640923">
                  <a:moveTo>
                    <a:pt x="6191456" y="0"/>
                  </a:moveTo>
                  <a:lnTo>
                    <a:pt x="6136840" y="13389"/>
                  </a:lnTo>
                  <a:lnTo>
                    <a:pt x="5979486" y="51989"/>
                  </a:lnTo>
                  <a:lnTo>
                    <a:pt x="5822131" y="90615"/>
                  </a:lnTo>
                  <a:lnTo>
                    <a:pt x="5664776" y="129271"/>
                  </a:lnTo>
                  <a:lnTo>
                    <a:pt x="5507421" y="167961"/>
                  </a:lnTo>
                  <a:lnTo>
                    <a:pt x="5350066" y="206691"/>
                  </a:lnTo>
                  <a:lnTo>
                    <a:pt x="5192711" y="245465"/>
                  </a:lnTo>
                  <a:lnTo>
                    <a:pt x="5035356" y="284291"/>
                  </a:lnTo>
                  <a:lnTo>
                    <a:pt x="4878001" y="323177"/>
                  </a:lnTo>
                  <a:lnTo>
                    <a:pt x="4720646" y="362134"/>
                  </a:lnTo>
                  <a:lnTo>
                    <a:pt x="4563291" y="401173"/>
                  </a:lnTo>
                  <a:lnTo>
                    <a:pt x="4405937" y="440309"/>
                  </a:lnTo>
                  <a:lnTo>
                    <a:pt x="4248582" y="479560"/>
                  </a:lnTo>
                  <a:lnTo>
                    <a:pt x="4091227" y="518947"/>
                  </a:lnTo>
                  <a:lnTo>
                    <a:pt x="3933872" y="558496"/>
                  </a:lnTo>
                  <a:lnTo>
                    <a:pt x="3776517" y="598236"/>
                  </a:lnTo>
                  <a:lnTo>
                    <a:pt x="3619162" y="638202"/>
                  </a:lnTo>
                  <a:lnTo>
                    <a:pt x="3461807" y="678433"/>
                  </a:lnTo>
                  <a:lnTo>
                    <a:pt x="3304452" y="718970"/>
                  </a:lnTo>
                  <a:lnTo>
                    <a:pt x="3147097" y="759854"/>
                  </a:lnTo>
                  <a:lnTo>
                    <a:pt x="2989743" y="801123"/>
                  </a:lnTo>
                  <a:lnTo>
                    <a:pt x="2832388" y="842804"/>
                  </a:lnTo>
                  <a:lnTo>
                    <a:pt x="2675033" y="884911"/>
                  </a:lnTo>
                  <a:lnTo>
                    <a:pt x="2517678" y="927444"/>
                  </a:lnTo>
                  <a:lnTo>
                    <a:pt x="2360323" y="970384"/>
                  </a:lnTo>
                  <a:lnTo>
                    <a:pt x="2202968" y="1013702"/>
                  </a:lnTo>
                  <a:lnTo>
                    <a:pt x="2045613" y="1057359"/>
                  </a:lnTo>
                  <a:lnTo>
                    <a:pt x="1888258" y="1101315"/>
                  </a:lnTo>
                  <a:lnTo>
                    <a:pt x="1730903" y="1145527"/>
                  </a:lnTo>
                  <a:lnTo>
                    <a:pt x="1573548" y="1189959"/>
                  </a:lnTo>
                  <a:lnTo>
                    <a:pt x="1416194" y="1234576"/>
                  </a:lnTo>
                  <a:lnTo>
                    <a:pt x="1258839" y="1279349"/>
                  </a:lnTo>
                  <a:lnTo>
                    <a:pt x="1101484" y="1324254"/>
                  </a:lnTo>
                  <a:lnTo>
                    <a:pt x="944129" y="1369270"/>
                  </a:lnTo>
                  <a:lnTo>
                    <a:pt x="786774" y="1414380"/>
                  </a:lnTo>
                  <a:lnTo>
                    <a:pt x="629419" y="1459570"/>
                  </a:lnTo>
                  <a:lnTo>
                    <a:pt x="472064" y="1504828"/>
                  </a:lnTo>
                  <a:lnTo>
                    <a:pt x="314709" y="1550145"/>
                  </a:lnTo>
                  <a:lnTo>
                    <a:pt x="157354" y="1595512"/>
                  </a:lnTo>
                  <a:lnTo>
                    <a:pt x="0" y="1640923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972" name="pl972"/>
            <p:cNvSpPr/>
            <p:nvPr/>
          </p:nvSpPr>
          <p:spPr>
            <a:xfrm>
              <a:off x="2425754" y="3016186"/>
              <a:ext cx="6191456" cy="1655176"/>
            </a:xfrm>
            <a:custGeom>
              <a:avLst/>
              <a:pathLst>
                <a:path w="6191456" h="1655176">
                  <a:moveTo>
                    <a:pt x="0" y="1655176"/>
                  </a:moveTo>
                  <a:lnTo>
                    <a:pt x="157354" y="1613110"/>
                  </a:lnTo>
                  <a:lnTo>
                    <a:pt x="314709" y="1571044"/>
                  </a:lnTo>
                  <a:lnTo>
                    <a:pt x="472064" y="1528978"/>
                  </a:lnTo>
                  <a:lnTo>
                    <a:pt x="629419" y="1486912"/>
                  </a:lnTo>
                  <a:lnTo>
                    <a:pt x="786774" y="1444846"/>
                  </a:lnTo>
                  <a:lnTo>
                    <a:pt x="944129" y="1402780"/>
                  </a:lnTo>
                  <a:lnTo>
                    <a:pt x="1101484" y="1360714"/>
                  </a:lnTo>
                  <a:lnTo>
                    <a:pt x="1258839" y="1318648"/>
                  </a:lnTo>
                  <a:lnTo>
                    <a:pt x="1416194" y="1276582"/>
                  </a:lnTo>
                  <a:lnTo>
                    <a:pt x="1573548" y="1234515"/>
                  </a:lnTo>
                  <a:lnTo>
                    <a:pt x="1730903" y="1192449"/>
                  </a:lnTo>
                  <a:lnTo>
                    <a:pt x="1888258" y="1150383"/>
                  </a:lnTo>
                  <a:lnTo>
                    <a:pt x="2045613" y="1108317"/>
                  </a:lnTo>
                  <a:lnTo>
                    <a:pt x="2202968" y="1066251"/>
                  </a:lnTo>
                  <a:lnTo>
                    <a:pt x="2360323" y="1024185"/>
                  </a:lnTo>
                  <a:lnTo>
                    <a:pt x="2517678" y="982119"/>
                  </a:lnTo>
                  <a:lnTo>
                    <a:pt x="2675033" y="940053"/>
                  </a:lnTo>
                  <a:lnTo>
                    <a:pt x="2832388" y="897987"/>
                  </a:lnTo>
                  <a:lnTo>
                    <a:pt x="2989743" y="855921"/>
                  </a:lnTo>
                  <a:lnTo>
                    <a:pt x="3147097" y="813855"/>
                  </a:lnTo>
                  <a:lnTo>
                    <a:pt x="3304452" y="771789"/>
                  </a:lnTo>
                  <a:lnTo>
                    <a:pt x="3461807" y="729723"/>
                  </a:lnTo>
                  <a:lnTo>
                    <a:pt x="3619162" y="687657"/>
                  </a:lnTo>
                  <a:lnTo>
                    <a:pt x="3776517" y="645591"/>
                  </a:lnTo>
                  <a:lnTo>
                    <a:pt x="3933872" y="603525"/>
                  </a:lnTo>
                  <a:lnTo>
                    <a:pt x="4091227" y="561459"/>
                  </a:lnTo>
                  <a:lnTo>
                    <a:pt x="4248582" y="519393"/>
                  </a:lnTo>
                  <a:lnTo>
                    <a:pt x="4405937" y="477327"/>
                  </a:lnTo>
                  <a:lnTo>
                    <a:pt x="4563291" y="435260"/>
                  </a:lnTo>
                  <a:lnTo>
                    <a:pt x="4720646" y="393194"/>
                  </a:lnTo>
                  <a:lnTo>
                    <a:pt x="4878001" y="351128"/>
                  </a:lnTo>
                  <a:lnTo>
                    <a:pt x="5035356" y="309062"/>
                  </a:lnTo>
                  <a:lnTo>
                    <a:pt x="5192711" y="266996"/>
                  </a:lnTo>
                  <a:lnTo>
                    <a:pt x="5350066" y="224930"/>
                  </a:lnTo>
                  <a:lnTo>
                    <a:pt x="5507421" y="182864"/>
                  </a:lnTo>
                  <a:lnTo>
                    <a:pt x="5664776" y="140798"/>
                  </a:lnTo>
                  <a:lnTo>
                    <a:pt x="5822131" y="98732"/>
                  </a:lnTo>
                  <a:lnTo>
                    <a:pt x="5979486" y="56666"/>
                  </a:lnTo>
                  <a:lnTo>
                    <a:pt x="6136840" y="14600"/>
                  </a:lnTo>
                  <a:lnTo>
                    <a:pt x="6191456" y="0"/>
                  </a:lnTo>
                </a:path>
              </a:pathLst>
            </a:custGeom>
            <a:ln w="27101" cap="flat">
              <a:solidFill>
                <a:srgbClr val="E31A1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73" name="tx973"/>
            <p:cNvSpPr/>
            <p:nvPr/>
          </p:nvSpPr>
          <p:spPr>
            <a:xfrm>
              <a:off x="1465194" y="2113392"/>
              <a:ext cx="2324221" cy="8814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7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7">
                  <a:solidFill>
                    <a:srgbClr val="E31A1C">
                      <a:alpha val="100000"/>
                    </a:srgbClr>
                  </a:solidFill>
                  <a:latin typeface="Helvetica"/>
                  <a:cs typeface="Helvetica"/>
                </a:rPr>
                <a:t>&gt;= threshold: y = 0.54 x +33.0   (R² = 0.63)</a:t>
              </a:r>
            </a:p>
          </p:txBody>
        </p:sp>
        <p:sp>
          <p:nvSpPr>
            <p:cNvPr id="974" name="tx974"/>
            <p:cNvSpPr/>
            <p:nvPr/>
          </p:nvSpPr>
          <p:spPr>
            <a:xfrm>
              <a:off x="1465194" y="2339508"/>
              <a:ext cx="2286640" cy="8814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7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7">
                  <a:solidFill>
                    <a:srgbClr val="666666">
                      <a:alpha val="100000"/>
                    </a:srgbClr>
                  </a:solidFill>
                  <a:latin typeface="Helvetica"/>
                  <a:cs typeface="Helvetica"/>
                </a:rPr>
                <a:t>&lt; threshold:  y = 0.70 x +27.7   (R² = 0.69)</a:t>
              </a:r>
            </a:p>
          </p:txBody>
        </p:sp>
        <p:sp>
          <p:nvSpPr>
            <p:cNvPr id="975" name="tx975"/>
            <p:cNvSpPr/>
            <p:nvPr/>
          </p:nvSpPr>
          <p:spPr>
            <a:xfrm>
              <a:off x="817066" y="5509156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976" name="tx976"/>
            <p:cNvSpPr/>
            <p:nvPr/>
          </p:nvSpPr>
          <p:spPr>
            <a:xfrm>
              <a:off x="754887" y="4639479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977" name="tx977"/>
            <p:cNvSpPr/>
            <p:nvPr/>
          </p:nvSpPr>
          <p:spPr>
            <a:xfrm>
              <a:off x="692708" y="376980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978" name="tx978"/>
            <p:cNvSpPr/>
            <p:nvPr/>
          </p:nvSpPr>
          <p:spPr>
            <a:xfrm>
              <a:off x="692708" y="2900125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150</a:t>
              </a:r>
            </a:p>
          </p:txBody>
        </p:sp>
        <p:sp>
          <p:nvSpPr>
            <p:cNvPr id="979" name="tx979"/>
            <p:cNvSpPr/>
            <p:nvPr/>
          </p:nvSpPr>
          <p:spPr>
            <a:xfrm>
              <a:off x="692708" y="2030448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200</a:t>
              </a:r>
            </a:p>
          </p:txBody>
        </p:sp>
        <p:sp>
          <p:nvSpPr>
            <p:cNvPr id="980" name="tx980"/>
            <p:cNvSpPr/>
            <p:nvPr/>
          </p:nvSpPr>
          <p:spPr>
            <a:xfrm>
              <a:off x="1259665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981" name="tx981"/>
            <p:cNvSpPr/>
            <p:nvPr/>
          </p:nvSpPr>
          <p:spPr>
            <a:xfrm>
              <a:off x="2972970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982" name="tx982"/>
            <p:cNvSpPr/>
            <p:nvPr/>
          </p:nvSpPr>
          <p:spPr>
            <a:xfrm>
              <a:off x="4686274" y="578577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983" name="tx983"/>
            <p:cNvSpPr/>
            <p:nvPr/>
          </p:nvSpPr>
          <p:spPr>
            <a:xfrm>
              <a:off x="6430669" y="578577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150</a:t>
              </a:r>
            </a:p>
          </p:txBody>
        </p:sp>
        <p:sp>
          <p:nvSpPr>
            <p:cNvPr id="984" name="tx984"/>
            <p:cNvSpPr/>
            <p:nvPr/>
          </p:nvSpPr>
          <p:spPr>
            <a:xfrm>
              <a:off x="8175063" y="578577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200</a:t>
              </a:r>
            </a:p>
          </p:txBody>
        </p:sp>
        <p:sp>
          <p:nvSpPr>
            <p:cNvPr id="985" name="tx985"/>
            <p:cNvSpPr/>
            <p:nvPr/>
          </p:nvSpPr>
          <p:spPr>
            <a:xfrm>
              <a:off x="3793774" y="5925448"/>
              <a:ext cx="1971537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Cockcroft-Gault eGFR (mL/min)</a:t>
              </a:r>
            </a:p>
          </p:txBody>
        </p:sp>
        <p:sp>
          <p:nvSpPr>
            <p:cNvPr id="986" name="tx986"/>
            <p:cNvSpPr/>
            <p:nvPr/>
          </p:nvSpPr>
          <p:spPr>
            <a:xfrm rot="-5400000">
              <a:off x="-804851" y="3759743"/>
              <a:ext cx="2763499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CKD-EPI Cr-Cys eGFR, unindexed (mL/min)</a:t>
              </a:r>
            </a:p>
          </p:txBody>
        </p:sp>
        <p:sp>
          <p:nvSpPr>
            <p:cNvPr id="987" name="tx987"/>
            <p:cNvSpPr/>
            <p:nvPr/>
          </p:nvSpPr>
          <p:spPr>
            <a:xfrm>
              <a:off x="941876" y="1669789"/>
              <a:ext cx="2679192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BMI &gt;= 30   |   N = 943, n_red = 287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2026-10-27T09:54:57Z</dcterms:modified>
  <cp:category/>
</cp:coreProperties>
</file>