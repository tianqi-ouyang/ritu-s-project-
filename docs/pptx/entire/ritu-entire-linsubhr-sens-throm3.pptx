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7435"/>
            </a:xfrm>
            <a:custGeom>
              <a:avLst/>
              <a:pathLst>
                <a:path w="7090630" h="3387435">
                  <a:moveTo>
                    <a:pt x="330494" y="0"/>
                  </a:moveTo>
                  <a:lnTo>
                    <a:pt x="358112" y="51284"/>
                  </a:lnTo>
                  <a:lnTo>
                    <a:pt x="429735" y="179322"/>
                  </a:lnTo>
                  <a:lnTo>
                    <a:pt x="501357" y="302583"/>
                  </a:lnTo>
                  <a:lnTo>
                    <a:pt x="572980" y="421246"/>
                  </a:lnTo>
                  <a:lnTo>
                    <a:pt x="644602" y="535484"/>
                  </a:lnTo>
                  <a:lnTo>
                    <a:pt x="716225" y="645459"/>
                  </a:lnTo>
                  <a:lnTo>
                    <a:pt x="787847" y="751333"/>
                  </a:lnTo>
                  <a:lnTo>
                    <a:pt x="859470" y="853257"/>
                  </a:lnTo>
                  <a:lnTo>
                    <a:pt x="931092" y="951379"/>
                  </a:lnTo>
                  <a:lnTo>
                    <a:pt x="1002715" y="1045842"/>
                  </a:lnTo>
                  <a:lnTo>
                    <a:pt x="1074337" y="1136780"/>
                  </a:lnTo>
                  <a:lnTo>
                    <a:pt x="1145960" y="1224326"/>
                  </a:lnTo>
                  <a:lnTo>
                    <a:pt x="1217582" y="1308607"/>
                  </a:lnTo>
                  <a:lnTo>
                    <a:pt x="1289205" y="1389744"/>
                  </a:lnTo>
                  <a:lnTo>
                    <a:pt x="1360827" y="1467854"/>
                  </a:lnTo>
                  <a:lnTo>
                    <a:pt x="1432450" y="1543051"/>
                  </a:lnTo>
                  <a:lnTo>
                    <a:pt x="1504073" y="1615442"/>
                  </a:lnTo>
                  <a:lnTo>
                    <a:pt x="1575695" y="1685134"/>
                  </a:lnTo>
                  <a:lnTo>
                    <a:pt x="1647318" y="1752225"/>
                  </a:lnTo>
                  <a:lnTo>
                    <a:pt x="1718940" y="1816814"/>
                  </a:lnTo>
                  <a:lnTo>
                    <a:pt x="1790563" y="1878994"/>
                  </a:lnTo>
                  <a:lnTo>
                    <a:pt x="1862185" y="1938854"/>
                  </a:lnTo>
                  <a:lnTo>
                    <a:pt x="1933808" y="1996482"/>
                  </a:lnTo>
                  <a:lnTo>
                    <a:pt x="2005430" y="2051960"/>
                  </a:lnTo>
                  <a:lnTo>
                    <a:pt x="2077053" y="2105368"/>
                  </a:lnTo>
                  <a:lnTo>
                    <a:pt x="2148675" y="2156784"/>
                  </a:lnTo>
                  <a:lnTo>
                    <a:pt x="2220298" y="2206282"/>
                  </a:lnTo>
                  <a:lnTo>
                    <a:pt x="2291920" y="2253934"/>
                  </a:lnTo>
                  <a:lnTo>
                    <a:pt x="2363543" y="2299809"/>
                  </a:lnTo>
                  <a:lnTo>
                    <a:pt x="2435165" y="2343972"/>
                  </a:lnTo>
                  <a:lnTo>
                    <a:pt x="2506788" y="2386488"/>
                  </a:lnTo>
                  <a:lnTo>
                    <a:pt x="2578410" y="2427417"/>
                  </a:lnTo>
                  <a:lnTo>
                    <a:pt x="2650033" y="2466820"/>
                  </a:lnTo>
                  <a:lnTo>
                    <a:pt x="2721655" y="2504754"/>
                  </a:lnTo>
                  <a:lnTo>
                    <a:pt x="2793278" y="2541272"/>
                  </a:lnTo>
                  <a:lnTo>
                    <a:pt x="2864901" y="2576428"/>
                  </a:lnTo>
                  <a:lnTo>
                    <a:pt x="2936523" y="2610273"/>
                  </a:lnTo>
                  <a:lnTo>
                    <a:pt x="3008146" y="2642855"/>
                  </a:lnTo>
                  <a:lnTo>
                    <a:pt x="3079768" y="2656040"/>
                  </a:lnTo>
                  <a:lnTo>
                    <a:pt x="3151391" y="2658779"/>
                  </a:lnTo>
                  <a:lnTo>
                    <a:pt x="3223013" y="2661509"/>
                  </a:lnTo>
                  <a:lnTo>
                    <a:pt x="3294636" y="2664229"/>
                  </a:lnTo>
                  <a:lnTo>
                    <a:pt x="3366258" y="2666941"/>
                  </a:lnTo>
                  <a:lnTo>
                    <a:pt x="3437881" y="2669643"/>
                  </a:lnTo>
                  <a:lnTo>
                    <a:pt x="3509503" y="2672337"/>
                  </a:lnTo>
                  <a:lnTo>
                    <a:pt x="3581126" y="2675021"/>
                  </a:lnTo>
                  <a:lnTo>
                    <a:pt x="3652748" y="2677697"/>
                  </a:lnTo>
                  <a:lnTo>
                    <a:pt x="3724371" y="2680364"/>
                  </a:lnTo>
                  <a:lnTo>
                    <a:pt x="3795993" y="2683022"/>
                  </a:lnTo>
                  <a:lnTo>
                    <a:pt x="3867616" y="2685671"/>
                  </a:lnTo>
                  <a:lnTo>
                    <a:pt x="3939238" y="2688312"/>
                  </a:lnTo>
                  <a:lnTo>
                    <a:pt x="4010861" y="2690944"/>
                  </a:lnTo>
                  <a:lnTo>
                    <a:pt x="4082483" y="2693567"/>
                  </a:lnTo>
                  <a:lnTo>
                    <a:pt x="4154106" y="2696181"/>
                  </a:lnTo>
                  <a:lnTo>
                    <a:pt x="4225729" y="2698787"/>
                  </a:lnTo>
                  <a:lnTo>
                    <a:pt x="4297351" y="2701384"/>
                  </a:lnTo>
                  <a:lnTo>
                    <a:pt x="4368974" y="2703973"/>
                  </a:lnTo>
                  <a:lnTo>
                    <a:pt x="4440596" y="2706553"/>
                  </a:lnTo>
                  <a:lnTo>
                    <a:pt x="4512219" y="2709124"/>
                  </a:lnTo>
                  <a:lnTo>
                    <a:pt x="4583841" y="2711687"/>
                  </a:lnTo>
                  <a:lnTo>
                    <a:pt x="4655464" y="2714242"/>
                  </a:lnTo>
                  <a:lnTo>
                    <a:pt x="4727086" y="2716788"/>
                  </a:lnTo>
                  <a:lnTo>
                    <a:pt x="4798709" y="2719325"/>
                  </a:lnTo>
                  <a:lnTo>
                    <a:pt x="4870331" y="2721854"/>
                  </a:lnTo>
                  <a:lnTo>
                    <a:pt x="4941954" y="2724375"/>
                  </a:lnTo>
                  <a:lnTo>
                    <a:pt x="5013576" y="2726888"/>
                  </a:lnTo>
                  <a:lnTo>
                    <a:pt x="5085199" y="2729392"/>
                  </a:lnTo>
                  <a:lnTo>
                    <a:pt x="5156821" y="2731888"/>
                  </a:lnTo>
                  <a:lnTo>
                    <a:pt x="5228444" y="2734375"/>
                  </a:lnTo>
                  <a:lnTo>
                    <a:pt x="5300066" y="2736855"/>
                  </a:lnTo>
                  <a:lnTo>
                    <a:pt x="5371689" y="2739326"/>
                  </a:lnTo>
                  <a:lnTo>
                    <a:pt x="5443311" y="2741789"/>
                  </a:lnTo>
                  <a:lnTo>
                    <a:pt x="5514934" y="2744244"/>
                  </a:lnTo>
                  <a:lnTo>
                    <a:pt x="5586557" y="2746691"/>
                  </a:lnTo>
                  <a:lnTo>
                    <a:pt x="5658179" y="2749129"/>
                  </a:lnTo>
                  <a:lnTo>
                    <a:pt x="5729802" y="2751560"/>
                  </a:lnTo>
                  <a:lnTo>
                    <a:pt x="5801424" y="2753982"/>
                  </a:lnTo>
                  <a:lnTo>
                    <a:pt x="5873047" y="2756397"/>
                  </a:lnTo>
                  <a:lnTo>
                    <a:pt x="5944669" y="2758804"/>
                  </a:lnTo>
                  <a:lnTo>
                    <a:pt x="6016292" y="2761202"/>
                  </a:lnTo>
                  <a:lnTo>
                    <a:pt x="6087914" y="2763593"/>
                  </a:lnTo>
                  <a:lnTo>
                    <a:pt x="6159537" y="2765975"/>
                  </a:lnTo>
                  <a:lnTo>
                    <a:pt x="6231159" y="2768350"/>
                  </a:lnTo>
                  <a:lnTo>
                    <a:pt x="6302782" y="2770717"/>
                  </a:lnTo>
                  <a:lnTo>
                    <a:pt x="6374404" y="2773076"/>
                  </a:lnTo>
                  <a:lnTo>
                    <a:pt x="6446027" y="2775428"/>
                  </a:lnTo>
                  <a:lnTo>
                    <a:pt x="6517649" y="2777771"/>
                  </a:lnTo>
                  <a:lnTo>
                    <a:pt x="6589272" y="2780107"/>
                  </a:lnTo>
                  <a:lnTo>
                    <a:pt x="6660894" y="2782435"/>
                  </a:lnTo>
                  <a:lnTo>
                    <a:pt x="6732517" y="2784756"/>
                  </a:lnTo>
                  <a:lnTo>
                    <a:pt x="6804139" y="2787068"/>
                  </a:lnTo>
                  <a:lnTo>
                    <a:pt x="6875762" y="2789373"/>
                  </a:lnTo>
                  <a:lnTo>
                    <a:pt x="6947385" y="2791671"/>
                  </a:lnTo>
                  <a:lnTo>
                    <a:pt x="7019007" y="2793961"/>
                  </a:lnTo>
                  <a:lnTo>
                    <a:pt x="7090630" y="2796243"/>
                  </a:lnTo>
                  <a:lnTo>
                    <a:pt x="7090630" y="3387435"/>
                  </a:lnTo>
                  <a:lnTo>
                    <a:pt x="7019007" y="3383704"/>
                  </a:lnTo>
                  <a:lnTo>
                    <a:pt x="6947385" y="3379827"/>
                  </a:lnTo>
                  <a:lnTo>
                    <a:pt x="6875762" y="3375801"/>
                  </a:lnTo>
                  <a:lnTo>
                    <a:pt x="6804139" y="3371618"/>
                  </a:lnTo>
                  <a:lnTo>
                    <a:pt x="6732517" y="3367273"/>
                  </a:lnTo>
                  <a:lnTo>
                    <a:pt x="6660894" y="3362760"/>
                  </a:lnTo>
                  <a:lnTo>
                    <a:pt x="6589272" y="3358072"/>
                  </a:lnTo>
                  <a:lnTo>
                    <a:pt x="6517649" y="3353203"/>
                  </a:lnTo>
                  <a:lnTo>
                    <a:pt x="6446027" y="3348145"/>
                  </a:lnTo>
                  <a:lnTo>
                    <a:pt x="6374404" y="3342890"/>
                  </a:lnTo>
                  <a:lnTo>
                    <a:pt x="6302782" y="3337433"/>
                  </a:lnTo>
                  <a:lnTo>
                    <a:pt x="6231159" y="3331763"/>
                  </a:lnTo>
                  <a:lnTo>
                    <a:pt x="6159537" y="3325875"/>
                  </a:lnTo>
                  <a:lnTo>
                    <a:pt x="6087914" y="3319757"/>
                  </a:lnTo>
                  <a:lnTo>
                    <a:pt x="6016292" y="3313403"/>
                  </a:lnTo>
                  <a:lnTo>
                    <a:pt x="5944669" y="3306803"/>
                  </a:lnTo>
                  <a:lnTo>
                    <a:pt x="5873047" y="3299947"/>
                  </a:lnTo>
                  <a:lnTo>
                    <a:pt x="5801424" y="3292825"/>
                  </a:lnTo>
                  <a:lnTo>
                    <a:pt x="5729802" y="3285427"/>
                  </a:lnTo>
                  <a:lnTo>
                    <a:pt x="5658179" y="3277743"/>
                  </a:lnTo>
                  <a:lnTo>
                    <a:pt x="5586557" y="3269761"/>
                  </a:lnTo>
                  <a:lnTo>
                    <a:pt x="5514934" y="3261470"/>
                  </a:lnTo>
                  <a:lnTo>
                    <a:pt x="5443311" y="3252857"/>
                  </a:lnTo>
                  <a:lnTo>
                    <a:pt x="5371689" y="3243911"/>
                  </a:lnTo>
                  <a:lnTo>
                    <a:pt x="5300066" y="3234618"/>
                  </a:lnTo>
                  <a:lnTo>
                    <a:pt x="5228444" y="3224965"/>
                  </a:lnTo>
                  <a:lnTo>
                    <a:pt x="5156821" y="3214938"/>
                  </a:lnTo>
                  <a:lnTo>
                    <a:pt x="5085199" y="3204522"/>
                  </a:lnTo>
                  <a:lnTo>
                    <a:pt x="5013576" y="3193703"/>
                  </a:lnTo>
                  <a:lnTo>
                    <a:pt x="4941954" y="3182465"/>
                  </a:lnTo>
                  <a:lnTo>
                    <a:pt x="4870331" y="3170791"/>
                  </a:lnTo>
                  <a:lnTo>
                    <a:pt x="4798709" y="3158665"/>
                  </a:lnTo>
                  <a:lnTo>
                    <a:pt x="4727086" y="3146069"/>
                  </a:lnTo>
                  <a:lnTo>
                    <a:pt x="4655464" y="3132984"/>
                  </a:lnTo>
                  <a:lnTo>
                    <a:pt x="4583841" y="3119393"/>
                  </a:lnTo>
                  <a:lnTo>
                    <a:pt x="4512219" y="3105276"/>
                  </a:lnTo>
                  <a:lnTo>
                    <a:pt x="4440596" y="3090611"/>
                  </a:lnTo>
                  <a:lnTo>
                    <a:pt x="4368974" y="3075378"/>
                  </a:lnTo>
                  <a:lnTo>
                    <a:pt x="4297351" y="3059555"/>
                  </a:lnTo>
                  <a:lnTo>
                    <a:pt x="4225729" y="3043119"/>
                  </a:lnTo>
                  <a:lnTo>
                    <a:pt x="4154106" y="3026046"/>
                  </a:lnTo>
                  <a:lnTo>
                    <a:pt x="4082483" y="3008311"/>
                  </a:lnTo>
                  <a:lnTo>
                    <a:pt x="4010861" y="2989889"/>
                  </a:lnTo>
                  <a:lnTo>
                    <a:pt x="3939238" y="2970754"/>
                  </a:lnTo>
                  <a:lnTo>
                    <a:pt x="3867616" y="2950876"/>
                  </a:lnTo>
                  <a:lnTo>
                    <a:pt x="3795993" y="2930229"/>
                  </a:lnTo>
                  <a:lnTo>
                    <a:pt x="3724371" y="2908782"/>
                  </a:lnTo>
                  <a:lnTo>
                    <a:pt x="3652748" y="2886504"/>
                  </a:lnTo>
                  <a:lnTo>
                    <a:pt x="3581126" y="2863362"/>
                  </a:lnTo>
                  <a:lnTo>
                    <a:pt x="3509503" y="2839324"/>
                  </a:lnTo>
                  <a:lnTo>
                    <a:pt x="3437881" y="2814354"/>
                  </a:lnTo>
                  <a:lnTo>
                    <a:pt x="3366258" y="2788417"/>
                  </a:lnTo>
                  <a:lnTo>
                    <a:pt x="3294636" y="2761475"/>
                  </a:lnTo>
                  <a:lnTo>
                    <a:pt x="3223013" y="2733489"/>
                  </a:lnTo>
                  <a:lnTo>
                    <a:pt x="3151391" y="2704419"/>
                  </a:lnTo>
                  <a:lnTo>
                    <a:pt x="3079768" y="2674222"/>
                  </a:lnTo>
                  <a:lnTo>
                    <a:pt x="3008146" y="2653293"/>
                  </a:lnTo>
                  <a:lnTo>
                    <a:pt x="2936523" y="2650536"/>
                  </a:lnTo>
                  <a:lnTo>
                    <a:pt x="2864901" y="2647770"/>
                  </a:lnTo>
                  <a:lnTo>
                    <a:pt x="2793278" y="2644995"/>
                  </a:lnTo>
                  <a:lnTo>
                    <a:pt x="2721655" y="2642211"/>
                  </a:lnTo>
                  <a:lnTo>
                    <a:pt x="2650033" y="2639417"/>
                  </a:lnTo>
                  <a:lnTo>
                    <a:pt x="2578410" y="2636614"/>
                  </a:lnTo>
                  <a:lnTo>
                    <a:pt x="2506788" y="2633802"/>
                  </a:lnTo>
                  <a:lnTo>
                    <a:pt x="2435165" y="2630981"/>
                  </a:lnTo>
                  <a:lnTo>
                    <a:pt x="2363543" y="2628150"/>
                  </a:lnTo>
                  <a:lnTo>
                    <a:pt x="2291920" y="2625309"/>
                  </a:lnTo>
                  <a:lnTo>
                    <a:pt x="2220298" y="2622460"/>
                  </a:lnTo>
                  <a:lnTo>
                    <a:pt x="2148675" y="2619601"/>
                  </a:lnTo>
                  <a:lnTo>
                    <a:pt x="2077053" y="2616732"/>
                  </a:lnTo>
                  <a:lnTo>
                    <a:pt x="2005430" y="2613854"/>
                  </a:lnTo>
                  <a:lnTo>
                    <a:pt x="1933808" y="2610966"/>
                  </a:lnTo>
                  <a:lnTo>
                    <a:pt x="1862185" y="2608069"/>
                  </a:lnTo>
                  <a:lnTo>
                    <a:pt x="1790563" y="2605162"/>
                  </a:lnTo>
                  <a:lnTo>
                    <a:pt x="1718940" y="2602245"/>
                  </a:lnTo>
                  <a:lnTo>
                    <a:pt x="1647318" y="2599319"/>
                  </a:lnTo>
                  <a:lnTo>
                    <a:pt x="1575695" y="2596383"/>
                  </a:lnTo>
                  <a:lnTo>
                    <a:pt x="1504073" y="2593437"/>
                  </a:lnTo>
                  <a:lnTo>
                    <a:pt x="1432450" y="2590482"/>
                  </a:lnTo>
                  <a:lnTo>
                    <a:pt x="1360827" y="2587517"/>
                  </a:lnTo>
                  <a:lnTo>
                    <a:pt x="1289205" y="2584541"/>
                  </a:lnTo>
                  <a:lnTo>
                    <a:pt x="1217582" y="2581556"/>
                  </a:lnTo>
                  <a:lnTo>
                    <a:pt x="1145960" y="2578561"/>
                  </a:lnTo>
                  <a:lnTo>
                    <a:pt x="1074337" y="2575557"/>
                  </a:lnTo>
                  <a:lnTo>
                    <a:pt x="1002715" y="2572542"/>
                  </a:lnTo>
                  <a:lnTo>
                    <a:pt x="931092" y="2569517"/>
                  </a:lnTo>
                  <a:lnTo>
                    <a:pt x="859470" y="2566482"/>
                  </a:lnTo>
                  <a:lnTo>
                    <a:pt x="787847" y="2563437"/>
                  </a:lnTo>
                  <a:lnTo>
                    <a:pt x="716225" y="2560382"/>
                  </a:lnTo>
                  <a:lnTo>
                    <a:pt x="644602" y="2557317"/>
                  </a:lnTo>
                  <a:lnTo>
                    <a:pt x="572980" y="2554241"/>
                  </a:lnTo>
                  <a:lnTo>
                    <a:pt x="501357" y="2551156"/>
                  </a:lnTo>
                  <a:lnTo>
                    <a:pt x="429735" y="2548060"/>
                  </a:lnTo>
                  <a:lnTo>
                    <a:pt x="358112" y="2544954"/>
                  </a:lnTo>
                  <a:lnTo>
                    <a:pt x="286490" y="2541837"/>
                  </a:lnTo>
                  <a:lnTo>
                    <a:pt x="214867" y="2538710"/>
                  </a:lnTo>
                  <a:lnTo>
                    <a:pt x="143245" y="2535573"/>
                  </a:lnTo>
                  <a:lnTo>
                    <a:pt x="71622" y="2532426"/>
                  </a:lnTo>
                  <a:lnTo>
                    <a:pt x="0" y="25292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02544" y="2073503"/>
              <a:ext cx="6760135" cy="2796243"/>
            </a:xfrm>
            <a:custGeom>
              <a:avLst/>
              <a:pathLst>
                <a:path w="6760135" h="2796243">
                  <a:moveTo>
                    <a:pt x="0" y="0"/>
                  </a:moveTo>
                  <a:lnTo>
                    <a:pt x="27617" y="51284"/>
                  </a:lnTo>
                  <a:lnTo>
                    <a:pt x="99240" y="179322"/>
                  </a:lnTo>
                  <a:lnTo>
                    <a:pt x="170863" y="302583"/>
                  </a:lnTo>
                  <a:lnTo>
                    <a:pt x="242485" y="421246"/>
                  </a:lnTo>
                  <a:lnTo>
                    <a:pt x="314108" y="535484"/>
                  </a:lnTo>
                  <a:lnTo>
                    <a:pt x="385730" y="645459"/>
                  </a:lnTo>
                  <a:lnTo>
                    <a:pt x="457353" y="751333"/>
                  </a:lnTo>
                  <a:lnTo>
                    <a:pt x="528975" y="853257"/>
                  </a:lnTo>
                  <a:lnTo>
                    <a:pt x="600598" y="951379"/>
                  </a:lnTo>
                  <a:lnTo>
                    <a:pt x="672220" y="1045842"/>
                  </a:lnTo>
                  <a:lnTo>
                    <a:pt x="743843" y="1136780"/>
                  </a:lnTo>
                  <a:lnTo>
                    <a:pt x="815465" y="1224326"/>
                  </a:lnTo>
                  <a:lnTo>
                    <a:pt x="887088" y="1308607"/>
                  </a:lnTo>
                  <a:lnTo>
                    <a:pt x="958710" y="1389744"/>
                  </a:lnTo>
                  <a:lnTo>
                    <a:pt x="1030333" y="1467854"/>
                  </a:lnTo>
                  <a:lnTo>
                    <a:pt x="1101955" y="1543051"/>
                  </a:lnTo>
                  <a:lnTo>
                    <a:pt x="1173578" y="1615442"/>
                  </a:lnTo>
                  <a:lnTo>
                    <a:pt x="1245200" y="1685134"/>
                  </a:lnTo>
                  <a:lnTo>
                    <a:pt x="1316823" y="1752225"/>
                  </a:lnTo>
                  <a:lnTo>
                    <a:pt x="1388445" y="1816814"/>
                  </a:lnTo>
                  <a:lnTo>
                    <a:pt x="1460068" y="1878994"/>
                  </a:lnTo>
                  <a:lnTo>
                    <a:pt x="1531691" y="1938854"/>
                  </a:lnTo>
                  <a:lnTo>
                    <a:pt x="1603313" y="1996482"/>
                  </a:lnTo>
                  <a:lnTo>
                    <a:pt x="1674936" y="2051960"/>
                  </a:lnTo>
                  <a:lnTo>
                    <a:pt x="1746558" y="2105368"/>
                  </a:lnTo>
                  <a:lnTo>
                    <a:pt x="1818181" y="2156784"/>
                  </a:lnTo>
                  <a:lnTo>
                    <a:pt x="1889803" y="2206282"/>
                  </a:lnTo>
                  <a:lnTo>
                    <a:pt x="1961426" y="2253934"/>
                  </a:lnTo>
                  <a:lnTo>
                    <a:pt x="2033048" y="2299809"/>
                  </a:lnTo>
                  <a:lnTo>
                    <a:pt x="2104671" y="2343972"/>
                  </a:lnTo>
                  <a:lnTo>
                    <a:pt x="2176293" y="2386488"/>
                  </a:lnTo>
                  <a:lnTo>
                    <a:pt x="2247916" y="2427417"/>
                  </a:lnTo>
                  <a:lnTo>
                    <a:pt x="2319538" y="2466820"/>
                  </a:lnTo>
                  <a:lnTo>
                    <a:pt x="2391161" y="2504754"/>
                  </a:lnTo>
                  <a:lnTo>
                    <a:pt x="2462783" y="2541272"/>
                  </a:lnTo>
                  <a:lnTo>
                    <a:pt x="2534406" y="2576428"/>
                  </a:lnTo>
                  <a:lnTo>
                    <a:pt x="2606028" y="2610273"/>
                  </a:lnTo>
                  <a:lnTo>
                    <a:pt x="2677651" y="2642855"/>
                  </a:lnTo>
                  <a:lnTo>
                    <a:pt x="2749273" y="2656040"/>
                  </a:lnTo>
                  <a:lnTo>
                    <a:pt x="2820896" y="2658779"/>
                  </a:lnTo>
                  <a:lnTo>
                    <a:pt x="2892519" y="2661509"/>
                  </a:lnTo>
                  <a:lnTo>
                    <a:pt x="2964141" y="2664229"/>
                  </a:lnTo>
                  <a:lnTo>
                    <a:pt x="3035764" y="2666941"/>
                  </a:lnTo>
                  <a:lnTo>
                    <a:pt x="3107386" y="2669643"/>
                  </a:lnTo>
                  <a:lnTo>
                    <a:pt x="3179009" y="2672337"/>
                  </a:lnTo>
                  <a:lnTo>
                    <a:pt x="3250631" y="2675021"/>
                  </a:lnTo>
                  <a:lnTo>
                    <a:pt x="3322254" y="2677697"/>
                  </a:lnTo>
                  <a:lnTo>
                    <a:pt x="3393876" y="2680364"/>
                  </a:lnTo>
                  <a:lnTo>
                    <a:pt x="3465499" y="2683022"/>
                  </a:lnTo>
                  <a:lnTo>
                    <a:pt x="3537121" y="2685671"/>
                  </a:lnTo>
                  <a:lnTo>
                    <a:pt x="3608744" y="2688312"/>
                  </a:lnTo>
                  <a:lnTo>
                    <a:pt x="3680366" y="2690944"/>
                  </a:lnTo>
                  <a:lnTo>
                    <a:pt x="3751989" y="2693567"/>
                  </a:lnTo>
                  <a:lnTo>
                    <a:pt x="3823611" y="2696181"/>
                  </a:lnTo>
                  <a:lnTo>
                    <a:pt x="3895234" y="2698787"/>
                  </a:lnTo>
                  <a:lnTo>
                    <a:pt x="3966856" y="2701384"/>
                  </a:lnTo>
                  <a:lnTo>
                    <a:pt x="4038479" y="2703973"/>
                  </a:lnTo>
                  <a:lnTo>
                    <a:pt x="4110101" y="2706553"/>
                  </a:lnTo>
                  <a:lnTo>
                    <a:pt x="4181724" y="2709124"/>
                  </a:lnTo>
                  <a:lnTo>
                    <a:pt x="4253346" y="2711687"/>
                  </a:lnTo>
                  <a:lnTo>
                    <a:pt x="4324969" y="2714242"/>
                  </a:lnTo>
                  <a:lnTo>
                    <a:pt x="4396592" y="2716788"/>
                  </a:lnTo>
                  <a:lnTo>
                    <a:pt x="4468214" y="2719325"/>
                  </a:lnTo>
                  <a:lnTo>
                    <a:pt x="4539837" y="2721854"/>
                  </a:lnTo>
                  <a:lnTo>
                    <a:pt x="4611459" y="2724375"/>
                  </a:lnTo>
                  <a:lnTo>
                    <a:pt x="4683082" y="2726888"/>
                  </a:lnTo>
                  <a:lnTo>
                    <a:pt x="4754704" y="2729392"/>
                  </a:lnTo>
                  <a:lnTo>
                    <a:pt x="4826327" y="2731888"/>
                  </a:lnTo>
                  <a:lnTo>
                    <a:pt x="4897949" y="2734375"/>
                  </a:lnTo>
                  <a:lnTo>
                    <a:pt x="4969572" y="2736855"/>
                  </a:lnTo>
                  <a:lnTo>
                    <a:pt x="5041194" y="2739326"/>
                  </a:lnTo>
                  <a:lnTo>
                    <a:pt x="5112817" y="2741789"/>
                  </a:lnTo>
                  <a:lnTo>
                    <a:pt x="5184439" y="2744244"/>
                  </a:lnTo>
                  <a:lnTo>
                    <a:pt x="5256062" y="2746691"/>
                  </a:lnTo>
                  <a:lnTo>
                    <a:pt x="5327684" y="2749129"/>
                  </a:lnTo>
                  <a:lnTo>
                    <a:pt x="5399307" y="2751560"/>
                  </a:lnTo>
                  <a:lnTo>
                    <a:pt x="5470929" y="2753982"/>
                  </a:lnTo>
                  <a:lnTo>
                    <a:pt x="5542552" y="2756397"/>
                  </a:lnTo>
                  <a:lnTo>
                    <a:pt x="5614174" y="2758804"/>
                  </a:lnTo>
                  <a:lnTo>
                    <a:pt x="5685797" y="2761202"/>
                  </a:lnTo>
                  <a:lnTo>
                    <a:pt x="5757420" y="2763593"/>
                  </a:lnTo>
                  <a:lnTo>
                    <a:pt x="5829042" y="2765975"/>
                  </a:lnTo>
                  <a:lnTo>
                    <a:pt x="5900665" y="2768350"/>
                  </a:lnTo>
                  <a:lnTo>
                    <a:pt x="5972287" y="2770717"/>
                  </a:lnTo>
                  <a:lnTo>
                    <a:pt x="6043910" y="2773076"/>
                  </a:lnTo>
                  <a:lnTo>
                    <a:pt x="6115532" y="2775428"/>
                  </a:lnTo>
                  <a:lnTo>
                    <a:pt x="6187155" y="2777771"/>
                  </a:lnTo>
                  <a:lnTo>
                    <a:pt x="6258777" y="2780107"/>
                  </a:lnTo>
                  <a:lnTo>
                    <a:pt x="6330400" y="2782435"/>
                  </a:lnTo>
                  <a:lnTo>
                    <a:pt x="6402022" y="2784756"/>
                  </a:lnTo>
                  <a:lnTo>
                    <a:pt x="6473645" y="2787068"/>
                  </a:lnTo>
                  <a:lnTo>
                    <a:pt x="6545267" y="2789373"/>
                  </a:lnTo>
                  <a:lnTo>
                    <a:pt x="6616890" y="2791671"/>
                  </a:lnTo>
                  <a:lnTo>
                    <a:pt x="6688512" y="2793961"/>
                  </a:lnTo>
                  <a:lnTo>
                    <a:pt x="6760135" y="2796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2771"/>
              <a:ext cx="7090630" cy="858167"/>
            </a:xfrm>
            <a:custGeom>
              <a:avLst/>
              <a:pathLst>
                <a:path w="7090630" h="858167">
                  <a:moveTo>
                    <a:pt x="7090630" y="858167"/>
                  </a:moveTo>
                  <a:lnTo>
                    <a:pt x="7019007" y="854435"/>
                  </a:lnTo>
                  <a:lnTo>
                    <a:pt x="6947385" y="850559"/>
                  </a:lnTo>
                  <a:lnTo>
                    <a:pt x="6875762" y="846532"/>
                  </a:lnTo>
                  <a:lnTo>
                    <a:pt x="6804139" y="842350"/>
                  </a:lnTo>
                  <a:lnTo>
                    <a:pt x="6732517" y="838005"/>
                  </a:lnTo>
                  <a:lnTo>
                    <a:pt x="6660894" y="833492"/>
                  </a:lnTo>
                  <a:lnTo>
                    <a:pt x="6589272" y="828804"/>
                  </a:lnTo>
                  <a:lnTo>
                    <a:pt x="6517649" y="823935"/>
                  </a:lnTo>
                  <a:lnTo>
                    <a:pt x="6446027" y="818876"/>
                  </a:lnTo>
                  <a:lnTo>
                    <a:pt x="6374404" y="813622"/>
                  </a:lnTo>
                  <a:lnTo>
                    <a:pt x="6302782" y="808165"/>
                  </a:lnTo>
                  <a:lnTo>
                    <a:pt x="6231159" y="802495"/>
                  </a:lnTo>
                  <a:lnTo>
                    <a:pt x="6159537" y="796606"/>
                  </a:lnTo>
                  <a:lnTo>
                    <a:pt x="6087914" y="790489"/>
                  </a:lnTo>
                  <a:lnTo>
                    <a:pt x="6016292" y="784135"/>
                  </a:lnTo>
                  <a:lnTo>
                    <a:pt x="5944669" y="777535"/>
                  </a:lnTo>
                  <a:lnTo>
                    <a:pt x="5873047" y="770679"/>
                  </a:lnTo>
                  <a:lnTo>
                    <a:pt x="5801424" y="763557"/>
                  </a:lnTo>
                  <a:lnTo>
                    <a:pt x="5729802" y="756159"/>
                  </a:lnTo>
                  <a:lnTo>
                    <a:pt x="5658179" y="748475"/>
                  </a:lnTo>
                  <a:lnTo>
                    <a:pt x="5586557" y="740493"/>
                  </a:lnTo>
                  <a:lnTo>
                    <a:pt x="5514934" y="732202"/>
                  </a:lnTo>
                  <a:lnTo>
                    <a:pt x="5443311" y="723589"/>
                  </a:lnTo>
                  <a:lnTo>
                    <a:pt x="5371689" y="714643"/>
                  </a:lnTo>
                  <a:lnTo>
                    <a:pt x="5300066" y="705350"/>
                  </a:lnTo>
                  <a:lnTo>
                    <a:pt x="5228444" y="695697"/>
                  </a:lnTo>
                  <a:lnTo>
                    <a:pt x="5156821" y="685670"/>
                  </a:lnTo>
                  <a:lnTo>
                    <a:pt x="5085199" y="675254"/>
                  </a:lnTo>
                  <a:lnTo>
                    <a:pt x="5013576" y="664435"/>
                  </a:lnTo>
                  <a:lnTo>
                    <a:pt x="4941954" y="653196"/>
                  </a:lnTo>
                  <a:lnTo>
                    <a:pt x="4870331" y="641523"/>
                  </a:lnTo>
                  <a:lnTo>
                    <a:pt x="4798709" y="629396"/>
                  </a:lnTo>
                  <a:lnTo>
                    <a:pt x="4727086" y="616800"/>
                  </a:lnTo>
                  <a:lnTo>
                    <a:pt x="4655464" y="603716"/>
                  </a:lnTo>
                  <a:lnTo>
                    <a:pt x="4583841" y="590125"/>
                  </a:lnTo>
                  <a:lnTo>
                    <a:pt x="4512219" y="576008"/>
                  </a:lnTo>
                  <a:lnTo>
                    <a:pt x="4440596" y="561343"/>
                  </a:lnTo>
                  <a:lnTo>
                    <a:pt x="4368974" y="546110"/>
                  </a:lnTo>
                  <a:lnTo>
                    <a:pt x="4297351" y="530287"/>
                  </a:lnTo>
                  <a:lnTo>
                    <a:pt x="4225729" y="513851"/>
                  </a:lnTo>
                  <a:lnTo>
                    <a:pt x="4154106" y="496777"/>
                  </a:lnTo>
                  <a:lnTo>
                    <a:pt x="4082483" y="479043"/>
                  </a:lnTo>
                  <a:lnTo>
                    <a:pt x="4010861" y="460621"/>
                  </a:lnTo>
                  <a:lnTo>
                    <a:pt x="3939238" y="441485"/>
                  </a:lnTo>
                  <a:lnTo>
                    <a:pt x="3867616" y="421608"/>
                  </a:lnTo>
                  <a:lnTo>
                    <a:pt x="3795993" y="400961"/>
                  </a:lnTo>
                  <a:lnTo>
                    <a:pt x="3724371" y="379514"/>
                  </a:lnTo>
                  <a:lnTo>
                    <a:pt x="3652748" y="357235"/>
                  </a:lnTo>
                  <a:lnTo>
                    <a:pt x="3581126" y="334094"/>
                  </a:lnTo>
                  <a:lnTo>
                    <a:pt x="3509503" y="310056"/>
                  </a:lnTo>
                  <a:lnTo>
                    <a:pt x="3437881" y="285086"/>
                  </a:lnTo>
                  <a:lnTo>
                    <a:pt x="3366258" y="259149"/>
                  </a:lnTo>
                  <a:lnTo>
                    <a:pt x="3294636" y="232207"/>
                  </a:lnTo>
                  <a:lnTo>
                    <a:pt x="3223013" y="204221"/>
                  </a:lnTo>
                  <a:lnTo>
                    <a:pt x="3151391" y="175151"/>
                  </a:lnTo>
                  <a:lnTo>
                    <a:pt x="3079768" y="144954"/>
                  </a:lnTo>
                  <a:lnTo>
                    <a:pt x="3008146" y="124025"/>
                  </a:lnTo>
                  <a:lnTo>
                    <a:pt x="2936523" y="121268"/>
                  </a:lnTo>
                  <a:lnTo>
                    <a:pt x="2864901" y="118502"/>
                  </a:lnTo>
                  <a:lnTo>
                    <a:pt x="2793278" y="115727"/>
                  </a:lnTo>
                  <a:lnTo>
                    <a:pt x="2721655" y="112942"/>
                  </a:lnTo>
                  <a:lnTo>
                    <a:pt x="2650033" y="110149"/>
                  </a:lnTo>
                  <a:lnTo>
                    <a:pt x="2578410" y="107346"/>
                  </a:lnTo>
                  <a:lnTo>
                    <a:pt x="2506788" y="104534"/>
                  </a:lnTo>
                  <a:lnTo>
                    <a:pt x="2435165" y="101712"/>
                  </a:lnTo>
                  <a:lnTo>
                    <a:pt x="2363543" y="98881"/>
                  </a:lnTo>
                  <a:lnTo>
                    <a:pt x="2291920" y="96041"/>
                  </a:lnTo>
                  <a:lnTo>
                    <a:pt x="2220298" y="93192"/>
                  </a:lnTo>
                  <a:lnTo>
                    <a:pt x="2148675" y="90332"/>
                  </a:lnTo>
                  <a:lnTo>
                    <a:pt x="2077053" y="87464"/>
                  </a:lnTo>
                  <a:lnTo>
                    <a:pt x="2005430" y="84586"/>
                  </a:lnTo>
                  <a:lnTo>
                    <a:pt x="1933808" y="81698"/>
                  </a:lnTo>
                  <a:lnTo>
                    <a:pt x="1862185" y="78801"/>
                  </a:lnTo>
                  <a:lnTo>
                    <a:pt x="1790563" y="75894"/>
                  </a:lnTo>
                  <a:lnTo>
                    <a:pt x="1718940" y="72977"/>
                  </a:lnTo>
                  <a:lnTo>
                    <a:pt x="1647318" y="70051"/>
                  </a:lnTo>
                  <a:lnTo>
                    <a:pt x="1575695" y="67115"/>
                  </a:lnTo>
                  <a:lnTo>
                    <a:pt x="1504073" y="64169"/>
                  </a:lnTo>
                  <a:lnTo>
                    <a:pt x="1432450" y="61214"/>
                  </a:lnTo>
                  <a:lnTo>
                    <a:pt x="1360827" y="58248"/>
                  </a:lnTo>
                  <a:lnTo>
                    <a:pt x="1289205" y="55273"/>
                  </a:lnTo>
                  <a:lnTo>
                    <a:pt x="1217582" y="52288"/>
                  </a:lnTo>
                  <a:lnTo>
                    <a:pt x="1145960" y="49293"/>
                  </a:lnTo>
                  <a:lnTo>
                    <a:pt x="1074337" y="46288"/>
                  </a:lnTo>
                  <a:lnTo>
                    <a:pt x="1002715" y="43274"/>
                  </a:lnTo>
                  <a:lnTo>
                    <a:pt x="931092" y="40249"/>
                  </a:lnTo>
                  <a:lnTo>
                    <a:pt x="859470" y="37214"/>
                  </a:lnTo>
                  <a:lnTo>
                    <a:pt x="787847" y="34169"/>
                  </a:lnTo>
                  <a:lnTo>
                    <a:pt x="716225" y="31114"/>
                  </a:lnTo>
                  <a:lnTo>
                    <a:pt x="644602" y="28048"/>
                  </a:lnTo>
                  <a:lnTo>
                    <a:pt x="572980" y="24973"/>
                  </a:lnTo>
                  <a:lnTo>
                    <a:pt x="501357" y="21887"/>
                  </a:lnTo>
                  <a:lnTo>
                    <a:pt x="429735" y="18792"/>
                  </a:lnTo>
                  <a:lnTo>
                    <a:pt x="358112" y="15685"/>
                  </a:lnTo>
                  <a:lnTo>
                    <a:pt x="286490" y="12569"/>
                  </a:lnTo>
                  <a:lnTo>
                    <a:pt x="214867" y="9442"/>
                  </a:lnTo>
                  <a:lnTo>
                    <a:pt x="143245" y="6305"/>
                  </a:lnTo>
                  <a:lnTo>
                    <a:pt x="71622" y="31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6756"/>
              <a:ext cx="7090630" cy="1733172"/>
            </a:xfrm>
            <a:custGeom>
              <a:avLst/>
              <a:pathLst>
                <a:path w="7090630" h="1733172">
                  <a:moveTo>
                    <a:pt x="0" y="0"/>
                  </a:moveTo>
                  <a:lnTo>
                    <a:pt x="71622" y="40711"/>
                  </a:lnTo>
                  <a:lnTo>
                    <a:pt x="143245" y="80589"/>
                  </a:lnTo>
                  <a:lnTo>
                    <a:pt x="214867" y="119652"/>
                  </a:lnTo>
                  <a:lnTo>
                    <a:pt x="286490" y="157915"/>
                  </a:lnTo>
                  <a:lnTo>
                    <a:pt x="358112" y="195397"/>
                  </a:lnTo>
                  <a:lnTo>
                    <a:pt x="429735" y="232111"/>
                  </a:lnTo>
                  <a:lnTo>
                    <a:pt x="501357" y="268075"/>
                  </a:lnTo>
                  <a:lnTo>
                    <a:pt x="572980" y="303303"/>
                  </a:lnTo>
                  <a:lnTo>
                    <a:pt x="644602" y="337811"/>
                  </a:lnTo>
                  <a:lnTo>
                    <a:pt x="716225" y="371612"/>
                  </a:lnTo>
                  <a:lnTo>
                    <a:pt x="787847" y="404723"/>
                  </a:lnTo>
                  <a:lnTo>
                    <a:pt x="859470" y="437156"/>
                  </a:lnTo>
                  <a:lnTo>
                    <a:pt x="931092" y="468926"/>
                  </a:lnTo>
                  <a:lnTo>
                    <a:pt x="1002715" y="500046"/>
                  </a:lnTo>
                  <a:lnTo>
                    <a:pt x="1074337" y="530530"/>
                  </a:lnTo>
                  <a:lnTo>
                    <a:pt x="1145960" y="560390"/>
                  </a:lnTo>
                  <a:lnTo>
                    <a:pt x="1217582" y="589640"/>
                  </a:lnTo>
                  <a:lnTo>
                    <a:pt x="1289205" y="618291"/>
                  </a:lnTo>
                  <a:lnTo>
                    <a:pt x="1360827" y="646356"/>
                  </a:lnTo>
                  <a:lnTo>
                    <a:pt x="1432450" y="673848"/>
                  </a:lnTo>
                  <a:lnTo>
                    <a:pt x="1504073" y="700777"/>
                  </a:lnTo>
                  <a:lnTo>
                    <a:pt x="1575695" y="727155"/>
                  </a:lnTo>
                  <a:lnTo>
                    <a:pt x="1647318" y="752993"/>
                  </a:lnTo>
                  <a:lnTo>
                    <a:pt x="1718940" y="778304"/>
                  </a:lnTo>
                  <a:lnTo>
                    <a:pt x="1790563" y="803096"/>
                  </a:lnTo>
                  <a:lnTo>
                    <a:pt x="1862185" y="827382"/>
                  </a:lnTo>
                  <a:lnTo>
                    <a:pt x="1933808" y="851171"/>
                  </a:lnTo>
                  <a:lnTo>
                    <a:pt x="2005430" y="874473"/>
                  </a:lnTo>
                  <a:lnTo>
                    <a:pt x="2077053" y="897298"/>
                  </a:lnTo>
                  <a:lnTo>
                    <a:pt x="2148675" y="919657"/>
                  </a:lnTo>
                  <a:lnTo>
                    <a:pt x="2220298" y="941559"/>
                  </a:lnTo>
                  <a:lnTo>
                    <a:pt x="2291920" y="963012"/>
                  </a:lnTo>
                  <a:lnTo>
                    <a:pt x="2363543" y="984027"/>
                  </a:lnTo>
                  <a:lnTo>
                    <a:pt x="2435165" y="1004612"/>
                  </a:lnTo>
                  <a:lnTo>
                    <a:pt x="2506788" y="1024776"/>
                  </a:lnTo>
                  <a:lnTo>
                    <a:pt x="2578410" y="1044528"/>
                  </a:lnTo>
                  <a:lnTo>
                    <a:pt x="2650033" y="1063875"/>
                  </a:lnTo>
                  <a:lnTo>
                    <a:pt x="2721655" y="1082827"/>
                  </a:lnTo>
                  <a:lnTo>
                    <a:pt x="2793278" y="1101391"/>
                  </a:lnTo>
                  <a:lnTo>
                    <a:pt x="2864901" y="1119576"/>
                  </a:lnTo>
                  <a:lnTo>
                    <a:pt x="2936523" y="1137388"/>
                  </a:lnTo>
                  <a:lnTo>
                    <a:pt x="3008146" y="1154837"/>
                  </a:lnTo>
                  <a:lnTo>
                    <a:pt x="3079768" y="1171928"/>
                  </a:lnTo>
                  <a:lnTo>
                    <a:pt x="3151391" y="1188670"/>
                  </a:lnTo>
                  <a:lnTo>
                    <a:pt x="3223013" y="1205069"/>
                  </a:lnTo>
                  <a:lnTo>
                    <a:pt x="3294636" y="1221133"/>
                  </a:lnTo>
                  <a:lnTo>
                    <a:pt x="3366258" y="1236869"/>
                  </a:lnTo>
                  <a:lnTo>
                    <a:pt x="3437881" y="1252283"/>
                  </a:lnTo>
                  <a:lnTo>
                    <a:pt x="3509503" y="1267381"/>
                  </a:lnTo>
                  <a:lnTo>
                    <a:pt x="3581126" y="1282171"/>
                  </a:lnTo>
                  <a:lnTo>
                    <a:pt x="3652748" y="1296658"/>
                  </a:lnTo>
                  <a:lnTo>
                    <a:pt x="3724371" y="1310849"/>
                  </a:lnTo>
                  <a:lnTo>
                    <a:pt x="3795993" y="1324749"/>
                  </a:lnTo>
                  <a:lnTo>
                    <a:pt x="3867616" y="1338365"/>
                  </a:lnTo>
                  <a:lnTo>
                    <a:pt x="3939238" y="1351703"/>
                  </a:lnTo>
                  <a:lnTo>
                    <a:pt x="4010861" y="1364768"/>
                  </a:lnTo>
                  <a:lnTo>
                    <a:pt x="4082483" y="1377566"/>
                  </a:lnTo>
                  <a:lnTo>
                    <a:pt x="4154106" y="1390102"/>
                  </a:lnTo>
                  <a:lnTo>
                    <a:pt x="4225729" y="1402382"/>
                  </a:lnTo>
                  <a:lnTo>
                    <a:pt x="4297351" y="1414410"/>
                  </a:lnTo>
                  <a:lnTo>
                    <a:pt x="4368974" y="1426193"/>
                  </a:lnTo>
                  <a:lnTo>
                    <a:pt x="4440596" y="1437734"/>
                  </a:lnTo>
                  <a:lnTo>
                    <a:pt x="4512219" y="1449039"/>
                  </a:lnTo>
                  <a:lnTo>
                    <a:pt x="4583841" y="1460114"/>
                  </a:lnTo>
                  <a:lnTo>
                    <a:pt x="4655464" y="1470961"/>
                  </a:lnTo>
                  <a:lnTo>
                    <a:pt x="4727086" y="1481587"/>
                  </a:lnTo>
                  <a:lnTo>
                    <a:pt x="4798709" y="1491996"/>
                  </a:lnTo>
                  <a:lnTo>
                    <a:pt x="4870331" y="1502191"/>
                  </a:lnTo>
                  <a:lnTo>
                    <a:pt x="4941954" y="1512178"/>
                  </a:lnTo>
                  <a:lnTo>
                    <a:pt x="5013576" y="1521961"/>
                  </a:lnTo>
                  <a:lnTo>
                    <a:pt x="5085199" y="1531544"/>
                  </a:lnTo>
                  <a:lnTo>
                    <a:pt x="5156821" y="1540931"/>
                  </a:lnTo>
                  <a:lnTo>
                    <a:pt x="5228444" y="1550125"/>
                  </a:lnTo>
                  <a:lnTo>
                    <a:pt x="5300066" y="1559132"/>
                  </a:lnTo>
                  <a:lnTo>
                    <a:pt x="5371689" y="1567955"/>
                  </a:lnTo>
                  <a:lnTo>
                    <a:pt x="5443311" y="1576597"/>
                  </a:lnTo>
                  <a:lnTo>
                    <a:pt x="5514934" y="1585062"/>
                  </a:lnTo>
                  <a:lnTo>
                    <a:pt x="5586557" y="1593354"/>
                  </a:lnTo>
                  <a:lnTo>
                    <a:pt x="5658179" y="1601477"/>
                  </a:lnTo>
                  <a:lnTo>
                    <a:pt x="5729802" y="1609433"/>
                  </a:lnTo>
                  <a:lnTo>
                    <a:pt x="5801424" y="1617227"/>
                  </a:lnTo>
                  <a:lnTo>
                    <a:pt x="5873047" y="1624861"/>
                  </a:lnTo>
                  <a:lnTo>
                    <a:pt x="5944669" y="1632339"/>
                  </a:lnTo>
                  <a:lnTo>
                    <a:pt x="6016292" y="1639665"/>
                  </a:lnTo>
                  <a:lnTo>
                    <a:pt x="6087914" y="1646840"/>
                  </a:lnTo>
                  <a:lnTo>
                    <a:pt x="6159537" y="1653869"/>
                  </a:lnTo>
                  <a:lnTo>
                    <a:pt x="6231159" y="1660754"/>
                  </a:lnTo>
                  <a:lnTo>
                    <a:pt x="6302782" y="1667498"/>
                  </a:lnTo>
                  <a:lnTo>
                    <a:pt x="6374404" y="1674104"/>
                  </a:lnTo>
                  <a:lnTo>
                    <a:pt x="6446027" y="1680575"/>
                  </a:lnTo>
                  <a:lnTo>
                    <a:pt x="6517649" y="1686913"/>
                  </a:lnTo>
                  <a:lnTo>
                    <a:pt x="6589272" y="1693122"/>
                  </a:lnTo>
                  <a:lnTo>
                    <a:pt x="6660894" y="1699204"/>
                  </a:lnTo>
                  <a:lnTo>
                    <a:pt x="6732517" y="1705162"/>
                  </a:lnTo>
                  <a:lnTo>
                    <a:pt x="6804139" y="1710998"/>
                  </a:lnTo>
                  <a:lnTo>
                    <a:pt x="6875762" y="1716714"/>
                  </a:lnTo>
                  <a:lnTo>
                    <a:pt x="6947385" y="1722314"/>
                  </a:lnTo>
                  <a:lnTo>
                    <a:pt x="7019007" y="1727799"/>
                  </a:lnTo>
                  <a:lnTo>
                    <a:pt x="7090630" y="1733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(1.04-1.59), p_Bonf = 0.117 (n = 6)  |  per IQR decline (Δ = 27.5 %): 2.00 (1.12-3.58)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2026-08-19T20:25:37Z</dcterms:modified>
  <cp:category/>
</cp:coreProperties>
</file>