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388167"/>
            </a:xfrm>
            <a:custGeom>
              <a:avLst/>
              <a:pathLst>
                <a:path w="7090630" h="3388167">
                  <a:moveTo>
                    <a:pt x="339967" y="0"/>
                  </a:moveTo>
                  <a:lnTo>
                    <a:pt x="358112" y="33985"/>
                  </a:lnTo>
                  <a:lnTo>
                    <a:pt x="429735" y="163115"/>
                  </a:lnTo>
                  <a:lnTo>
                    <a:pt x="501357" y="287411"/>
                  </a:lnTo>
                  <a:lnTo>
                    <a:pt x="572980" y="407054"/>
                  </a:lnTo>
                  <a:lnTo>
                    <a:pt x="644602" y="522219"/>
                  </a:lnTo>
                  <a:lnTo>
                    <a:pt x="716225" y="633074"/>
                  </a:lnTo>
                  <a:lnTo>
                    <a:pt x="787847" y="739778"/>
                  </a:lnTo>
                  <a:lnTo>
                    <a:pt x="859470" y="842489"/>
                  </a:lnTo>
                  <a:lnTo>
                    <a:pt x="931092" y="941355"/>
                  </a:lnTo>
                  <a:lnTo>
                    <a:pt x="1002715" y="1036520"/>
                  </a:lnTo>
                  <a:lnTo>
                    <a:pt x="1074337" y="1128124"/>
                  </a:lnTo>
                  <a:lnTo>
                    <a:pt x="1145960" y="1216298"/>
                  </a:lnTo>
                  <a:lnTo>
                    <a:pt x="1217582" y="1301172"/>
                  </a:lnTo>
                  <a:lnTo>
                    <a:pt x="1289205" y="1382869"/>
                  </a:lnTo>
                  <a:lnTo>
                    <a:pt x="1360827" y="1461508"/>
                  </a:lnTo>
                  <a:lnTo>
                    <a:pt x="1432450" y="1537203"/>
                  </a:lnTo>
                  <a:lnTo>
                    <a:pt x="1504073" y="1610065"/>
                  </a:lnTo>
                  <a:lnTo>
                    <a:pt x="1575695" y="1680199"/>
                  </a:lnTo>
                  <a:lnTo>
                    <a:pt x="1647318" y="1747709"/>
                  </a:lnTo>
                  <a:lnTo>
                    <a:pt x="1718940" y="1812691"/>
                  </a:lnTo>
                  <a:lnTo>
                    <a:pt x="1790563" y="1875241"/>
                  </a:lnTo>
                  <a:lnTo>
                    <a:pt x="1862185" y="1935450"/>
                  </a:lnTo>
                  <a:lnTo>
                    <a:pt x="1933808" y="1993405"/>
                  </a:lnTo>
                  <a:lnTo>
                    <a:pt x="2005430" y="2049190"/>
                  </a:lnTo>
                  <a:lnTo>
                    <a:pt x="2077053" y="2102888"/>
                  </a:lnTo>
                  <a:lnTo>
                    <a:pt x="2148675" y="2154575"/>
                  </a:lnTo>
                  <a:lnTo>
                    <a:pt x="2220298" y="2204328"/>
                  </a:lnTo>
                  <a:lnTo>
                    <a:pt x="2291920" y="2252219"/>
                  </a:lnTo>
                  <a:lnTo>
                    <a:pt x="2363543" y="2298317"/>
                  </a:lnTo>
                  <a:lnTo>
                    <a:pt x="2435165" y="2342689"/>
                  </a:lnTo>
                  <a:lnTo>
                    <a:pt x="2506788" y="2385400"/>
                  </a:lnTo>
                  <a:lnTo>
                    <a:pt x="2578410" y="2426513"/>
                  </a:lnTo>
                  <a:lnTo>
                    <a:pt x="2650033" y="2466087"/>
                  </a:lnTo>
                  <a:lnTo>
                    <a:pt x="2721655" y="2504179"/>
                  </a:lnTo>
                  <a:lnTo>
                    <a:pt x="2793278" y="2540846"/>
                  </a:lnTo>
                  <a:lnTo>
                    <a:pt x="2864901" y="2576140"/>
                  </a:lnTo>
                  <a:lnTo>
                    <a:pt x="2936523" y="2610113"/>
                  </a:lnTo>
                  <a:lnTo>
                    <a:pt x="3008146" y="2642814"/>
                  </a:lnTo>
                  <a:lnTo>
                    <a:pt x="3079768" y="2656120"/>
                  </a:lnTo>
                  <a:lnTo>
                    <a:pt x="3151391" y="2658983"/>
                  </a:lnTo>
                  <a:lnTo>
                    <a:pt x="3223013" y="2661836"/>
                  </a:lnTo>
                  <a:lnTo>
                    <a:pt x="3294636" y="2664679"/>
                  </a:lnTo>
                  <a:lnTo>
                    <a:pt x="3366258" y="2667512"/>
                  </a:lnTo>
                  <a:lnTo>
                    <a:pt x="3437881" y="2670336"/>
                  </a:lnTo>
                  <a:lnTo>
                    <a:pt x="3509503" y="2673149"/>
                  </a:lnTo>
                  <a:lnTo>
                    <a:pt x="3581126" y="2675953"/>
                  </a:lnTo>
                  <a:lnTo>
                    <a:pt x="3652748" y="2678748"/>
                  </a:lnTo>
                  <a:lnTo>
                    <a:pt x="3724371" y="2681532"/>
                  </a:lnTo>
                  <a:lnTo>
                    <a:pt x="3795993" y="2684307"/>
                  </a:lnTo>
                  <a:lnTo>
                    <a:pt x="3867616" y="2687072"/>
                  </a:lnTo>
                  <a:lnTo>
                    <a:pt x="3939238" y="2689828"/>
                  </a:lnTo>
                  <a:lnTo>
                    <a:pt x="4010861" y="2692574"/>
                  </a:lnTo>
                  <a:lnTo>
                    <a:pt x="4082483" y="2695311"/>
                  </a:lnTo>
                  <a:lnTo>
                    <a:pt x="4154106" y="2698038"/>
                  </a:lnTo>
                  <a:lnTo>
                    <a:pt x="4225729" y="2700756"/>
                  </a:lnTo>
                  <a:lnTo>
                    <a:pt x="4297351" y="2703465"/>
                  </a:lnTo>
                  <a:lnTo>
                    <a:pt x="4368974" y="2706164"/>
                  </a:lnTo>
                  <a:lnTo>
                    <a:pt x="4440596" y="2708853"/>
                  </a:lnTo>
                  <a:lnTo>
                    <a:pt x="4512219" y="2711534"/>
                  </a:lnTo>
                  <a:lnTo>
                    <a:pt x="4583841" y="2714205"/>
                  </a:lnTo>
                  <a:lnTo>
                    <a:pt x="4655464" y="2716867"/>
                  </a:lnTo>
                  <a:lnTo>
                    <a:pt x="4727086" y="2719519"/>
                  </a:lnTo>
                  <a:lnTo>
                    <a:pt x="4798709" y="2722163"/>
                  </a:lnTo>
                  <a:lnTo>
                    <a:pt x="4870331" y="2724797"/>
                  </a:lnTo>
                  <a:lnTo>
                    <a:pt x="4941954" y="2727423"/>
                  </a:lnTo>
                  <a:lnTo>
                    <a:pt x="5013576" y="2730039"/>
                  </a:lnTo>
                  <a:lnTo>
                    <a:pt x="5085199" y="2732646"/>
                  </a:lnTo>
                  <a:lnTo>
                    <a:pt x="5156821" y="2735244"/>
                  </a:lnTo>
                  <a:lnTo>
                    <a:pt x="5228444" y="2737833"/>
                  </a:lnTo>
                  <a:lnTo>
                    <a:pt x="5300066" y="2740413"/>
                  </a:lnTo>
                  <a:lnTo>
                    <a:pt x="5371689" y="2742984"/>
                  </a:lnTo>
                  <a:lnTo>
                    <a:pt x="5443311" y="2745547"/>
                  </a:lnTo>
                  <a:lnTo>
                    <a:pt x="5514934" y="2748100"/>
                  </a:lnTo>
                  <a:lnTo>
                    <a:pt x="5586557" y="2750645"/>
                  </a:lnTo>
                  <a:lnTo>
                    <a:pt x="5658179" y="2753181"/>
                  </a:lnTo>
                  <a:lnTo>
                    <a:pt x="5729802" y="2755708"/>
                  </a:lnTo>
                  <a:lnTo>
                    <a:pt x="5801424" y="2758226"/>
                  </a:lnTo>
                  <a:lnTo>
                    <a:pt x="5873047" y="2760736"/>
                  </a:lnTo>
                  <a:lnTo>
                    <a:pt x="5944669" y="2763237"/>
                  </a:lnTo>
                  <a:lnTo>
                    <a:pt x="6016292" y="2765729"/>
                  </a:lnTo>
                  <a:lnTo>
                    <a:pt x="6087914" y="2768213"/>
                  </a:lnTo>
                  <a:lnTo>
                    <a:pt x="6159537" y="2770688"/>
                  </a:lnTo>
                  <a:lnTo>
                    <a:pt x="6231159" y="2773154"/>
                  </a:lnTo>
                  <a:lnTo>
                    <a:pt x="6302782" y="2775612"/>
                  </a:lnTo>
                  <a:lnTo>
                    <a:pt x="6374404" y="2778062"/>
                  </a:lnTo>
                  <a:lnTo>
                    <a:pt x="6446027" y="2780503"/>
                  </a:lnTo>
                  <a:lnTo>
                    <a:pt x="6517649" y="2782935"/>
                  </a:lnTo>
                  <a:lnTo>
                    <a:pt x="6589272" y="2785359"/>
                  </a:lnTo>
                  <a:lnTo>
                    <a:pt x="6660894" y="2787775"/>
                  </a:lnTo>
                  <a:lnTo>
                    <a:pt x="6732517" y="2790183"/>
                  </a:lnTo>
                  <a:lnTo>
                    <a:pt x="6804139" y="2792582"/>
                  </a:lnTo>
                  <a:lnTo>
                    <a:pt x="6875762" y="2794973"/>
                  </a:lnTo>
                  <a:lnTo>
                    <a:pt x="6947385" y="2797355"/>
                  </a:lnTo>
                  <a:lnTo>
                    <a:pt x="7019007" y="2799729"/>
                  </a:lnTo>
                  <a:lnTo>
                    <a:pt x="7090630" y="2802095"/>
                  </a:lnTo>
                  <a:lnTo>
                    <a:pt x="7090630" y="3388167"/>
                  </a:lnTo>
                  <a:lnTo>
                    <a:pt x="7019007" y="3384450"/>
                  </a:lnTo>
                  <a:lnTo>
                    <a:pt x="6947385" y="3380588"/>
                  </a:lnTo>
                  <a:lnTo>
                    <a:pt x="6875762" y="3376577"/>
                  </a:lnTo>
                  <a:lnTo>
                    <a:pt x="6804139" y="3372409"/>
                  </a:lnTo>
                  <a:lnTo>
                    <a:pt x="6732517" y="3368080"/>
                  </a:lnTo>
                  <a:lnTo>
                    <a:pt x="6660894" y="3363582"/>
                  </a:lnTo>
                  <a:lnTo>
                    <a:pt x="6589272" y="3358909"/>
                  </a:lnTo>
                  <a:lnTo>
                    <a:pt x="6517649" y="3354054"/>
                  </a:lnTo>
                  <a:lnTo>
                    <a:pt x="6446027" y="3349011"/>
                  </a:lnTo>
                  <a:lnTo>
                    <a:pt x="6374404" y="3343772"/>
                  </a:lnTo>
                  <a:lnTo>
                    <a:pt x="6302782" y="3338329"/>
                  </a:lnTo>
                  <a:lnTo>
                    <a:pt x="6231159" y="3332674"/>
                  </a:lnTo>
                  <a:lnTo>
                    <a:pt x="6159537" y="3326799"/>
                  </a:lnTo>
                  <a:lnTo>
                    <a:pt x="6087914" y="3320696"/>
                  </a:lnTo>
                  <a:lnTo>
                    <a:pt x="6016292" y="3314355"/>
                  </a:lnTo>
                  <a:lnTo>
                    <a:pt x="5944669" y="3307768"/>
                  </a:lnTo>
                  <a:lnTo>
                    <a:pt x="5873047" y="3300925"/>
                  </a:lnTo>
                  <a:lnTo>
                    <a:pt x="5801424" y="3293815"/>
                  </a:lnTo>
                  <a:lnTo>
                    <a:pt x="5729802" y="3286429"/>
                  </a:lnTo>
                  <a:lnTo>
                    <a:pt x="5658179" y="3278756"/>
                  </a:lnTo>
                  <a:lnTo>
                    <a:pt x="5586557" y="3270785"/>
                  </a:lnTo>
                  <a:lnTo>
                    <a:pt x="5514934" y="3262503"/>
                  </a:lnTo>
                  <a:lnTo>
                    <a:pt x="5443311" y="3253900"/>
                  </a:lnTo>
                  <a:lnTo>
                    <a:pt x="5371689" y="3244962"/>
                  </a:lnTo>
                  <a:lnTo>
                    <a:pt x="5300066" y="3235676"/>
                  </a:lnTo>
                  <a:lnTo>
                    <a:pt x="5228444" y="3226030"/>
                  </a:lnTo>
                  <a:lnTo>
                    <a:pt x="5156821" y="3216008"/>
                  </a:lnTo>
                  <a:lnTo>
                    <a:pt x="5085199" y="3205596"/>
                  </a:lnTo>
                  <a:lnTo>
                    <a:pt x="5013576" y="3194780"/>
                  </a:lnTo>
                  <a:lnTo>
                    <a:pt x="4941954" y="3183543"/>
                  </a:lnTo>
                  <a:lnTo>
                    <a:pt x="4870331" y="3171869"/>
                  </a:lnTo>
                  <a:lnTo>
                    <a:pt x="4798709" y="3159741"/>
                  </a:lnTo>
                  <a:lnTo>
                    <a:pt x="4727086" y="3147141"/>
                  </a:lnTo>
                  <a:lnTo>
                    <a:pt x="4655464" y="3134051"/>
                  </a:lnTo>
                  <a:lnTo>
                    <a:pt x="4583841" y="3120453"/>
                  </a:lnTo>
                  <a:lnTo>
                    <a:pt x="4512219" y="3106325"/>
                  </a:lnTo>
                  <a:lnTo>
                    <a:pt x="4440596" y="3091649"/>
                  </a:lnTo>
                  <a:lnTo>
                    <a:pt x="4368974" y="3076401"/>
                  </a:lnTo>
                  <a:lnTo>
                    <a:pt x="4297351" y="3060561"/>
                  </a:lnTo>
                  <a:lnTo>
                    <a:pt x="4225729" y="3044104"/>
                  </a:lnTo>
                  <a:lnTo>
                    <a:pt x="4154106" y="3027008"/>
                  </a:lnTo>
                  <a:lnTo>
                    <a:pt x="4082483" y="3009247"/>
                  </a:lnTo>
                  <a:lnTo>
                    <a:pt x="4010861" y="2990795"/>
                  </a:lnTo>
                  <a:lnTo>
                    <a:pt x="3939238" y="2971625"/>
                  </a:lnTo>
                  <a:lnTo>
                    <a:pt x="3867616" y="2951710"/>
                  </a:lnTo>
                  <a:lnTo>
                    <a:pt x="3795993" y="2931021"/>
                  </a:lnTo>
                  <a:lnTo>
                    <a:pt x="3724371" y="2909527"/>
                  </a:lnTo>
                  <a:lnTo>
                    <a:pt x="3652748" y="2887198"/>
                  </a:lnTo>
                  <a:lnTo>
                    <a:pt x="3581126" y="2864000"/>
                  </a:lnTo>
                  <a:lnTo>
                    <a:pt x="3509503" y="2839899"/>
                  </a:lnTo>
                  <a:lnTo>
                    <a:pt x="3437881" y="2814862"/>
                  </a:lnTo>
                  <a:lnTo>
                    <a:pt x="3366258" y="2788851"/>
                  </a:lnTo>
                  <a:lnTo>
                    <a:pt x="3294636" y="2761829"/>
                  </a:lnTo>
                  <a:lnTo>
                    <a:pt x="3223013" y="2733756"/>
                  </a:lnTo>
                  <a:lnTo>
                    <a:pt x="3151391" y="2704591"/>
                  </a:lnTo>
                  <a:lnTo>
                    <a:pt x="3079768" y="2674292"/>
                  </a:lnTo>
                  <a:lnTo>
                    <a:pt x="3008146" y="2653248"/>
                  </a:lnTo>
                  <a:lnTo>
                    <a:pt x="2936523" y="2650365"/>
                  </a:lnTo>
                  <a:lnTo>
                    <a:pt x="2864901" y="2647472"/>
                  </a:lnTo>
                  <a:lnTo>
                    <a:pt x="2793278" y="2644569"/>
                  </a:lnTo>
                  <a:lnTo>
                    <a:pt x="2721655" y="2641657"/>
                  </a:lnTo>
                  <a:lnTo>
                    <a:pt x="2650033" y="2638734"/>
                  </a:lnTo>
                  <a:lnTo>
                    <a:pt x="2578410" y="2635801"/>
                  </a:lnTo>
                  <a:lnTo>
                    <a:pt x="2506788" y="2632857"/>
                  </a:lnTo>
                  <a:lnTo>
                    <a:pt x="2435165" y="2629904"/>
                  </a:lnTo>
                  <a:lnTo>
                    <a:pt x="2363543" y="2626940"/>
                  </a:lnTo>
                  <a:lnTo>
                    <a:pt x="2291920" y="2623966"/>
                  </a:lnTo>
                  <a:lnTo>
                    <a:pt x="2220298" y="2620982"/>
                  </a:lnTo>
                  <a:lnTo>
                    <a:pt x="2148675" y="2617987"/>
                  </a:lnTo>
                  <a:lnTo>
                    <a:pt x="2077053" y="2614982"/>
                  </a:lnTo>
                  <a:lnTo>
                    <a:pt x="2005430" y="2611966"/>
                  </a:lnTo>
                  <a:lnTo>
                    <a:pt x="1933808" y="2608940"/>
                  </a:lnTo>
                  <a:lnTo>
                    <a:pt x="1862185" y="2605904"/>
                  </a:lnTo>
                  <a:lnTo>
                    <a:pt x="1790563" y="2602857"/>
                  </a:lnTo>
                  <a:lnTo>
                    <a:pt x="1718940" y="2599799"/>
                  </a:lnTo>
                  <a:lnTo>
                    <a:pt x="1647318" y="2596731"/>
                  </a:lnTo>
                  <a:lnTo>
                    <a:pt x="1575695" y="2593652"/>
                  </a:lnTo>
                  <a:lnTo>
                    <a:pt x="1504073" y="2590562"/>
                  </a:lnTo>
                  <a:lnTo>
                    <a:pt x="1432450" y="2587462"/>
                  </a:lnTo>
                  <a:lnTo>
                    <a:pt x="1360827" y="2584351"/>
                  </a:lnTo>
                  <a:lnTo>
                    <a:pt x="1289205" y="2581229"/>
                  </a:lnTo>
                  <a:lnTo>
                    <a:pt x="1217582" y="2578096"/>
                  </a:lnTo>
                  <a:lnTo>
                    <a:pt x="1145960" y="2574953"/>
                  </a:lnTo>
                  <a:lnTo>
                    <a:pt x="1074337" y="2571798"/>
                  </a:lnTo>
                  <a:lnTo>
                    <a:pt x="1002715" y="2568633"/>
                  </a:lnTo>
                  <a:lnTo>
                    <a:pt x="931092" y="2565456"/>
                  </a:lnTo>
                  <a:lnTo>
                    <a:pt x="859470" y="2562269"/>
                  </a:lnTo>
                  <a:lnTo>
                    <a:pt x="787847" y="2559070"/>
                  </a:lnTo>
                  <a:lnTo>
                    <a:pt x="716225" y="2555861"/>
                  </a:lnTo>
                  <a:lnTo>
                    <a:pt x="644602" y="2552640"/>
                  </a:lnTo>
                  <a:lnTo>
                    <a:pt x="572980" y="2549408"/>
                  </a:lnTo>
                  <a:lnTo>
                    <a:pt x="501357" y="2546165"/>
                  </a:lnTo>
                  <a:lnTo>
                    <a:pt x="429735" y="2542911"/>
                  </a:lnTo>
                  <a:lnTo>
                    <a:pt x="358112" y="2539645"/>
                  </a:lnTo>
                  <a:lnTo>
                    <a:pt x="286490" y="2536368"/>
                  </a:lnTo>
                  <a:lnTo>
                    <a:pt x="214867" y="2533079"/>
                  </a:lnTo>
                  <a:lnTo>
                    <a:pt x="143245" y="2529780"/>
                  </a:lnTo>
                  <a:lnTo>
                    <a:pt x="71622" y="2526468"/>
                  </a:lnTo>
                  <a:lnTo>
                    <a:pt x="0" y="25231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12017" y="2073503"/>
              <a:ext cx="6750662" cy="2802095"/>
            </a:xfrm>
            <a:custGeom>
              <a:avLst/>
              <a:pathLst>
                <a:path w="6750662" h="2802095">
                  <a:moveTo>
                    <a:pt x="0" y="0"/>
                  </a:moveTo>
                  <a:lnTo>
                    <a:pt x="18144" y="33985"/>
                  </a:lnTo>
                  <a:lnTo>
                    <a:pt x="89767" y="163115"/>
                  </a:lnTo>
                  <a:lnTo>
                    <a:pt x="161389" y="287411"/>
                  </a:lnTo>
                  <a:lnTo>
                    <a:pt x="233012" y="407054"/>
                  </a:lnTo>
                  <a:lnTo>
                    <a:pt x="304634" y="522219"/>
                  </a:lnTo>
                  <a:lnTo>
                    <a:pt x="376257" y="633074"/>
                  </a:lnTo>
                  <a:lnTo>
                    <a:pt x="447879" y="739778"/>
                  </a:lnTo>
                  <a:lnTo>
                    <a:pt x="519502" y="842489"/>
                  </a:lnTo>
                  <a:lnTo>
                    <a:pt x="591125" y="941355"/>
                  </a:lnTo>
                  <a:lnTo>
                    <a:pt x="662747" y="1036520"/>
                  </a:lnTo>
                  <a:lnTo>
                    <a:pt x="734370" y="1128124"/>
                  </a:lnTo>
                  <a:lnTo>
                    <a:pt x="805992" y="1216298"/>
                  </a:lnTo>
                  <a:lnTo>
                    <a:pt x="877615" y="1301172"/>
                  </a:lnTo>
                  <a:lnTo>
                    <a:pt x="949237" y="1382869"/>
                  </a:lnTo>
                  <a:lnTo>
                    <a:pt x="1020860" y="1461508"/>
                  </a:lnTo>
                  <a:lnTo>
                    <a:pt x="1092482" y="1537203"/>
                  </a:lnTo>
                  <a:lnTo>
                    <a:pt x="1164105" y="1610065"/>
                  </a:lnTo>
                  <a:lnTo>
                    <a:pt x="1235727" y="1680199"/>
                  </a:lnTo>
                  <a:lnTo>
                    <a:pt x="1307350" y="1747709"/>
                  </a:lnTo>
                  <a:lnTo>
                    <a:pt x="1378972" y="1812691"/>
                  </a:lnTo>
                  <a:lnTo>
                    <a:pt x="1450595" y="1875241"/>
                  </a:lnTo>
                  <a:lnTo>
                    <a:pt x="1522217" y="1935450"/>
                  </a:lnTo>
                  <a:lnTo>
                    <a:pt x="1593840" y="1993405"/>
                  </a:lnTo>
                  <a:lnTo>
                    <a:pt x="1665462" y="2049190"/>
                  </a:lnTo>
                  <a:lnTo>
                    <a:pt x="1737085" y="2102888"/>
                  </a:lnTo>
                  <a:lnTo>
                    <a:pt x="1808707" y="2154575"/>
                  </a:lnTo>
                  <a:lnTo>
                    <a:pt x="1880330" y="2204328"/>
                  </a:lnTo>
                  <a:lnTo>
                    <a:pt x="1951953" y="2252219"/>
                  </a:lnTo>
                  <a:lnTo>
                    <a:pt x="2023575" y="2298317"/>
                  </a:lnTo>
                  <a:lnTo>
                    <a:pt x="2095198" y="2342689"/>
                  </a:lnTo>
                  <a:lnTo>
                    <a:pt x="2166820" y="2385400"/>
                  </a:lnTo>
                  <a:lnTo>
                    <a:pt x="2238443" y="2426513"/>
                  </a:lnTo>
                  <a:lnTo>
                    <a:pt x="2310065" y="2466087"/>
                  </a:lnTo>
                  <a:lnTo>
                    <a:pt x="2381688" y="2504179"/>
                  </a:lnTo>
                  <a:lnTo>
                    <a:pt x="2453310" y="2540846"/>
                  </a:lnTo>
                  <a:lnTo>
                    <a:pt x="2524933" y="2576140"/>
                  </a:lnTo>
                  <a:lnTo>
                    <a:pt x="2596555" y="2610113"/>
                  </a:lnTo>
                  <a:lnTo>
                    <a:pt x="2668178" y="2642814"/>
                  </a:lnTo>
                  <a:lnTo>
                    <a:pt x="2739800" y="2656120"/>
                  </a:lnTo>
                  <a:lnTo>
                    <a:pt x="2811423" y="2658983"/>
                  </a:lnTo>
                  <a:lnTo>
                    <a:pt x="2883045" y="2661836"/>
                  </a:lnTo>
                  <a:lnTo>
                    <a:pt x="2954668" y="2664679"/>
                  </a:lnTo>
                  <a:lnTo>
                    <a:pt x="3026290" y="2667512"/>
                  </a:lnTo>
                  <a:lnTo>
                    <a:pt x="3097913" y="2670336"/>
                  </a:lnTo>
                  <a:lnTo>
                    <a:pt x="3169535" y="2673149"/>
                  </a:lnTo>
                  <a:lnTo>
                    <a:pt x="3241158" y="2675953"/>
                  </a:lnTo>
                  <a:lnTo>
                    <a:pt x="3312781" y="2678748"/>
                  </a:lnTo>
                  <a:lnTo>
                    <a:pt x="3384403" y="2681532"/>
                  </a:lnTo>
                  <a:lnTo>
                    <a:pt x="3456026" y="2684307"/>
                  </a:lnTo>
                  <a:lnTo>
                    <a:pt x="3527648" y="2687072"/>
                  </a:lnTo>
                  <a:lnTo>
                    <a:pt x="3599271" y="2689828"/>
                  </a:lnTo>
                  <a:lnTo>
                    <a:pt x="3670893" y="2692574"/>
                  </a:lnTo>
                  <a:lnTo>
                    <a:pt x="3742516" y="2695311"/>
                  </a:lnTo>
                  <a:lnTo>
                    <a:pt x="3814138" y="2698038"/>
                  </a:lnTo>
                  <a:lnTo>
                    <a:pt x="3885761" y="2700756"/>
                  </a:lnTo>
                  <a:lnTo>
                    <a:pt x="3957383" y="2703465"/>
                  </a:lnTo>
                  <a:lnTo>
                    <a:pt x="4029006" y="2706164"/>
                  </a:lnTo>
                  <a:lnTo>
                    <a:pt x="4100628" y="2708853"/>
                  </a:lnTo>
                  <a:lnTo>
                    <a:pt x="4172251" y="2711534"/>
                  </a:lnTo>
                  <a:lnTo>
                    <a:pt x="4243873" y="2714205"/>
                  </a:lnTo>
                  <a:lnTo>
                    <a:pt x="4315496" y="2716867"/>
                  </a:lnTo>
                  <a:lnTo>
                    <a:pt x="4387118" y="2719519"/>
                  </a:lnTo>
                  <a:lnTo>
                    <a:pt x="4458741" y="2722163"/>
                  </a:lnTo>
                  <a:lnTo>
                    <a:pt x="4530363" y="2724797"/>
                  </a:lnTo>
                  <a:lnTo>
                    <a:pt x="4601986" y="2727423"/>
                  </a:lnTo>
                  <a:lnTo>
                    <a:pt x="4673609" y="2730039"/>
                  </a:lnTo>
                  <a:lnTo>
                    <a:pt x="4745231" y="2732646"/>
                  </a:lnTo>
                  <a:lnTo>
                    <a:pt x="4816854" y="2735244"/>
                  </a:lnTo>
                  <a:lnTo>
                    <a:pt x="4888476" y="2737833"/>
                  </a:lnTo>
                  <a:lnTo>
                    <a:pt x="4960099" y="2740413"/>
                  </a:lnTo>
                  <a:lnTo>
                    <a:pt x="5031721" y="2742984"/>
                  </a:lnTo>
                  <a:lnTo>
                    <a:pt x="5103344" y="2745547"/>
                  </a:lnTo>
                  <a:lnTo>
                    <a:pt x="5174966" y="2748100"/>
                  </a:lnTo>
                  <a:lnTo>
                    <a:pt x="5246589" y="2750645"/>
                  </a:lnTo>
                  <a:lnTo>
                    <a:pt x="5318211" y="2753181"/>
                  </a:lnTo>
                  <a:lnTo>
                    <a:pt x="5389834" y="2755708"/>
                  </a:lnTo>
                  <a:lnTo>
                    <a:pt x="5461456" y="2758226"/>
                  </a:lnTo>
                  <a:lnTo>
                    <a:pt x="5533079" y="2760736"/>
                  </a:lnTo>
                  <a:lnTo>
                    <a:pt x="5604701" y="2763237"/>
                  </a:lnTo>
                  <a:lnTo>
                    <a:pt x="5676324" y="2765729"/>
                  </a:lnTo>
                  <a:lnTo>
                    <a:pt x="5747946" y="2768213"/>
                  </a:lnTo>
                  <a:lnTo>
                    <a:pt x="5819569" y="2770688"/>
                  </a:lnTo>
                  <a:lnTo>
                    <a:pt x="5891191" y="2773154"/>
                  </a:lnTo>
                  <a:lnTo>
                    <a:pt x="5962814" y="2775612"/>
                  </a:lnTo>
                  <a:lnTo>
                    <a:pt x="6034437" y="2778062"/>
                  </a:lnTo>
                  <a:lnTo>
                    <a:pt x="6106059" y="2780503"/>
                  </a:lnTo>
                  <a:lnTo>
                    <a:pt x="6177682" y="2782935"/>
                  </a:lnTo>
                  <a:lnTo>
                    <a:pt x="6249304" y="2785359"/>
                  </a:lnTo>
                  <a:lnTo>
                    <a:pt x="6320927" y="2787775"/>
                  </a:lnTo>
                  <a:lnTo>
                    <a:pt x="6392549" y="2790183"/>
                  </a:lnTo>
                  <a:lnTo>
                    <a:pt x="6464172" y="2792582"/>
                  </a:lnTo>
                  <a:lnTo>
                    <a:pt x="6535794" y="2794973"/>
                  </a:lnTo>
                  <a:lnTo>
                    <a:pt x="6607417" y="2797355"/>
                  </a:lnTo>
                  <a:lnTo>
                    <a:pt x="6679039" y="2799729"/>
                  </a:lnTo>
                  <a:lnTo>
                    <a:pt x="6750662" y="28020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96649"/>
              <a:ext cx="7090630" cy="865021"/>
            </a:xfrm>
            <a:custGeom>
              <a:avLst/>
              <a:pathLst>
                <a:path w="7090630" h="865021">
                  <a:moveTo>
                    <a:pt x="7090630" y="865021"/>
                  </a:moveTo>
                  <a:lnTo>
                    <a:pt x="7019007" y="861304"/>
                  </a:lnTo>
                  <a:lnTo>
                    <a:pt x="6947385" y="857442"/>
                  </a:lnTo>
                  <a:lnTo>
                    <a:pt x="6875762" y="853431"/>
                  </a:lnTo>
                  <a:lnTo>
                    <a:pt x="6804139" y="849263"/>
                  </a:lnTo>
                  <a:lnTo>
                    <a:pt x="6732517" y="844934"/>
                  </a:lnTo>
                  <a:lnTo>
                    <a:pt x="6660894" y="840436"/>
                  </a:lnTo>
                  <a:lnTo>
                    <a:pt x="6589272" y="835763"/>
                  </a:lnTo>
                  <a:lnTo>
                    <a:pt x="6517649" y="830908"/>
                  </a:lnTo>
                  <a:lnTo>
                    <a:pt x="6446027" y="825865"/>
                  </a:lnTo>
                  <a:lnTo>
                    <a:pt x="6374404" y="820626"/>
                  </a:lnTo>
                  <a:lnTo>
                    <a:pt x="6302782" y="815182"/>
                  </a:lnTo>
                  <a:lnTo>
                    <a:pt x="6231159" y="809528"/>
                  </a:lnTo>
                  <a:lnTo>
                    <a:pt x="6159537" y="803653"/>
                  </a:lnTo>
                  <a:lnTo>
                    <a:pt x="6087914" y="797550"/>
                  </a:lnTo>
                  <a:lnTo>
                    <a:pt x="6016292" y="791209"/>
                  </a:lnTo>
                  <a:lnTo>
                    <a:pt x="5944669" y="784622"/>
                  </a:lnTo>
                  <a:lnTo>
                    <a:pt x="5873047" y="777779"/>
                  </a:lnTo>
                  <a:lnTo>
                    <a:pt x="5801424" y="770669"/>
                  </a:lnTo>
                  <a:lnTo>
                    <a:pt x="5729802" y="763283"/>
                  </a:lnTo>
                  <a:lnTo>
                    <a:pt x="5658179" y="755610"/>
                  </a:lnTo>
                  <a:lnTo>
                    <a:pt x="5586557" y="747639"/>
                  </a:lnTo>
                  <a:lnTo>
                    <a:pt x="5514934" y="739357"/>
                  </a:lnTo>
                  <a:lnTo>
                    <a:pt x="5443311" y="730754"/>
                  </a:lnTo>
                  <a:lnTo>
                    <a:pt x="5371689" y="721816"/>
                  </a:lnTo>
                  <a:lnTo>
                    <a:pt x="5300066" y="712530"/>
                  </a:lnTo>
                  <a:lnTo>
                    <a:pt x="5228444" y="702884"/>
                  </a:lnTo>
                  <a:lnTo>
                    <a:pt x="5156821" y="692862"/>
                  </a:lnTo>
                  <a:lnTo>
                    <a:pt x="5085199" y="682450"/>
                  </a:lnTo>
                  <a:lnTo>
                    <a:pt x="5013576" y="671634"/>
                  </a:lnTo>
                  <a:lnTo>
                    <a:pt x="4941954" y="660397"/>
                  </a:lnTo>
                  <a:lnTo>
                    <a:pt x="4870331" y="648723"/>
                  </a:lnTo>
                  <a:lnTo>
                    <a:pt x="4798709" y="636595"/>
                  </a:lnTo>
                  <a:lnTo>
                    <a:pt x="4727086" y="623995"/>
                  </a:lnTo>
                  <a:lnTo>
                    <a:pt x="4655464" y="610905"/>
                  </a:lnTo>
                  <a:lnTo>
                    <a:pt x="4583841" y="597307"/>
                  </a:lnTo>
                  <a:lnTo>
                    <a:pt x="4512219" y="583179"/>
                  </a:lnTo>
                  <a:lnTo>
                    <a:pt x="4440596" y="568503"/>
                  </a:lnTo>
                  <a:lnTo>
                    <a:pt x="4368974" y="553255"/>
                  </a:lnTo>
                  <a:lnTo>
                    <a:pt x="4297351" y="537415"/>
                  </a:lnTo>
                  <a:lnTo>
                    <a:pt x="4225729" y="520958"/>
                  </a:lnTo>
                  <a:lnTo>
                    <a:pt x="4154106" y="503862"/>
                  </a:lnTo>
                  <a:lnTo>
                    <a:pt x="4082483" y="486101"/>
                  </a:lnTo>
                  <a:lnTo>
                    <a:pt x="4010861" y="467649"/>
                  </a:lnTo>
                  <a:lnTo>
                    <a:pt x="3939238" y="448479"/>
                  </a:lnTo>
                  <a:lnTo>
                    <a:pt x="3867616" y="428564"/>
                  </a:lnTo>
                  <a:lnTo>
                    <a:pt x="3795993" y="407875"/>
                  </a:lnTo>
                  <a:lnTo>
                    <a:pt x="3724371" y="386381"/>
                  </a:lnTo>
                  <a:lnTo>
                    <a:pt x="3652748" y="364052"/>
                  </a:lnTo>
                  <a:lnTo>
                    <a:pt x="3581126" y="340854"/>
                  </a:lnTo>
                  <a:lnTo>
                    <a:pt x="3509503" y="316753"/>
                  </a:lnTo>
                  <a:lnTo>
                    <a:pt x="3437881" y="291716"/>
                  </a:lnTo>
                  <a:lnTo>
                    <a:pt x="3366258" y="265705"/>
                  </a:lnTo>
                  <a:lnTo>
                    <a:pt x="3294636" y="238683"/>
                  </a:lnTo>
                  <a:lnTo>
                    <a:pt x="3223013" y="210610"/>
                  </a:lnTo>
                  <a:lnTo>
                    <a:pt x="3151391" y="181445"/>
                  </a:lnTo>
                  <a:lnTo>
                    <a:pt x="3079768" y="151146"/>
                  </a:lnTo>
                  <a:lnTo>
                    <a:pt x="3008146" y="130102"/>
                  </a:lnTo>
                  <a:lnTo>
                    <a:pt x="2936523" y="127219"/>
                  </a:lnTo>
                  <a:lnTo>
                    <a:pt x="2864901" y="124326"/>
                  </a:lnTo>
                  <a:lnTo>
                    <a:pt x="2793278" y="121423"/>
                  </a:lnTo>
                  <a:lnTo>
                    <a:pt x="2721655" y="118511"/>
                  </a:lnTo>
                  <a:lnTo>
                    <a:pt x="2650033" y="115588"/>
                  </a:lnTo>
                  <a:lnTo>
                    <a:pt x="2578410" y="112655"/>
                  </a:lnTo>
                  <a:lnTo>
                    <a:pt x="2506788" y="109711"/>
                  </a:lnTo>
                  <a:lnTo>
                    <a:pt x="2435165" y="106758"/>
                  </a:lnTo>
                  <a:lnTo>
                    <a:pt x="2363543" y="103794"/>
                  </a:lnTo>
                  <a:lnTo>
                    <a:pt x="2291920" y="100820"/>
                  </a:lnTo>
                  <a:lnTo>
                    <a:pt x="2220298" y="97836"/>
                  </a:lnTo>
                  <a:lnTo>
                    <a:pt x="2148675" y="94841"/>
                  </a:lnTo>
                  <a:lnTo>
                    <a:pt x="2077053" y="91836"/>
                  </a:lnTo>
                  <a:lnTo>
                    <a:pt x="2005430" y="88820"/>
                  </a:lnTo>
                  <a:lnTo>
                    <a:pt x="1933808" y="85794"/>
                  </a:lnTo>
                  <a:lnTo>
                    <a:pt x="1862185" y="82758"/>
                  </a:lnTo>
                  <a:lnTo>
                    <a:pt x="1790563" y="79711"/>
                  </a:lnTo>
                  <a:lnTo>
                    <a:pt x="1718940" y="76653"/>
                  </a:lnTo>
                  <a:lnTo>
                    <a:pt x="1647318" y="73585"/>
                  </a:lnTo>
                  <a:lnTo>
                    <a:pt x="1575695" y="70506"/>
                  </a:lnTo>
                  <a:lnTo>
                    <a:pt x="1504073" y="67416"/>
                  </a:lnTo>
                  <a:lnTo>
                    <a:pt x="1432450" y="64316"/>
                  </a:lnTo>
                  <a:lnTo>
                    <a:pt x="1360827" y="61205"/>
                  </a:lnTo>
                  <a:lnTo>
                    <a:pt x="1289205" y="58083"/>
                  </a:lnTo>
                  <a:lnTo>
                    <a:pt x="1217582" y="54950"/>
                  </a:lnTo>
                  <a:lnTo>
                    <a:pt x="1145960" y="51807"/>
                  </a:lnTo>
                  <a:lnTo>
                    <a:pt x="1074337" y="48652"/>
                  </a:lnTo>
                  <a:lnTo>
                    <a:pt x="1002715" y="45487"/>
                  </a:lnTo>
                  <a:lnTo>
                    <a:pt x="931092" y="42310"/>
                  </a:lnTo>
                  <a:lnTo>
                    <a:pt x="859470" y="39123"/>
                  </a:lnTo>
                  <a:lnTo>
                    <a:pt x="787847" y="35924"/>
                  </a:lnTo>
                  <a:lnTo>
                    <a:pt x="716225" y="32715"/>
                  </a:lnTo>
                  <a:lnTo>
                    <a:pt x="644602" y="29494"/>
                  </a:lnTo>
                  <a:lnTo>
                    <a:pt x="572980" y="26262"/>
                  </a:lnTo>
                  <a:lnTo>
                    <a:pt x="501357" y="23019"/>
                  </a:lnTo>
                  <a:lnTo>
                    <a:pt x="429735" y="19765"/>
                  </a:lnTo>
                  <a:lnTo>
                    <a:pt x="358112" y="16499"/>
                  </a:lnTo>
                  <a:lnTo>
                    <a:pt x="286490" y="13222"/>
                  </a:lnTo>
                  <a:lnTo>
                    <a:pt x="214867" y="9933"/>
                  </a:lnTo>
                  <a:lnTo>
                    <a:pt x="143245" y="6634"/>
                  </a:lnTo>
                  <a:lnTo>
                    <a:pt x="71622" y="33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554684"/>
              <a:ext cx="7090630" cy="1747316"/>
            </a:xfrm>
            <a:custGeom>
              <a:avLst/>
              <a:pathLst>
                <a:path w="7090630" h="1747316">
                  <a:moveTo>
                    <a:pt x="0" y="0"/>
                  </a:moveTo>
                  <a:lnTo>
                    <a:pt x="71622" y="41237"/>
                  </a:lnTo>
                  <a:lnTo>
                    <a:pt x="143245" y="81626"/>
                  </a:lnTo>
                  <a:lnTo>
                    <a:pt x="214867" y="121183"/>
                  </a:lnTo>
                  <a:lnTo>
                    <a:pt x="286490" y="159926"/>
                  </a:lnTo>
                  <a:lnTo>
                    <a:pt x="358112" y="197870"/>
                  </a:lnTo>
                  <a:lnTo>
                    <a:pt x="429735" y="235033"/>
                  </a:lnTo>
                  <a:lnTo>
                    <a:pt x="501357" y="271431"/>
                  </a:lnTo>
                  <a:lnTo>
                    <a:pt x="572980" y="307080"/>
                  </a:lnTo>
                  <a:lnTo>
                    <a:pt x="644602" y="341994"/>
                  </a:lnTo>
                  <a:lnTo>
                    <a:pt x="716225" y="376190"/>
                  </a:lnTo>
                  <a:lnTo>
                    <a:pt x="787847" y="409681"/>
                  </a:lnTo>
                  <a:lnTo>
                    <a:pt x="859470" y="442482"/>
                  </a:lnTo>
                  <a:lnTo>
                    <a:pt x="931092" y="474608"/>
                  </a:lnTo>
                  <a:lnTo>
                    <a:pt x="1002715" y="506073"/>
                  </a:lnTo>
                  <a:lnTo>
                    <a:pt x="1074337" y="536890"/>
                  </a:lnTo>
                  <a:lnTo>
                    <a:pt x="1145960" y="567072"/>
                  </a:lnTo>
                  <a:lnTo>
                    <a:pt x="1217582" y="596632"/>
                  </a:lnTo>
                  <a:lnTo>
                    <a:pt x="1289205" y="625584"/>
                  </a:lnTo>
                  <a:lnTo>
                    <a:pt x="1360827" y="653939"/>
                  </a:lnTo>
                  <a:lnTo>
                    <a:pt x="1432450" y="681711"/>
                  </a:lnTo>
                  <a:lnTo>
                    <a:pt x="1504073" y="708911"/>
                  </a:lnTo>
                  <a:lnTo>
                    <a:pt x="1575695" y="735550"/>
                  </a:lnTo>
                  <a:lnTo>
                    <a:pt x="1647318" y="761641"/>
                  </a:lnTo>
                  <a:lnTo>
                    <a:pt x="1718940" y="787195"/>
                  </a:lnTo>
                  <a:lnTo>
                    <a:pt x="1790563" y="812223"/>
                  </a:lnTo>
                  <a:lnTo>
                    <a:pt x="1862185" y="836735"/>
                  </a:lnTo>
                  <a:lnTo>
                    <a:pt x="1933808" y="860742"/>
                  </a:lnTo>
                  <a:lnTo>
                    <a:pt x="2005430" y="884255"/>
                  </a:lnTo>
                  <a:lnTo>
                    <a:pt x="2077053" y="907284"/>
                  </a:lnTo>
                  <a:lnTo>
                    <a:pt x="2148675" y="929839"/>
                  </a:lnTo>
                  <a:lnTo>
                    <a:pt x="2220298" y="951929"/>
                  </a:lnTo>
                  <a:lnTo>
                    <a:pt x="2291920" y="973564"/>
                  </a:lnTo>
                  <a:lnTo>
                    <a:pt x="2363543" y="994754"/>
                  </a:lnTo>
                  <a:lnTo>
                    <a:pt x="2435165" y="1015507"/>
                  </a:lnTo>
                  <a:lnTo>
                    <a:pt x="2506788" y="1035833"/>
                  </a:lnTo>
                  <a:lnTo>
                    <a:pt x="2578410" y="1055741"/>
                  </a:lnTo>
                  <a:lnTo>
                    <a:pt x="2650033" y="1075238"/>
                  </a:lnTo>
                  <a:lnTo>
                    <a:pt x="2721655" y="1094334"/>
                  </a:lnTo>
                  <a:lnTo>
                    <a:pt x="2793278" y="1113037"/>
                  </a:lnTo>
                  <a:lnTo>
                    <a:pt x="2864901" y="1131355"/>
                  </a:lnTo>
                  <a:lnTo>
                    <a:pt x="2936523" y="1149295"/>
                  </a:lnTo>
                  <a:lnTo>
                    <a:pt x="3008146" y="1166866"/>
                  </a:lnTo>
                  <a:lnTo>
                    <a:pt x="3079768" y="1184075"/>
                  </a:lnTo>
                  <a:lnTo>
                    <a:pt x="3151391" y="1200930"/>
                  </a:lnTo>
                  <a:lnTo>
                    <a:pt x="3223013" y="1217438"/>
                  </a:lnTo>
                  <a:lnTo>
                    <a:pt x="3294636" y="1233606"/>
                  </a:lnTo>
                  <a:lnTo>
                    <a:pt x="3366258" y="1249441"/>
                  </a:lnTo>
                  <a:lnTo>
                    <a:pt x="3437881" y="1264949"/>
                  </a:lnTo>
                  <a:lnTo>
                    <a:pt x="3509503" y="1280139"/>
                  </a:lnTo>
                  <a:lnTo>
                    <a:pt x="3581126" y="1295015"/>
                  </a:lnTo>
                  <a:lnTo>
                    <a:pt x="3652748" y="1309586"/>
                  </a:lnTo>
                  <a:lnTo>
                    <a:pt x="3724371" y="1323856"/>
                  </a:lnTo>
                  <a:lnTo>
                    <a:pt x="3795993" y="1337832"/>
                  </a:lnTo>
                  <a:lnTo>
                    <a:pt x="3867616" y="1351521"/>
                  </a:lnTo>
                  <a:lnTo>
                    <a:pt x="3939238" y="1364927"/>
                  </a:lnTo>
                  <a:lnTo>
                    <a:pt x="4010861" y="1378058"/>
                  </a:lnTo>
                  <a:lnTo>
                    <a:pt x="4082483" y="1390918"/>
                  </a:lnTo>
                  <a:lnTo>
                    <a:pt x="4154106" y="1403513"/>
                  </a:lnTo>
                  <a:lnTo>
                    <a:pt x="4225729" y="1415849"/>
                  </a:lnTo>
                  <a:lnTo>
                    <a:pt x="4297351" y="1427931"/>
                  </a:lnTo>
                  <a:lnTo>
                    <a:pt x="4368974" y="1439765"/>
                  </a:lnTo>
                  <a:lnTo>
                    <a:pt x="4440596" y="1451354"/>
                  </a:lnTo>
                  <a:lnTo>
                    <a:pt x="4512219" y="1462705"/>
                  </a:lnTo>
                  <a:lnTo>
                    <a:pt x="4583841" y="1473822"/>
                  </a:lnTo>
                  <a:lnTo>
                    <a:pt x="4655464" y="1484710"/>
                  </a:lnTo>
                  <a:lnTo>
                    <a:pt x="4727086" y="1495374"/>
                  </a:lnTo>
                  <a:lnTo>
                    <a:pt x="4798709" y="1505819"/>
                  </a:lnTo>
                  <a:lnTo>
                    <a:pt x="4870331" y="1516048"/>
                  </a:lnTo>
                  <a:lnTo>
                    <a:pt x="4941954" y="1526066"/>
                  </a:lnTo>
                  <a:lnTo>
                    <a:pt x="5013576" y="1535879"/>
                  </a:lnTo>
                  <a:lnTo>
                    <a:pt x="5085199" y="1545489"/>
                  </a:lnTo>
                  <a:lnTo>
                    <a:pt x="5156821" y="1554901"/>
                  </a:lnTo>
                  <a:lnTo>
                    <a:pt x="5228444" y="1564120"/>
                  </a:lnTo>
                  <a:lnTo>
                    <a:pt x="5300066" y="1573149"/>
                  </a:lnTo>
                  <a:lnTo>
                    <a:pt x="5371689" y="1581991"/>
                  </a:lnTo>
                  <a:lnTo>
                    <a:pt x="5443311" y="1590652"/>
                  </a:lnTo>
                  <a:lnTo>
                    <a:pt x="5514934" y="1599134"/>
                  </a:lnTo>
                  <a:lnTo>
                    <a:pt x="5586557" y="1607442"/>
                  </a:lnTo>
                  <a:lnTo>
                    <a:pt x="5658179" y="1615579"/>
                  </a:lnTo>
                  <a:lnTo>
                    <a:pt x="5729802" y="1623548"/>
                  </a:lnTo>
                  <a:lnTo>
                    <a:pt x="5801424" y="1631353"/>
                  </a:lnTo>
                  <a:lnTo>
                    <a:pt x="5873047" y="1638997"/>
                  </a:lnTo>
                  <a:lnTo>
                    <a:pt x="5944669" y="1646484"/>
                  </a:lnTo>
                  <a:lnTo>
                    <a:pt x="6016292" y="1653816"/>
                  </a:lnTo>
                  <a:lnTo>
                    <a:pt x="6087914" y="1660998"/>
                  </a:lnTo>
                  <a:lnTo>
                    <a:pt x="6159537" y="1668032"/>
                  </a:lnTo>
                  <a:lnTo>
                    <a:pt x="6231159" y="1674921"/>
                  </a:lnTo>
                  <a:lnTo>
                    <a:pt x="6302782" y="1681668"/>
                  </a:lnTo>
                  <a:lnTo>
                    <a:pt x="6374404" y="1688276"/>
                  </a:lnTo>
                  <a:lnTo>
                    <a:pt x="6446027" y="1694748"/>
                  </a:lnTo>
                  <a:lnTo>
                    <a:pt x="6517649" y="1701086"/>
                  </a:lnTo>
                  <a:lnTo>
                    <a:pt x="6589272" y="1707295"/>
                  </a:lnTo>
                  <a:lnTo>
                    <a:pt x="6660894" y="1713375"/>
                  </a:lnTo>
                  <a:lnTo>
                    <a:pt x="6732517" y="1719330"/>
                  </a:lnTo>
                  <a:lnTo>
                    <a:pt x="6804139" y="1725163"/>
                  </a:lnTo>
                  <a:lnTo>
                    <a:pt x="6875762" y="1730875"/>
                  </a:lnTo>
                  <a:lnTo>
                    <a:pt x="6947385" y="1736470"/>
                  </a:lnTo>
                  <a:lnTo>
                    <a:pt x="7019007" y="1741950"/>
                  </a:lnTo>
                  <a:lnTo>
                    <a:pt x="7090630" y="174731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(1.04-1.59), p_Bonf = 0.112 (n = 6)  |  per IQR decline (Δ = 27.5 %): 2.01 (1.12-3.60)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2026-10-09T13:04:11Z</dcterms:modified>
  <cp:category/>
</cp:coreProperties>
</file>