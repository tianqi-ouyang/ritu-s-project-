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6010"/>
              <a:ext cx="7090630" cy="1128649"/>
            </a:xfrm>
            <a:custGeom>
              <a:avLst/>
              <a:pathLst>
                <a:path w="7090630" h="1128649">
                  <a:moveTo>
                    <a:pt x="0" y="0"/>
                  </a:moveTo>
                  <a:lnTo>
                    <a:pt x="71622" y="18523"/>
                  </a:lnTo>
                  <a:lnTo>
                    <a:pt x="143245" y="36846"/>
                  </a:lnTo>
                  <a:lnTo>
                    <a:pt x="214867" y="54971"/>
                  </a:lnTo>
                  <a:lnTo>
                    <a:pt x="286490" y="72900"/>
                  </a:lnTo>
                  <a:lnTo>
                    <a:pt x="358112" y="90634"/>
                  </a:lnTo>
                  <a:lnTo>
                    <a:pt x="429735" y="108177"/>
                  </a:lnTo>
                  <a:lnTo>
                    <a:pt x="501357" y="125530"/>
                  </a:lnTo>
                  <a:lnTo>
                    <a:pt x="572980" y="142695"/>
                  </a:lnTo>
                  <a:lnTo>
                    <a:pt x="644602" y="159674"/>
                  </a:lnTo>
                  <a:lnTo>
                    <a:pt x="716225" y="176469"/>
                  </a:lnTo>
                  <a:lnTo>
                    <a:pt x="787847" y="193082"/>
                  </a:lnTo>
                  <a:lnTo>
                    <a:pt x="859470" y="209516"/>
                  </a:lnTo>
                  <a:lnTo>
                    <a:pt x="931092" y="225772"/>
                  </a:lnTo>
                  <a:lnTo>
                    <a:pt x="1002715" y="241852"/>
                  </a:lnTo>
                  <a:lnTo>
                    <a:pt x="1074337" y="257757"/>
                  </a:lnTo>
                  <a:lnTo>
                    <a:pt x="1145960" y="273491"/>
                  </a:lnTo>
                  <a:lnTo>
                    <a:pt x="1217582" y="289054"/>
                  </a:lnTo>
                  <a:lnTo>
                    <a:pt x="1289205" y="304449"/>
                  </a:lnTo>
                  <a:lnTo>
                    <a:pt x="1360827" y="319677"/>
                  </a:lnTo>
                  <a:lnTo>
                    <a:pt x="1432450" y="334740"/>
                  </a:lnTo>
                  <a:lnTo>
                    <a:pt x="1504073" y="349640"/>
                  </a:lnTo>
                  <a:lnTo>
                    <a:pt x="1575695" y="364379"/>
                  </a:lnTo>
                  <a:lnTo>
                    <a:pt x="1647318" y="378959"/>
                  </a:lnTo>
                  <a:lnTo>
                    <a:pt x="1718940" y="393380"/>
                  </a:lnTo>
                  <a:lnTo>
                    <a:pt x="1790563" y="407646"/>
                  </a:lnTo>
                  <a:lnTo>
                    <a:pt x="1862185" y="421757"/>
                  </a:lnTo>
                  <a:lnTo>
                    <a:pt x="1933808" y="435715"/>
                  </a:lnTo>
                  <a:lnTo>
                    <a:pt x="2005430" y="449522"/>
                  </a:lnTo>
                  <a:lnTo>
                    <a:pt x="2077053" y="463180"/>
                  </a:lnTo>
                  <a:lnTo>
                    <a:pt x="2148675" y="476690"/>
                  </a:lnTo>
                  <a:lnTo>
                    <a:pt x="2220298" y="490054"/>
                  </a:lnTo>
                  <a:lnTo>
                    <a:pt x="2291920" y="503273"/>
                  </a:lnTo>
                  <a:lnTo>
                    <a:pt x="2363543" y="516349"/>
                  </a:lnTo>
                  <a:lnTo>
                    <a:pt x="2435165" y="529283"/>
                  </a:lnTo>
                  <a:lnTo>
                    <a:pt x="2506788" y="542077"/>
                  </a:lnTo>
                  <a:lnTo>
                    <a:pt x="2578410" y="554733"/>
                  </a:lnTo>
                  <a:lnTo>
                    <a:pt x="2650033" y="567252"/>
                  </a:lnTo>
                  <a:lnTo>
                    <a:pt x="2721655" y="579635"/>
                  </a:lnTo>
                  <a:lnTo>
                    <a:pt x="2793278" y="591885"/>
                  </a:lnTo>
                  <a:lnTo>
                    <a:pt x="2864901" y="604001"/>
                  </a:lnTo>
                  <a:lnTo>
                    <a:pt x="2936523" y="615987"/>
                  </a:lnTo>
                  <a:lnTo>
                    <a:pt x="3008146" y="627843"/>
                  </a:lnTo>
                  <a:lnTo>
                    <a:pt x="3079768" y="639570"/>
                  </a:lnTo>
                  <a:lnTo>
                    <a:pt x="3151391" y="651171"/>
                  </a:lnTo>
                  <a:lnTo>
                    <a:pt x="3223013" y="662646"/>
                  </a:lnTo>
                  <a:lnTo>
                    <a:pt x="3294636" y="673996"/>
                  </a:lnTo>
                  <a:lnTo>
                    <a:pt x="3366258" y="685224"/>
                  </a:lnTo>
                  <a:lnTo>
                    <a:pt x="3437881" y="696331"/>
                  </a:lnTo>
                  <a:lnTo>
                    <a:pt x="3509503" y="707317"/>
                  </a:lnTo>
                  <a:lnTo>
                    <a:pt x="3581126" y="718184"/>
                  </a:lnTo>
                  <a:lnTo>
                    <a:pt x="3652748" y="728933"/>
                  </a:lnTo>
                  <a:lnTo>
                    <a:pt x="3724371" y="739567"/>
                  </a:lnTo>
                  <a:lnTo>
                    <a:pt x="3795993" y="750085"/>
                  </a:lnTo>
                  <a:lnTo>
                    <a:pt x="3867616" y="760489"/>
                  </a:lnTo>
                  <a:lnTo>
                    <a:pt x="3939238" y="770780"/>
                  </a:lnTo>
                  <a:lnTo>
                    <a:pt x="4010861" y="780961"/>
                  </a:lnTo>
                  <a:lnTo>
                    <a:pt x="4082483" y="791031"/>
                  </a:lnTo>
                  <a:lnTo>
                    <a:pt x="4154106" y="800992"/>
                  </a:lnTo>
                  <a:lnTo>
                    <a:pt x="4225729" y="810845"/>
                  </a:lnTo>
                  <a:lnTo>
                    <a:pt x="4297351" y="820591"/>
                  </a:lnTo>
                  <a:lnTo>
                    <a:pt x="4368974" y="830232"/>
                  </a:lnTo>
                  <a:lnTo>
                    <a:pt x="4440596" y="839769"/>
                  </a:lnTo>
                  <a:lnTo>
                    <a:pt x="4512219" y="849202"/>
                  </a:lnTo>
                  <a:lnTo>
                    <a:pt x="4583841" y="858534"/>
                  </a:lnTo>
                  <a:lnTo>
                    <a:pt x="4655464" y="867764"/>
                  </a:lnTo>
                  <a:lnTo>
                    <a:pt x="4727086" y="876894"/>
                  </a:lnTo>
                  <a:lnTo>
                    <a:pt x="4798709" y="881831"/>
                  </a:lnTo>
                  <a:lnTo>
                    <a:pt x="4870331" y="881952"/>
                  </a:lnTo>
                  <a:lnTo>
                    <a:pt x="4941954" y="882074"/>
                  </a:lnTo>
                  <a:lnTo>
                    <a:pt x="5013576" y="882195"/>
                  </a:lnTo>
                  <a:lnTo>
                    <a:pt x="5085199" y="882316"/>
                  </a:lnTo>
                  <a:lnTo>
                    <a:pt x="5156821" y="882438"/>
                  </a:lnTo>
                  <a:lnTo>
                    <a:pt x="5228444" y="882559"/>
                  </a:lnTo>
                  <a:lnTo>
                    <a:pt x="5300066" y="882680"/>
                  </a:lnTo>
                  <a:lnTo>
                    <a:pt x="5371689" y="882802"/>
                  </a:lnTo>
                  <a:lnTo>
                    <a:pt x="5443311" y="882923"/>
                  </a:lnTo>
                  <a:lnTo>
                    <a:pt x="5514934" y="883044"/>
                  </a:lnTo>
                  <a:lnTo>
                    <a:pt x="5586557" y="883165"/>
                  </a:lnTo>
                  <a:lnTo>
                    <a:pt x="5658179" y="883286"/>
                  </a:lnTo>
                  <a:lnTo>
                    <a:pt x="5729802" y="883408"/>
                  </a:lnTo>
                  <a:lnTo>
                    <a:pt x="5801424" y="883529"/>
                  </a:lnTo>
                  <a:lnTo>
                    <a:pt x="5873047" y="883650"/>
                  </a:lnTo>
                  <a:lnTo>
                    <a:pt x="5944669" y="883771"/>
                  </a:lnTo>
                  <a:lnTo>
                    <a:pt x="6016292" y="883892"/>
                  </a:lnTo>
                  <a:lnTo>
                    <a:pt x="6087914" y="884013"/>
                  </a:lnTo>
                  <a:lnTo>
                    <a:pt x="6159537" y="884134"/>
                  </a:lnTo>
                  <a:lnTo>
                    <a:pt x="6231159" y="884255"/>
                  </a:lnTo>
                  <a:lnTo>
                    <a:pt x="6302782" y="884376"/>
                  </a:lnTo>
                  <a:lnTo>
                    <a:pt x="6374404" y="884498"/>
                  </a:lnTo>
                  <a:lnTo>
                    <a:pt x="6446027" y="884619"/>
                  </a:lnTo>
                  <a:lnTo>
                    <a:pt x="6517649" y="884740"/>
                  </a:lnTo>
                  <a:lnTo>
                    <a:pt x="6589272" y="884860"/>
                  </a:lnTo>
                  <a:lnTo>
                    <a:pt x="6660894" y="884981"/>
                  </a:lnTo>
                  <a:lnTo>
                    <a:pt x="6732517" y="885102"/>
                  </a:lnTo>
                  <a:lnTo>
                    <a:pt x="6804139" y="885223"/>
                  </a:lnTo>
                  <a:lnTo>
                    <a:pt x="6875762" y="885344"/>
                  </a:lnTo>
                  <a:lnTo>
                    <a:pt x="6947385" y="885465"/>
                  </a:lnTo>
                  <a:lnTo>
                    <a:pt x="7019007" y="885586"/>
                  </a:lnTo>
                  <a:lnTo>
                    <a:pt x="7090630" y="885707"/>
                  </a:lnTo>
                  <a:lnTo>
                    <a:pt x="7090630" y="1128649"/>
                  </a:lnTo>
                  <a:lnTo>
                    <a:pt x="7019007" y="1122274"/>
                  </a:lnTo>
                  <a:lnTo>
                    <a:pt x="6947385" y="1115829"/>
                  </a:lnTo>
                  <a:lnTo>
                    <a:pt x="6875762" y="1109313"/>
                  </a:lnTo>
                  <a:lnTo>
                    <a:pt x="6804139" y="1102726"/>
                  </a:lnTo>
                  <a:lnTo>
                    <a:pt x="6732517" y="1096067"/>
                  </a:lnTo>
                  <a:lnTo>
                    <a:pt x="6660894" y="1089335"/>
                  </a:lnTo>
                  <a:lnTo>
                    <a:pt x="6589272" y="1082530"/>
                  </a:lnTo>
                  <a:lnTo>
                    <a:pt x="6517649" y="1075649"/>
                  </a:lnTo>
                  <a:lnTo>
                    <a:pt x="6446027" y="1068694"/>
                  </a:lnTo>
                  <a:lnTo>
                    <a:pt x="6374404" y="1061663"/>
                  </a:lnTo>
                  <a:lnTo>
                    <a:pt x="6302782" y="1054554"/>
                  </a:lnTo>
                  <a:lnTo>
                    <a:pt x="6231159" y="1047368"/>
                  </a:lnTo>
                  <a:lnTo>
                    <a:pt x="6159537" y="1040103"/>
                  </a:lnTo>
                  <a:lnTo>
                    <a:pt x="6087914" y="1032759"/>
                  </a:lnTo>
                  <a:lnTo>
                    <a:pt x="6016292" y="1025334"/>
                  </a:lnTo>
                  <a:lnTo>
                    <a:pt x="5944669" y="1017828"/>
                  </a:lnTo>
                  <a:lnTo>
                    <a:pt x="5873047" y="1010240"/>
                  </a:lnTo>
                  <a:lnTo>
                    <a:pt x="5801424" y="1002569"/>
                  </a:lnTo>
                  <a:lnTo>
                    <a:pt x="5729802" y="994814"/>
                  </a:lnTo>
                  <a:lnTo>
                    <a:pt x="5658179" y="986974"/>
                  </a:lnTo>
                  <a:lnTo>
                    <a:pt x="5586557" y="979048"/>
                  </a:lnTo>
                  <a:lnTo>
                    <a:pt x="5514934" y="971035"/>
                  </a:lnTo>
                  <a:lnTo>
                    <a:pt x="5443311" y="962935"/>
                  </a:lnTo>
                  <a:lnTo>
                    <a:pt x="5371689" y="954746"/>
                  </a:lnTo>
                  <a:lnTo>
                    <a:pt x="5300066" y="946468"/>
                  </a:lnTo>
                  <a:lnTo>
                    <a:pt x="5228444" y="938099"/>
                  </a:lnTo>
                  <a:lnTo>
                    <a:pt x="5156821" y="929638"/>
                  </a:lnTo>
                  <a:lnTo>
                    <a:pt x="5085199" y="921085"/>
                  </a:lnTo>
                  <a:lnTo>
                    <a:pt x="5013576" y="912438"/>
                  </a:lnTo>
                  <a:lnTo>
                    <a:pt x="4941954" y="903697"/>
                  </a:lnTo>
                  <a:lnTo>
                    <a:pt x="4870331" y="894860"/>
                  </a:lnTo>
                  <a:lnTo>
                    <a:pt x="4798709" y="885926"/>
                  </a:lnTo>
                  <a:lnTo>
                    <a:pt x="4727086" y="881710"/>
                  </a:lnTo>
                  <a:lnTo>
                    <a:pt x="4655464" y="881588"/>
                  </a:lnTo>
                  <a:lnTo>
                    <a:pt x="4583841" y="881467"/>
                  </a:lnTo>
                  <a:lnTo>
                    <a:pt x="4512219" y="881345"/>
                  </a:lnTo>
                  <a:lnTo>
                    <a:pt x="4440596" y="881224"/>
                  </a:lnTo>
                  <a:lnTo>
                    <a:pt x="4368974" y="881102"/>
                  </a:lnTo>
                  <a:lnTo>
                    <a:pt x="4297351" y="880981"/>
                  </a:lnTo>
                  <a:lnTo>
                    <a:pt x="4225729" y="880859"/>
                  </a:lnTo>
                  <a:lnTo>
                    <a:pt x="4154106" y="880738"/>
                  </a:lnTo>
                  <a:lnTo>
                    <a:pt x="4082483" y="880616"/>
                  </a:lnTo>
                  <a:lnTo>
                    <a:pt x="4010861" y="880494"/>
                  </a:lnTo>
                  <a:lnTo>
                    <a:pt x="3939238" y="880373"/>
                  </a:lnTo>
                  <a:lnTo>
                    <a:pt x="3867616" y="880251"/>
                  </a:lnTo>
                  <a:lnTo>
                    <a:pt x="3795993" y="880130"/>
                  </a:lnTo>
                  <a:lnTo>
                    <a:pt x="3724371" y="880008"/>
                  </a:lnTo>
                  <a:lnTo>
                    <a:pt x="3652748" y="879886"/>
                  </a:lnTo>
                  <a:lnTo>
                    <a:pt x="3581126" y="879765"/>
                  </a:lnTo>
                  <a:lnTo>
                    <a:pt x="3509503" y="879643"/>
                  </a:lnTo>
                  <a:lnTo>
                    <a:pt x="3437881" y="879521"/>
                  </a:lnTo>
                  <a:lnTo>
                    <a:pt x="3366258" y="879399"/>
                  </a:lnTo>
                  <a:lnTo>
                    <a:pt x="3294636" y="879278"/>
                  </a:lnTo>
                  <a:lnTo>
                    <a:pt x="3223013" y="879156"/>
                  </a:lnTo>
                  <a:lnTo>
                    <a:pt x="3151391" y="879034"/>
                  </a:lnTo>
                  <a:lnTo>
                    <a:pt x="3079768" y="878912"/>
                  </a:lnTo>
                  <a:lnTo>
                    <a:pt x="3008146" y="878790"/>
                  </a:lnTo>
                  <a:lnTo>
                    <a:pt x="2936523" y="878668"/>
                  </a:lnTo>
                  <a:lnTo>
                    <a:pt x="2864901" y="878547"/>
                  </a:lnTo>
                  <a:lnTo>
                    <a:pt x="2793278" y="878425"/>
                  </a:lnTo>
                  <a:lnTo>
                    <a:pt x="2721655" y="878303"/>
                  </a:lnTo>
                  <a:lnTo>
                    <a:pt x="2650033" y="878181"/>
                  </a:lnTo>
                  <a:lnTo>
                    <a:pt x="2578410" y="878059"/>
                  </a:lnTo>
                  <a:lnTo>
                    <a:pt x="2506788" y="877937"/>
                  </a:lnTo>
                  <a:lnTo>
                    <a:pt x="2435165" y="877815"/>
                  </a:lnTo>
                  <a:lnTo>
                    <a:pt x="2363543" y="877693"/>
                  </a:lnTo>
                  <a:lnTo>
                    <a:pt x="2291920" y="877571"/>
                  </a:lnTo>
                  <a:lnTo>
                    <a:pt x="2220298" y="877449"/>
                  </a:lnTo>
                  <a:lnTo>
                    <a:pt x="2148675" y="877327"/>
                  </a:lnTo>
                  <a:lnTo>
                    <a:pt x="2077053" y="877205"/>
                  </a:lnTo>
                  <a:lnTo>
                    <a:pt x="2005430" y="877083"/>
                  </a:lnTo>
                  <a:lnTo>
                    <a:pt x="1933808" y="876961"/>
                  </a:lnTo>
                  <a:lnTo>
                    <a:pt x="1862185" y="876838"/>
                  </a:lnTo>
                  <a:lnTo>
                    <a:pt x="1790563" y="876716"/>
                  </a:lnTo>
                  <a:lnTo>
                    <a:pt x="1718940" y="876594"/>
                  </a:lnTo>
                  <a:lnTo>
                    <a:pt x="1647318" y="876472"/>
                  </a:lnTo>
                  <a:lnTo>
                    <a:pt x="1575695" y="876350"/>
                  </a:lnTo>
                  <a:lnTo>
                    <a:pt x="1504073" y="876228"/>
                  </a:lnTo>
                  <a:lnTo>
                    <a:pt x="1432450" y="876105"/>
                  </a:lnTo>
                  <a:lnTo>
                    <a:pt x="1360827" y="875983"/>
                  </a:lnTo>
                  <a:lnTo>
                    <a:pt x="1289205" y="875861"/>
                  </a:lnTo>
                  <a:lnTo>
                    <a:pt x="1217582" y="875739"/>
                  </a:lnTo>
                  <a:lnTo>
                    <a:pt x="1145960" y="875616"/>
                  </a:lnTo>
                  <a:lnTo>
                    <a:pt x="1074337" y="875494"/>
                  </a:lnTo>
                  <a:lnTo>
                    <a:pt x="1002715" y="875372"/>
                  </a:lnTo>
                  <a:lnTo>
                    <a:pt x="931092" y="875249"/>
                  </a:lnTo>
                  <a:lnTo>
                    <a:pt x="859470" y="875127"/>
                  </a:lnTo>
                  <a:lnTo>
                    <a:pt x="787847" y="875004"/>
                  </a:lnTo>
                  <a:lnTo>
                    <a:pt x="716225" y="874882"/>
                  </a:lnTo>
                  <a:lnTo>
                    <a:pt x="644602" y="874760"/>
                  </a:lnTo>
                  <a:lnTo>
                    <a:pt x="572980" y="874637"/>
                  </a:lnTo>
                  <a:lnTo>
                    <a:pt x="501357" y="874515"/>
                  </a:lnTo>
                  <a:lnTo>
                    <a:pt x="429735" y="874392"/>
                  </a:lnTo>
                  <a:lnTo>
                    <a:pt x="358112" y="874270"/>
                  </a:lnTo>
                  <a:lnTo>
                    <a:pt x="286490" y="874147"/>
                  </a:lnTo>
                  <a:lnTo>
                    <a:pt x="214867" y="874025"/>
                  </a:lnTo>
                  <a:lnTo>
                    <a:pt x="143245" y="873902"/>
                  </a:lnTo>
                  <a:lnTo>
                    <a:pt x="71622" y="873780"/>
                  </a:lnTo>
                  <a:lnTo>
                    <a:pt x="0" y="873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6010"/>
              <a:ext cx="7090630" cy="885707"/>
            </a:xfrm>
            <a:custGeom>
              <a:avLst/>
              <a:pathLst>
                <a:path w="7090630" h="885707">
                  <a:moveTo>
                    <a:pt x="0" y="0"/>
                  </a:moveTo>
                  <a:lnTo>
                    <a:pt x="71622" y="18523"/>
                  </a:lnTo>
                  <a:lnTo>
                    <a:pt x="143245" y="36846"/>
                  </a:lnTo>
                  <a:lnTo>
                    <a:pt x="214867" y="54971"/>
                  </a:lnTo>
                  <a:lnTo>
                    <a:pt x="286490" y="72900"/>
                  </a:lnTo>
                  <a:lnTo>
                    <a:pt x="358112" y="90634"/>
                  </a:lnTo>
                  <a:lnTo>
                    <a:pt x="429735" y="108177"/>
                  </a:lnTo>
                  <a:lnTo>
                    <a:pt x="501357" y="125530"/>
                  </a:lnTo>
                  <a:lnTo>
                    <a:pt x="572980" y="142695"/>
                  </a:lnTo>
                  <a:lnTo>
                    <a:pt x="644602" y="159674"/>
                  </a:lnTo>
                  <a:lnTo>
                    <a:pt x="716225" y="176469"/>
                  </a:lnTo>
                  <a:lnTo>
                    <a:pt x="787847" y="193082"/>
                  </a:lnTo>
                  <a:lnTo>
                    <a:pt x="859470" y="209516"/>
                  </a:lnTo>
                  <a:lnTo>
                    <a:pt x="931092" y="225772"/>
                  </a:lnTo>
                  <a:lnTo>
                    <a:pt x="1002715" y="241852"/>
                  </a:lnTo>
                  <a:lnTo>
                    <a:pt x="1074337" y="257757"/>
                  </a:lnTo>
                  <a:lnTo>
                    <a:pt x="1145960" y="273491"/>
                  </a:lnTo>
                  <a:lnTo>
                    <a:pt x="1217582" y="289054"/>
                  </a:lnTo>
                  <a:lnTo>
                    <a:pt x="1289205" y="304449"/>
                  </a:lnTo>
                  <a:lnTo>
                    <a:pt x="1360827" y="319677"/>
                  </a:lnTo>
                  <a:lnTo>
                    <a:pt x="1432450" y="334740"/>
                  </a:lnTo>
                  <a:lnTo>
                    <a:pt x="1504073" y="349640"/>
                  </a:lnTo>
                  <a:lnTo>
                    <a:pt x="1575695" y="364379"/>
                  </a:lnTo>
                  <a:lnTo>
                    <a:pt x="1647318" y="378959"/>
                  </a:lnTo>
                  <a:lnTo>
                    <a:pt x="1718940" y="393380"/>
                  </a:lnTo>
                  <a:lnTo>
                    <a:pt x="1790563" y="407646"/>
                  </a:lnTo>
                  <a:lnTo>
                    <a:pt x="1862185" y="421757"/>
                  </a:lnTo>
                  <a:lnTo>
                    <a:pt x="1933808" y="435715"/>
                  </a:lnTo>
                  <a:lnTo>
                    <a:pt x="2005430" y="449522"/>
                  </a:lnTo>
                  <a:lnTo>
                    <a:pt x="2077053" y="463180"/>
                  </a:lnTo>
                  <a:lnTo>
                    <a:pt x="2148675" y="476690"/>
                  </a:lnTo>
                  <a:lnTo>
                    <a:pt x="2220298" y="490054"/>
                  </a:lnTo>
                  <a:lnTo>
                    <a:pt x="2291920" y="503273"/>
                  </a:lnTo>
                  <a:lnTo>
                    <a:pt x="2363543" y="516349"/>
                  </a:lnTo>
                  <a:lnTo>
                    <a:pt x="2435165" y="529283"/>
                  </a:lnTo>
                  <a:lnTo>
                    <a:pt x="2506788" y="542077"/>
                  </a:lnTo>
                  <a:lnTo>
                    <a:pt x="2578410" y="554733"/>
                  </a:lnTo>
                  <a:lnTo>
                    <a:pt x="2650033" y="567252"/>
                  </a:lnTo>
                  <a:lnTo>
                    <a:pt x="2721655" y="579635"/>
                  </a:lnTo>
                  <a:lnTo>
                    <a:pt x="2793278" y="591885"/>
                  </a:lnTo>
                  <a:lnTo>
                    <a:pt x="2864901" y="604001"/>
                  </a:lnTo>
                  <a:lnTo>
                    <a:pt x="2936523" y="615987"/>
                  </a:lnTo>
                  <a:lnTo>
                    <a:pt x="3008146" y="627843"/>
                  </a:lnTo>
                  <a:lnTo>
                    <a:pt x="3079768" y="639570"/>
                  </a:lnTo>
                  <a:lnTo>
                    <a:pt x="3151391" y="651171"/>
                  </a:lnTo>
                  <a:lnTo>
                    <a:pt x="3223013" y="662646"/>
                  </a:lnTo>
                  <a:lnTo>
                    <a:pt x="3294636" y="673996"/>
                  </a:lnTo>
                  <a:lnTo>
                    <a:pt x="3366258" y="685224"/>
                  </a:lnTo>
                  <a:lnTo>
                    <a:pt x="3437881" y="696331"/>
                  </a:lnTo>
                  <a:lnTo>
                    <a:pt x="3509503" y="707317"/>
                  </a:lnTo>
                  <a:lnTo>
                    <a:pt x="3581126" y="718184"/>
                  </a:lnTo>
                  <a:lnTo>
                    <a:pt x="3652748" y="728933"/>
                  </a:lnTo>
                  <a:lnTo>
                    <a:pt x="3724371" y="739567"/>
                  </a:lnTo>
                  <a:lnTo>
                    <a:pt x="3795993" y="750085"/>
                  </a:lnTo>
                  <a:lnTo>
                    <a:pt x="3867616" y="760489"/>
                  </a:lnTo>
                  <a:lnTo>
                    <a:pt x="3939238" y="770780"/>
                  </a:lnTo>
                  <a:lnTo>
                    <a:pt x="4010861" y="780961"/>
                  </a:lnTo>
                  <a:lnTo>
                    <a:pt x="4082483" y="791031"/>
                  </a:lnTo>
                  <a:lnTo>
                    <a:pt x="4154106" y="800992"/>
                  </a:lnTo>
                  <a:lnTo>
                    <a:pt x="4225729" y="810845"/>
                  </a:lnTo>
                  <a:lnTo>
                    <a:pt x="4297351" y="820591"/>
                  </a:lnTo>
                  <a:lnTo>
                    <a:pt x="4368974" y="830232"/>
                  </a:lnTo>
                  <a:lnTo>
                    <a:pt x="4440596" y="839769"/>
                  </a:lnTo>
                  <a:lnTo>
                    <a:pt x="4512219" y="849202"/>
                  </a:lnTo>
                  <a:lnTo>
                    <a:pt x="4583841" y="858534"/>
                  </a:lnTo>
                  <a:lnTo>
                    <a:pt x="4655464" y="867764"/>
                  </a:lnTo>
                  <a:lnTo>
                    <a:pt x="4727086" y="876894"/>
                  </a:lnTo>
                  <a:lnTo>
                    <a:pt x="4798709" y="881831"/>
                  </a:lnTo>
                  <a:lnTo>
                    <a:pt x="4870331" y="881952"/>
                  </a:lnTo>
                  <a:lnTo>
                    <a:pt x="4941954" y="882074"/>
                  </a:lnTo>
                  <a:lnTo>
                    <a:pt x="5013576" y="882195"/>
                  </a:lnTo>
                  <a:lnTo>
                    <a:pt x="5085199" y="882316"/>
                  </a:lnTo>
                  <a:lnTo>
                    <a:pt x="5156821" y="882438"/>
                  </a:lnTo>
                  <a:lnTo>
                    <a:pt x="5228444" y="882559"/>
                  </a:lnTo>
                  <a:lnTo>
                    <a:pt x="5300066" y="882680"/>
                  </a:lnTo>
                  <a:lnTo>
                    <a:pt x="5371689" y="882802"/>
                  </a:lnTo>
                  <a:lnTo>
                    <a:pt x="5443311" y="882923"/>
                  </a:lnTo>
                  <a:lnTo>
                    <a:pt x="5514934" y="883044"/>
                  </a:lnTo>
                  <a:lnTo>
                    <a:pt x="5586557" y="883165"/>
                  </a:lnTo>
                  <a:lnTo>
                    <a:pt x="5658179" y="883286"/>
                  </a:lnTo>
                  <a:lnTo>
                    <a:pt x="5729802" y="883408"/>
                  </a:lnTo>
                  <a:lnTo>
                    <a:pt x="5801424" y="883529"/>
                  </a:lnTo>
                  <a:lnTo>
                    <a:pt x="5873047" y="883650"/>
                  </a:lnTo>
                  <a:lnTo>
                    <a:pt x="5944669" y="883771"/>
                  </a:lnTo>
                  <a:lnTo>
                    <a:pt x="6016292" y="883892"/>
                  </a:lnTo>
                  <a:lnTo>
                    <a:pt x="6087914" y="884013"/>
                  </a:lnTo>
                  <a:lnTo>
                    <a:pt x="6159537" y="884134"/>
                  </a:lnTo>
                  <a:lnTo>
                    <a:pt x="6231159" y="884255"/>
                  </a:lnTo>
                  <a:lnTo>
                    <a:pt x="6302782" y="884376"/>
                  </a:lnTo>
                  <a:lnTo>
                    <a:pt x="6374404" y="884498"/>
                  </a:lnTo>
                  <a:lnTo>
                    <a:pt x="6446027" y="884619"/>
                  </a:lnTo>
                  <a:lnTo>
                    <a:pt x="6517649" y="884740"/>
                  </a:lnTo>
                  <a:lnTo>
                    <a:pt x="6589272" y="884860"/>
                  </a:lnTo>
                  <a:lnTo>
                    <a:pt x="6660894" y="884981"/>
                  </a:lnTo>
                  <a:lnTo>
                    <a:pt x="6732517" y="885102"/>
                  </a:lnTo>
                  <a:lnTo>
                    <a:pt x="6804139" y="885223"/>
                  </a:lnTo>
                  <a:lnTo>
                    <a:pt x="6875762" y="885344"/>
                  </a:lnTo>
                  <a:lnTo>
                    <a:pt x="6947385" y="885465"/>
                  </a:lnTo>
                  <a:lnTo>
                    <a:pt x="7019007" y="885586"/>
                  </a:lnTo>
                  <a:lnTo>
                    <a:pt x="7090630" y="88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668"/>
              <a:ext cx="7090630" cy="254992"/>
            </a:xfrm>
            <a:custGeom>
              <a:avLst/>
              <a:pathLst>
                <a:path w="7090630" h="254992">
                  <a:moveTo>
                    <a:pt x="7090630" y="254992"/>
                  </a:moveTo>
                  <a:lnTo>
                    <a:pt x="7019007" y="248617"/>
                  </a:lnTo>
                  <a:lnTo>
                    <a:pt x="6947385" y="242171"/>
                  </a:lnTo>
                  <a:lnTo>
                    <a:pt x="6875762" y="235656"/>
                  </a:lnTo>
                  <a:lnTo>
                    <a:pt x="6804139" y="229069"/>
                  </a:lnTo>
                  <a:lnTo>
                    <a:pt x="6732517" y="222410"/>
                  </a:lnTo>
                  <a:lnTo>
                    <a:pt x="6660894" y="215678"/>
                  </a:lnTo>
                  <a:lnTo>
                    <a:pt x="6589272" y="208872"/>
                  </a:lnTo>
                  <a:lnTo>
                    <a:pt x="6517649" y="201992"/>
                  </a:lnTo>
                  <a:lnTo>
                    <a:pt x="6446027" y="195037"/>
                  </a:lnTo>
                  <a:lnTo>
                    <a:pt x="6374404" y="188005"/>
                  </a:lnTo>
                  <a:lnTo>
                    <a:pt x="6302782" y="180897"/>
                  </a:lnTo>
                  <a:lnTo>
                    <a:pt x="6231159" y="173711"/>
                  </a:lnTo>
                  <a:lnTo>
                    <a:pt x="6159537" y="166446"/>
                  </a:lnTo>
                  <a:lnTo>
                    <a:pt x="6087914" y="159101"/>
                  </a:lnTo>
                  <a:lnTo>
                    <a:pt x="6016292" y="151677"/>
                  </a:lnTo>
                  <a:lnTo>
                    <a:pt x="5944669" y="144171"/>
                  </a:lnTo>
                  <a:lnTo>
                    <a:pt x="5873047" y="136582"/>
                  </a:lnTo>
                  <a:lnTo>
                    <a:pt x="5801424" y="128911"/>
                  </a:lnTo>
                  <a:lnTo>
                    <a:pt x="5729802" y="121156"/>
                  </a:lnTo>
                  <a:lnTo>
                    <a:pt x="5658179" y="113316"/>
                  </a:lnTo>
                  <a:lnTo>
                    <a:pt x="5586557" y="105390"/>
                  </a:lnTo>
                  <a:lnTo>
                    <a:pt x="5514934" y="97378"/>
                  </a:lnTo>
                  <a:lnTo>
                    <a:pt x="5443311" y="89278"/>
                  </a:lnTo>
                  <a:lnTo>
                    <a:pt x="5371689" y="81089"/>
                  </a:lnTo>
                  <a:lnTo>
                    <a:pt x="5300066" y="72811"/>
                  </a:lnTo>
                  <a:lnTo>
                    <a:pt x="5228444" y="64441"/>
                  </a:lnTo>
                  <a:lnTo>
                    <a:pt x="5156821" y="55981"/>
                  </a:lnTo>
                  <a:lnTo>
                    <a:pt x="5085199" y="47428"/>
                  </a:lnTo>
                  <a:lnTo>
                    <a:pt x="5013576" y="38781"/>
                  </a:lnTo>
                  <a:lnTo>
                    <a:pt x="4941954" y="30039"/>
                  </a:lnTo>
                  <a:lnTo>
                    <a:pt x="4870331" y="21202"/>
                  </a:lnTo>
                  <a:lnTo>
                    <a:pt x="4798709" y="12269"/>
                  </a:lnTo>
                  <a:lnTo>
                    <a:pt x="4727086" y="8052"/>
                  </a:lnTo>
                  <a:lnTo>
                    <a:pt x="4655464" y="7931"/>
                  </a:lnTo>
                  <a:lnTo>
                    <a:pt x="4583841" y="7809"/>
                  </a:lnTo>
                  <a:lnTo>
                    <a:pt x="4512219" y="7688"/>
                  </a:lnTo>
                  <a:lnTo>
                    <a:pt x="4440596" y="7566"/>
                  </a:lnTo>
                  <a:lnTo>
                    <a:pt x="4368974" y="7445"/>
                  </a:lnTo>
                  <a:lnTo>
                    <a:pt x="4297351" y="7323"/>
                  </a:lnTo>
                  <a:lnTo>
                    <a:pt x="4225729" y="7202"/>
                  </a:lnTo>
                  <a:lnTo>
                    <a:pt x="4154106" y="7080"/>
                  </a:lnTo>
                  <a:lnTo>
                    <a:pt x="4082483" y="6959"/>
                  </a:lnTo>
                  <a:lnTo>
                    <a:pt x="4010861" y="6837"/>
                  </a:lnTo>
                  <a:lnTo>
                    <a:pt x="3939238" y="6715"/>
                  </a:lnTo>
                  <a:lnTo>
                    <a:pt x="3867616" y="6594"/>
                  </a:lnTo>
                  <a:lnTo>
                    <a:pt x="3795993" y="6472"/>
                  </a:lnTo>
                  <a:lnTo>
                    <a:pt x="3724371" y="6350"/>
                  </a:lnTo>
                  <a:lnTo>
                    <a:pt x="3652748" y="6229"/>
                  </a:lnTo>
                  <a:lnTo>
                    <a:pt x="3581126" y="6107"/>
                  </a:lnTo>
                  <a:lnTo>
                    <a:pt x="3509503" y="5985"/>
                  </a:lnTo>
                  <a:lnTo>
                    <a:pt x="3437881" y="5864"/>
                  </a:lnTo>
                  <a:lnTo>
                    <a:pt x="3366258" y="5742"/>
                  </a:lnTo>
                  <a:lnTo>
                    <a:pt x="3294636" y="5620"/>
                  </a:lnTo>
                  <a:lnTo>
                    <a:pt x="3223013" y="5498"/>
                  </a:lnTo>
                  <a:lnTo>
                    <a:pt x="3151391" y="5377"/>
                  </a:lnTo>
                  <a:lnTo>
                    <a:pt x="3079768" y="5255"/>
                  </a:lnTo>
                  <a:lnTo>
                    <a:pt x="3008146" y="5133"/>
                  </a:lnTo>
                  <a:lnTo>
                    <a:pt x="2936523" y="5011"/>
                  </a:lnTo>
                  <a:lnTo>
                    <a:pt x="2864901" y="4889"/>
                  </a:lnTo>
                  <a:lnTo>
                    <a:pt x="2793278" y="4767"/>
                  </a:lnTo>
                  <a:lnTo>
                    <a:pt x="2721655" y="4645"/>
                  </a:lnTo>
                  <a:lnTo>
                    <a:pt x="2650033" y="4523"/>
                  </a:lnTo>
                  <a:lnTo>
                    <a:pt x="2578410" y="4401"/>
                  </a:lnTo>
                  <a:lnTo>
                    <a:pt x="2506788" y="4280"/>
                  </a:lnTo>
                  <a:lnTo>
                    <a:pt x="2435165" y="4158"/>
                  </a:lnTo>
                  <a:lnTo>
                    <a:pt x="2363543" y="4036"/>
                  </a:lnTo>
                  <a:lnTo>
                    <a:pt x="2291920" y="3914"/>
                  </a:lnTo>
                  <a:lnTo>
                    <a:pt x="2220298" y="3791"/>
                  </a:lnTo>
                  <a:lnTo>
                    <a:pt x="2148675" y="3669"/>
                  </a:lnTo>
                  <a:lnTo>
                    <a:pt x="2077053" y="3547"/>
                  </a:lnTo>
                  <a:lnTo>
                    <a:pt x="2005430" y="3425"/>
                  </a:lnTo>
                  <a:lnTo>
                    <a:pt x="1933808" y="3303"/>
                  </a:lnTo>
                  <a:lnTo>
                    <a:pt x="1862185" y="3181"/>
                  </a:lnTo>
                  <a:lnTo>
                    <a:pt x="1790563" y="3059"/>
                  </a:lnTo>
                  <a:lnTo>
                    <a:pt x="1718940" y="2937"/>
                  </a:lnTo>
                  <a:lnTo>
                    <a:pt x="1647318" y="2815"/>
                  </a:lnTo>
                  <a:lnTo>
                    <a:pt x="1575695" y="2692"/>
                  </a:lnTo>
                  <a:lnTo>
                    <a:pt x="1504073" y="2570"/>
                  </a:lnTo>
                  <a:lnTo>
                    <a:pt x="1432450" y="2448"/>
                  </a:lnTo>
                  <a:lnTo>
                    <a:pt x="1360827" y="2326"/>
                  </a:lnTo>
                  <a:lnTo>
                    <a:pt x="1289205" y="2203"/>
                  </a:lnTo>
                  <a:lnTo>
                    <a:pt x="1217582" y="2081"/>
                  </a:lnTo>
                  <a:lnTo>
                    <a:pt x="1145960" y="1959"/>
                  </a:lnTo>
                  <a:lnTo>
                    <a:pt x="1074337" y="1836"/>
                  </a:lnTo>
                  <a:lnTo>
                    <a:pt x="1002715" y="1714"/>
                  </a:lnTo>
                  <a:lnTo>
                    <a:pt x="931092" y="1592"/>
                  </a:lnTo>
                  <a:lnTo>
                    <a:pt x="859470" y="1469"/>
                  </a:lnTo>
                  <a:lnTo>
                    <a:pt x="787847" y="1347"/>
                  </a:lnTo>
                  <a:lnTo>
                    <a:pt x="716225" y="1225"/>
                  </a:lnTo>
                  <a:lnTo>
                    <a:pt x="644602" y="1102"/>
                  </a:lnTo>
                  <a:lnTo>
                    <a:pt x="572980" y="980"/>
                  </a:lnTo>
                  <a:lnTo>
                    <a:pt x="501357" y="857"/>
                  </a:lnTo>
                  <a:lnTo>
                    <a:pt x="429735" y="735"/>
                  </a:lnTo>
                  <a:lnTo>
                    <a:pt x="358112" y="612"/>
                  </a:lnTo>
                  <a:lnTo>
                    <a:pt x="286490" y="490"/>
                  </a:lnTo>
                  <a:lnTo>
                    <a:pt x="214867" y="367"/>
                  </a:lnTo>
                  <a:lnTo>
                    <a:pt x="143245" y="245"/>
                  </a:lnTo>
                  <a:lnTo>
                    <a:pt x="71622" y="1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60043"/>
              <a:ext cx="7090630" cy="503703"/>
            </a:xfrm>
            <a:custGeom>
              <a:avLst/>
              <a:pathLst>
                <a:path w="7090630" h="503703">
                  <a:moveTo>
                    <a:pt x="0" y="0"/>
                  </a:moveTo>
                  <a:lnTo>
                    <a:pt x="71622" y="6584"/>
                  </a:lnTo>
                  <a:lnTo>
                    <a:pt x="143245" y="13132"/>
                  </a:lnTo>
                  <a:lnTo>
                    <a:pt x="214867" y="19645"/>
                  </a:lnTo>
                  <a:lnTo>
                    <a:pt x="286490" y="26121"/>
                  </a:lnTo>
                  <a:lnTo>
                    <a:pt x="358112" y="32562"/>
                  </a:lnTo>
                  <a:lnTo>
                    <a:pt x="429735" y="38967"/>
                  </a:lnTo>
                  <a:lnTo>
                    <a:pt x="501357" y="45337"/>
                  </a:lnTo>
                  <a:lnTo>
                    <a:pt x="572980" y="51672"/>
                  </a:lnTo>
                  <a:lnTo>
                    <a:pt x="644602" y="57973"/>
                  </a:lnTo>
                  <a:lnTo>
                    <a:pt x="716225" y="64238"/>
                  </a:lnTo>
                  <a:lnTo>
                    <a:pt x="787847" y="70470"/>
                  </a:lnTo>
                  <a:lnTo>
                    <a:pt x="859470" y="76667"/>
                  </a:lnTo>
                  <a:lnTo>
                    <a:pt x="931092" y="82829"/>
                  </a:lnTo>
                  <a:lnTo>
                    <a:pt x="1002715" y="88958"/>
                  </a:lnTo>
                  <a:lnTo>
                    <a:pt x="1074337" y="95054"/>
                  </a:lnTo>
                  <a:lnTo>
                    <a:pt x="1145960" y="101115"/>
                  </a:lnTo>
                  <a:lnTo>
                    <a:pt x="1217582" y="107144"/>
                  </a:lnTo>
                  <a:lnTo>
                    <a:pt x="1289205" y="113139"/>
                  </a:lnTo>
                  <a:lnTo>
                    <a:pt x="1360827" y="119101"/>
                  </a:lnTo>
                  <a:lnTo>
                    <a:pt x="1432450" y="125030"/>
                  </a:lnTo>
                  <a:lnTo>
                    <a:pt x="1504073" y="130927"/>
                  </a:lnTo>
                  <a:lnTo>
                    <a:pt x="1575695" y="136792"/>
                  </a:lnTo>
                  <a:lnTo>
                    <a:pt x="1647318" y="142624"/>
                  </a:lnTo>
                  <a:lnTo>
                    <a:pt x="1718940" y="148424"/>
                  </a:lnTo>
                  <a:lnTo>
                    <a:pt x="1790563" y="154192"/>
                  </a:lnTo>
                  <a:lnTo>
                    <a:pt x="1862185" y="159929"/>
                  </a:lnTo>
                  <a:lnTo>
                    <a:pt x="1933808" y="165633"/>
                  </a:lnTo>
                  <a:lnTo>
                    <a:pt x="2005430" y="171307"/>
                  </a:lnTo>
                  <a:lnTo>
                    <a:pt x="2077053" y="176949"/>
                  </a:lnTo>
                  <a:lnTo>
                    <a:pt x="2148675" y="182561"/>
                  </a:lnTo>
                  <a:lnTo>
                    <a:pt x="2220298" y="188141"/>
                  </a:lnTo>
                  <a:lnTo>
                    <a:pt x="2291920" y="193691"/>
                  </a:lnTo>
                  <a:lnTo>
                    <a:pt x="2363543" y="199210"/>
                  </a:lnTo>
                  <a:lnTo>
                    <a:pt x="2435165" y="204699"/>
                  </a:lnTo>
                  <a:lnTo>
                    <a:pt x="2506788" y="210157"/>
                  </a:lnTo>
                  <a:lnTo>
                    <a:pt x="2578410" y="215586"/>
                  </a:lnTo>
                  <a:lnTo>
                    <a:pt x="2650033" y="220985"/>
                  </a:lnTo>
                  <a:lnTo>
                    <a:pt x="2721655" y="226354"/>
                  </a:lnTo>
                  <a:lnTo>
                    <a:pt x="2793278" y="231694"/>
                  </a:lnTo>
                  <a:lnTo>
                    <a:pt x="2864901" y="237004"/>
                  </a:lnTo>
                  <a:lnTo>
                    <a:pt x="2936523" y="242285"/>
                  </a:lnTo>
                  <a:lnTo>
                    <a:pt x="3008146" y="247537"/>
                  </a:lnTo>
                  <a:lnTo>
                    <a:pt x="3079768" y="252760"/>
                  </a:lnTo>
                  <a:lnTo>
                    <a:pt x="3151391" y="257954"/>
                  </a:lnTo>
                  <a:lnTo>
                    <a:pt x="3223013" y="263120"/>
                  </a:lnTo>
                  <a:lnTo>
                    <a:pt x="3294636" y="268257"/>
                  </a:lnTo>
                  <a:lnTo>
                    <a:pt x="3366258" y="273366"/>
                  </a:lnTo>
                  <a:lnTo>
                    <a:pt x="3437881" y="278447"/>
                  </a:lnTo>
                  <a:lnTo>
                    <a:pt x="3509503" y="283500"/>
                  </a:lnTo>
                  <a:lnTo>
                    <a:pt x="3581126" y="288526"/>
                  </a:lnTo>
                  <a:lnTo>
                    <a:pt x="3652748" y="293523"/>
                  </a:lnTo>
                  <a:lnTo>
                    <a:pt x="3724371" y="298493"/>
                  </a:lnTo>
                  <a:lnTo>
                    <a:pt x="3795993" y="303436"/>
                  </a:lnTo>
                  <a:lnTo>
                    <a:pt x="3867616" y="308352"/>
                  </a:lnTo>
                  <a:lnTo>
                    <a:pt x="3939238" y="313240"/>
                  </a:lnTo>
                  <a:lnTo>
                    <a:pt x="4010861" y="318102"/>
                  </a:lnTo>
                  <a:lnTo>
                    <a:pt x="4082483" y="322937"/>
                  </a:lnTo>
                  <a:lnTo>
                    <a:pt x="4154106" y="327745"/>
                  </a:lnTo>
                  <a:lnTo>
                    <a:pt x="4225729" y="332527"/>
                  </a:lnTo>
                  <a:lnTo>
                    <a:pt x="4297351" y="337283"/>
                  </a:lnTo>
                  <a:lnTo>
                    <a:pt x="4368974" y="342012"/>
                  </a:lnTo>
                  <a:lnTo>
                    <a:pt x="4440596" y="346716"/>
                  </a:lnTo>
                  <a:lnTo>
                    <a:pt x="4512219" y="351394"/>
                  </a:lnTo>
                  <a:lnTo>
                    <a:pt x="4583841" y="356045"/>
                  </a:lnTo>
                  <a:lnTo>
                    <a:pt x="4655464" y="360672"/>
                  </a:lnTo>
                  <a:lnTo>
                    <a:pt x="4727086" y="365273"/>
                  </a:lnTo>
                  <a:lnTo>
                    <a:pt x="4798709" y="369848"/>
                  </a:lnTo>
                  <a:lnTo>
                    <a:pt x="4870331" y="374398"/>
                  </a:lnTo>
                  <a:lnTo>
                    <a:pt x="4941954" y="378924"/>
                  </a:lnTo>
                  <a:lnTo>
                    <a:pt x="5013576" y="383424"/>
                  </a:lnTo>
                  <a:lnTo>
                    <a:pt x="5085199" y="387900"/>
                  </a:lnTo>
                  <a:lnTo>
                    <a:pt x="5156821" y="392351"/>
                  </a:lnTo>
                  <a:lnTo>
                    <a:pt x="5228444" y="396778"/>
                  </a:lnTo>
                  <a:lnTo>
                    <a:pt x="5300066" y="401180"/>
                  </a:lnTo>
                  <a:lnTo>
                    <a:pt x="5371689" y="405558"/>
                  </a:lnTo>
                  <a:lnTo>
                    <a:pt x="5443311" y="409912"/>
                  </a:lnTo>
                  <a:lnTo>
                    <a:pt x="5514934" y="414242"/>
                  </a:lnTo>
                  <a:lnTo>
                    <a:pt x="5586557" y="418548"/>
                  </a:lnTo>
                  <a:lnTo>
                    <a:pt x="5658179" y="422831"/>
                  </a:lnTo>
                  <a:lnTo>
                    <a:pt x="5729802" y="427090"/>
                  </a:lnTo>
                  <a:lnTo>
                    <a:pt x="5801424" y="431325"/>
                  </a:lnTo>
                  <a:lnTo>
                    <a:pt x="5873047" y="435537"/>
                  </a:lnTo>
                  <a:lnTo>
                    <a:pt x="5944669" y="439726"/>
                  </a:lnTo>
                  <a:lnTo>
                    <a:pt x="6016292" y="443892"/>
                  </a:lnTo>
                  <a:lnTo>
                    <a:pt x="6087914" y="448036"/>
                  </a:lnTo>
                  <a:lnTo>
                    <a:pt x="6159537" y="452156"/>
                  </a:lnTo>
                  <a:lnTo>
                    <a:pt x="6231159" y="456254"/>
                  </a:lnTo>
                  <a:lnTo>
                    <a:pt x="6302782" y="460329"/>
                  </a:lnTo>
                  <a:lnTo>
                    <a:pt x="6374404" y="464382"/>
                  </a:lnTo>
                  <a:lnTo>
                    <a:pt x="6446027" y="468412"/>
                  </a:lnTo>
                  <a:lnTo>
                    <a:pt x="6517649" y="472420"/>
                  </a:lnTo>
                  <a:lnTo>
                    <a:pt x="6589272" y="476406"/>
                  </a:lnTo>
                  <a:lnTo>
                    <a:pt x="6660894" y="480371"/>
                  </a:lnTo>
                  <a:lnTo>
                    <a:pt x="6732517" y="484313"/>
                  </a:lnTo>
                  <a:lnTo>
                    <a:pt x="6804139" y="488234"/>
                  </a:lnTo>
                  <a:lnTo>
                    <a:pt x="6875762" y="492133"/>
                  </a:lnTo>
                  <a:lnTo>
                    <a:pt x="6947385" y="496011"/>
                  </a:lnTo>
                  <a:lnTo>
                    <a:pt x="7019007" y="499868"/>
                  </a:lnTo>
                  <a:lnTo>
                    <a:pt x="7090630" y="5037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0.264 (n = 6)  |  per IQR decline (Δ = 23.3): 1.17 (1.00-1.36)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2026-08-19T20:10:43Z</dcterms:modified>
  <cp:category/>
</cp:coreProperties>
</file>