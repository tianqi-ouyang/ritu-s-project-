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853748"/>
              <a:ext cx="7090630" cy="1119622"/>
            </a:xfrm>
            <a:custGeom>
              <a:avLst/>
              <a:pathLst>
                <a:path w="7090630" h="1119622">
                  <a:moveTo>
                    <a:pt x="0" y="0"/>
                  </a:moveTo>
                  <a:lnTo>
                    <a:pt x="71622" y="18325"/>
                  </a:lnTo>
                  <a:lnTo>
                    <a:pt x="143245" y="36453"/>
                  </a:lnTo>
                  <a:lnTo>
                    <a:pt x="214867" y="54386"/>
                  </a:lnTo>
                  <a:lnTo>
                    <a:pt x="286490" y="72126"/>
                  </a:lnTo>
                  <a:lnTo>
                    <a:pt x="358112" y="89675"/>
                  </a:lnTo>
                  <a:lnTo>
                    <a:pt x="429735" y="107036"/>
                  </a:lnTo>
                  <a:lnTo>
                    <a:pt x="501357" y="124209"/>
                  </a:lnTo>
                  <a:lnTo>
                    <a:pt x="572980" y="141198"/>
                  </a:lnTo>
                  <a:lnTo>
                    <a:pt x="644602" y="158005"/>
                  </a:lnTo>
                  <a:lnTo>
                    <a:pt x="716225" y="174630"/>
                  </a:lnTo>
                  <a:lnTo>
                    <a:pt x="787847" y="191077"/>
                  </a:lnTo>
                  <a:lnTo>
                    <a:pt x="859470" y="207346"/>
                  </a:lnTo>
                  <a:lnTo>
                    <a:pt x="931092" y="223441"/>
                  </a:lnTo>
                  <a:lnTo>
                    <a:pt x="1002715" y="239362"/>
                  </a:lnTo>
                  <a:lnTo>
                    <a:pt x="1074337" y="255113"/>
                  </a:lnTo>
                  <a:lnTo>
                    <a:pt x="1145960" y="270694"/>
                  </a:lnTo>
                  <a:lnTo>
                    <a:pt x="1217582" y="286107"/>
                  </a:lnTo>
                  <a:lnTo>
                    <a:pt x="1289205" y="301354"/>
                  </a:lnTo>
                  <a:lnTo>
                    <a:pt x="1360827" y="316438"/>
                  </a:lnTo>
                  <a:lnTo>
                    <a:pt x="1432450" y="331359"/>
                  </a:lnTo>
                  <a:lnTo>
                    <a:pt x="1504073" y="346119"/>
                  </a:lnTo>
                  <a:lnTo>
                    <a:pt x="1575695" y="360721"/>
                  </a:lnTo>
                  <a:lnTo>
                    <a:pt x="1647318" y="375166"/>
                  </a:lnTo>
                  <a:lnTo>
                    <a:pt x="1718940" y="389455"/>
                  </a:lnTo>
                  <a:lnTo>
                    <a:pt x="1790563" y="403591"/>
                  </a:lnTo>
                  <a:lnTo>
                    <a:pt x="1862185" y="417574"/>
                  </a:lnTo>
                  <a:lnTo>
                    <a:pt x="1933808" y="431408"/>
                  </a:lnTo>
                  <a:lnTo>
                    <a:pt x="2005430" y="445092"/>
                  </a:lnTo>
                  <a:lnTo>
                    <a:pt x="2077053" y="458629"/>
                  </a:lnTo>
                  <a:lnTo>
                    <a:pt x="2148675" y="472021"/>
                  </a:lnTo>
                  <a:lnTo>
                    <a:pt x="2220298" y="485268"/>
                  </a:lnTo>
                  <a:lnTo>
                    <a:pt x="2291920" y="498373"/>
                  </a:lnTo>
                  <a:lnTo>
                    <a:pt x="2363543" y="511337"/>
                  </a:lnTo>
                  <a:lnTo>
                    <a:pt x="2435165" y="524162"/>
                  </a:lnTo>
                  <a:lnTo>
                    <a:pt x="2506788" y="536848"/>
                  </a:lnTo>
                  <a:lnTo>
                    <a:pt x="2578410" y="549398"/>
                  </a:lnTo>
                  <a:lnTo>
                    <a:pt x="2650033" y="561813"/>
                  </a:lnTo>
                  <a:lnTo>
                    <a:pt x="2721655" y="574095"/>
                  </a:lnTo>
                  <a:lnTo>
                    <a:pt x="2793278" y="586244"/>
                  </a:lnTo>
                  <a:lnTo>
                    <a:pt x="2864901" y="598263"/>
                  </a:lnTo>
                  <a:lnTo>
                    <a:pt x="2936523" y="610152"/>
                  </a:lnTo>
                  <a:lnTo>
                    <a:pt x="3008146" y="621914"/>
                  </a:lnTo>
                  <a:lnTo>
                    <a:pt x="3079768" y="633549"/>
                  </a:lnTo>
                  <a:lnTo>
                    <a:pt x="3151391" y="645059"/>
                  </a:lnTo>
                  <a:lnTo>
                    <a:pt x="3223013" y="656445"/>
                  </a:lnTo>
                  <a:lnTo>
                    <a:pt x="3294636" y="667708"/>
                  </a:lnTo>
                  <a:lnTo>
                    <a:pt x="3366258" y="678851"/>
                  </a:lnTo>
                  <a:lnTo>
                    <a:pt x="3437881" y="689873"/>
                  </a:lnTo>
                  <a:lnTo>
                    <a:pt x="3509503" y="700777"/>
                  </a:lnTo>
                  <a:lnTo>
                    <a:pt x="3581126" y="711564"/>
                  </a:lnTo>
                  <a:lnTo>
                    <a:pt x="3652748" y="722234"/>
                  </a:lnTo>
                  <a:lnTo>
                    <a:pt x="3724371" y="732790"/>
                  </a:lnTo>
                  <a:lnTo>
                    <a:pt x="3795993" y="743233"/>
                  </a:lnTo>
                  <a:lnTo>
                    <a:pt x="3867616" y="753562"/>
                  </a:lnTo>
                  <a:lnTo>
                    <a:pt x="3939238" y="763781"/>
                  </a:lnTo>
                  <a:lnTo>
                    <a:pt x="4010861" y="773890"/>
                  </a:lnTo>
                  <a:lnTo>
                    <a:pt x="4082483" y="783890"/>
                  </a:lnTo>
                  <a:lnTo>
                    <a:pt x="4154106" y="793783"/>
                  </a:lnTo>
                  <a:lnTo>
                    <a:pt x="4225729" y="803569"/>
                  </a:lnTo>
                  <a:lnTo>
                    <a:pt x="4297351" y="813250"/>
                  </a:lnTo>
                  <a:lnTo>
                    <a:pt x="4368974" y="822827"/>
                  </a:lnTo>
                  <a:lnTo>
                    <a:pt x="4440596" y="832300"/>
                  </a:lnTo>
                  <a:lnTo>
                    <a:pt x="4512219" y="841672"/>
                  </a:lnTo>
                  <a:lnTo>
                    <a:pt x="4583841" y="850943"/>
                  </a:lnTo>
                  <a:lnTo>
                    <a:pt x="4655464" y="860114"/>
                  </a:lnTo>
                  <a:lnTo>
                    <a:pt x="4727086" y="869187"/>
                  </a:lnTo>
                  <a:lnTo>
                    <a:pt x="4798709" y="874065"/>
                  </a:lnTo>
                  <a:lnTo>
                    <a:pt x="4870331" y="874125"/>
                  </a:lnTo>
                  <a:lnTo>
                    <a:pt x="4941954" y="874185"/>
                  </a:lnTo>
                  <a:lnTo>
                    <a:pt x="5013576" y="874245"/>
                  </a:lnTo>
                  <a:lnTo>
                    <a:pt x="5085199" y="874306"/>
                  </a:lnTo>
                  <a:lnTo>
                    <a:pt x="5156821" y="874366"/>
                  </a:lnTo>
                  <a:lnTo>
                    <a:pt x="5228444" y="874426"/>
                  </a:lnTo>
                  <a:lnTo>
                    <a:pt x="5300066" y="874486"/>
                  </a:lnTo>
                  <a:lnTo>
                    <a:pt x="5371689" y="874547"/>
                  </a:lnTo>
                  <a:lnTo>
                    <a:pt x="5443311" y="874607"/>
                  </a:lnTo>
                  <a:lnTo>
                    <a:pt x="5514934" y="874667"/>
                  </a:lnTo>
                  <a:lnTo>
                    <a:pt x="5586557" y="874727"/>
                  </a:lnTo>
                  <a:lnTo>
                    <a:pt x="5658179" y="874787"/>
                  </a:lnTo>
                  <a:lnTo>
                    <a:pt x="5729802" y="874848"/>
                  </a:lnTo>
                  <a:lnTo>
                    <a:pt x="5801424" y="874908"/>
                  </a:lnTo>
                  <a:lnTo>
                    <a:pt x="5873047" y="874968"/>
                  </a:lnTo>
                  <a:lnTo>
                    <a:pt x="5944669" y="875028"/>
                  </a:lnTo>
                  <a:lnTo>
                    <a:pt x="6016292" y="875088"/>
                  </a:lnTo>
                  <a:lnTo>
                    <a:pt x="6087914" y="875148"/>
                  </a:lnTo>
                  <a:lnTo>
                    <a:pt x="6159537" y="875209"/>
                  </a:lnTo>
                  <a:lnTo>
                    <a:pt x="6231159" y="875269"/>
                  </a:lnTo>
                  <a:lnTo>
                    <a:pt x="6302782" y="875329"/>
                  </a:lnTo>
                  <a:lnTo>
                    <a:pt x="6374404" y="875389"/>
                  </a:lnTo>
                  <a:lnTo>
                    <a:pt x="6446027" y="875449"/>
                  </a:lnTo>
                  <a:lnTo>
                    <a:pt x="6517649" y="875509"/>
                  </a:lnTo>
                  <a:lnTo>
                    <a:pt x="6589272" y="875570"/>
                  </a:lnTo>
                  <a:lnTo>
                    <a:pt x="6660894" y="875630"/>
                  </a:lnTo>
                  <a:lnTo>
                    <a:pt x="6732517" y="875690"/>
                  </a:lnTo>
                  <a:lnTo>
                    <a:pt x="6804139" y="875750"/>
                  </a:lnTo>
                  <a:lnTo>
                    <a:pt x="6875762" y="875810"/>
                  </a:lnTo>
                  <a:lnTo>
                    <a:pt x="6947385" y="875870"/>
                  </a:lnTo>
                  <a:lnTo>
                    <a:pt x="7019007" y="875930"/>
                  </a:lnTo>
                  <a:lnTo>
                    <a:pt x="7090630" y="875990"/>
                  </a:lnTo>
                  <a:lnTo>
                    <a:pt x="7090630" y="1119622"/>
                  </a:lnTo>
                  <a:lnTo>
                    <a:pt x="7019007" y="1113272"/>
                  </a:lnTo>
                  <a:lnTo>
                    <a:pt x="6947385" y="1106854"/>
                  </a:lnTo>
                  <a:lnTo>
                    <a:pt x="6875762" y="1100366"/>
                  </a:lnTo>
                  <a:lnTo>
                    <a:pt x="6804139" y="1093807"/>
                  </a:lnTo>
                  <a:lnTo>
                    <a:pt x="6732517" y="1087177"/>
                  </a:lnTo>
                  <a:lnTo>
                    <a:pt x="6660894" y="1080475"/>
                  </a:lnTo>
                  <a:lnTo>
                    <a:pt x="6589272" y="1073700"/>
                  </a:lnTo>
                  <a:lnTo>
                    <a:pt x="6517649" y="1066852"/>
                  </a:lnTo>
                  <a:lnTo>
                    <a:pt x="6446027" y="1059928"/>
                  </a:lnTo>
                  <a:lnTo>
                    <a:pt x="6374404" y="1052930"/>
                  </a:lnTo>
                  <a:lnTo>
                    <a:pt x="6302782" y="1045856"/>
                  </a:lnTo>
                  <a:lnTo>
                    <a:pt x="6231159" y="1038704"/>
                  </a:lnTo>
                  <a:lnTo>
                    <a:pt x="6159537" y="1031475"/>
                  </a:lnTo>
                  <a:lnTo>
                    <a:pt x="6087914" y="1024167"/>
                  </a:lnTo>
                  <a:lnTo>
                    <a:pt x="6016292" y="1016780"/>
                  </a:lnTo>
                  <a:lnTo>
                    <a:pt x="5944669" y="1009312"/>
                  </a:lnTo>
                  <a:lnTo>
                    <a:pt x="5873047" y="1001763"/>
                  </a:lnTo>
                  <a:lnTo>
                    <a:pt x="5801424" y="994132"/>
                  </a:lnTo>
                  <a:lnTo>
                    <a:pt x="5729802" y="986418"/>
                  </a:lnTo>
                  <a:lnTo>
                    <a:pt x="5658179" y="978621"/>
                  </a:lnTo>
                  <a:lnTo>
                    <a:pt x="5586557" y="970738"/>
                  </a:lnTo>
                  <a:lnTo>
                    <a:pt x="5514934" y="962770"/>
                  </a:lnTo>
                  <a:lnTo>
                    <a:pt x="5443311" y="954715"/>
                  </a:lnTo>
                  <a:lnTo>
                    <a:pt x="5371689" y="946572"/>
                  </a:lnTo>
                  <a:lnTo>
                    <a:pt x="5300066" y="938341"/>
                  </a:lnTo>
                  <a:lnTo>
                    <a:pt x="5228444" y="930021"/>
                  </a:lnTo>
                  <a:lnTo>
                    <a:pt x="5156821" y="921609"/>
                  </a:lnTo>
                  <a:lnTo>
                    <a:pt x="5085199" y="913107"/>
                  </a:lnTo>
                  <a:lnTo>
                    <a:pt x="5013576" y="904512"/>
                  </a:lnTo>
                  <a:lnTo>
                    <a:pt x="4941954" y="895823"/>
                  </a:lnTo>
                  <a:lnTo>
                    <a:pt x="4870331" y="887041"/>
                  </a:lnTo>
                  <a:lnTo>
                    <a:pt x="4798709" y="878162"/>
                  </a:lnTo>
                  <a:lnTo>
                    <a:pt x="4727086" y="874004"/>
                  </a:lnTo>
                  <a:lnTo>
                    <a:pt x="4655464" y="873944"/>
                  </a:lnTo>
                  <a:lnTo>
                    <a:pt x="4583841" y="873884"/>
                  </a:lnTo>
                  <a:lnTo>
                    <a:pt x="4512219" y="873824"/>
                  </a:lnTo>
                  <a:lnTo>
                    <a:pt x="4440596" y="873763"/>
                  </a:lnTo>
                  <a:lnTo>
                    <a:pt x="4368974" y="873703"/>
                  </a:lnTo>
                  <a:lnTo>
                    <a:pt x="4297351" y="873643"/>
                  </a:lnTo>
                  <a:lnTo>
                    <a:pt x="4225729" y="873583"/>
                  </a:lnTo>
                  <a:lnTo>
                    <a:pt x="4154106" y="873522"/>
                  </a:lnTo>
                  <a:lnTo>
                    <a:pt x="4082483" y="873462"/>
                  </a:lnTo>
                  <a:lnTo>
                    <a:pt x="4010861" y="873402"/>
                  </a:lnTo>
                  <a:lnTo>
                    <a:pt x="3939238" y="873341"/>
                  </a:lnTo>
                  <a:lnTo>
                    <a:pt x="3867616" y="873281"/>
                  </a:lnTo>
                  <a:lnTo>
                    <a:pt x="3795993" y="873221"/>
                  </a:lnTo>
                  <a:lnTo>
                    <a:pt x="3724371" y="873161"/>
                  </a:lnTo>
                  <a:lnTo>
                    <a:pt x="3652748" y="873100"/>
                  </a:lnTo>
                  <a:lnTo>
                    <a:pt x="3581126" y="873040"/>
                  </a:lnTo>
                  <a:lnTo>
                    <a:pt x="3509503" y="872980"/>
                  </a:lnTo>
                  <a:lnTo>
                    <a:pt x="3437881" y="872919"/>
                  </a:lnTo>
                  <a:lnTo>
                    <a:pt x="3366258" y="872859"/>
                  </a:lnTo>
                  <a:lnTo>
                    <a:pt x="3294636" y="872799"/>
                  </a:lnTo>
                  <a:lnTo>
                    <a:pt x="3223013" y="872738"/>
                  </a:lnTo>
                  <a:lnTo>
                    <a:pt x="3151391" y="872678"/>
                  </a:lnTo>
                  <a:lnTo>
                    <a:pt x="3079768" y="872617"/>
                  </a:lnTo>
                  <a:lnTo>
                    <a:pt x="3008146" y="872557"/>
                  </a:lnTo>
                  <a:lnTo>
                    <a:pt x="2936523" y="872497"/>
                  </a:lnTo>
                  <a:lnTo>
                    <a:pt x="2864901" y="872436"/>
                  </a:lnTo>
                  <a:lnTo>
                    <a:pt x="2793278" y="872376"/>
                  </a:lnTo>
                  <a:lnTo>
                    <a:pt x="2721655" y="872316"/>
                  </a:lnTo>
                  <a:lnTo>
                    <a:pt x="2650033" y="872255"/>
                  </a:lnTo>
                  <a:lnTo>
                    <a:pt x="2578410" y="872195"/>
                  </a:lnTo>
                  <a:lnTo>
                    <a:pt x="2506788" y="872135"/>
                  </a:lnTo>
                  <a:lnTo>
                    <a:pt x="2435165" y="872074"/>
                  </a:lnTo>
                  <a:lnTo>
                    <a:pt x="2363543" y="872014"/>
                  </a:lnTo>
                  <a:lnTo>
                    <a:pt x="2291920" y="871953"/>
                  </a:lnTo>
                  <a:lnTo>
                    <a:pt x="2220298" y="871893"/>
                  </a:lnTo>
                  <a:lnTo>
                    <a:pt x="2148675" y="871833"/>
                  </a:lnTo>
                  <a:lnTo>
                    <a:pt x="2077053" y="871772"/>
                  </a:lnTo>
                  <a:lnTo>
                    <a:pt x="2005430" y="871712"/>
                  </a:lnTo>
                  <a:lnTo>
                    <a:pt x="1933808" y="871651"/>
                  </a:lnTo>
                  <a:lnTo>
                    <a:pt x="1862185" y="871591"/>
                  </a:lnTo>
                  <a:lnTo>
                    <a:pt x="1790563" y="871530"/>
                  </a:lnTo>
                  <a:lnTo>
                    <a:pt x="1718940" y="871470"/>
                  </a:lnTo>
                  <a:lnTo>
                    <a:pt x="1647318" y="871410"/>
                  </a:lnTo>
                  <a:lnTo>
                    <a:pt x="1575695" y="871349"/>
                  </a:lnTo>
                  <a:lnTo>
                    <a:pt x="1504073" y="871289"/>
                  </a:lnTo>
                  <a:lnTo>
                    <a:pt x="1432450" y="871228"/>
                  </a:lnTo>
                  <a:lnTo>
                    <a:pt x="1360827" y="871168"/>
                  </a:lnTo>
                  <a:lnTo>
                    <a:pt x="1289205" y="871107"/>
                  </a:lnTo>
                  <a:lnTo>
                    <a:pt x="1217582" y="871047"/>
                  </a:lnTo>
                  <a:lnTo>
                    <a:pt x="1145960" y="870986"/>
                  </a:lnTo>
                  <a:lnTo>
                    <a:pt x="1074337" y="870926"/>
                  </a:lnTo>
                  <a:lnTo>
                    <a:pt x="1002715" y="870865"/>
                  </a:lnTo>
                  <a:lnTo>
                    <a:pt x="931092" y="870805"/>
                  </a:lnTo>
                  <a:lnTo>
                    <a:pt x="859470" y="870744"/>
                  </a:lnTo>
                  <a:lnTo>
                    <a:pt x="787847" y="870684"/>
                  </a:lnTo>
                  <a:lnTo>
                    <a:pt x="716225" y="870623"/>
                  </a:lnTo>
                  <a:lnTo>
                    <a:pt x="644602" y="870563"/>
                  </a:lnTo>
                  <a:lnTo>
                    <a:pt x="572980" y="870502"/>
                  </a:lnTo>
                  <a:lnTo>
                    <a:pt x="501357" y="870442"/>
                  </a:lnTo>
                  <a:lnTo>
                    <a:pt x="429735" y="870381"/>
                  </a:lnTo>
                  <a:lnTo>
                    <a:pt x="358112" y="870321"/>
                  </a:lnTo>
                  <a:lnTo>
                    <a:pt x="286490" y="870260"/>
                  </a:lnTo>
                  <a:lnTo>
                    <a:pt x="214867" y="870200"/>
                  </a:lnTo>
                  <a:lnTo>
                    <a:pt x="143245" y="870139"/>
                  </a:lnTo>
                  <a:lnTo>
                    <a:pt x="71622" y="870079"/>
                  </a:lnTo>
                  <a:lnTo>
                    <a:pt x="0" y="87001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853748"/>
              <a:ext cx="7090630" cy="875990"/>
            </a:xfrm>
            <a:custGeom>
              <a:avLst/>
              <a:pathLst>
                <a:path w="7090630" h="875990">
                  <a:moveTo>
                    <a:pt x="0" y="0"/>
                  </a:moveTo>
                  <a:lnTo>
                    <a:pt x="71622" y="18325"/>
                  </a:lnTo>
                  <a:lnTo>
                    <a:pt x="143245" y="36453"/>
                  </a:lnTo>
                  <a:lnTo>
                    <a:pt x="214867" y="54386"/>
                  </a:lnTo>
                  <a:lnTo>
                    <a:pt x="286490" y="72126"/>
                  </a:lnTo>
                  <a:lnTo>
                    <a:pt x="358112" y="89675"/>
                  </a:lnTo>
                  <a:lnTo>
                    <a:pt x="429735" y="107036"/>
                  </a:lnTo>
                  <a:lnTo>
                    <a:pt x="501357" y="124209"/>
                  </a:lnTo>
                  <a:lnTo>
                    <a:pt x="572980" y="141198"/>
                  </a:lnTo>
                  <a:lnTo>
                    <a:pt x="644602" y="158005"/>
                  </a:lnTo>
                  <a:lnTo>
                    <a:pt x="716225" y="174630"/>
                  </a:lnTo>
                  <a:lnTo>
                    <a:pt x="787847" y="191077"/>
                  </a:lnTo>
                  <a:lnTo>
                    <a:pt x="859470" y="207346"/>
                  </a:lnTo>
                  <a:lnTo>
                    <a:pt x="931092" y="223441"/>
                  </a:lnTo>
                  <a:lnTo>
                    <a:pt x="1002715" y="239362"/>
                  </a:lnTo>
                  <a:lnTo>
                    <a:pt x="1074337" y="255113"/>
                  </a:lnTo>
                  <a:lnTo>
                    <a:pt x="1145960" y="270694"/>
                  </a:lnTo>
                  <a:lnTo>
                    <a:pt x="1217582" y="286107"/>
                  </a:lnTo>
                  <a:lnTo>
                    <a:pt x="1289205" y="301354"/>
                  </a:lnTo>
                  <a:lnTo>
                    <a:pt x="1360827" y="316438"/>
                  </a:lnTo>
                  <a:lnTo>
                    <a:pt x="1432450" y="331359"/>
                  </a:lnTo>
                  <a:lnTo>
                    <a:pt x="1504073" y="346119"/>
                  </a:lnTo>
                  <a:lnTo>
                    <a:pt x="1575695" y="360721"/>
                  </a:lnTo>
                  <a:lnTo>
                    <a:pt x="1647318" y="375166"/>
                  </a:lnTo>
                  <a:lnTo>
                    <a:pt x="1718940" y="389455"/>
                  </a:lnTo>
                  <a:lnTo>
                    <a:pt x="1790563" y="403591"/>
                  </a:lnTo>
                  <a:lnTo>
                    <a:pt x="1862185" y="417574"/>
                  </a:lnTo>
                  <a:lnTo>
                    <a:pt x="1933808" y="431408"/>
                  </a:lnTo>
                  <a:lnTo>
                    <a:pt x="2005430" y="445092"/>
                  </a:lnTo>
                  <a:lnTo>
                    <a:pt x="2077053" y="458629"/>
                  </a:lnTo>
                  <a:lnTo>
                    <a:pt x="2148675" y="472021"/>
                  </a:lnTo>
                  <a:lnTo>
                    <a:pt x="2220298" y="485268"/>
                  </a:lnTo>
                  <a:lnTo>
                    <a:pt x="2291920" y="498373"/>
                  </a:lnTo>
                  <a:lnTo>
                    <a:pt x="2363543" y="511337"/>
                  </a:lnTo>
                  <a:lnTo>
                    <a:pt x="2435165" y="524162"/>
                  </a:lnTo>
                  <a:lnTo>
                    <a:pt x="2506788" y="536848"/>
                  </a:lnTo>
                  <a:lnTo>
                    <a:pt x="2578410" y="549398"/>
                  </a:lnTo>
                  <a:lnTo>
                    <a:pt x="2650033" y="561813"/>
                  </a:lnTo>
                  <a:lnTo>
                    <a:pt x="2721655" y="574095"/>
                  </a:lnTo>
                  <a:lnTo>
                    <a:pt x="2793278" y="586244"/>
                  </a:lnTo>
                  <a:lnTo>
                    <a:pt x="2864901" y="598263"/>
                  </a:lnTo>
                  <a:lnTo>
                    <a:pt x="2936523" y="610152"/>
                  </a:lnTo>
                  <a:lnTo>
                    <a:pt x="3008146" y="621914"/>
                  </a:lnTo>
                  <a:lnTo>
                    <a:pt x="3079768" y="633549"/>
                  </a:lnTo>
                  <a:lnTo>
                    <a:pt x="3151391" y="645059"/>
                  </a:lnTo>
                  <a:lnTo>
                    <a:pt x="3223013" y="656445"/>
                  </a:lnTo>
                  <a:lnTo>
                    <a:pt x="3294636" y="667708"/>
                  </a:lnTo>
                  <a:lnTo>
                    <a:pt x="3366258" y="678851"/>
                  </a:lnTo>
                  <a:lnTo>
                    <a:pt x="3437881" y="689873"/>
                  </a:lnTo>
                  <a:lnTo>
                    <a:pt x="3509503" y="700777"/>
                  </a:lnTo>
                  <a:lnTo>
                    <a:pt x="3581126" y="711564"/>
                  </a:lnTo>
                  <a:lnTo>
                    <a:pt x="3652748" y="722234"/>
                  </a:lnTo>
                  <a:lnTo>
                    <a:pt x="3724371" y="732790"/>
                  </a:lnTo>
                  <a:lnTo>
                    <a:pt x="3795993" y="743233"/>
                  </a:lnTo>
                  <a:lnTo>
                    <a:pt x="3867616" y="753562"/>
                  </a:lnTo>
                  <a:lnTo>
                    <a:pt x="3939238" y="763781"/>
                  </a:lnTo>
                  <a:lnTo>
                    <a:pt x="4010861" y="773890"/>
                  </a:lnTo>
                  <a:lnTo>
                    <a:pt x="4082483" y="783890"/>
                  </a:lnTo>
                  <a:lnTo>
                    <a:pt x="4154106" y="793783"/>
                  </a:lnTo>
                  <a:lnTo>
                    <a:pt x="4225729" y="803569"/>
                  </a:lnTo>
                  <a:lnTo>
                    <a:pt x="4297351" y="813250"/>
                  </a:lnTo>
                  <a:lnTo>
                    <a:pt x="4368974" y="822827"/>
                  </a:lnTo>
                  <a:lnTo>
                    <a:pt x="4440596" y="832300"/>
                  </a:lnTo>
                  <a:lnTo>
                    <a:pt x="4512219" y="841672"/>
                  </a:lnTo>
                  <a:lnTo>
                    <a:pt x="4583841" y="850943"/>
                  </a:lnTo>
                  <a:lnTo>
                    <a:pt x="4655464" y="860114"/>
                  </a:lnTo>
                  <a:lnTo>
                    <a:pt x="4727086" y="869187"/>
                  </a:lnTo>
                  <a:lnTo>
                    <a:pt x="4798709" y="874065"/>
                  </a:lnTo>
                  <a:lnTo>
                    <a:pt x="4870331" y="874125"/>
                  </a:lnTo>
                  <a:lnTo>
                    <a:pt x="4941954" y="874185"/>
                  </a:lnTo>
                  <a:lnTo>
                    <a:pt x="5013576" y="874245"/>
                  </a:lnTo>
                  <a:lnTo>
                    <a:pt x="5085199" y="874306"/>
                  </a:lnTo>
                  <a:lnTo>
                    <a:pt x="5156821" y="874366"/>
                  </a:lnTo>
                  <a:lnTo>
                    <a:pt x="5228444" y="874426"/>
                  </a:lnTo>
                  <a:lnTo>
                    <a:pt x="5300066" y="874486"/>
                  </a:lnTo>
                  <a:lnTo>
                    <a:pt x="5371689" y="874547"/>
                  </a:lnTo>
                  <a:lnTo>
                    <a:pt x="5443311" y="874607"/>
                  </a:lnTo>
                  <a:lnTo>
                    <a:pt x="5514934" y="874667"/>
                  </a:lnTo>
                  <a:lnTo>
                    <a:pt x="5586557" y="874727"/>
                  </a:lnTo>
                  <a:lnTo>
                    <a:pt x="5658179" y="874787"/>
                  </a:lnTo>
                  <a:lnTo>
                    <a:pt x="5729802" y="874848"/>
                  </a:lnTo>
                  <a:lnTo>
                    <a:pt x="5801424" y="874908"/>
                  </a:lnTo>
                  <a:lnTo>
                    <a:pt x="5873047" y="874968"/>
                  </a:lnTo>
                  <a:lnTo>
                    <a:pt x="5944669" y="875028"/>
                  </a:lnTo>
                  <a:lnTo>
                    <a:pt x="6016292" y="875088"/>
                  </a:lnTo>
                  <a:lnTo>
                    <a:pt x="6087914" y="875148"/>
                  </a:lnTo>
                  <a:lnTo>
                    <a:pt x="6159537" y="875209"/>
                  </a:lnTo>
                  <a:lnTo>
                    <a:pt x="6231159" y="875269"/>
                  </a:lnTo>
                  <a:lnTo>
                    <a:pt x="6302782" y="875329"/>
                  </a:lnTo>
                  <a:lnTo>
                    <a:pt x="6374404" y="875389"/>
                  </a:lnTo>
                  <a:lnTo>
                    <a:pt x="6446027" y="875449"/>
                  </a:lnTo>
                  <a:lnTo>
                    <a:pt x="6517649" y="875509"/>
                  </a:lnTo>
                  <a:lnTo>
                    <a:pt x="6589272" y="875570"/>
                  </a:lnTo>
                  <a:lnTo>
                    <a:pt x="6660894" y="875630"/>
                  </a:lnTo>
                  <a:lnTo>
                    <a:pt x="6732517" y="875690"/>
                  </a:lnTo>
                  <a:lnTo>
                    <a:pt x="6804139" y="875750"/>
                  </a:lnTo>
                  <a:lnTo>
                    <a:pt x="6875762" y="875810"/>
                  </a:lnTo>
                  <a:lnTo>
                    <a:pt x="6947385" y="875870"/>
                  </a:lnTo>
                  <a:lnTo>
                    <a:pt x="7019007" y="875930"/>
                  </a:lnTo>
                  <a:lnTo>
                    <a:pt x="7090630" y="8759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3767"/>
              <a:ext cx="7090630" cy="249603"/>
            </a:xfrm>
            <a:custGeom>
              <a:avLst/>
              <a:pathLst>
                <a:path w="7090630" h="249603">
                  <a:moveTo>
                    <a:pt x="7090630" y="249603"/>
                  </a:moveTo>
                  <a:lnTo>
                    <a:pt x="7019007" y="243254"/>
                  </a:lnTo>
                  <a:lnTo>
                    <a:pt x="6947385" y="236835"/>
                  </a:lnTo>
                  <a:lnTo>
                    <a:pt x="6875762" y="230347"/>
                  </a:lnTo>
                  <a:lnTo>
                    <a:pt x="6804139" y="223789"/>
                  </a:lnTo>
                  <a:lnTo>
                    <a:pt x="6732517" y="217159"/>
                  </a:lnTo>
                  <a:lnTo>
                    <a:pt x="6660894" y="210457"/>
                  </a:lnTo>
                  <a:lnTo>
                    <a:pt x="6589272" y="203682"/>
                  </a:lnTo>
                  <a:lnTo>
                    <a:pt x="6517649" y="196833"/>
                  </a:lnTo>
                  <a:lnTo>
                    <a:pt x="6446027" y="189910"/>
                  </a:lnTo>
                  <a:lnTo>
                    <a:pt x="6374404" y="182911"/>
                  </a:lnTo>
                  <a:lnTo>
                    <a:pt x="6302782" y="175837"/>
                  </a:lnTo>
                  <a:lnTo>
                    <a:pt x="6231159" y="168685"/>
                  </a:lnTo>
                  <a:lnTo>
                    <a:pt x="6159537" y="161456"/>
                  </a:lnTo>
                  <a:lnTo>
                    <a:pt x="6087914" y="154148"/>
                  </a:lnTo>
                  <a:lnTo>
                    <a:pt x="6016292" y="146761"/>
                  </a:lnTo>
                  <a:lnTo>
                    <a:pt x="5944669" y="139293"/>
                  </a:lnTo>
                  <a:lnTo>
                    <a:pt x="5873047" y="131745"/>
                  </a:lnTo>
                  <a:lnTo>
                    <a:pt x="5801424" y="124114"/>
                  </a:lnTo>
                  <a:lnTo>
                    <a:pt x="5729802" y="116400"/>
                  </a:lnTo>
                  <a:lnTo>
                    <a:pt x="5658179" y="108602"/>
                  </a:lnTo>
                  <a:lnTo>
                    <a:pt x="5586557" y="100719"/>
                  </a:lnTo>
                  <a:lnTo>
                    <a:pt x="5514934" y="92751"/>
                  </a:lnTo>
                  <a:lnTo>
                    <a:pt x="5443311" y="84696"/>
                  </a:lnTo>
                  <a:lnTo>
                    <a:pt x="5371689" y="76554"/>
                  </a:lnTo>
                  <a:lnTo>
                    <a:pt x="5300066" y="68322"/>
                  </a:lnTo>
                  <a:lnTo>
                    <a:pt x="5228444" y="60002"/>
                  </a:lnTo>
                  <a:lnTo>
                    <a:pt x="5156821" y="51591"/>
                  </a:lnTo>
                  <a:lnTo>
                    <a:pt x="5085199" y="43088"/>
                  </a:lnTo>
                  <a:lnTo>
                    <a:pt x="5013576" y="34493"/>
                  </a:lnTo>
                  <a:lnTo>
                    <a:pt x="4941954" y="25805"/>
                  </a:lnTo>
                  <a:lnTo>
                    <a:pt x="4870331" y="17022"/>
                  </a:lnTo>
                  <a:lnTo>
                    <a:pt x="4798709" y="8143"/>
                  </a:lnTo>
                  <a:lnTo>
                    <a:pt x="4727086" y="3986"/>
                  </a:lnTo>
                  <a:lnTo>
                    <a:pt x="4655464" y="3926"/>
                  </a:lnTo>
                  <a:lnTo>
                    <a:pt x="4583841" y="3865"/>
                  </a:lnTo>
                  <a:lnTo>
                    <a:pt x="4512219" y="3805"/>
                  </a:lnTo>
                  <a:lnTo>
                    <a:pt x="4440596" y="3745"/>
                  </a:lnTo>
                  <a:lnTo>
                    <a:pt x="4368974" y="3684"/>
                  </a:lnTo>
                  <a:lnTo>
                    <a:pt x="4297351" y="3624"/>
                  </a:lnTo>
                  <a:lnTo>
                    <a:pt x="4225729" y="3564"/>
                  </a:lnTo>
                  <a:lnTo>
                    <a:pt x="4154106" y="3504"/>
                  </a:lnTo>
                  <a:lnTo>
                    <a:pt x="4082483" y="3443"/>
                  </a:lnTo>
                  <a:lnTo>
                    <a:pt x="4010861" y="3383"/>
                  </a:lnTo>
                  <a:lnTo>
                    <a:pt x="3939238" y="3323"/>
                  </a:lnTo>
                  <a:lnTo>
                    <a:pt x="3867616" y="3262"/>
                  </a:lnTo>
                  <a:lnTo>
                    <a:pt x="3795993" y="3202"/>
                  </a:lnTo>
                  <a:lnTo>
                    <a:pt x="3724371" y="3142"/>
                  </a:lnTo>
                  <a:lnTo>
                    <a:pt x="3652748" y="3081"/>
                  </a:lnTo>
                  <a:lnTo>
                    <a:pt x="3581126" y="3021"/>
                  </a:lnTo>
                  <a:lnTo>
                    <a:pt x="3509503" y="2961"/>
                  </a:lnTo>
                  <a:lnTo>
                    <a:pt x="3437881" y="2900"/>
                  </a:lnTo>
                  <a:lnTo>
                    <a:pt x="3366258" y="2840"/>
                  </a:lnTo>
                  <a:lnTo>
                    <a:pt x="3294636" y="2780"/>
                  </a:lnTo>
                  <a:lnTo>
                    <a:pt x="3223013" y="2719"/>
                  </a:lnTo>
                  <a:lnTo>
                    <a:pt x="3151391" y="2659"/>
                  </a:lnTo>
                  <a:lnTo>
                    <a:pt x="3079768" y="2599"/>
                  </a:lnTo>
                  <a:lnTo>
                    <a:pt x="3008146" y="2538"/>
                  </a:lnTo>
                  <a:lnTo>
                    <a:pt x="2936523" y="2478"/>
                  </a:lnTo>
                  <a:lnTo>
                    <a:pt x="2864901" y="2418"/>
                  </a:lnTo>
                  <a:lnTo>
                    <a:pt x="2793278" y="2357"/>
                  </a:lnTo>
                  <a:lnTo>
                    <a:pt x="2721655" y="2297"/>
                  </a:lnTo>
                  <a:lnTo>
                    <a:pt x="2650033" y="2237"/>
                  </a:lnTo>
                  <a:lnTo>
                    <a:pt x="2578410" y="2176"/>
                  </a:lnTo>
                  <a:lnTo>
                    <a:pt x="2506788" y="2116"/>
                  </a:lnTo>
                  <a:lnTo>
                    <a:pt x="2435165" y="2055"/>
                  </a:lnTo>
                  <a:lnTo>
                    <a:pt x="2363543" y="1995"/>
                  </a:lnTo>
                  <a:lnTo>
                    <a:pt x="2291920" y="1935"/>
                  </a:lnTo>
                  <a:lnTo>
                    <a:pt x="2220298" y="1874"/>
                  </a:lnTo>
                  <a:lnTo>
                    <a:pt x="2148675" y="1814"/>
                  </a:lnTo>
                  <a:lnTo>
                    <a:pt x="2077053" y="1753"/>
                  </a:lnTo>
                  <a:lnTo>
                    <a:pt x="2005430" y="1693"/>
                  </a:lnTo>
                  <a:lnTo>
                    <a:pt x="1933808" y="1633"/>
                  </a:lnTo>
                  <a:lnTo>
                    <a:pt x="1862185" y="1572"/>
                  </a:lnTo>
                  <a:lnTo>
                    <a:pt x="1790563" y="1512"/>
                  </a:lnTo>
                  <a:lnTo>
                    <a:pt x="1718940" y="1451"/>
                  </a:lnTo>
                  <a:lnTo>
                    <a:pt x="1647318" y="1391"/>
                  </a:lnTo>
                  <a:lnTo>
                    <a:pt x="1575695" y="1330"/>
                  </a:lnTo>
                  <a:lnTo>
                    <a:pt x="1504073" y="1270"/>
                  </a:lnTo>
                  <a:lnTo>
                    <a:pt x="1432450" y="1209"/>
                  </a:lnTo>
                  <a:lnTo>
                    <a:pt x="1360827" y="1149"/>
                  </a:lnTo>
                  <a:lnTo>
                    <a:pt x="1289205" y="1089"/>
                  </a:lnTo>
                  <a:lnTo>
                    <a:pt x="1217582" y="1028"/>
                  </a:lnTo>
                  <a:lnTo>
                    <a:pt x="1145960" y="968"/>
                  </a:lnTo>
                  <a:lnTo>
                    <a:pt x="1074337" y="907"/>
                  </a:lnTo>
                  <a:lnTo>
                    <a:pt x="1002715" y="847"/>
                  </a:lnTo>
                  <a:lnTo>
                    <a:pt x="931092" y="786"/>
                  </a:lnTo>
                  <a:lnTo>
                    <a:pt x="859470" y="726"/>
                  </a:lnTo>
                  <a:lnTo>
                    <a:pt x="787847" y="665"/>
                  </a:lnTo>
                  <a:lnTo>
                    <a:pt x="716225" y="605"/>
                  </a:lnTo>
                  <a:lnTo>
                    <a:pt x="644602" y="544"/>
                  </a:lnTo>
                  <a:lnTo>
                    <a:pt x="572980" y="484"/>
                  </a:lnTo>
                  <a:lnTo>
                    <a:pt x="501357" y="423"/>
                  </a:lnTo>
                  <a:lnTo>
                    <a:pt x="429735" y="363"/>
                  </a:lnTo>
                  <a:lnTo>
                    <a:pt x="358112" y="302"/>
                  </a:lnTo>
                  <a:lnTo>
                    <a:pt x="286490" y="242"/>
                  </a:lnTo>
                  <a:lnTo>
                    <a:pt x="214867" y="181"/>
                  </a:lnTo>
                  <a:lnTo>
                    <a:pt x="143245" y="121"/>
                  </a:lnTo>
                  <a:lnTo>
                    <a:pt x="71622" y="6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365680"/>
              <a:ext cx="7090630" cy="496468"/>
            </a:xfrm>
            <a:custGeom>
              <a:avLst/>
              <a:pathLst>
                <a:path w="7090630" h="496468">
                  <a:moveTo>
                    <a:pt x="0" y="0"/>
                  </a:moveTo>
                  <a:lnTo>
                    <a:pt x="71622" y="6469"/>
                  </a:lnTo>
                  <a:lnTo>
                    <a:pt x="143245" y="12903"/>
                  </a:lnTo>
                  <a:lnTo>
                    <a:pt x="214867" y="19303"/>
                  </a:lnTo>
                  <a:lnTo>
                    <a:pt x="286490" y="25667"/>
                  </a:lnTo>
                  <a:lnTo>
                    <a:pt x="358112" y="31997"/>
                  </a:lnTo>
                  <a:lnTo>
                    <a:pt x="429735" y="38293"/>
                  </a:lnTo>
                  <a:lnTo>
                    <a:pt x="501357" y="44555"/>
                  </a:lnTo>
                  <a:lnTo>
                    <a:pt x="572980" y="50782"/>
                  </a:lnTo>
                  <a:lnTo>
                    <a:pt x="644602" y="56976"/>
                  </a:lnTo>
                  <a:lnTo>
                    <a:pt x="716225" y="63136"/>
                  </a:lnTo>
                  <a:lnTo>
                    <a:pt x="787847" y="69263"/>
                  </a:lnTo>
                  <a:lnTo>
                    <a:pt x="859470" y="75356"/>
                  </a:lnTo>
                  <a:lnTo>
                    <a:pt x="931092" y="81416"/>
                  </a:lnTo>
                  <a:lnTo>
                    <a:pt x="1002715" y="87444"/>
                  </a:lnTo>
                  <a:lnTo>
                    <a:pt x="1074337" y="93438"/>
                  </a:lnTo>
                  <a:lnTo>
                    <a:pt x="1145960" y="99400"/>
                  </a:lnTo>
                  <a:lnTo>
                    <a:pt x="1217582" y="105330"/>
                  </a:lnTo>
                  <a:lnTo>
                    <a:pt x="1289205" y="111228"/>
                  </a:lnTo>
                  <a:lnTo>
                    <a:pt x="1360827" y="117093"/>
                  </a:lnTo>
                  <a:lnTo>
                    <a:pt x="1432450" y="122927"/>
                  </a:lnTo>
                  <a:lnTo>
                    <a:pt x="1504073" y="128729"/>
                  </a:lnTo>
                  <a:lnTo>
                    <a:pt x="1575695" y="134500"/>
                  </a:lnTo>
                  <a:lnTo>
                    <a:pt x="1647318" y="140239"/>
                  </a:lnTo>
                  <a:lnTo>
                    <a:pt x="1718940" y="145947"/>
                  </a:lnTo>
                  <a:lnTo>
                    <a:pt x="1790563" y="151624"/>
                  </a:lnTo>
                  <a:lnTo>
                    <a:pt x="1862185" y="157270"/>
                  </a:lnTo>
                  <a:lnTo>
                    <a:pt x="1933808" y="162886"/>
                  </a:lnTo>
                  <a:lnTo>
                    <a:pt x="2005430" y="168471"/>
                  </a:lnTo>
                  <a:lnTo>
                    <a:pt x="2077053" y="174025"/>
                  </a:lnTo>
                  <a:lnTo>
                    <a:pt x="2148675" y="179550"/>
                  </a:lnTo>
                  <a:lnTo>
                    <a:pt x="2220298" y="185045"/>
                  </a:lnTo>
                  <a:lnTo>
                    <a:pt x="2291920" y="190509"/>
                  </a:lnTo>
                  <a:lnTo>
                    <a:pt x="2363543" y="195945"/>
                  </a:lnTo>
                  <a:lnTo>
                    <a:pt x="2435165" y="201350"/>
                  </a:lnTo>
                  <a:lnTo>
                    <a:pt x="2506788" y="206726"/>
                  </a:lnTo>
                  <a:lnTo>
                    <a:pt x="2578410" y="212073"/>
                  </a:lnTo>
                  <a:lnTo>
                    <a:pt x="2650033" y="217391"/>
                  </a:lnTo>
                  <a:lnTo>
                    <a:pt x="2721655" y="222681"/>
                  </a:lnTo>
                  <a:lnTo>
                    <a:pt x="2793278" y="227941"/>
                  </a:lnTo>
                  <a:lnTo>
                    <a:pt x="2864901" y="233173"/>
                  </a:lnTo>
                  <a:lnTo>
                    <a:pt x="2936523" y="238376"/>
                  </a:lnTo>
                  <a:lnTo>
                    <a:pt x="3008146" y="243552"/>
                  </a:lnTo>
                  <a:lnTo>
                    <a:pt x="3079768" y="248699"/>
                  </a:lnTo>
                  <a:lnTo>
                    <a:pt x="3151391" y="253818"/>
                  </a:lnTo>
                  <a:lnTo>
                    <a:pt x="3223013" y="258909"/>
                  </a:lnTo>
                  <a:lnTo>
                    <a:pt x="3294636" y="263973"/>
                  </a:lnTo>
                  <a:lnTo>
                    <a:pt x="3366258" y="269009"/>
                  </a:lnTo>
                  <a:lnTo>
                    <a:pt x="3437881" y="274018"/>
                  </a:lnTo>
                  <a:lnTo>
                    <a:pt x="3509503" y="279000"/>
                  </a:lnTo>
                  <a:lnTo>
                    <a:pt x="3581126" y="283954"/>
                  </a:lnTo>
                  <a:lnTo>
                    <a:pt x="3652748" y="288882"/>
                  </a:lnTo>
                  <a:lnTo>
                    <a:pt x="3724371" y="293783"/>
                  </a:lnTo>
                  <a:lnTo>
                    <a:pt x="3795993" y="298658"/>
                  </a:lnTo>
                  <a:lnTo>
                    <a:pt x="3867616" y="303505"/>
                  </a:lnTo>
                  <a:lnTo>
                    <a:pt x="3939238" y="308327"/>
                  </a:lnTo>
                  <a:lnTo>
                    <a:pt x="4010861" y="313122"/>
                  </a:lnTo>
                  <a:lnTo>
                    <a:pt x="4082483" y="317892"/>
                  </a:lnTo>
                  <a:lnTo>
                    <a:pt x="4154106" y="322635"/>
                  </a:lnTo>
                  <a:lnTo>
                    <a:pt x="4225729" y="327353"/>
                  </a:lnTo>
                  <a:lnTo>
                    <a:pt x="4297351" y="332045"/>
                  </a:lnTo>
                  <a:lnTo>
                    <a:pt x="4368974" y="336712"/>
                  </a:lnTo>
                  <a:lnTo>
                    <a:pt x="4440596" y="341353"/>
                  </a:lnTo>
                  <a:lnTo>
                    <a:pt x="4512219" y="345969"/>
                  </a:lnTo>
                  <a:lnTo>
                    <a:pt x="4583841" y="350560"/>
                  </a:lnTo>
                  <a:lnTo>
                    <a:pt x="4655464" y="355126"/>
                  </a:lnTo>
                  <a:lnTo>
                    <a:pt x="4727086" y="359668"/>
                  </a:lnTo>
                  <a:lnTo>
                    <a:pt x="4798709" y="364184"/>
                  </a:lnTo>
                  <a:lnTo>
                    <a:pt x="4870331" y="368677"/>
                  </a:lnTo>
                  <a:lnTo>
                    <a:pt x="4941954" y="373144"/>
                  </a:lnTo>
                  <a:lnTo>
                    <a:pt x="5013576" y="377588"/>
                  </a:lnTo>
                  <a:lnTo>
                    <a:pt x="5085199" y="382007"/>
                  </a:lnTo>
                  <a:lnTo>
                    <a:pt x="5156821" y="386403"/>
                  </a:lnTo>
                  <a:lnTo>
                    <a:pt x="5228444" y="390774"/>
                  </a:lnTo>
                  <a:lnTo>
                    <a:pt x="5300066" y="395122"/>
                  </a:lnTo>
                  <a:lnTo>
                    <a:pt x="5371689" y="399446"/>
                  </a:lnTo>
                  <a:lnTo>
                    <a:pt x="5443311" y="403747"/>
                  </a:lnTo>
                  <a:lnTo>
                    <a:pt x="5514934" y="408024"/>
                  </a:lnTo>
                  <a:lnTo>
                    <a:pt x="5586557" y="412278"/>
                  </a:lnTo>
                  <a:lnTo>
                    <a:pt x="5658179" y="416509"/>
                  </a:lnTo>
                  <a:lnTo>
                    <a:pt x="5729802" y="420717"/>
                  </a:lnTo>
                  <a:lnTo>
                    <a:pt x="5801424" y="424903"/>
                  </a:lnTo>
                  <a:lnTo>
                    <a:pt x="5873047" y="429065"/>
                  </a:lnTo>
                  <a:lnTo>
                    <a:pt x="5944669" y="433205"/>
                  </a:lnTo>
                  <a:lnTo>
                    <a:pt x="6016292" y="437322"/>
                  </a:lnTo>
                  <a:lnTo>
                    <a:pt x="6087914" y="441418"/>
                  </a:lnTo>
                  <a:lnTo>
                    <a:pt x="6159537" y="445490"/>
                  </a:lnTo>
                  <a:lnTo>
                    <a:pt x="6231159" y="449541"/>
                  </a:lnTo>
                  <a:lnTo>
                    <a:pt x="6302782" y="453570"/>
                  </a:lnTo>
                  <a:lnTo>
                    <a:pt x="6374404" y="457577"/>
                  </a:lnTo>
                  <a:lnTo>
                    <a:pt x="6446027" y="461562"/>
                  </a:lnTo>
                  <a:lnTo>
                    <a:pt x="6517649" y="465525"/>
                  </a:lnTo>
                  <a:lnTo>
                    <a:pt x="6589272" y="469467"/>
                  </a:lnTo>
                  <a:lnTo>
                    <a:pt x="6660894" y="473388"/>
                  </a:lnTo>
                  <a:lnTo>
                    <a:pt x="6732517" y="477287"/>
                  </a:lnTo>
                  <a:lnTo>
                    <a:pt x="6804139" y="481165"/>
                  </a:lnTo>
                  <a:lnTo>
                    <a:pt x="6875762" y="485022"/>
                  </a:lnTo>
                  <a:lnTo>
                    <a:pt x="6947385" y="488858"/>
                  </a:lnTo>
                  <a:lnTo>
                    <a:pt x="7019007" y="492673"/>
                  </a:lnTo>
                  <a:lnTo>
                    <a:pt x="7090630" y="49646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1.07 (1.00-1.14), p_Bonf = 0.282 (n = 6)  |  per IQR decline (Δ = 23.3): 1.17 (1.00-1.36)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2026-10-09T13:04:00Z</dcterms:modified>
  <cp:category/>
</cp:coreProperties>
</file>