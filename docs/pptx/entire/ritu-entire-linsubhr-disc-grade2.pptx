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48168"/>
              <a:ext cx="7090630" cy="1916024"/>
            </a:xfrm>
            <a:custGeom>
              <a:avLst/>
              <a:pathLst>
                <a:path w="7090630" h="1916024">
                  <a:moveTo>
                    <a:pt x="0" y="0"/>
                  </a:moveTo>
                  <a:lnTo>
                    <a:pt x="71622" y="38295"/>
                  </a:lnTo>
                  <a:lnTo>
                    <a:pt x="143245" y="75982"/>
                  </a:lnTo>
                  <a:lnTo>
                    <a:pt x="214867" y="113069"/>
                  </a:lnTo>
                  <a:lnTo>
                    <a:pt x="286490" y="149567"/>
                  </a:lnTo>
                  <a:lnTo>
                    <a:pt x="358112" y="185485"/>
                  </a:lnTo>
                  <a:lnTo>
                    <a:pt x="429735" y="220832"/>
                  </a:lnTo>
                  <a:lnTo>
                    <a:pt x="501357" y="255617"/>
                  </a:lnTo>
                  <a:lnTo>
                    <a:pt x="572980" y="289849"/>
                  </a:lnTo>
                  <a:lnTo>
                    <a:pt x="644602" y="323537"/>
                  </a:lnTo>
                  <a:lnTo>
                    <a:pt x="716225" y="356690"/>
                  </a:lnTo>
                  <a:lnTo>
                    <a:pt x="787847" y="389315"/>
                  </a:lnTo>
                  <a:lnTo>
                    <a:pt x="859470" y="421422"/>
                  </a:lnTo>
                  <a:lnTo>
                    <a:pt x="931092" y="453018"/>
                  </a:lnTo>
                  <a:lnTo>
                    <a:pt x="1002715" y="484113"/>
                  </a:lnTo>
                  <a:lnTo>
                    <a:pt x="1074337" y="514712"/>
                  </a:lnTo>
                  <a:lnTo>
                    <a:pt x="1145960" y="544826"/>
                  </a:lnTo>
                  <a:lnTo>
                    <a:pt x="1217582" y="574461"/>
                  </a:lnTo>
                  <a:lnTo>
                    <a:pt x="1289205" y="603624"/>
                  </a:lnTo>
                  <a:lnTo>
                    <a:pt x="1360827" y="632324"/>
                  </a:lnTo>
                  <a:lnTo>
                    <a:pt x="1432450" y="660568"/>
                  </a:lnTo>
                  <a:lnTo>
                    <a:pt x="1504073" y="688363"/>
                  </a:lnTo>
                  <a:lnTo>
                    <a:pt x="1575695" y="715716"/>
                  </a:lnTo>
                  <a:lnTo>
                    <a:pt x="1647318" y="742634"/>
                  </a:lnTo>
                  <a:lnTo>
                    <a:pt x="1718940" y="769125"/>
                  </a:lnTo>
                  <a:lnTo>
                    <a:pt x="1790563" y="795194"/>
                  </a:lnTo>
                  <a:lnTo>
                    <a:pt x="1862185" y="820849"/>
                  </a:lnTo>
                  <a:lnTo>
                    <a:pt x="1933808" y="846096"/>
                  </a:lnTo>
                  <a:lnTo>
                    <a:pt x="2005430" y="870942"/>
                  </a:lnTo>
                  <a:lnTo>
                    <a:pt x="2077053" y="895392"/>
                  </a:lnTo>
                  <a:lnTo>
                    <a:pt x="2148675" y="919454"/>
                  </a:lnTo>
                  <a:lnTo>
                    <a:pt x="2220298" y="943134"/>
                  </a:lnTo>
                  <a:lnTo>
                    <a:pt x="2291920" y="966437"/>
                  </a:lnTo>
                  <a:lnTo>
                    <a:pt x="2363543" y="989370"/>
                  </a:lnTo>
                  <a:lnTo>
                    <a:pt x="2435165" y="1011938"/>
                  </a:lnTo>
                  <a:lnTo>
                    <a:pt x="2506788" y="1034147"/>
                  </a:lnTo>
                  <a:lnTo>
                    <a:pt x="2578410" y="1056004"/>
                  </a:lnTo>
                  <a:lnTo>
                    <a:pt x="2650033" y="1077513"/>
                  </a:lnTo>
                  <a:lnTo>
                    <a:pt x="2721655" y="1098680"/>
                  </a:lnTo>
                  <a:lnTo>
                    <a:pt x="2793278" y="1119510"/>
                  </a:lnTo>
                  <a:lnTo>
                    <a:pt x="2864901" y="1140009"/>
                  </a:lnTo>
                  <a:lnTo>
                    <a:pt x="2936523" y="1160183"/>
                  </a:lnTo>
                  <a:lnTo>
                    <a:pt x="3008146" y="1180036"/>
                  </a:lnTo>
                  <a:lnTo>
                    <a:pt x="3079768" y="1199573"/>
                  </a:lnTo>
                  <a:lnTo>
                    <a:pt x="3151391" y="1218800"/>
                  </a:lnTo>
                  <a:lnTo>
                    <a:pt x="3223013" y="1237721"/>
                  </a:lnTo>
                  <a:lnTo>
                    <a:pt x="3294636" y="1256341"/>
                  </a:lnTo>
                  <a:lnTo>
                    <a:pt x="3366258" y="1274666"/>
                  </a:lnTo>
                  <a:lnTo>
                    <a:pt x="3437881" y="1292699"/>
                  </a:lnTo>
                  <a:lnTo>
                    <a:pt x="3509503" y="1310445"/>
                  </a:lnTo>
                  <a:lnTo>
                    <a:pt x="3581126" y="1327909"/>
                  </a:lnTo>
                  <a:lnTo>
                    <a:pt x="3652748" y="1345096"/>
                  </a:lnTo>
                  <a:lnTo>
                    <a:pt x="3724371" y="1362009"/>
                  </a:lnTo>
                  <a:lnTo>
                    <a:pt x="3795993" y="1378654"/>
                  </a:lnTo>
                  <a:lnTo>
                    <a:pt x="3867616" y="1395034"/>
                  </a:lnTo>
                  <a:lnTo>
                    <a:pt x="3939238" y="1411153"/>
                  </a:lnTo>
                  <a:lnTo>
                    <a:pt x="4010861" y="1427017"/>
                  </a:lnTo>
                  <a:lnTo>
                    <a:pt x="4082483" y="1442628"/>
                  </a:lnTo>
                  <a:lnTo>
                    <a:pt x="4154106" y="1457991"/>
                  </a:lnTo>
                  <a:lnTo>
                    <a:pt x="4225729" y="1473110"/>
                  </a:lnTo>
                  <a:lnTo>
                    <a:pt x="4297351" y="1487988"/>
                  </a:lnTo>
                  <a:lnTo>
                    <a:pt x="4368974" y="1502630"/>
                  </a:lnTo>
                  <a:lnTo>
                    <a:pt x="4440596" y="1517039"/>
                  </a:lnTo>
                  <a:lnTo>
                    <a:pt x="4512219" y="1531220"/>
                  </a:lnTo>
                  <a:lnTo>
                    <a:pt x="4583841" y="1545174"/>
                  </a:lnTo>
                  <a:lnTo>
                    <a:pt x="4655464" y="1558907"/>
                  </a:lnTo>
                  <a:lnTo>
                    <a:pt x="4727086" y="1572422"/>
                  </a:lnTo>
                  <a:lnTo>
                    <a:pt x="4798709" y="1581880"/>
                  </a:lnTo>
                  <a:lnTo>
                    <a:pt x="4870331" y="1586769"/>
                  </a:lnTo>
                  <a:lnTo>
                    <a:pt x="4941954" y="1591628"/>
                  </a:lnTo>
                  <a:lnTo>
                    <a:pt x="5013576" y="1596459"/>
                  </a:lnTo>
                  <a:lnTo>
                    <a:pt x="5085199" y="1601261"/>
                  </a:lnTo>
                  <a:lnTo>
                    <a:pt x="5156821" y="1606034"/>
                  </a:lnTo>
                  <a:lnTo>
                    <a:pt x="5228444" y="1610780"/>
                  </a:lnTo>
                  <a:lnTo>
                    <a:pt x="5300066" y="1615497"/>
                  </a:lnTo>
                  <a:lnTo>
                    <a:pt x="5371689" y="1620187"/>
                  </a:lnTo>
                  <a:lnTo>
                    <a:pt x="5443311" y="1624849"/>
                  </a:lnTo>
                  <a:lnTo>
                    <a:pt x="5514934" y="1629483"/>
                  </a:lnTo>
                  <a:lnTo>
                    <a:pt x="5586557" y="1634090"/>
                  </a:lnTo>
                  <a:lnTo>
                    <a:pt x="5658179" y="1638670"/>
                  </a:lnTo>
                  <a:lnTo>
                    <a:pt x="5729802" y="1643223"/>
                  </a:lnTo>
                  <a:lnTo>
                    <a:pt x="5801424" y="1647748"/>
                  </a:lnTo>
                  <a:lnTo>
                    <a:pt x="5873047" y="1652247"/>
                  </a:lnTo>
                  <a:lnTo>
                    <a:pt x="5944669" y="1656720"/>
                  </a:lnTo>
                  <a:lnTo>
                    <a:pt x="6016292" y="1661166"/>
                  </a:lnTo>
                  <a:lnTo>
                    <a:pt x="6087914" y="1665585"/>
                  </a:lnTo>
                  <a:lnTo>
                    <a:pt x="6159537" y="1669979"/>
                  </a:lnTo>
                  <a:lnTo>
                    <a:pt x="6231159" y="1674347"/>
                  </a:lnTo>
                  <a:lnTo>
                    <a:pt x="6302782" y="1678689"/>
                  </a:lnTo>
                  <a:lnTo>
                    <a:pt x="6374404" y="1683005"/>
                  </a:lnTo>
                  <a:lnTo>
                    <a:pt x="6446027" y="1687295"/>
                  </a:lnTo>
                  <a:lnTo>
                    <a:pt x="6517649" y="1691561"/>
                  </a:lnTo>
                  <a:lnTo>
                    <a:pt x="6589272" y="1695801"/>
                  </a:lnTo>
                  <a:lnTo>
                    <a:pt x="6660894" y="1700016"/>
                  </a:lnTo>
                  <a:lnTo>
                    <a:pt x="6732517" y="1704206"/>
                  </a:lnTo>
                  <a:lnTo>
                    <a:pt x="6804139" y="1708371"/>
                  </a:lnTo>
                  <a:lnTo>
                    <a:pt x="6875762" y="1712512"/>
                  </a:lnTo>
                  <a:lnTo>
                    <a:pt x="6947385" y="1716628"/>
                  </a:lnTo>
                  <a:lnTo>
                    <a:pt x="7019007" y="1720720"/>
                  </a:lnTo>
                  <a:lnTo>
                    <a:pt x="7090630" y="1724788"/>
                  </a:lnTo>
                  <a:lnTo>
                    <a:pt x="7090630" y="1916024"/>
                  </a:lnTo>
                  <a:lnTo>
                    <a:pt x="7019007" y="1908060"/>
                  </a:lnTo>
                  <a:lnTo>
                    <a:pt x="6947385" y="1899967"/>
                  </a:lnTo>
                  <a:lnTo>
                    <a:pt x="6875762" y="1891743"/>
                  </a:lnTo>
                  <a:lnTo>
                    <a:pt x="6804139" y="1883386"/>
                  </a:lnTo>
                  <a:lnTo>
                    <a:pt x="6732517" y="1874895"/>
                  </a:lnTo>
                  <a:lnTo>
                    <a:pt x="6660894" y="1866266"/>
                  </a:lnTo>
                  <a:lnTo>
                    <a:pt x="6589272" y="1857498"/>
                  </a:lnTo>
                  <a:lnTo>
                    <a:pt x="6517649" y="1848588"/>
                  </a:lnTo>
                  <a:lnTo>
                    <a:pt x="6446027" y="1839534"/>
                  </a:lnTo>
                  <a:lnTo>
                    <a:pt x="6374404" y="1830334"/>
                  </a:lnTo>
                  <a:lnTo>
                    <a:pt x="6302782" y="1820986"/>
                  </a:lnTo>
                  <a:lnTo>
                    <a:pt x="6231159" y="1811486"/>
                  </a:lnTo>
                  <a:lnTo>
                    <a:pt x="6159537" y="1801833"/>
                  </a:lnTo>
                  <a:lnTo>
                    <a:pt x="6087914" y="1792024"/>
                  </a:lnTo>
                  <a:lnTo>
                    <a:pt x="6016292" y="1782057"/>
                  </a:lnTo>
                  <a:lnTo>
                    <a:pt x="5944669" y="1771929"/>
                  </a:lnTo>
                  <a:lnTo>
                    <a:pt x="5873047" y="1761637"/>
                  </a:lnTo>
                  <a:lnTo>
                    <a:pt x="5801424" y="1751178"/>
                  </a:lnTo>
                  <a:lnTo>
                    <a:pt x="5729802" y="1740551"/>
                  </a:lnTo>
                  <a:lnTo>
                    <a:pt x="5658179" y="1729752"/>
                  </a:lnTo>
                  <a:lnTo>
                    <a:pt x="5586557" y="1718779"/>
                  </a:lnTo>
                  <a:lnTo>
                    <a:pt x="5514934" y="1707629"/>
                  </a:lnTo>
                  <a:lnTo>
                    <a:pt x="5443311" y="1696298"/>
                  </a:lnTo>
                  <a:lnTo>
                    <a:pt x="5371689" y="1684784"/>
                  </a:lnTo>
                  <a:lnTo>
                    <a:pt x="5300066" y="1673085"/>
                  </a:lnTo>
                  <a:lnTo>
                    <a:pt x="5228444" y="1661196"/>
                  </a:lnTo>
                  <a:lnTo>
                    <a:pt x="5156821" y="1649116"/>
                  </a:lnTo>
                  <a:lnTo>
                    <a:pt x="5085199" y="1636840"/>
                  </a:lnTo>
                  <a:lnTo>
                    <a:pt x="5013576" y="1624366"/>
                  </a:lnTo>
                  <a:lnTo>
                    <a:pt x="4941954" y="1611690"/>
                  </a:lnTo>
                  <a:lnTo>
                    <a:pt x="4870331" y="1598810"/>
                  </a:lnTo>
                  <a:lnTo>
                    <a:pt x="4798709" y="1585722"/>
                  </a:lnTo>
                  <a:lnTo>
                    <a:pt x="4727086" y="1576963"/>
                  </a:lnTo>
                  <a:lnTo>
                    <a:pt x="4655464" y="1572017"/>
                  </a:lnTo>
                  <a:lnTo>
                    <a:pt x="4583841" y="1567041"/>
                  </a:lnTo>
                  <a:lnTo>
                    <a:pt x="4512219" y="1562035"/>
                  </a:lnTo>
                  <a:lnTo>
                    <a:pt x="4440596" y="1557000"/>
                  </a:lnTo>
                  <a:lnTo>
                    <a:pt x="4368974" y="1551935"/>
                  </a:lnTo>
                  <a:lnTo>
                    <a:pt x="4297351" y="1546839"/>
                  </a:lnTo>
                  <a:lnTo>
                    <a:pt x="4225729" y="1541714"/>
                  </a:lnTo>
                  <a:lnTo>
                    <a:pt x="4154106" y="1536558"/>
                  </a:lnTo>
                  <a:lnTo>
                    <a:pt x="4082483" y="1531371"/>
                  </a:lnTo>
                  <a:lnTo>
                    <a:pt x="4010861" y="1526153"/>
                  </a:lnTo>
                  <a:lnTo>
                    <a:pt x="3939238" y="1520905"/>
                  </a:lnTo>
                  <a:lnTo>
                    <a:pt x="3867616" y="1515625"/>
                  </a:lnTo>
                  <a:lnTo>
                    <a:pt x="3795993" y="1510314"/>
                  </a:lnTo>
                  <a:lnTo>
                    <a:pt x="3724371" y="1504971"/>
                  </a:lnTo>
                  <a:lnTo>
                    <a:pt x="3652748" y="1499597"/>
                  </a:lnTo>
                  <a:lnTo>
                    <a:pt x="3581126" y="1494190"/>
                  </a:lnTo>
                  <a:lnTo>
                    <a:pt x="3509503" y="1488751"/>
                  </a:lnTo>
                  <a:lnTo>
                    <a:pt x="3437881" y="1483281"/>
                  </a:lnTo>
                  <a:lnTo>
                    <a:pt x="3366258" y="1477777"/>
                  </a:lnTo>
                  <a:lnTo>
                    <a:pt x="3294636" y="1472241"/>
                  </a:lnTo>
                  <a:lnTo>
                    <a:pt x="3223013" y="1466672"/>
                  </a:lnTo>
                  <a:lnTo>
                    <a:pt x="3151391" y="1461070"/>
                  </a:lnTo>
                  <a:lnTo>
                    <a:pt x="3079768" y="1455434"/>
                  </a:lnTo>
                  <a:lnTo>
                    <a:pt x="3008146" y="1449765"/>
                  </a:lnTo>
                  <a:lnTo>
                    <a:pt x="2936523" y="1444063"/>
                  </a:lnTo>
                  <a:lnTo>
                    <a:pt x="2864901" y="1438326"/>
                  </a:lnTo>
                  <a:lnTo>
                    <a:pt x="2793278" y="1432555"/>
                  </a:lnTo>
                  <a:lnTo>
                    <a:pt x="2721655" y="1426750"/>
                  </a:lnTo>
                  <a:lnTo>
                    <a:pt x="2650033" y="1420911"/>
                  </a:lnTo>
                  <a:lnTo>
                    <a:pt x="2578410" y="1415037"/>
                  </a:lnTo>
                  <a:lnTo>
                    <a:pt x="2506788" y="1409128"/>
                  </a:lnTo>
                  <a:lnTo>
                    <a:pt x="2435165" y="1403183"/>
                  </a:lnTo>
                  <a:lnTo>
                    <a:pt x="2363543" y="1397204"/>
                  </a:lnTo>
                  <a:lnTo>
                    <a:pt x="2291920" y="1391189"/>
                  </a:lnTo>
                  <a:lnTo>
                    <a:pt x="2220298" y="1385138"/>
                  </a:lnTo>
                  <a:lnTo>
                    <a:pt x="2148675" y="1379051"/>
                  </a:lnTo>
                  <a:lnTo>
                    <a:pt x="2077053" y="1372928"/>
                  </a:lnTo>
                  <a:lnTo>
                    <a:pt x="2005430" y="1366769"/>
                  </a:lnTo>
                  <a:lnTo>
                    <a:pt x="1933808" y="1360572"/>
                  </a:lnTo>
                  <a:lnTo>
                    <a:pt x="1862185" y="1354340"/>
                  </a:lnTo>
                  <a:lnTo>
                    <a:pt x="1790563" y="1348070"/>
                  </a:lnTo>
                  <a:lnTo>
                    <a:pt x="1718940" y="1341762"/>
                  </a:lnTo>
                  <a:lnTo>
                    <a:pt x="1647318" y="1335418"/>
                  </a:lnTo>
                  <a:lnTo>
                    <a:pt x="1575695" y="1329035"/>
                  </a:lnTo>
                  <a:lnTo>
                    <a:pt x="1504073" y="1322615"/>
                  </a:lnTo>
                  <a:lnTo>
                    <a:pt x="1432450" y="1316156"/>
                  </a:lnTo>
                  <a:lnTo>
                    <a:pt x="1360827" y="1309660"/>
                  </a:lnTo>
                  <a:lnTo>
                    <a:pt x="1289205" y="1303124"/>
                  </a:lnTo>
                  <a:lnTo>
                    <a:pt x="1217582" y="1296550"/>
                  </a:lnTo>
                  <a:lnTo>
                    <a:pt x="1145960" y="1289936"/>
                  </a:lnTo>
                  <a:lnTo>
                    <a:pt x="1074337" y="1283283"/>
                  </a:lnTo>
                  <a:lnTo>
                    <a:pt x="1002715" y="1276591"/>
                  </a:lnTo>
                  <a:lnTo>
                    <a:pt x="931092" y="1269859"/>
                  </a:lnTo>
                  <a:lnTo>
                    <a:pt x="859470" y="1263087"/>
                  </a:lnTo>
                  <a:lnTo>
                    <a:pt x="787847" y="1256274"/>
                  </a:lnTo>
                  <a:lnTo>
                    <a:pt x="716225" y="1249422"/>
                  </a:lnTo>
                  <a:lnTo>
                    <a:pt x="644602" y="1242528"/>
                  </a:lnTo>
                  <a:lnTo>
                    <a:pt x="572980" y="1235593"/>
                  </a:lnTo>
                  <a:lnTo>
                    <a:pt x="501357" y="1228618"/>
                  </a:lnTo>
                  <a:lnTo>
                    <a:pt x="429735" y="1221600"/>
                  </a:lnTo>
                  <a:lnTo>
                    <a:pt x="358112" y="1214541"/>
                  </a:lnTo>
                  <a:lnTo>
                    <a:pt x="286490" y="1207440"/>
                  </a:lnTo>
                  <a:lnTo>
                    <a:pt x="214867" y="1200297"/>
                  </a:lnTo>
                  <a:lnTo>
                    <a:pt x="143245" y="1193112"/>
                  </a:lnTo>
                  <a:lnTo>
                    <a:pt x="71622" y="1185883"/>
                  </a:lnTo>
                  <a:lnTo>
                    <a:pt x="0" y="11786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48168"/>
              <a:ext cx="7090630" cy="1724788"/>
            </a:xfrm>
            <a:custGeom>
              <a:avLst/>
              <a:pathLst>
                <a:path w="7090630" h="1724788">
                  <a:moveTo>
                    <a:pt x="0" y="0"/>
                  </a:moveTo>
                  <a:lnTo>
                    <a:pt x="71622" y="38295"/>
                  </a:lnTo>
                  <a:lnTo>
                    <a:pt x="143245" y="75982"/>
                  </a:lnTo>
                  <a:lnTo>
                    <a:pt x="214867" y="113069"/>
                  </a:lnTo>
                  <a:lnTo>
                    <a:pt x="286490" y="149567"/>
                  </a:lnTo>
                  <a:lnTo>
                    <a:pt x="358112" y="185485"/>
                  </a:lnTo>
                  <a:lnTo>
                    <a:pt x="429735" y="220832"/>
                  </a:lnTo>
                  <a:lnTo>
                    <a:pt x="501357" y="255617"/>
                  </a:lnTo>
                  <a:lnTo>
                    <a:pt x="572980" y="289849"/>
                  </a:lnTo>
                  <a:lnTo>
                    <a:pt x="644602" y="323537"/>
                  </a:lnTo>
                  <a:lnTo>
                    <a:pt x="716225" y="356690"/>
                  </a:lnTo>
                  <a:lnTo>
                    <a:pt x="787847" y="389315"/>
                  </a:lnTo>
                  <a:lnTo>
                    <a:pt x="859470" y="421422"/>
                  </a:lnTo>
                  <a:lnTo>
                    <a:pt x="931092" y="453018"/>
                  </a:lnTo>
                  <a:lnTo>
                    <a:pt x="1002715" y="484113"/>
                  </a:lnTo>
                  <a:lnTo>
                    <a:pt x="1074337" y="514712"/>
                  </a:lnTo>
                  <a:lnTo>
                    <a:pt x="1145960" y="544826"/>
                  </a:lnTo>
                  <a:lnTo>
                    <a:pt x="1217582" y="574461"/>
                  </a:lnTo>
                  <a:lnTo>
                    <a:pt x="1289205" y="603624"/>
                  </a:lnTo>
                  <a:lnTo>
                    <a:pt x="1360827" y="632324"/>
                  </a:lnTo>
                  <a:lnTo>
                    <a:pt x="1432450" y="660568"/>
                  </a:lnTo>
                  <a:lnTo>
                    <a:pt x="1504073" y="688363"/>
                  </a:lnTo>
                  <a:lnTo>
                    <a:pt x="1575695" y="715716"/>
                  </a:lnTo>
                  <a:lnTo>
                    <a:pt x="1647318" y="742634"/>
                  </a:lnTo>
                  <a:lnTo>
                    <a:pt x="1718940" y="769125"/>
                  </a:lnTo>
                  <a:lnTo>
                    <a:pt x="1790563" y="795194"/>
                  </a:lnTo>
                  <a:lnTo>
                    <a:pt x="1862185" y="820849"/>
                  </a:lnTo>
                  <a:lnTo>
                    <a:pt x="1933808" y="846096"/>
                  </a:lnTo>
                  <a:lnTo>
                    <a:pt x="2005430" y="870942"/>
                  </a:lnTo>
                  <a:lnTo>
                    <a:pt x="2077053" y="895392"/>
                  </a:lnTo>
                  <a:lnTo>
                    <a:pt x="2148675" y="919454"/>
                  </a:lnTo>
                  <a:lnTo>
                    <a:pt x="2220298" y="943134"/>
                  </a:lnTo>
                  <a:lnTo>
                    <a:pt x="2291920" y="966437"/>
                  </a:lnTo>
                  <a:lnTo>
                    <a:pt x="2363543" y="989370"/>
                  </a:lnTo>
                  <a:lnTo>
                    <a:pt x="2435165" y="1011938"/>
                  </a:lnTo>
                  <a:lnTo>
                    <a:pt x="2506788" y="1034147"/>
                  </a:lnTo>
                  <a:lnTo>
                    <a:pt x="2578410" y="1056004"/>
                  </a:lnTo>
                  <a:lnTo>
                    <a:pt x="2650033" y="1077513"/>
                  </a:lnTo>
                  <a:lnTo>
                    <a:pt x="2721655" y="1098680"/>
                  </a:lnTo>
                  <a:lnTo>
                    <a:pt x="2793278" y="1119510"/>
                  </a:lnTo>
                  <a:lnTo>
                    <a:pt x="2864901" y="1140009"/>
                  </a:lnTo>
                  <a:lnTo>
                    <a:pt x="2936523" y="1160183"/>
                  </a:lnTo>
                  <a:lnTo>
                    <a:pt x="3008146" y="1180036"/>
                  </a:lnTo>
                  <a:lnTo>
                    <a:pt x="3079768" y="1199573"/>
                  </a:lnTo>
                  <a:lnTo>
                    <a:pt x="3151391" y="1218800"/>
                  </a:lnTo>
                  <a:lnTo>
                    <a:pt x="3223013" y="1237721"/>
                  </a:lnTo>
                  <a:lnTo>
                    <a:pt x="3294636" y="1256341"/>
                  </a:lnTo>
                  <a:lnTo>
                    <a:pt x="3366258" y="1274666"/>
                  </a:lnTo>
                  <a:lnTo>
                    <a:pt x="3437881" y="1292699"/>
                  </a:lnTo>
                  <a:lnTo>
                    <a:pt x="3509503" y="1310445"/>
                  </a:lnTo>
                  <a:lnTo>
                    <a:pt x="3581126" y="1327909"/>
                  </a:lnTo>
                  <a:lnTo>
                    <a:pt x="3652748" y="1345096"/>
                  </a:lnTo>
                  <a:lnTo>
                    <a:pt x="3724371" y="1362009"/>
                  </a:lnTo>
                  <a:lnTo>
                    <a:pt x="3795993" y="1378654"/>
                  </a:lnTo>
                  <a:lnTo>
                    <a:pt x="3867616" y="1395034"/>
                  </a:lnTo>
                  <a:lnTo>
                    <a:pt x="3939238" y="1411153"/>
                  </a:lnTo>
                  <a:lnTo>
                    <a:pt x="4010861" y="1427017"/>
                  </a:lnTo>
                  <a:lnTo>
                    <a:pt x="4082483" y="1442628"/>
                  </a:lnTo>
                  <a:lnTo>
                    <a:pt x="4154106" y="1457991"/>
                  </a:lnTo>
                  <a:lnTo>
                    <a:pt x="4225729" y="1473110"/>
                  </a:lnTo>
                  <a:lnTo>
                    <a:pt x="4297351" y="1487988"/>
                  </a:lnTo>
                  <a:lnTo>
                    <a:pt x="4368974" y="1502630"/>
                  </a:lnTo>
                  <a:lnTo>
                    <a:pt x="4440596" y="1517039"/>
                  </a:lnTo>
                  <a:lnTo>
                    <a:pt x="4512219" y="1531220"/>
                  </a:lnTo>
                  <a:lnTo>
                    <a:pt x="4583841" y="1545174"/>
                  </a:lnTo>
                  <a:lnTo>
                    <a:pt x="4655464" y="1558907"/>
                  </a:lnTo>
                  <a:lnTo>
                    <a:pt x="4727086" y="1572422"/>
                  </a:lnTo>
                  <a:lnTo>
                    <a:pt x="4798709" y="1581880"/>
                  </a:lnTo>
                  <a:lnTo>
                    <a:pt x="4870331" y="1586769"/>
                  </a:lnTo>
                  <a:lnTo>
                    <a:pt x="4941954" y="1591628"/>
                  </a:lnTo>
                  <a:lnTo>
                    <a:pt x="5013576" y="1596459"/>
                  </a:lnTo>
                  <a:lnTo>
                    <a:pt x="5085199" y="1601261"/>
                  </a:lnTo>
                  <a:lnTo>
                    <a:pt x="5156821" y="1606034"/>
                  </a:lnTo>
                  <a:lnTo>
                    <a:pt x="5228444" y="1610780"/>
                  </a:lnTo>
                  <a:lnTo>
                    <a:pt x="5300066" y="1615497"/>
                  </a:lnTo>
                  <a:lnTo>
                    <a:pt x="5371689" y="1620187"/>
                  </a:lnTo>
                  <a:lnTo>
                    <a:pt x="5443311" y="1624849"/>
                  </a:lnTo>
                  <a:lnTo>
                    <a:pt x="5514934" y="1629483"/>
                  </a:lnTo>
                  <a:lnTo>
                    <a:pt x="5586557" y="1634090"/>
                  </a:lnTo>
                  <a:lnTo>
                    <a:pt x="5658179" y="1638670"/>
                  </a:lnTo>
                  <a:lnTo>
                    <a:pt x="5729802" y="1643223"/>
                  </a:lnTo>
                  <a:lnTo>
                    <a:pt x="5801424" y="1647748"/>
                  </a:lnTo>
                  <a:lnTo>
                    <a:pt x="5873047" y="1652247"/>
                  </a:lnTo>
                  <a:lnTo>
                    <a:pt x="5944669" y="1656720"/>
                  </a:lnTo>
                  <a:lnTo>
                    <a:pt x="6016292" y="1661166"/>
                  </a:lnTo>
                  <a:lnTo>
                    <a:pt x="6087914" y="1665585"/>
                  </a:lnTo>
                  <a:lnTo>
                    <a:pt x="6159537" y="1669979"/>
                  </a:lnTo>
                  <a:lnTo>
                    <a:pt x="6231159" y="1674347"/>
                  </a:lnTo>
                  <a:lnTo>
                    <a:pt x="6302782" y="1678689"/>
                  </a:lnTo>
                  <a:lnTo>
                    <a:pt x="6374404" y="1683005"/>
                  </a:lnTo>
                  <a:lnTo>
                    <a:pt x="6446027" y="1687295"/>
                  </a:lnTo>
                  <a:lnTo>
                    <a:pt x="6517649" y="1691561"/>
                  </a:lnTo>
                  <a:lnTo>
                    <a:pt x="6589272" y="1695801"/>
                  </a:lnTo>
                  <a:lnTo>
                    <a:pt x="6660894" y="1700016"/>
                  </a:lnTo>
                  <a:lnTo>
                    <a:pt x="6732517" y="1704206"/>
                  </a:lnTo>
                  <a:lnTo>
                    <a:pt x="6804139" y="1708371"/>
                  </a:lnTo>
                  <a:lnTo>
                    <a:pt x="6875762" y="1712512"/>
                  </a:lnTo>
                  <a:lnTo>
                    <a:pt x="6947385" y="1716628"/>
                  </a:lnTo>
                  <a:lnTo>
                    <a:pt x="7019007" y="1720720"/>
                  </a:lnTo>
                  <a:lnTo>
                    <a:pt x="7090630" y="17247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26780"/>
              <a:ext cx="7090630" cy="737412"/>
            </a:xfrm>
            <a:custGeom>
              <a:avLst/>
              <a:pathLst>
                <a:path w="7090630" h="737412">
                  <a:moveTo>
                    <a:pt x="7090630" y="737412"/>
                  </a:moveTo>
                  <a:lnTo>
                    <a:pt x="7019007" y="729447"/>
                  </a:lnTo>
                  <a:lnTo>
                    <a:pt x="6947385" y="721354"/>
                  </a:lnTo>
                  <a:lnTo>
                    <a:pt x="6875762" y="713130"/>
                  </a:lnTo>
                  <a:lnTo>
                    <a:pt x="6804139" y="704774"/>
                  </a:lnTo>
                  <a:lnTo>
                    <a:pt x="6732517" y="696282"/>
                  </a:lnTo>
                  <a:lnTo>
                    <a:pt x="6660894" y="687653"/>
                  </a:lnTo>
                  <a:lnTo>
                    <a:pt x="6589272" y="678885"/>
                  </a:lnTo>
                  <a:lnTo>
                    <a:pt x="6517649" y="669976"/>
                  </a:lnTo>
                  <a:lnTo>
                    <a:pt x="6446027" y="660922"/>
                  </a:lnTo>
                  <a:lnTo>
                    <a:pt x="6374404" y="651722"/>
                  </a:lnTo>
                  <a:lnTo>
                    <a:pt x="6302782" y="642373"/>
                  </a:lnTo>
                  <a:lnTo>
                    <a:pt x="6231159" y="632874"/>
                  </a:lnTo>
                  <a:lnTo>
                    <a:pt x="6159537" y="623221"/>
                  </a:lnTo>
                  <a:lnTo>
                    <a:pt x="6087914" y="613412"/>
                  </a:lnTo>
                  <a:lnTo>
                    <a:pt x="6016292" y="603445"/>
                  </a:lnTo>
                  <a:lnTo>
                    <a:pt x="5944669" y="593316"/>
                  </a:lnTo>
                  <a:lnTo>
                    <a:pt x="5873047" y="583024"/>
                  </a:lnTo>
                  <a:lnTo>
                    <a:pt x="5801424" y="572566"/>
                  </a:lnTo>
                  <a:lnTo>
                    <a:pt x="5729802" y="561939"/>
                  </a:lnTo>
                  <a:lnTo>
                    <a:pt x="5658179" y="551140"/>
                  </a:lnTo>
                  <a:lnTo>
                    <a:pt x="5586557" y="540167"/>
                  </a:lnTo>
                  <a:lnTo>
                    <a:pt x="5514934" y="529016"/>
                  </a:lnTo>
                  <a:lnTo>
                    <a:pt x="5443311" y="517686"/>
                  </a:lnTo>
                  <a:lnTo>
                    <a:pt x="5371689" y="506172"/>
                  </a:lnTo>
                  <a:lnTo>
                    <a:pt x="5300066" y="494473"/>
                  </a:lnTo>
                  <a:lnTo>
                    <a:pt x="5228444" y="482584"/>
                  </a:lnTo>
                  <a:lnTo>
                    <a:pt x="5156821" y="470503"/>
                  </a:lnTo>
                  <a:lnTo>
                    <a:pt x="5085199" y="458228"/>
                  </a:lnTo>
                  <a:lnTo>
                    <a:pt x="5013576" y="445753"/>
                  </a:lnTo>
                  <a:lnTo>
                    <a:pt x="4941954" y="433078"/>
                  </a:lnTo>
                  <a:lnTo>
                    <a:pt x="4870331" y="420198"/>
                  </a:lnTo>
                  <a:lnTo>
                    <a:pt x="4798709" y="407109"/>
                  </a:lnTo>
                  <a:lnTo>
                    <a:pt x="4727086" y="398351"/>
                  </a:lnTo>
                  <a:lnTo>
                    <a:pt x="4655464" y="393404"/>
                  </a:lnTo>
                  <a:lnTo>
                    <a:pt x="4583841" y="388428"/>
                  </a:lnTo>
                  <a:lnTo>
                    <a:pt x="4512219" y="383423"/>
                  </a:lnTo>
                  <a:lnTo>
                    <a:pt x="4440596" y="378387"/>
                  </a:lnTo>
                  <a:lnTo>
                    <a:pt x="4368974" y="373322"/>
                  </a:lnTo>
                  <a:lnTo>
                    <a:pt x="4297351" y="368227"/>
                  </a:lnTo>
                  <a:lnTo>
                    <a:pt x="4225729" y="363101"/>
                  </a:lnTo>
                  <a:lnTo>
                    <a:pt x="4154106" y="357945"/>
                  </a:lnTo>
                  <a:lnTo>
                    <a:pt x="4082483" y="352758"/>
                  </a:lnTo>
                  <a:lnTo>
                    <a:pt x="4010861" y="347541"/>
                  </a:lnTo>
                  <a:lnTo>
                    <a:pt x="3939238" y="342292"/>
                  </a:lnTo>
                  <a:lnTo>
                    <a:pt x="3867616" y="337013"/>
                  </a:lnTo>
                  <a:lnTo>
                    <a:pt x="3795993" y="331701"/>
                  </a:lnTo>
                  <a:lnTo>
                    <a:pt x="3724371" y="326359"/>
                  </a:lnTo>
                  <a:lnTo>
                    <a:pt x="3652748" y="320984"/>
                  </a:lnTo>
                  <a:lnTo>
                    <a:pt x="3581126" y="315578"/>
                  </a:lnTo>
                  <a:lnTo>
                    <a:pt x="3509503" y="310139"/>
                  </a:lnTo>
                  <a:lnTo>
                    <a:pt x="3437881" y="304668"/>
                  </a:lnTo>
                  <a:lnTo>
                    <a:pt x="3366258" y="299165"/>
                  </a:lnTo>
                  <a:lnTo>
                    <a:pt x="3294636" y="293629"/>
                  </a:lnTo>
                  <a:lnTo>
                    <a:pt x="3223013" y="288060"/>
                  </a:lnTo>
                  <a:lnTo>
                    <a:pt x="3151391" y="282457"/>
                  </a:lnTo>
                  <a:lnTo>
                    <a:pt x="3079768" y="276822"/>
                  </a:lnTo>
                  <a:lnTo>
                    <a:pt x="3008146" y="271153"/>
                  </a:lnTo>
                  <a:lnTo>
                    <a:pt x="2936523" y="265450"/>
                  </a:lnTo>
                  <a:lnTo>
                    <a:pt x="2864901" y="259714"/>
                  </a:lnTo>
                  <a:lnTo>
                    <a:pt x="2793278" y="253943"/>
                  </a:lnTo>
                  <a:lnTo>
                    <a:pt x="2721655" y="248138"/>
                  </a:lnTo>
                  <a:lnTo>
                    <a:pt x="2650033" y="242299"/>
                  </a:lnTo>
                  <a:lnTo>
                    <a:pt x="2578410" y="236424"/>
                  </a:lnTo>
                  <a:lnTo>
                    <a:pt x="2506788" y="230515"/>
                  </a:lnTo>
                  <a:lnTo>
                    <a:pt x="2435165" y="224571"/>
                  </a:lnTo>
                  <a:lnTo>
                    <a:pt x="2363543" y="218591"/>
                  </a:lnTo>
                  <a:lnTo>
                    <a:pt x="2291920" y="212576"/>
                  </a:lnTo>
                  <a:lnTo>
                    <a:pt x="2220298" y="206525"/>
                  </a:lnTo>
                  <a:lnTo>
                    <a:pt x="2148675" y="200439"/>
                  </a:lnTo>
                  <a:lnTo>
                    <a:pt x="2077053" y="194316"/>
                  </a:lnTo>
                  <a:lnTo>
                    <a:pt x="2005430" y="188156"/>
                  </a:lnTo>
                  <a:lnTo>
                    <a:pt x="1933808" y="181960"/>
                  </a:lnTo>
                  <a:lnTo>
                    <a:pt x="1862185" y="175727"/>
                  </a:lnTo>
                  <a:lnTo>
                    <a:pt x="1790563" y="169457"/>
                  </a:lnTo>
                  <a:lnTo>
                    <a:pt x="1718940" y="163150"/>
                  </a:lnTo>
                  <a:lnTo>
                    <a:pt x="1647318" y="156805"/>
                  </a:lnTo>
                  <a:lnTo>
                    <a:pt x="1575695" y="150423"/>
                  </a:lnTo>
                  <a:lnTo>
                    <a:pt x="1504073" y="144003"/>
                  </a:lnTo>
                  <a:lnTo>
                    <a:pt x="1432450" y="137544"/>
                  </a:lnTo>
                  <a:lnTo>
                    <a:pt x="1360827" y="131047"/>
                  </a:lnTo>
                  <a:lnTo>
                    <a:pt x="1289205" y="124512"/>
                  </a:lnTo>
                  <a:lnTo>
                    <a:pt x="1217582" y="117937"/>
                  </a:lnTo>
                  <a:lnTo>
                    <a:pt x="1145960" y="111324"/>
                  </a:lnTo>
                  <a:lnTo>
                    <a:pt x="1074337" y="104671"/>
                  </a:lnTo>
                  <a:lnTo>
                    <a:pt x="1002715" y="97979"/>
                  </a:lnTo>
                  <a:lnTo>
                    <a:pt x="931092" y="91247"/>
                  </a:lnTo>
                  <a:lnTo>
                    <a:pt x="859470" y="84475"/>
                  </a:lnTo>
                  <a:lnTo>
                    <a:pt x="787847" y="77662"/>
                  </a:lnTo>
                  <a:lnTo>
                    <a:pt x="716225" y="70809"/>
                  </a:lnTo>
                  <a:lnTo>
                    <a:pt x="644602" y="63916"/>
                  </a:lnTo>
                  <a:lnTo>
                    <a:pt x="572980" y="56981"/>
                  </a:lnTo>
                  <a:lnTo>
                    <a:pt x="501357" y="50005"/>
                  </a:lnTo>
                  <a:lnTo>
                    <a:pt x="429735" y="42988"/>
                  </a:lnTo>
                  <a:lnTo>
                    <a:pt x="358112" y="35929"/>
                  </a:lnTo>
                  <a:lnTo>
                    <a:pt x="286490" y="28828"/>
                  </a:lnTo>
                  <a:lnTo>
                    <a:pt x="214867" y="21685"/>
                  </a:lnTo>
                  <a:lnTo>
                    <a:pt x="143245" y="14499"/>
                  </a:lnTo>
                  <a:lnTo>
                    <a:pt x="71622" y="72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35535"/>
              <a:ext cx="7090630" cy="1140856"/>
            </a:xfrm>
            <a:custGeom>
              <a:avLst/>
              <a:pathLst>
                <a:path w="7090630" h="1140856">
                  <a:moveTo>
                    <a:pt x="0" y="0"/>
                  </a:moveTo>
                  <a:lnTo>
                    <a:pt x="71622" y="18793"/>
                  </a:lnTo>
                  <a:lnTo>
                    <a:pt x="143245" y="37381"/>
                  </a:lnTo>
                  <a:lnTo>
                    <a:pt x="214867" y="55766"/>
                  </a:lnTo>
                  <a:lnTo>
                    <a:pt x="286490" y="73951"/>
                  </a:lnTo>
                  <a:lnTo>
                    <a:pt x="358112" y="91937"/>
                  </a:lnTo>
                  <a:lnTo>
                    <a:pt x="429735" y="109727"/>
                  </a:lnTo>
                  <a:lnTo>
                    <a:pt x="501357" y="127322"/>
                  </a:lnTo>
                  <a:lnTo>
                    <a:pt x="572980" y="144726"/>
                  </a:lnTo>
                  <a:lnTo>
                    <a:pt x="644602" y="161939"/>
                  </a:lnTo>
                  <a:lnTo>
                    <a:pt x="716225" y="178965"/>
                  </a:lnTo>
                  <a:lnTo>
                    <a:pt x="787847" y="195805"/>
                  </a:lnTo>
                  <a:lnTo>
                    <a:pt x="859470" y="212461"/>
                  </a:lnTo>
                  <a:lnTo>
                    <a:pt x="931092" y="228935"/>
                  </a:lnTo>
                  <a:lnTo>
                    <a:pt x="1002715" y="245229"/>
                  </a:lnTo>
                  <a:lnTo>
                    <a:pt x="1074337" y="261346"/>
                  </a:lnTo>
                  <a:lnTo>
                    <a:pt x="1145960" y="277286"/>
                  </a:lnTo>
                  <a:lnTo>
                    <a:pt x="1217582" y="293053"/>
                  </a:lnTo>
                  <a:lnTo>
                    <a:pt x="1289205" y="308647"/>
                  </a:lnTo>
                  <a:lnTo>
                    <a:pt x="1360827" y="324072"/>
                  </a:lnTo>
                  <a:lnTo>
                    <a:pt x="1432450" y="339327"/>
                  </a:lnTo>
                  <a:lnTo>
                    <a:pt x="1504073" y="354417"/>
                  </a:lnTo>
                  <a:lnTo>
                    <a:pt x="1575695" y="369341"/>
                  </a:lnTo>
                  <a:lnTo>
                    <a:pt x="1647318" y="384103"/>
                  </a:lnTo>
                  <a:lnTo>
                    <a:pt x="1718940" y="398704"/>
                  </a:lnTo>
                  <a:lnTo>
                    <a:pt x="1790563" y="413145"/>
                  </a:lnTo>
                  <a:lnTo>
                    <a:pt x="1862185" y="427429"/>
                  </a:lnTo>
                  <a:lnTo>
                    <a:pt x="1933808" y="441556"/>
                  </a:lnTo>
                  <a:lnTo>
                    <a:pt x="2005430" y="455530"/>
                  </a:lnTo>
                  <a:lnTo>
                    <a:pt x="2077053" y="469351"/>
                  </a:lnTo>
                  <a:lnTo>
                    <a:pt x="2148675" y="483021"/>
                  </a:lnTo>
                  <a:lnTo>
                    <a:pt x="2220298" y="496542"/>
                  </a:lnTo>
                  <a:lnTo>
                    <a:pt x="2291920" y="509915"/>
                  </a:lnTo>
                  <a:lnTo>
                    <a:pt x="2363543" y="523142"/>
                  </a:lnTo>
                  <a:lnTo>
                    <a:pt x="2435165" y="536225"/>
                  </a:lnTo>
                  <a:lnTo>
                    <a:pt x="2506788" y="549166"/>
                  </a:lnTo>
                  <a:lnTo>
                    <a:pt x="2578410" y="561964"/>
                  </a:lnTo>
                  <a:lnTo>
                    <a:pt x="2650033" y="574624"/>
                  </a:lnTo>
                  <a:lnTo>
                    <a:pt x="2721655" y="587145"/>
                  </a:lnTo>
                  <a:lnTo>
                    <a:pt x="2793278" y="599529"/>
                  </a:lnTo>
                  <a:lnTo>
                    <a:pt x="2864901" y="611778"/>
                  </a:lnTo>
                  <a:lnTo>
                    <a:pt x="2936523" y="623894"/>
                  </a:lnTo>
                  <a:lnTo>
                    <a:pt x="3008146" y="635877"/>
                  </a:lnTo>
                  <a:lnTo>
                    <a:pt x="3079768" y="647729"/>
                  </a:lnTo>
                  <a:lnTo>
                    <a:pt x="3151391" y="659452"/>
                  </a:lnTo>
                  <a:lnTo>
                    <a:pt x="3223013" y="671047"/>
                  </a:lnTo>
                  <a:lnTo>
                    <a:pt x="3294636" y="682516"/>
                  </a:lnTo>
                  <a:lnTo>
                    <a:pt x="3366258" y="693859"/>
                  </a:lnTo>
                  <a:lnTo>
                    <a:pt x="3437881" y="705079"/>
                  </a:lnTo>
                  <a:lnTo>
                    <a:pt x="3509503" y="716176"/>
                  </a:lnTo>
                  <a:lnTo>
                    <a:pt x="3581126" y="727151"/>
                  </a:lnTo>
                  <a:lnTo>
                    <a:pt x="3652748" y="738008"/>
                  </a:lnTo>
                  <a:lnTo>
                    <a:pt x="3724371" y="748745"/>
                  </a:lnTo>
                  <a:lnTo>
                    <a:pt x="3795993" y="759366"/>
                  </a:lnTo>
                  <a:lnTo>
                    <a:pt x="3867616" y="769870"/>
                  </a:lnTo>
                  <a:lnTo>
                    <a:pt x="3939238" y="780260"/>
                  </a:lnTo>
                  <a:lnTo>
                    <a:pt x="4010861" y="790536"/>
                  </a:lnTo>
                  <a:lnTo>
                    <a:pt x="4082483" y="800700"/>
                  </a:lnTo>
                  <a:lnTo>
                    <a:pt x="4154106" y="810754"/>
                  </a:lnTo>
                  <a:lnTo>
                    <a:pt x="4225729" y="820697"/>
                  </a:lnTo>
                  <a:lnTo>
                    <a:pt x="4297351" y="830532"/>
                  </a:lnTo>
                  <a:lnTo>
                    <a:pt x="4368974" y="840260"/>
                  </a:lnTo>
                  <a:lnTo>
                    <a:pt x="4440596" y="849881"/>
                  </a:lnTo>
                  <a:lnTo>
                    <a:pt x="4512219" y="859398"/>
                  </a:lnTo>
                  <a:lnTo>
                    <a:pt x="4583841" y="868810"/>
                  </a:lnTo>
                  <a:lnTo>
                    <a:pt x="4655464" y="878120"/>
                  </a:lnTo>
                  <a:lnTo>
                    <a:pt x="4727086" y="887328"/>
                  </a:lnTo>
                  <a:lnTo>
                    <a:pt x="4798709" y="896436"/>
                  </a:lnTo>
                  <a:lnTo>
                    <a:pt x="4870331" y="905444"/>
                  </a:lnTo>
                  <a:lnTo>
                    <a:pt x="4941954" y="914354"/>
                  </a:lnTo>
                  <a:lnTo>
                    <a:pt x="5013576" y="923167"/>
                  </a:lnTo>
                  <a:lnTo>
                    <a:pt x="5085199" y="931884"/>
                  </a:lnTo>
                  <a:lnTo>
                    <a:pt x="5156821" y="940505"/>
                  </a:lnTo>
                  <a:lnTo>
                    <a:pt x="5228444" y="949032"/>
                  </a:lnTo>
                  <a:lnTo>
                    <a:pt x="5300066" y="957466"/>
                  </a:lnTo>
                  <a:lnTo>
                    <a:pt x="5371689" y="965808"/>
                  </a:lnTo>
                  <a:lnTo>
                    <a:pt x="5443311" y="974059"/>
                  </a:lnTo>
                  <a:lnTo>
                    <a:pt x="5514934" y="982220"/>
                  </a:lnTo>
                  <a:lnTo>
                    <a:pt x="5586557" y="990292"/>
                  </a:lnTo>
                  <a:lnTo>
                    <a:pt x="5658179" y="998276"/>
                  </a:lnTo>
                  <a:lnTo>
                    <a:pt x="5729802" y="1006173"/>
                  </a:lnTo>
                  <a:lnTo>
                    <a:pt x="5801424" y="1013983"/>
                  </a:lnTo>
                  <a:lnTo>
                    <a:pt x="5873047" y="1021708"/>
                  </a:lnTo>
                  <a:lnTo>
                    <a:pt x="5944669" y="1029349"/>
                  </a:lnTo>
                  <a:lnTo>
                    <a:pt x="6016292" y="1036907"/>
                  </a:lnTo>
                  <a:lnTo>
                    <a:pt x="6087914" y="1044382"/>
                  </a:lnTo>
                  <a:lnTo>
                    <a:pt x="6159537" y="1051775"/>
                  </a:lnTo>
                  <a:lnTo>
                    <a:pt x="6231159" y="1059088"/>
                  </a:lnTo>
                  <a:lnTo>
                    <a:pt x="6302782" y="1066321"/>
                  </a:lnTo>
                  <a:lnTo>
                    <a:pt x="6374404" y="1073475"/>
                  </a:lnTo>
                  <a:lnTo>
                    <a:pt x="6446027" y="1080550"/>
                  </a:lnTo>
                  <a:lnTo>
                    <a:pt x="6517649" y="1087549"/>
                  </a:lnTo>
                  <a:lnTo>
                    <a:pt x="6589272" y="1094471"/>
                  </a:lnTo>
                  <a:lnTo>
                    <a:pt x="6660894" y="1101318"/>
                  </a:lnTo>
                  <a:lnTo>
                    <a:pt x="6732517" y="1108090"/>
                  </a:lnTo>
                  <a:lnTo>
                    <a:pt x="6804139" y="1114788"/>
                  </a:lnTo>
                  <a:lnTo>
                    <a:pt x="6875762" y="1121413"/>
                  </a:lnTo>
                  <a:lnTo>
                    <a:pt x="6947385" y="1127965"/>
                  </a:lnTo>
                  <a:lnTo>
                    <a:pt x="7019007" y="1134446"/>
                  </a:lnTo>
                  <a:lnTo>
                    <a:pt x="7090630" y="11408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(1.07-1.22),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2026-10-09T11:50:50Z</dcterms:modified>
  <cp:category/>
</cp:coreProperties>
</file>