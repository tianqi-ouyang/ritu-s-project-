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32521"/>
            </a:xfrm>
            <a:custGeom>
              <a:avLst/>
              <a:pathLst>
                <a:path w="7090630" h="3432521">
                  <a:moveTo>
                    <a:pt x="1522718" y="0"/>
                  </a:moveTo>
                  <a:lnTo>
                    <a:pt x="1575695" y="138029"/>
                  </a:lnTo>
                  <a:lnTo>
                    <a:pt x="1647318" y="314779"/>
                  </a:lnTo>
                  <a:lnTo>
                    <a:pt x="1718940" y="482192"/>
                  </a:lnTo>
                  <a:lnTo>
                    <a:pt x="1790563" y="640760"/>
                  </a:lnTo>
                  <a:lnTo>
                    <a:pt x="1862185" y="790952"/>
                  </a:lnTo>
                  <a:lnTo>
                    <a:pt x="1933808" y="933209"/>
                  </a:lnTo>
                  <a:lnTo>
                    <a:pt x="2005430" y="1067951"/>
                  </a:lnTo>
                  <a:lnTo>
                    <a:pt x="2077053" y="1195575"/>
                  </a:lnTo>
                  <a:lnTo>
                    <a:pt x="2148675" y="1316456"/>
                  </a:lnTo>
                  <a:lnTo>
                    <a:pt x="2220298" y="1430951"/>
                  </a:lnTo>
                  <a:lnTo>
                    <a:pt x="2291920" y="1539398"/>
                  </a:lnTo>
                  <a:lnTo>
                    <a:pt x="2363543" y="1642116"/>
                  </a:lnTo>
                  <a:lnTo>
                    <a:pt x="2435165" y="1739407"/>
                  </a:lnTo>
                  <a:lnTo>
                    <a:pt x="2506788" y="1831558"/>
                  </a:lnTo>
                  <a:lnTo>
                    <a:pt x="2578410" y="1918841"/>
                  </a:lnTo>
                  <a:lnTo>
                    <a:pt x="2650033" y="2001514"/>
                  </a:lnTo>
                  <a:lnTo>
                    <a:pt x="2721655" y="2079818"/>
                  </a:lnTo>
                  <a:lnTo>
                    <a:pt x="2793278" y="2153986"/>
                  </a:lnTo>
                  <a:lnTo>
                    <a:pt x="2864901" y="2224236"/>
                  </a:lnTo>
                  <a:lnTo>
                    <a:pt x="2936523" y="2290774"/>
                  </a:lnTo>
                  <a:lnTo>
                    <a:pt x="3008146" y="2353797"/>
                  </a:lnTo>
                  <a:lnTo>
                    <a:pt x="3079768" y="2413491"/>
                  </a:lnTo>
                  <a:lnTo>
                    <a:pt x="3151391" y="2470032"/>
                  </a:lnTo>
                  <a:lnTo>
                    <a:pt x="3223013" y="2523585"/>
                  </a:lnTo>
                  <a:lnTo>
                    <a:pt x="3294636" y="2574309"/>
                  </a:lnTo>
                  <a:lnTo>
                    <a:pt x="3366258" y="2622354"/>
                  </a:lnTo>
                  <a:lnTo>
                    <a:pt x="3437881" y="2659422"/>
                  </a:lnTo>
                  <a:lnTo>
                    <a:pt x="3509503" y="2676100"/>
                  </a:lnTo>
                  <a:lnTo>
                    <a:pt x="3581126" y="2692441"/>
                  </a:lnTo>
                  <a:lnTo>
                    <a:pt x="3652748" y="2708451"/>
                  </a:lnTo>
                  <a:lnTo>
                    <a:pt x="3724371" y="2724137"/>
                  </a:lnTo>
                  <a:lnTo>
                    <a:pt x="3795993" y="2739506"/>
                  </a:lnTo>
                  <a:lnTo>
                    <a:pt x="3867616" y="2754563"/>
                  </a:lnTo>
                  <a:lnTo>
                    <a:pt x="3939238" y="2769317"/>
                  </a:lnTo>
                  <a:lnTo>
                    <a:pt x="4010861" y="2783771"/>
                  </a:lnTo>
                  <a:lnTo>
                    <a:pt x="4082483" y="2797933"/>
                  </a:lnTo>
                  <a:lnTo>
                    <a:pt x="4154106" y="2811809"/>
                  </a:lnTo>
                  <a:lnTo>
                    <a:pt x="4225729" y="2825404"/>
                  </a:lnTo>
                  <a:lnTo>
                    <a:pt x="4297351" y="2838724"/>
                  </a:lnTo>
                  <a:lnTo>
                    <a:pt x="4368974" y="2851774"/>
                  </a:lnTo>
                  <a:lnTo>
                    <a:pt x="4440596" y="2864560"/>
                  </a:lnTo>
                  <a:lnTo>
                    <a:pt x="4512219" y="2877088"/>
                  </a:lnTo>
                  <a:lnTo>
                    <a:pt x="4583841" y="2889362"/>
                  </a:lnTo>
                  <a:lnTo>
                    <a:pt x="4655464" y="2901388"/>
                  </a:lnTo>
                  <a:lnTo>
                    <a:pt x="4727086" y="2913170"/>
                  </a:lnTo>
                  <a:lnTo>
                    <a:pt x="4798709" y="2924715"/>
                  </a:lnTo>
                  <a:lnTo>
                    <a:pt x="4870331" y="2936025"/>
                  </a:lnTo>
                  <a:lnTo>
                    <a:pt x="4941954" y="2947107"/>
                  </a:lnTo>
                  <a:lnTo>
                    <a:pt x="5013576" y="2957964"/>
                  </a:lnTo>
                  <a:lnTo>
                    <a:pt x="5085199" y="2968602"/>
                  </a:lnTo>
                  <a:lnTo>
                    <a:pt x="5156821" y="2979025"/>
                  </a:lnTo>
                  <a:lnTo>
                    <a:pt x="5228444" y="2989236"/>
                  </a:lnTo>
                  <a:lnTo>
                    <a:pt x="5300066" y="2999242"/>
                  </a:lnTo>
                  <a:lnTo>
                    <a:pt x="5371689" y="3009044"/>
                  </a:lnTo>
                  <a:lnTo>
                    <a:pt x="5443311" y="3018649"/>
                  </a:lnTo>
                  <a:lnTo>
                    <a:pt x="5514934" y="3028059"/>
                  </a:lnTo>
                  <a:lnTo>
                    <a:pt x="5586557" y="3037278"/>
                  </a:lnTo>
                  <a:lnTo>
                    <a:pt x="5658179" y="3046311"/>
                  </a:lnTo>
                  <a:lnTo>
                    <a:pt x="5729802" y="3055162"/>
                  </a:lnTo>
                  <a:lnTo>
                    <a:pt x="5801424" y="3063833"/>
                  </a:lnTo>
                  <a:lnTo>
                    <a:pt x="5873047" y="3072329"/>
                  </a:lnTo>
                  <a:lnTo>
                    <a:pt x="5944669" y="3080653"/>
                  </a:lnTo>
                  <a:lnTo>
                    <a:pt x="6016292" y="3088808"/>
                  </a:lnTo>
                  <a:lnTo>
                    <a:pt x="6087914" y="3096799"/>
                  </a:lnTo>
                  <a:lnTo>
                    <a:pt x="6159537" y="3104628"/>
                  </a:lnTo>
                  <a:lnTo>
                    <a:pt x="6231159" y="3112298"/>
                  </a:lnTo>
                  <a:lnTo>
                    <a:pt x="6302782" y="3119814"/>
                  </a:lnTo>
                  <a:lnTo>
                    <a:pt x="6374404" y="3127177"/>
                  </a:lnTo>
                  <a:lnTo>
                    <a:pt x="6446027" y="3134391"/>
                  </a:lnTo>
                  <a:lnTo>
                    <a:pt x="6517649" y="3141459"/>
                  </a:lnTo>
                  <a:lnTo>
                    <a:pt x="6589272" y="3148385"/>
                  </a:lnTo>
                  <a:lnTo>
                    <a:pt x="6660894" y="3155170"/>
                  </a:lnTo>
                  <a:lnTo>
                    <a:pt x="6732517" y="3161818"/>
                  </a:lnTo>
                  <a:lnTo>
                    <a:pt x="6804139" y="3168331"/>
                  </a:lnTo>
                  <a:lnTo>
                    <a:pt x="6875762" y="3174713"/>
                  </a:lnTo>
                  <a:lnTo>
                    <a:pt x="6947385" y="3180965"/>
                  </a:lnTo>
                  <a:lnTo>
                    <a:pt x="7019007" y="3187091"/>
                  </a:lnTo>
                  <a:lnTo>
                    <a:pt x="7090630" y="3193093"/>
                  </a:lnTo>
                  <a:lnTo>
                    <a:pt x="7090630" y="3432521"/>
                  </a:lnTo>
                  <a:lnTo>
                    <a:pt x="7019007" y="3429664"/>
                  </a:lnTo>
                  <a:lnTo>
                    <a:pt x="6947385" y="3426648"/>
                  </a:lnTo>
                  <a:lnTo>
                    <a:pt x="6875762" y="3423463"/>
                  </a:lnTo>
                  <a:lnTo>
                    <a:pt x="6804139" y="3420101"/>
                  </a:lnTo>
                  <a:lnTo>
                    <a:pt x="6732517" y="3416551"/>
                  </a:lnTo>
                  <a:lnTo>
                    <a:pt x="6660894" y="3412803"/>
                  </a:lnTo>
                  <a:lnTo>
                    <a:pt x="6589272" y="3408846"/>
                  </a:lnTo>
                  <a:lnTo>
                    <a:pt x="6517649" y="3404669"/>
                  </a:lnTo>
                  <a:lnTo>
                    <a:pt x="6446027" y="3400258"/>
                  </a:lnTo>
                  <a:lnTo>
                    <a:pt x="6374404" y="3395602"/>
                  </a:lnTo>
                  <a:lnTo>
                    <a:pt x="6302782" y="3390685"/>
                  </a:lnTo>
                  <a:lnTo>
                    <a:pt x="6231159" y="3385495"/>
                  </a:lnTo>
                  <a:lnTo>
                    <a:pt x="6159537" y="3380015"/>
                  </a:lnTo>
                  <a:lnTo>
                    <a:pt x="6087914" y="3374229"/>
                  </a:lnTo>
                  <a:lnTo>
                    <a:pt x="6016292" y="3368121"/>
                  </a:lnTo>
                  <a:lnTo>
                    <a:pt x="5944669" y="3361672"/>
                  </a:lnTo>
                  <a:lnTo>
                    <a:pt x="5873047" y="3354863"/>
                  </a:lnTo>
                  <a:lnTo>
                    <a:pt x="5801424" y="3347674"/>
                  </a:lnTo>
                  <a:lnTo>
                    <a:pt x="5729802" y="3340085"/>
                  </a:lnTo>
                  <a:lnTo>
                    <a:pt x="5658179" y="3332072"/>
                  </a:lnTo>
                  <a:lnTo>
                    <a:pt x="5586557" y="3323612"/>
                  </a:lnTo>
                  <a:lnTo>
                    <a:pt x="5514934" y="3314681"/>
                  </a:lnTo>
                  <a:lnTo>
                    <a:pt x="5443311" y="3305251"/>
                  </a:lnTo>
                  <a:lnTo>
                    <a:pt x="5371689" y="3295295"/>
                  </a:lnTo>
                  <a:lnTo>
                    <a:pt x="5300066" y="3284784"/>
                  </a:lnTo>
                  <a:lnTo>
                    <a:pt x="5228444" y="3273687"/>
                  </a:lnTo>
                  <a:lnTo>
                    <a:pt x="5156821" y="3261971"/>
                  </a:lnTo>
                  <a:lnTo>
                    <a:pt x="5085199" y="3249602"/>
                  </a:lnTo>
                  <a:lnTo>
                    <a:pt x="5013576" y="3236542"/>
                  </a:lnTo>
                  <a:lnTo>
                    <a:pt x="4941954" y="3222754"/>
                  </a:lnTo>
                  <a:lnTo>
                    <a:pt x="4870331" y="3208197"/>
                  </a:lnTo>
                  <a:lnTo>
                    <a:pt x="4798709" y="3192828"/>
                  </a:lnTo>
                  <a:lnTo>
                    <a:pt x="4727086" y="3176602"/>
                  </a:lnTo>
                  <a:lnTo>
                    <a:pt x="4655464" y="3159471"/>
                  </a:lnTo>
                  <a:lnTo>
                    <a:pt x="4583841" y="3141385"/>
                  </a:lnTo>
                  <a:lnTo>
                    <a:pt x="4512219" y="3122289"/>
                  </a:lnTo>
                  <a:lnTo>
                    <a:pt x="4440596" y="3102129"/>
                  </a:lnTo>
                  <a:lnTo>
                    <a:pt x="4368974" y="3080844"/>
                  </a:lnTo>
                  <a:lnTo>
                    <a:pt x="4297351" y="3058372"/>
                  </a:lnTo>
                  <a:lnTo>
                    <a:pt x="4225729" y="3034647"/>
                  </a:lnTo>
                  <a:lnTo>
                    <a:pt x="4154106" y="3009598"/>
                  </a:lnTo>
                  <a:lnTo>
                    <a:pt x="4082483" y="2983152"/>
                  </a:lnTo>
                  <a:lnTo>
                    <a:pt x="4010861" y="2955231"/>
                  </a:lnTo>
                  <a:lnTo>
                    <a:pt x="3939238" y="2925753"/>
                  </a:lnTo>
                  <a:lnTo>
                    <a:pt x="3867616" y="2894631"/>
                  </a:lnTo>
                  <a:lnTo>
                    <a:pt x="3795993" y="2861773"/>
                  </a:lnTo>
                  <a:lnTo>
                    <a:pt x="3724371" y="2827082"/>
                  </a:lnTo>
                  <a:lnTo>
                    <a:pt x="3652748" y="2790456"/>
                  </a:lnTo>
                  <a:lnTo>
                    <a:pt x="3581126" y="2751788"/>
                  </a:lnTo>
                  <a:lnTo>
                    <a:pt x="3509503" y="2710962"/>
                  </a:lnTo>
                  <a:lnTo>
                    <a:pt x="3437881" y="2667860"/>
                  </a:lnTo>
                  <a:lnTo>
                    <a:pt x="3366258" y="2642400"/>
                  </a:lnTo>
                  <a:lnTo>
                    <a:pt x="3294636" y="2625026"/>
                  </a:lnTo>
                  <a:lnTo>
                    <a:pt x="3223013" y="2607293"/>
                  </a:lnTo>
                  <a:lnTo>
                    <a:pt x="3151391" y="2589194"/>
                  </a:lnTo>
                  <a:lnTo>
                    <a:pt x="3079768" y="2570722"/>
                  </a:lnTo>
                  <a:lnTo>
                    <a:pt x="3008146" y="2551867"/>
                  </a:lnTo>
                  <a:lnTo>
                    <a:pt x="2936523" y="2532624"/>
                  </a:lnTo>
                  <a:lnTo>
                    <a:pt x="2864901" y="2512983"/>
                  </a:lnTo>
                  <a:lnTo>
                    <a:pt x="2793278" y="2492937"/>
                  </a:lnTo>
                  <a:lnTo>
                    <a:pt x="2721655" y="2472476"/>
                  </a:lnTo>
                  <a:lnTo>
                    <a:pt x="2650033" y="2451593"/>
                  </a:lnTo>
                  <a:lnTo>
                    <a:pt x="2578410" y="2430279"/>
                  </a:lnTo>
                  <a:lnTo>
                    <a:pt x="2506788" y="2408525"/>
                  </a:lnTo>
                  <a:lnTo>
                    <a:pt x="2435165" y="2386321"/>
                  </a:lnTo>
                  <a:lnTo>
                    <a:pt x="2363543" y="2363659"/>
                  </a:lnTo>
                  <a:lnTo>
                    <a:pt x="2291920" y="2340529"/>
                  </a:lnTo>
                  <a:lnTo>
                    <a:pt x="2220298" y="2316922"/>
                  </a:lnTo>
                  <a:lnTo>
                    <a:pt x="2148675" y="2292826"/>
                  </a:lnTo>
                  <a:lnTo>
                    <a:pt x="2077053" y="2268234"/>
                  </a:lnTo>
                  <a:lnTo>
                    <a:pt x="2005430" y="2243133"/>
                  </a:lnTo>
                  <a:lnTo>
                    <a:pt x="1933808" y="2217514"/>
                  </a:lnTo>
                  <a:lnTo>
                    <a:pt x="1862185" y="2191366"/>
                  </a:lnTo>
                  <a:lnTo>
                    <a:pt x="1790563" y="2164678"/>
                  </a:lnTo>
                  <a:lnTo>
                    <a:pt x="1718940" y="2137439"/>
                  </a:lnTo>
                  <a:lnTo>
                    <a:pt x="1647318" y="2109638"/>
                  </a:lnTo>
                  <a:lnTo>
                    <a:pt x="1575695" y="2081262"/>
                  </a:lnTo>
                  <a:lnTo>
                    <a:pt x="1504073" y="2052301"/>
                  </a:lnTo>
                  <a:lnTo>
                    <a:pt x="1432450" y="2022741"/>
                  </a:lnTo>
                  <a:lnTo>
                    <a:pt x="1360827" y="1992571"/>
                  </a:lnTo>
                  <a:lnTo>
                    <a:pt x="1289205" y="1961778"/>
                  </a:lnTo>
                  <a:lnTo>
                    <a:pt x="1217582" y="1930349"/>
                  </a:lnTo>
                  <a:lnTo>
                    <a:pt x="1145960" y="1898271"/>
                  </a:lnTo>
                  <a:lnTo>
                    <a:pt x="1074337" y="1865531"/>
                  </a:lnTo>
                  <a:lnTo>
                    <a:pt x="1002715" y="1832114"/>
                  </a:lnTo>
                  <a:lnTo>
                    <a:pt x="931092" y="1798008"/>
                  </a:lnTo>
                  <a:lnTo>
                    <a:pt x="859470" y="1763197"/>
                  </a:lnTo>
                  <a:lnTo>
                    <a:pt x="787847" y="1727667"/>
                  </a:lnTo>
                  <a:lnTo>
                    <a:pt x="716225" y="1691404"/>
                  </a:lnTo>
                  <a:lnTo>
                    <a:pt x="644602" y="1654392"/>
                  </a:lnTo>
                  <a:lnTo>
                    <a:pt x="572980" y="1616615"/>
                  </a:lnTo>
                  <a:lnTo>
                    <a:pt x="501357" y="1578059"/>
                  </a:lnTo>
                  <a:lnTo>
                    <a:pt x="429735" y="1538706"/>
                  </a:lnTo>
                  <a:lnTo>
                    <a:pt x="358112" y="1498540"/>
                  </a:lnTo>
                  <a:lnTo>
                    <a:pt x="286490" y="1457546"/>
                  </a:lnTo>
                  <a:lnTo>
                    <a:pt x="214867" y="1415704"/>
                  </a:lnTo>
                  <a:lnTo>
                    <a:pt x="143245" y="1372999"/>
                  </a:lnTo>
                  <a:lnTo>
                    <a:pt x="71622" y="1329411"/>
                  </a:lnTo>
                  <a:lnTo>
                    <a:pt x="0" y="1284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694767" y="2073503"/>
              <a:ext cx="5567911" cy="3193093"/>
            </a:xfrm>
            <a:custGeom>
              <a:avLst/>
              <a:pathLst>
                <a:path w="5567911" h="3193093">
                  <a:moveTo>
                    <a:pt x="0" y="0"/>
                  </a:moveTo>
                  <a:lnTo>
                    <a:pt x="52977" y="138029"/>
                  </a:lnTo>
                  <a:lnTo>
                    <a:pt x="124599" y="314779"/>
                  </a:lnTo>
                  <a:lnTo>
                    <a:pt x="196222" y="482192"/>
                  </a:lnTo>
                  <a:lnTo>
                    <a:pt x="267844" y="640760"/>
                  </a:lnTo>
                  <a:lnTo>
                    <a:pt x="339467" y="790952"/>
                  </a:lnTo>
                  <a:lnTo>
                    <a:pt x="411089" y="933209"/>
                  </a:lnTo>
                  <a:lnTo>
                    <a:pt x="482712" y="1067951"/>
                  </a:lnTo>
                  <a:lnTo>
                    <a:pt x="554334" y="1195575"/>
                  </a:lnTo>
                  <a:lnTo>
                    <a:pt x="625957" y="1316456"/>
                  </a:lnTo>
                  <a:lnTo>
                    <a:pt x="697579" y="1430951"/>
                  </a:lnTo>
                  <a:lnTo>
                    <a:pt x="769202" y="1539398"/>
                  </a:lnTo>
                  <a:lnTo>
                    <a:pt x="840824" y="1642116"/>
                  </a:lnTo>
                  <a:lnTo>
                    <a:pt x="912447" y="1739407"/>
                  </a:lnTo>
                  <a:lnTo>
                    <a:pt x="984069" y="1831558"/>
                  </a:lnTo>
                  <a:lnTo>
                    <a:pt x="1055692" y="1918841"/>
                  </a:lnTo>
                  <a:lnTo>
                    <a:pt x="1127315" y="2001514"/>
                  </a:lnTo>
                  <a:lnTo>
                    <a:pt x="1198937" y="2079818"/>
                  </a:lnTo>
                  <a:lnTo>
                    <a:pt x="1270560" y="2153986"/>
                  </a:lnTo>
                  <a:lnTo>
                    <a:pt x="1342182" y="2224236"/>
                  </a:lnTo>
                  <a:lnTo>
                    <a:pt x="1413805" y="2290774"/>
                  </a:lnTo>
                  <a:lnTo>
                    <a:pt x="1485427" y="2353797"/>
                  </a:lnTo>
                  <a:lnTo>
                    <a:pt x="1557050" y="2413491"/>
                  </a:lnTo>
                  <a:lnTo>
                    <a:pt x="1628672" y="2470032"/>
                  </a:lnTo>
                  <a:lnTo>
                    <a:pt x="1700295" y="2523585"/>
                  </a:lnTo>
                  <a:lnTo>
                    <a:pt x="1771917" y="2574309"/>
                  </a:lnTo>
                  <a:lnTo>
                    <a:pt x="1843540" y="2622354"/>
                  </a:lnTo>
                  <a:lnTo>
                    <a:pt x="1915162" y="2659422"/>
                  </a:lnTo>
                  <a:lnTo>
                    <a:pt x="1986785" y="2676100"/>
                  </a:lnTo>
                  <a:lnTo>
                    <a:pt x="2058407" y="2692441"/>
                  </a:lnTo>
                  <a:lnTo>
                    <a:pt x="2130030" y="2708451"/>
                  </a:lnTo>
                  <a:lnTo>
                    <a:pt x="2201652" y="2724137"/>
                  </a:lnTo>
                  <a:lnTo>
                    <a:pt x="2273275" y="2739506"/>
                  </a:lnTo>
                  <a:lnTo>
                    <a:pt x="2344897" y="2754563"/>
                  </a:lnTo>
                  <a:lnTo>
                    <a:pt x="2416520" y="2769317"/>
                  </a:lnTo>
                  <a:lnTo>
                    <a:pt x="2488143" y="2783771"/>
                  </a:lnTo>
                  <a:lnTo>
                    <a:pt x="2559765" y="2797933"/>
                  </a:lnTo>
                  <a:lnTo>
                    <a:pt x="2631388" y="2811809"/>
                  </a:lnTo>
                  <a:lnTo>
                    <a:pt x="2703010" y="2825404"/>
                  </a:lnTo>
                  <a:lnTo>
                    <a:pt x="2774633" y="2838724"/>
                  </a:lnTo>
                  <a:lnTo>
                    <a:pt x="2846255" y="2851774"/>
                  </a:lnTo>
                  <a:lnTo>
                    <a:pt x="2917878" y="2864560"/>
                  </a:lnTo>
                  <a:lnTo>
                    <a:pt x="2989500" y="2877088"/>
                  </a:lnTo>
                  <a:lnTo>
                    <a:pt x="3061123" y="2889362"/>
                  </a:lnTo>
                  <a:lnTo>
                    <a:pt x="3132745" y="2901388"/>
                  </a:lnTo>
                  <a:lnTo>
                    <a:pt x="3204368" y="2913170"/>
                  </a:lnTo>
                  <a:lnTo>
                    <a:pt x="3275990" y="2924715"/>
                  </a:lnTo>
                  <a:lnTo>
                    <a:pt x="3347613" y="2936025"/>
                  </a:lnTo>
                  <a:lnTo>
                    <a:pt x="3419235" y="2947107"/>
                  </a:lnTo>
                  <a:lnTo>
                    <a:pt x="3490858" y="2957964"/>
                  </a:lnTo>
                  <a:lnTo>
                    <a:pt x="3562480" y="2968602"/>
                  </a:lnTo>
                  <a:lnTo>
                    <a:pt x="3634103" y="2979025"/>
                  </a:lnTo>
                  <a:lnTo>
                    <a:pt x="3705725" y="2989236"/>
                  </a:lnTo>
                  <a:lnTo>
                    <a:pt x="3777348" y="2999242"/>
                  </a:lnTo>
                  <a:lnTo>
                    <a:pt x="3848971" y="3009044"/>
                  </a:lnTo>
                  <a:lnTo>
                    <a:pt x="3920593" y="3018649"/>
                  </a:lnTo>
                  <a:lnTo>
                    <a:pt x="3992216" y="3028059"/>
                  </a:lnTo>
                  <a:lnTo>
                    <a:pt x="4063838" y="3037278"/>
                  </a:lnTo>
                  <a:lnTo>
                    <a:pt x="4135461" y="3046311"/>
                  </a:lnTo>
                  <a:lnTo>
                    <a:pt x="4207083" y="3055162"/>
                  </a:lnTo>
                  <a:lnTo>
                    <a:pt x="4278706" y="3063833"/>
                  </a:lnTo>
                  <a:lnTo>
                    <a:pt x="4350328" y="3072329"/>
                  </a:lnTo>
                  <a:lnTo>
                    <a:pt x="4421951" y="3080653"/>
                  </a:lnTo>
                  <a:lnTo>
                    <a:pt x="4493573" y="3088808"/>
                  </a:lnTo>
                  <a:lnTo>
                    <a:pt x="4565196" y="3096799"/>
                  </a:lnTo>
                  <a:lnTo>
                    <a:pt x="4636818" y="3104628"/>
                  </a:lnTo>
                  <a:lnTo>
                    <a:pt x="4708441" y="3112298"/>
                  </a:lnTo>
                  <a:lnTo>
                    <a:pt x="4780063" y="3119814"/>
                  </a:lnTo>
                  <a:lnTo>
                    <a:pt x="4851686" y="3127177"/>
                  </a:lnTo>
                  <a:lnTo>
                    <a:pt x="4923308" y="3134391"/>
                  </a:lnTo>
                  <a:lnTo>
                    <a:pt x="4994931" y="3141459"/>
                  </a:lnTo>
                  <a:lnTo>
                    <a:pt x="5066553" y="3148385"/>
                  </a:lnTo>
                  <a:lnTo>
                    <a:pt x="5138176" y="3155170"/>
                  </a:lnTo>
                  <a:lnTo>
                    <a:pt x="5209799" y="3161818"/>
                  </a:lnTo>
                  <a:lnTo>
                    <a:pt x="5281421" y="3168331"/>
                  </a:lnTo>
                  <a:lnTo>
                    <a:pt x="5353044" y="3174713"/>
                  </a:lnTo>
                  <a:lnTo>
                    <a:pt x="5424666" y="3180965"/>
                  </a:lnTo>
                  <a:lnTo>
                    <a:pt x="5496289" y="3187091"/>
                  </a:lnTo>
                  <a:lnTo>
                    <a:pt x="5567911" y="3193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58427"/>
              <a:ext cx="7090630" cy="2147597"/>
            </a:xfrm>
            <a:custGeom>
              <a:avLst/>
              <a:pathLst>
                <a:path w="7090630" h="2147597">
                  <a:moveTo>
                    <a:pt x="7090630" y="2147597"/>
                  </a:moveTo>
                  <a:lnTo>
                    <a:pt x="7019007" y="2144740"/>
                  </a:lnTo>
                  <a:lnTo>
                    <a:pt x="6947385" y="2141723"/>
                  </a:lnTo>
                  <a:lnTo>
                    <a:pt x="6875762" y="2138539"/>
                  </a:lnTo>
                  <a:lnTo>
                    <a:pt x="6804139" y="2135176"/>
                  </a:lnTo>
                  <a:lnTo>
                    <a:pt x="6732517" y="2131627"/>
                  </a:lnTo>
                  <a:lnTo>
                    <a:pt x="6660894" y="2127879"/>
                  </a:lnTo>
                  <a:lnTo>
                    <a:pt x="6589272" y="2123922"/>
                  </a:lnTo>
                  <a:lnTo>
                    <a:pt x="6517649" y="2119744"/>
                  </a:lnTo>
                  <a:lnTo>
                    <a:pt x="6446027" y="2115334"/>
                  </a:lnTo>
                  <a:lnTo>
                    <a:pt x="6374404" y="2110677"/>
                  </a:lnTo>
                  <a:lnTo>
                    <a:pt x="6302782" y="2105761"/>
                  </a:lnTo>
                  <a:lnTo>
                    <a:pt x="6231159" y="2100570"/>
                  </a:lnTo>
                  <a:lnTo>
                    <a:pt x="6159537" y="2095090"/>
                  </a:lnTo>
                  <a:lnTo>
                    <a:pt x="6087914" y="2089305"/>
                  </a:lnTo>
                  <a:lnTo>
                    <a:pt x="6016292" y="2083196"/>
                  </a:lnTo>
                  <a:lnTo>
                    <a:pt x="5944669" y="2076747"/>
                  </a:lnTo>
                  <a:lnTo>
                    <a:pt x="5873047" y="2069938"/>
                  </a:lnTo>
                  <a:lnTo>
                    <a:pt x="5801424" y="2062750"/>
                  </a:lnTo>
                  <a:lnTo>
                    <a:pt x="5729802" y="2055160"/>
                  </a:lnTo>
                  <a:lnTo>
                    <a:pt x="5658179" y="2047148"/>
                  </a:lnTo>
                  <a:lnTo>
                    <a:pt x="5586557" y="2038688"/>
                  </a:lnTo>
                  <a:lnTo>
                    <a:pt x="5514934" y="2029756"/>
                  </a:lnTo>
                  <a:lnTo>
                    <a:pt x="5443311" y="2020327"/>
                  </a:lnTo>
                  <a:lnTo>
                    <a:pt x="5371689" y="2010371"/>
                  </a:lnTo>
                  <a:lnTo>
                    <a:pt x="5300066" y="1999860"/>
                  </a:lnTo>
                  <a:lnTo>
                    <a:pt x="5228444" y="1988763"/>
                  </a:lnTo>
                  <a:lnTo>
                    <a:pt x="5156821" y="1977047"/>
                  </a:lnTo>
                  <a:lnTo>
                    <a:pt x="5085199" y="1964677"/>
                  </a:lnTo>
                  <a:lnTo>
                    <a:pt x="5013576" y="1951618"/>
                  </a:lnTo>
                  <a:lnTo>
                    <a:pt x="4941954" y="1937830"/>
                  </a:lnTo>
                  <a:lnTo>
                    <a:pt x="4870331" y="1923273"/>
                  </a:lnTo>
                  <a:lnTo>
                    <a:pt x="4798709" y="1907904"/>
                  </a:lnTo>
                  <a:lnTo>
                    <a:pt x="4727086" y="1891678"/>
                  </a:lnTo>
                  <a:lnTo>
                    <a:pt x="4655464" y="1874547"/>
                  </a:lnTo>
                  <a:lnTo>
                    <a:pt x="4583841" y="1856460"/>
                  </a:lnTo>
                  <a:lnTo>
                    <a:pt x="4512219" y="1837365"/>
                  </a:lnTo>
                  <a:lnTo>
                    <a:pt x="4440596" y="1817204"/>
                  </a:lnTo>
                  <a:lnTo>
                    <a:pt x="4368974" y="1795920"/>
                  </a:lnTo>
                  <a:lnTo>
                    <a:pt x="4297351" y="1773448"/>
                  </a:lnTo>
                  <a:lnTo>
                    <a:pt x="4225729" y="1749722"/>
                  </a:lnTo>
                  <a:lnTo>
                    <a:pt x="4154106" y="1724673"/>
                  </a:lnTo>
                  <a:lnTo>
                    <a:pt x="4082483" y="1698228"/>
                  </a:lnTo>
                  <a:lnTo>
                    <a:pt x="4010861" y="1670307"/>
                  </a:lnTo>
                  <a:lnTo>
                    <a:pt x="3939238" y="1640829"/>
                  </a:lnTo>
                  <a:lnTo>
                    <a:pt x="3867616" y="1609706"/>
                  </a:lnTo>
                  <a:lnTo>
                    <a:pt x="3795993" y="1576848"/>
                  </a:lnTo>
                  <a:lnTo>
                    <a:pt x="3724371" y="1542157"/>
                  </a:lnTo>
                  <a:lnTo>
                    <a:pt x="3652748" y="1505532"/>
                  </a:lnTo>
                  <a:lnTo>
                    <a:pt x="3581126" y="1466863"/>
                  </a:lnTo>
                  <a:lnTo>
                    <a:pt x="3509503" y="1426038"/>
                  </a:lnTo>
                  <a:lnTo>
                    <a:pt x="3437881" y="1382936"/>
                  </a:lnTo>
                  <a:lnTo>
                    <a:pt x="3366258" y="1357475"/>
                  </a:lnTo>
                  <a:lnTo>
                    <a:pt x="3294636" y="1340101"/>
                  </a:lnTo>
                  <a:lnTo>
                    <a:pt x="3223013" y="1322369"/>
                  </a:lnTo>
                  <a:lnTo>
                    <a:pt x="3151391" y="1304270"/>
                  </a:lnTo>
                  <a:lnTo>
                    <a:pt x="3079768" y="1285797"/>
                  </a:lnTo>
                  <a:lnTo>
                    <a:pt x="3008146" y="1266943"/>
                  </a:lnTo>
                  <a:lnTo>
                    <a:pt x="2936523" y="1247699"/>
                  </a:lnTo>
                  <a:lnTo>
                    <a:pt x="2864901" y="1228059"/>
                  </a:lnTo>
                  <a:lnTo>
                    <a:pt x="2793278" y="1208012"/>
                  </a:lnTo>
                  <a:lnTo>
                    <a:pt x="2721655" y="1187552"/>
                  </a:lnTo>
                  <a:lnTo>
                    <a:pt x="2650033" y="1166669"/>
                  </a:lnTo>
                  <a:lnTo>
                    <a:pt x="2578410" y="1145355"/>
                  </a:lnTo>
                  <a:lnTo>
                    <a:pt x="2506788" y="1123600"/>
                  </a:lnTo>
                  <a:lnTo>
                    <a:pt x="2435165" y="1101397"/>
                  </a:lnTo>
                  <a:lnTo>
                    <a:pt x="2363543" y="1078735"/>
                  </a:lnTo>
                  <a:lnTo>
                    <a:pt x="2291920" y="1055605"/>
                  </a:lnTo>
                  <a:lnTo>
                    <a:pt x="2220298" y="1031997"/>
                  </a:lnTo>
                  <a:lnTo>
                    <a:pt x="2148675" y="1007902"/>
                  </a:lnTo>
                  <a:lnTo>
                    <a:pt x="2077053" y="983309"/>
                  </a:lnTo>
                  <a:lnTo>
                    <a:pt x="2005430" y="958209"/>
                  </a:lnTo>
                  <a:lnTo>
                    <a:pt x="1933808" y="932590"/>
                  </a:lnTo>
                  <a:lnTo>
                    <a:pt x="1862185" y="906442"/>
                  </a:lnTo>
                  <a:lnTo>
                    <a:pt x="1790563" y="879754"/>
                  </a:lnTo>
                  <a:lnTo>
                    <a:pt x="1718940" y="852515"/>
                  </a:lnTo>
                  <a:lnTo>
                    <a:pt x="1647318" y="824714"/>
                  </a:lnTo>
                  <a:lnTo>
                    <a:pt x="1575695" y="796338"/>
                  </a:lnTo>
                  <a:lnTo>
                    <a:pt x="1504073" y="767376"/>
                  </a:lnTo>
                  <a:lnTo>
                    <a:pt x="1432450" y="737817"/>
                  </a:lnTo>
                  <a:lnTo>
                    <a:pt x="1360827" y="707647"/>
                  </a:lnTo>
                  <a:lnTo>
                    <a:pt x="1289205" y="676854"/>
                  </a:lnTo>
                  <a:lnTo>
                    <a:pt x="1217582" y="645425"/>
                  </a:lnTo>
                  <a:lnTo>
                    <a:pt x="1145960" y="613347"/>
                  </a:lnTo>
                  <a:lnTo>
                    <a:pt x="1074337" y="580606"/>
                  </a:lnTo>
                  <a:lnTo>
                    <a:pt x="1002715" y="547190"/>
                  </a:lnTo>
                  <a:lnTo>
                    <a:pt x="931092" y="513083"/>
                  </a:lnTo>
                  <a:lnTo>
                    <a:pt x="859470" y="478273"/>
                  </a:lnTo>
                  <a:lnTo>
                    <a:pt x="787847" y="442743"/>
                  </a:lnTo>
                  <a:lnTo>
                    <a:pt x="716225" y="406480"/>
                  </a:lnTo>
                  <a:lnTo>
                    <a:pt x="644602" y="369467"/>
                  </a:lnTo>
                  <a:lnTo>
                    <a:pt x="572980" y="331691"/>
                  </a:lnTo>
                  <a:lnTo>
                    <a:pt x="501357" y="293134"/>
                  </a:lnTo>
                  <a:lnTo>
                    <a:pt x="429735" y="253781"/>
                  </a:lnTo>
                  <a:lnTo>
                    <a:pt x="358112" y="213616"/>
                  </a:lnTo>
                  <a:lnTo>
                    <a:pt x="286490" y="172621"/>
                  </a:lnTo>
                  <a:lnTo>
                    <a:pt x="214867" y="130780"/>
                  </a:lnTo>
                  <a:lnTo>
                    <a:pt x="143245" y="88074"/>
                  </a:lnTo>
                  <a:lnTo>
                    <a:pt x="71622" y="444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37061" y="2073503"/>
              <a:ext cx="6425617" cy="3361727"/>
            </a:xfrm>
            <a:custGeom>
              <a:avLst/>
              <a:pathLst>
                <a:path w="6425617" h="3361727">
                  <a:moveTo>
                    <a:pt x="0" y="0"/>
                  </a:moveTo>
                  <a:lnTo>
                    <a:pt x="51212" y="92305"/>
                  </a:lnTo>
                  <a:lnTo>
                    <a:pt x="122835" y="216664"/>
                  </a:lnTo>
                  <a:lnTo>
                    <a:pt x="194457" y="336463"/>
                  </a:lnTo>
                  <a:lnTo>
                    <a:pt x="266080" y="451869"/>
                  </a:lnTo>
                  <a:lnTo>
                    <a:pt x="337702" y="563043"/>
                  </a:lnTo>
                  <a:lnTo>
                    <a:pt x="409325" y="670141"/>
                  </a:lnTo>
                  <a:lnTo>
                    <a:pt x="480947" y="773312"/>
                  </a:lnTo>
                  <a:lnTo>
                    <a:pt x="552570" y="872699"/>
                  </a:lnTo>
                  <a:lnTo>
                    <a:pt x="624192" y="968442"/>
                  </a:lnTo>
                  <a:lnTo>
                    <a:pt x="695815" y="1060675"/>
                  </a:lnTo>
                  <a:lnTo>
                    <a:pt x="767437" y="1149525"/>
                  </a:lnTo>
                  <a:lnTo>
                    <a:pt x="839060" y="1235117"/>
                  </a:lnTo>
                  <a:lnTo>
                    <a:pt x="910682" y="1317571"/>
                  </a:lnTo>
                  <a:lnTo>
                    <a:pt x="982305" y="1397001"/>
                  </a:lnTo>
                  <a:lnTo>
                    <a:pt x="1053928" y="1473519"/>
                  </a:lnTo>
                  <a:lnTo>
                    <a:pt x="1125550" y="1547231"/>
                  </a:lnTo>
                  <a:lnTo>
                    <a:pt x="1197173" y="1618240"/>
                  </a:lnTo>
                  <a:lnTo>
                    <a:pt x="1268795" y="1686645"/>
                  </a:lnTo>
                  <a:lnTo>
                    <a:pt x="1340418" y="1752542"/>
                  </a:lnTo>
                  <a:lnTo>
                    <a:pt x="1412040" y="1816023"/>
                  </a:lnTo>
                  <a:lnTo>
                    <a:pt x="1483663" y="1877176"/>
                  </a:lnTo>
                  <a:lnTo>
                    <a:pt x="1555285" y="1936086"/>
                  </a:lnTo>
                  <a:lnTo>
                    <a:pt x="1626908" y="1992837"/>
                  </a:lnTo>
                  <a:lnTo>
                    <a:pt x="1698530" y="2047506"/>
                  </a:lnTo>
                  <a:lnTo>
                    <a:pt x="1770153" y="2100171"/>
                  </a:lnTo>
                  <a:lnTo>
                    <a:pt x="1841775" y="2150904"/>
                  </a:lnTo>
                  <a:lnTo>
                    <a:pt x="1913398" y="2199777"/>
                  </a:lnTo>
                  <a:lnTo>
                    <a:pt x="1985020" y="2246859"/>
                  </a:lnTo>
                  <a:lnTo>
                    <a:pt x="2056643" y="2292213"/>
                  </a:lnTo>
                  <a:lnTo>
                    <a:pt x="2128265" y="2335905"/>
                  </a:lnTo>
                  <a:lnTo>
                    <a:pt x="2199888" y="2377995"/>
                  </a:lnTo>
                  <a:lnTo>
                    <a:pt x="2271510" y="2418541"/>
                  </a:lnTo>
                  <a:lnTo>
                    <a:pt x="2343133" y="2457600"/>
                  </a:lnTo>
                  <a:lnTo>
                    <a:pt x="2414756" y="2495228"/>
                  </a:lnTo>
                  <a:lnTo>
                    <a:pt x="2486378" y="2531475"/>
                  </a:lnTo>
                  <a:lnTo>
                    <a:pt x="2558001" y="2566393"/>
                  </a:lnTo>
                  <a:lnTo>
                    <a:pt x="2629623" y="2600031"/>
                  </a:lnTo>
                  <a:lnTo>
                    <a:pt x="2701246" y="2632436"/>
                  </a:lnTo>
                  <a:lnTo>
                    <a:pt x="2772868" y="2663652"/>
                  </a:lnTo>
                  <a:lnTo>
                    <a:pt x="2844491" y="2693724"/>
                  </a:lnTo>
                  <a:lnTo>
                    <a:pt x="2916113" y="2722693"/>
                  </a:lnTo>
                  <a:lnTo>
                    <a:pt x="2987736" y="2750599"/>
                  </a:lnTo>
                  <a:lnTo>
                    <a:pt x="3059358" y="2777483"/>
                  </a:lnTo>
                  <a:lnTo>
                    <a:pt x="3130981" y="2803380"/>
                  </a:lnTo>
                  <a:lnTo>
                    <a:pt x="3202603" y="2828328"/>
                  </a:lnTo>
                  <a:lnTo>
                    <a:pt x="3274226" y="2852361"/>
                  </a:lnTo>
                  <a:lnTo>
                    <a:pt x="3345848" y="2875513"/>
                  </a:lnTo>
                  <a:lnTo>
                    <a:pt x="3417471" y="2897816"/>
                  </a:lnTo>
                  <a:lnTo>
                    <a:pt x="3489093" y="2919301"/>
                  </a:lnTo>
                  <a:lnTo>
                    <a:pt x="3560716" y="2939999"/>
                  </a:lnTo>
                  <a:lnTo>
                    <a:pt x="3632338" y="2959937"/>
                  </a:lnTo>
                  <a:lnTo>
                    <a:pt x="3703961" y="2979144"/>
                  </a:lnTo>
                  <a:lnTo>
                    <a:pt x="3775584" y="2997647"/>
                  </a:lnTo>
                  <a:lnTo>
                    <a:pt x="3847206" y="3015472"/>
                  </a:lnTo>
                  <a:lnTo>
                    <a:pt x="3918829" y="3032643"/>
                  </a:lnTo>
                  <a:lnTo>
                    <a:pt x="3990451" y="3049184"/>
                  </a:lnTo>
                  <a:lnTo>
                    <a:pt x="4062074" y="3065119"/>
                  </a:lnTo>
                  <a:lnTo>
                    <a:pt x="4133696" y="3080469"/>
                  </a:lnTo>
                  <a:lnTo>
                    <a:pt x="4205319" y="3095257"/>
                  </a:lnTo>
                  <a:lnTo>
                    <a:pt x="4276941" y="3109502"/>
                  </a:lnTo>
                  <a:lnTo>
                    <a:pt x="4348564" y="3123225"/>
                  </a:lnTo>
                  <a:lnTo>
                    <a:pt x="4420186" y="3136445"/>
                  </a:lnTo>
                  <a:lnTo>
                    <a:pt x="4491809" y="3149180"/>
                  </a:lnTo>
                  <a:lnTo>
                    <a:pt x="4563431" y="3161448"/>
                  </a:lnTo>
                  <a:lnTo>
                    <a:pt x="4635054" y="3173266"/>
                  </a:lnTo>
                  <a:lnTo>
                    <a:pt x="4706676" y="3184651"/>
                  </a:lnTo>
                  <a:lnTo>
                    <a:pt x="4778299" y="3195618"/>
                  </a:lnTo>
                  <a:lnTo>
                    <a:pt x="4849921" y="3206184"/>
                  </a:lnTo>
                  <a:lnTo>
                    <a:pt x="4921544" y="3216361"/>
                  </a:lnTo>
                  <a:lnTo>
                    <a:pt x="4993166" y="3226166"/>
                  </a:lnTo>
                  <a:lnTo>
                    <a:pt x="5064789" y="3235611"/>
                  </a:lnTo>
                  <a:lnTo>
                    <a:pt x="5136412" y="3244710"/>
                  </a:lnTo>
                  <a:lnTo>
                    <a:pt x="5208034" y="3253475"/>
                  </a:lnTo>
                  <a:lnTo>
                    <a:pt x="5279657" y="3261919"/>
                  </a:lnTo>
                  <a:lnTo>
                    <a:pt x="5351279" y="3270053"/>
                  </a:lnTo>
                  <a:lnTo>
                    <a:pt x="5422902" y="3277888"/>
                  </a:lnTo>
                  <a:lnTo>
                    <a:pt x="5494524" y="3285437"/>
                  </a:lnTo>
                  <a:lnTo>
                    <a:pt x="5566147" y="3292709"/>
                  </a:lnTo>
                  <a:lnTo>
                    <a:pt x="5637769" y="3299714"/>
                  </a:lnTo>
                  <a:lnTo>
                    <a:pt x="5709392" y="3306462"/>
                  </a:lnTo>
                  <a:lnTo>
                    <a:pt x="5781014" y="3312963"/>
                  </a:lnTo>
                  <a:lnTo>
                    <a:pt x="5852637" y="3319225"/>
                  </a:lnTo>
                  <a:lnTo>
                    <a:pt x="5924259" y="3325258"/>
                  </a:lnTo>
                  <a:lnTo>
                    <a:pt x="5995882" y="3331069"/>
                  </a:lnTo>
                  <a:lnTo>
                    <a:pt x="6067504" y="3336668"/>
                  </a:lnTo>
                  <a:lnTo>
                    <a:pt x="6139127" y="3342061"/>
                  </a:lnTo>
                  <a:lnTo>
                    <a:pt x="6210749" y="3347256"/>
                  </a:lnTo>
                  <a:lnTo>
                    <a:pt x="6282372" y="3352261"/>
                  </a:lnTo>
                  <a:lnTo>
                    <a:pt x="6353994" y="3357083"/>
                  </a:lnTo>
                  <a:lnTo>
                    <a:pt x="6425617" y="33617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3.72 (2.05-6.75)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2026-10-08T10:05:50Z</dcterms:modified>
  <cp:category/>
</cp:coreProperties>
</file>