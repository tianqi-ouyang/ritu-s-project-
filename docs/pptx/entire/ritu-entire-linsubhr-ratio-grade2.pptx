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591839"/>
              <a:ext cx="7090630" cy="2754715"/>
            </a:xfrm>
            <a:custGeom>
              <a:avLst/>
              <a:pathLst>
                <a:path w="7090630" h="2754715">
                  <a:moveTo>
                    <a:pt x="0" y="0"/>
                  </a:moveTo>
                  <a:lnTo>
                    <a:pt x="71622" y="78159"/>
                  </a:lnTo>
                  <a:lnTo>
                    <a:pt x="143245" y="154259"/>
                  </a:lnTo>
                  <a:lnTo>
                    <a:pt x="214867" y="228353"/>
                  </a:lnTo>
                  <a:lnTo>
                    <a:pt x="286490" y="300494"/>
                  </a:lnTo>
                  <a:lnTo>
                    <a:pt x="358112" y="370733"/>
                  </a:lnTo>
                  <a:lnTo>
                    <a:pt x="429735" y="439121"/>
                  </a:lnTo>
                  <a:lnTo>
                    <a:pt x="501357" y="505707"/>
                  </a:lnTo>
                  <a:lnTo>
                    <a:pt x="572980" y="570538"/>
                  </a:lnTo>
                  <a:lnTo>
                    <a:pt x="644602" y="633660"/>
                  </a:lnTo>
                  <a:lnTo>
                    <a:pt x="716225" y="695118"/>
                  </a:lnTo>
                  <a:lnTo>
                    <a:pt x="787847" y="754956"/>
                  </a:lnTo>
                  <a:lnTo>
                    <a:pt x="859470" y="813218"/>
                  </a:lnTo>
                  <a:lnTo>
                    <a:pt x="931092" y="869943"/>
                  </a:lnTo>
                  <a:lnTo>
                    <a:pt x="1002715" y="925174"/>
                  </a:lnTo>
                  <a:lnTo>
                    <a:pt x="1074337" y="978948"/>
                  </a:lnTo>
                  <a:lnTo>
                    <a:pt x="1145960" y="1031306"/>
                  </a:lnTo>
                  <a:lnTo>
                    <a:pt x="1217582" y="1082283"/>
                  </a:lnTo>
                  <a:lnTo>
                    <a:pt x="1289205" y="1131917"/>
                  </a:lnTo>
                  <a:lnTo>
                    <a:pt x="1360827" y="1180243"/>
                  </a:lnTo>
                  <a:lnTo>
                    <a:pt x="1432450" y="1227295"/>
                  </a:lnTo>
                  <a:lnTo>
                    <a:pt x="1504073" y="1273106"/>
                  </a:lnTo>
                  <a:lnTo>
                    <a:pt x="1575695" y="1317711"/>
                  </a:lnTo>
                  <a:lnTo>
                    <a:pt x="1647318" y="1361139"/>
                  </a:lnTo>
                  <a:lnTo>
                    <a:pt x="1718940" y="1403423"/>
                  </a:lnTo>
                  <a:lnTo>
                    <a:pt x="1790563" y="1444593"/>
                  </a:lnTo>
                  <a:lnTo>
                    <a:pt x="1862185" y="1484677"/>
                  </a:lnTo>
                  <a:lnTo>
                    <a:pt x="1933808" y="1523705"/>
                  </a:lnTo>
                  <a:lnTo>
                    <a:pt x="2005430" y="1561704"/>
                  </a:lnTo>
                  <a:lnTo>
                    <a:pt x="2077053" y="1598702"/>
                  </a:lnTo>
                  <a:lnTo>
                    <a:pt x="2148675" y="1634724"/>
                  </a:lnTo>
                  <a:lnTo>
                    <a:pt x="2220298" y="1669797"/>
                  </a:lnTo>
                  <a:lnTo>
                    <a:pt x="2291920" y="1703946"/>
                  </a:lnTo>
                  <a:lnTo>
                    <a:pt x="2363543" y="1737194"/>
                  </a:lnTo>
                  <a:lnTo>
                    <a:pt x="2435165" y="1769567"/>
                  </a:lnTo>
                  <a:lnTo>
                    <a:pt x="2506788" y="1801086"/>
                  </a:lnTo>
                  <a:lnTo>
                    <a:pt x="2578410" y="1831774"/>
                  </a:lnTo>
                  <a:lnTo>
                    <a:pt x="2650033" y="1861653"/>
                  </a:lnTo>
                  <a:lnTo>
                    <a:pt x="2721655" y="1890745"/>
                  </a:lnTo>
                  <a:lnTo>
                    <a:pt x="2793278" y="1919070"/>
                  </a:lnTo>
                  <a:lnTo>
                    <a:pt x="2864901" y="1946649"/>
                  </a:lnTo>
                  <a:lnTo>
                    <a:pt x="2936523" y="1973500"/>
                  </a:lnTo>
                  <a:lnTo>
                    <a:pt x="3008146" y="1999644"/>
                  </a:lnTo>
                  <a:lnTo>
                    <a:pt x="3079768" y="2025099"/>
                  </a:lnTo>
                  <a:lnTo>
                    <a:pt x="3151391" y="2049883"/>
                  </a:lnTo>
                  <a:lnTo>
                    <a:pt x="3223013" y="2074014"/>
                  </a:lnTo>
                  <a:lnTo>
                    <a:pt x="3294636" y="2097508"/>
                  </a:lnTo>
                  <a:lnTo>
                    <a:pt x="3366258" y="2120384"/>
                  </a:lnTo>
                  <a:lnTo>
                    <a:pt x="3437881" y="2139921"/>
                  </a:lnTo>
                  <a:lnTo>
                    <a:pt x="3509503" y="2152860"/>
                  </a:lnTo>
                  <a:lnTo>
                    <a:pt x="3581126" y="2165596"/>
                  </a:lnTo>
                  <a:lnTo>
                    <a:pt x="3652748" y="2178132"/>
                  </a:lnTo>
                  <a:lnTo>
                    <a:pt x="3724371" y="2190471"/>
                  </a:lnTo>
                  <a:lnTo>
                    <a:pt x="3795993" y="2202617"/>
                  </a:lnTo>
                  <a:lnTo>
                    <a:pt x="3867616" y="2214573"/>
                  </a:lnTo>
                  <a:lnTo>
                    <a:pt x="3939238" y="2226342"/>
                  </a:lnTo>
                  <a:lnTo>
                    <a:pt x="4010861" y="2237926"/>
                  </a:lnTo>
                  <a:lnTo>
                    <a:pt x="4082483" y="2249328"/>
                  </a:lnTo>
                  <a:lnTo>
                    <a:pt x="4154106" y="2260552"/>
                  </a:lnTo>
                  <a:lnTo>
                    <a:pt x="4225729" y="2271599"/>
                  </a:lnTo>
                  <a:lnTo>
                    <a:pt x="4297351" y="2282474"/>
                  </a:lnTo>
                  <a:lnTo>
                    <a:pt x="4368974" y="2293178"/>
                  </a:lnTo>
                  <a:lnTo>
                    <a:pt x="4440596" y="2303714"/>
                  </a:lnTo>
                  <a:lnTo>
                    <a:pt x="4512219" y="2314086"/>
                  </a:lnTo>
                  <a:lnTo>
                    <a:pt x="4583841" y="2324294"/>
                  </a:lnTo>
                  <a:lnTo>
                    <a:pt x="4655464" y="2334343"/>
                  </a:lnTo>
                  <a:lnTo>
                    <a:pt x="4727086" y="2344234"/>
                  </a:lnTo>
                  <a:lnTo>
                    <a:pt x="4798709" y="2353970"/>
                  </a:lnTo>
                  <a:lnTo>
                    <a:pt x="4870331" y="2363554"/>
                  </a:lnTo>
                  <a:lnTo>
                    <a:pt x="4941954" y="2372987"/>
                  </a:lnTo>
                  <a:lnTo>
                    <a:pt x="5013576" y="2382273"/>
                  </a:lnTo>
                  <a:lnTo>
                    <a:pt x="5085199" y="2391413"/>
                  </a:lnTo>
                  <a:lnTo>
                    <a:pt x="5156821" y="2400409"/>
                  </a:lnTo>
                  <a:lnTo>
                    <a:pt x="5228444" y="2409265"/>
                  </a:lnTo>
                  <a:lnTo>
                    <a:pt x="5300066" y="2417982"/>
                  </a:lnTo>
                  <a:lnTo>
                    <a:pt x="5371689" y="2426562"/>
                  </a:lnTo>
                  <a:lnTo>
                    <a:pt x="5443311" y="2435008"/>
                  </a:lnTo>
                  <a:lnTo>
                    <a:pt x="5514934" y="2443321"/>
                  </a:lnTo>
                  <a:lnTo>
                    <a:pt x="5586557" y="2451504"/>
                  </a:lnTo>
                  <a:lnTo>
                    <a:pt x="5658179" y="2459559"/>
                  </a:lnTo>
                  <a:lnTo>
                    <a:pt x="5729802" y="2467488"/>
                  </a:lnTo>
                  <a:lnTo>
                    <a:pt x="5801424" y="2475292"/>
                  </a:lnTo>
                  <a:lnTo>
                    <a:pt x="5873047" y="2482974"/>
                  </a:lnTo>
                  <a:lnTo>
                    <a:pt x="5944669" y="2490536"/>
                  </a:lnTo>
                  <a:lnTo>
                    <a:pt x="6016292" y="2497979"/>
                  </a:lnTo>
                  <a:lnTo>
                    <a:pt x="6087914" y="2505305"/>
                  </a:lnTo>
                  <a:lnTo>
                    <a:pt x="6159537" y="2512517"/>
                  </a:lnTo>
                  <a:lnTo>
                    <a:pt x="6231159" y="2519615"/>
                  </a:lnTo>
                  <a:lnTo>
                    <a:pt x="6302782" y="2526602"/>
                  </a:lnTo>
                  <a:lnTo>
                    <a:pt x="6374404" y="2533480"/>
                  </a:lnTo>
                  <a:lnTo>
                    <a:pt x="6446027" y="2540250"/>
                  </a:lnTo>
                  <a:lnTo>
                    <a:pt x="6517649" y="2546914"/>
                  </a:lnTo>
                  <a:lnTo>
                    <a:pt x="6589272" y="2553473"/>
                  </a:lnTo>
                  <a:lnTo>
                    <a:pt x="6660894" y="2559930"/>
                  </a:lnTo>
                  <a:lnTo>
                    <a:pt x="6732517" y="2566285"/>
                  </a:lnTo>
                  <a:lnTo>
                    <a:pt x="6804139" y="2572541"/>
                  </a:lnTo>
                  <a:lnTo>
                    <a:pt x="6875762" y="2578699"/>
                  </a:lnTo>
                  <a:lnTo>
                    <a:pt x="6947385" y="2584760"/>
                  </a:lnTo>
                  <a:lnTo>
                    <a:pt x="7019007" y="2590726"/>
                  </a:lnTo>
                  <a:lnTo>
                    <a:pt x="7090630" y="2596599"/>
                  </a:lnTo>
                  <a:lnTo>
                    <a:pt x="7090630" y="2754715"/>
                  </a:lnTo>
                  <a:lnTo>
                    <a:pt x="7019007" y="2749011"/>
                  </a:lnTo>
                  <a:lnTo>
                    <a:pt x="6947385" y="2743153"/>
                  </a:lnTo>
                  <a:lnTo>
                    <a:pt x="6875762" y="2737137"/>
                  </a:lnTo>
                  <a:lnTo>
                    <a:pt x="6804139" y="2730957"/>
                  </a:lnTo>
                  <a:lnTo>
                    <a:pt x="6732517" y="2724610"/>
                  </a:lnTo>
                  <a:lnTo>
                    <a:pt x="6660894" y="2718092"/>
                  </a:lnTo>
                  <a:lnTo>
                    <a:pt x="6589272" y="2711397"/>
                  </a:lnTo>
                  <a:lnTo>
                    <a:pt x="6517649" y="2704520"/>
                  </a:lnTo>
                  <a:lnTo>
                    <a:pt x="6446027" y="2697458"/>
                  </a:lnTo>
                  <a:lnTo>
                    <a:pt x="6374404" y="2690204"/>
                  </a:lnTo>
                  <a:lnTo>
                    <a:pt x="6302782" y="2682754"/>
                  </a:lnTo>
                  <a:lnTo>
                    <a:pt x="6231159" y="2675103"/>
                  </a:lnTo>
                  <a:lnTo>
                    <a:pt x="6159537" y="2667244"/>
                  </a:lnTo>
                  <a:lnTo>
                    <a:pt x="6087914" y="2659172"/>
                  </a:lnTo>
                  <a:lnTo>
                    <a:pt x="6016292" y="2650882"/>
                  </a:lnTo>
                  <a:lnTo>
                    <a:pt x="5944669" y="2642368"/>
                  </a:lnTo>
                  <a:lnTo>
                    <a:pt x="5873047" y="2633623"/>
                  </a:lnTo>
                  <a:lnTo>
                    <a:pt x="5801424" y="2624641"/>
                  </a:lnTo>
                  <a:lnTo>
                    <a:pt x="5729802" y="2615416"/>
                  </a:lnTo>
                  <a:lnTo>
                    <a:pt x="5658179" y="2605942"/>
                  </a:lnTo>
                  <a:lnTo>
                    <a:pt x="5586557" y="2596211"/>
                  </a:lnTo>
                  <a:lnTo>
                    <a:pt x="5514934" y="2586216"/>
                  </a:lnTo>
                  <a:lnTo>
                    <a:pt x="5443311" y="2575951"/>
                  </a:lnTo>
                  <a:lnTo>
                    <a:pt x="5371689" y="2565408"/>
                  </a:lnTo>
                  <a:lnTo>
                    <a:pt x="5300066" y="2554580"/>
                  </a:lnTo>
                  <a:lnTo>
                    <a:pt x="5228444" y="2543459"/>
                  </a:lnTo>
                  <a:lnTo>
                    <a:pt x="5156821" y="2532036"/>
                  </a:lnTo>
                  <a:lnTo>
                    <a:pt x="5085199" y="2520305"/>
                  </a:lnTo>
                  <a:lnTo>
                    <a:pt x="5013576" y="2508255"/>
                  </a:lnTo>
                  <a:lnTo>
                    <a:pt x="4941954" y="2495880"/>
                  </a:lnTo>
                  <a:lnTo>
                    <a:pt x="4870331" y="2483169"/>
                  </a:lnTo>
                  <a:lnTo>
                    <a:pt x="4798709" y="2470115"/>
                  </a:lnTo>
                  <a:lnTo>
                    <a:pt x="4727086" y="2456707"/>
                  </a:lnTo>
                  <a:lnTo>
                    <a:pt x="4655464" y="2442936"/>
                  </a:lnTo>
                  <a:lnTo>
                    <a:pt x="4583841" y="2428792"/>
                  </a:lnTo>
                  <a:lnTo>
                    <a:pt x="4512219" y="2414266"/>
                  </a:lnTo>
                  <a:lnTo>
                    <a:pt x="4440596" y="2399346"/>
                  </a:lnTo>
                  <a:lnTo>
                    <a:pt x="4368974" y="2384022"/>
                  </a:lnTo>
                  <a:lnTo>
                    <a:pt x="4297351" y="2368284"/>
                  </a:lnTo>
                  <a:lnTo>
                    <a:pt x="4225729" y="2352119"/>
                  </a:lnTo>
                  <a:lnTo>
                    <a:pt x="4154106" y="2335517"/>
                  </a:lnTo>
                  <a:lnTo>
                    <a:pt x="4082483" y="2318465"/>
                  </a:lnTo>
                  <a:lnTo>
                    <a:pt x="4010861" y="2300952"/>
                  </a:lnTo>
                  <a:lnTo>
                    <a:pt x="3939238" y="2282965"/>
                  </a:lnTo>
                  <a:lnTo>
                    <a:pt x="3867616" y="2264491"/>
                  </a:lnTo>
                  <a:lnTo>
                    <a:pt x="3795993" y="2245516"/>
                  </a:lnTo>
                  <a:lnTo>
                    <a:pt x="3724371" y="2226028"/>
                  </a:lnTo>
                  <a:lnTo>
                    <a:pt x="3652748" y="2206013"/>
                  </a:lnTo>
                  <a:lnTo>
                    <a:pt x="3581126" y="2185455"/>
                  </a:lnTo>
                  <a:lnTo>
                    <a:pt x="3509503" y="2164342"/>
                  </a:lnTo>
                  <a:lnTo>
                    <a:pt x="3437881" y="2142656"/>
                  </a:lnTo>
                  <a:lnTo>
                    <a:pt x="3366258" y="2126777"/>
                  </a:lnTo>
                  <a:lnTo>
                    <a:pt x="3294636" y="2113423"/>
                  </a:lnTo>
                  <a:lnTo>
                    <a:pt x="3223013" y="2099857"/>
                  </a:lnTo>
                  <a:lnTo>
                    <a:pt x="3151391" y="2086074"/>
                  </a:lnTo>
                  <a:lnTo>
                    <a:pt x="3079768" y="2072072"/>
                  </a:lnTo>
                  <a:lnTo>
                    <a:pt x="3008146" y="2057847"/>
                  </a:lnTo>
                  <a:lnTo>
                    <a:pt x="2936523" y="2043396"/>
                  </a:lnTo>
                  <a:lnTo>
                    <a:pt x="2864901" y="2028714"/>
                  </a:lnTo>
                  <a:lnTo>
                    <a:pt x="2793278" y="2013799"/>
                  </a:lnTo>
                  <a:lnTo>
                    <a:pt x="2721655" y="1998646"/>
                  </a:lnTo>
                  <a:lnTo>
                    <a:pt x="2650033" y="1983252"/>
                  </a:lnTo>
                  <a:lnTo>
                    <a:pt x="2578410" y="1967613"/>
                  </a:lnTo>
                  <a:lnTo>
                    <a:pt x="2506788" y="1951725"/>
                  </a:lnTo>
                  <a:lnTo>
                    <a:pt x="2435165" y="1935584"/>
                  </a:lnTo>
                  <a:lnTo>
                    <a:pt x="2363543" y="1919185"/>
                  </a:lnTo>
                  <a:lnTo>
                    <a:pt x="2291920" y="1902526"/>
                  </a:lnTo>
                  <a:lnTo>
                    <a:pt x="2220298" y="1885601"/>
                  </a:lnTo>
                  <a:lnTo>
                    <a:pt x="2148675" y="1868407"/>
                  </a:lnTo>
                  <a:lnTo>
                    <a:pt x="2077053" y="1850939"/>
                  </a:lnTo>
                  <a:lnTo>
                    <a:pt x="2005430" y="1833193"/>
                  </a:lnTo>
                  <a:lnTo>
                    <a:pt x="1933808" y="1815165"/>
                  </a:lnTo>
                  <a:lnTo>
                    <a:pt x="1862185" y="1796849"/>
                  </a:lnTo>
                  <a:lnTo>
                    <a:pt x="1790563" y="1778242"/>
                  </a:lnTo>
                  <a:lnTo>
                    <a:pt x="1718940" y="1759338"/>
                  </a:lnTo>
                  <a:lnTo>
                    <a:pt x="1647318" y="1740133"/>
                  </a:lnTo>
                  <a:lnTo>
                    <a:pt x="1575695" y="1720623"/>
                  </a:lnTo>
                  <a:lnTo>
                    <a:pt x="1504073" y="1700802"/>
                  </a:lnTo>
                  <a:lnTo>
                    <a:pt x="1432450" y="1680665"/>
                  </a:lnTo>
                  <a:lnTo>
                    <a:pt x="1360827" y="1660208"/>
                  </a:lnTo>
                  <a:lnTo>
                    <a:pt x="1289205" y="1639424"/>
                  </a:lnTo>
                  <a:lnTo>
                    <a:pt x="1217582" y="1618310"/>
                  </a:lnTo>
                  <a:lnTo>
                    <a:pt x="1145960" y="1596860"/>
                  </a:lnTo>
                  <a:lnTo>
                    <a:pt x="1074337" y="1575068"/>
                  </a:lnTo>
                  <a:lnTo>
                    <a:pt x="1002715" y="1552929"/>
                  </a:lnTo>
                  <a:lnTo>
                    <a:pt x="931092" y="1530438"/>
                  </a:lnTo>
                  <a:lnTo>
                    <a:pt x="859470" y="1507589"/>
                  </a:lnTo>
                  <a:lnTo>
                    <a:pt x="787847" y="1484375"/>
                  </a:lnTo>
                  <a:lnTo>
                    <a:pt x="716225" y="1460792"/>
                  </a:lnTo>
                  <a:lnTo>
                    <a:pt x="644602" y="1436834"/>
                  </a:lnTo>
                  <a:lnTo>
                    <a:pt x="572980" y="1412494"/>
                  </a:lnTo>
                  <a:lnTo>
                    <a:pt x="501357" y="1387766"/>
                  </a:lnTo>
                  <a:lnTo>
                    <a:pt x="429735" y="1362645"/>
                  </a:lnTo>
                  <a:lnTo>
                    <a:pt x="358112" y="1337124"/>
                  </a:lnTo>
                  <a:lnTo>
                    <a:pt x="286490" y="1311196"/>
                  </a:lnTo>
                  <a:lnTo>
                    <a:pt x="214867" y="1284855"/>
                  </a:lnTo>
                  <a:lnTo>
                    <a:pt x="143245" y="1258095"/>
                  </a:lnTo>
                  <a:lnTo>
                    <a:pt x="71622" y="1230909"/>
                  </a:lnTo>
                  <a:lnTo>
                    <a:pt x="0" y="120329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2591839"/>
              <a:ext cx="7090630" cy="2596599"/>
            </a:xfrm>
            <a:custGeom>
              <a:avLst/>
              <a:pathLst>
                <a:path w="7090630" h="2596599">
                  <a:moveTo>
                    <a:pt x="0" y="0"/>
                  </a:moveTo>
                  <a:lnTo>
                    <a:pt x="71622" y="78159"/>
                  </a:lnTo>
                  <a:lnTo>
                    <a:pt x="143245" y="154259"/>
                  </a:lnTo>
                  <a:lnTo>
                    <a:pt x="214867" y="228353"/>
                  </a:lnTo>
                  <a:lnTo>
                    <a:pt x="286490" y="300494"/>
                  </a:lnTo>
                  <a:lnTo>
                    <a:pt x="358112" y="370733"/>
                  </a:lnTo>
                  <a:lnTo>
                    <a:pt x="429735" y="439121"/>
                  </a:lnTo>
                  <a:lnTo>
                    <a:pt x="501357" y="505707"/>
                  </a:lnTo>
                  <a:lnTo>
                    <a:pt x="572980" y="570538"/>
                  </a:lnTo>
                  <a:lnTo>
                    <a:pt x="644602" y="633660"/>
                  </a:lnTo>
                  <a:lnTo>
                    <a:pt x="716225" y="695118"/>
                  </a:lnTo>
                  <a:lnTo>
                    <a:pt x="787847" y="754956"/>
                  </a:lnTo>
                  <a:lnTo>
                    <a:pt x="859470" y="813218"/>
                  </a:lnTo>
                  <a:lnTo>
                    <a:pt x="931092" y="869943"/>
                  </a:lnTo>
                  <a:lnTo>
                    <a:pt x="1002715" y="925174"/>
                  </a:lnTo>
                  <a:lnTo>
                    <a:pt x="1074337" y="978948"/>
                  </a:lnTo>
                  <a:lnTo>
                    <a:pt x="1145960" y="1031306"/>
                  </a:lnTo>
                  <a:lnTo>
                    <a:pt x="1217582" y="1082283"/>
                  </a:lnTo>
                  <a:lnTo>
                    <a:pt x="1289205" y="1131917"/>
                  </a:lnTo>
                  <a:lnTo>
                    <a:pt x="1360827" y="1180243"/>
                  </a:lnTo>
                  <a:lnTo>
                    <a:pt x="1432450" y="1227295"/>
                  </a:lnTo>
                  <a:lnTo>
                    <a:pt x="1504073" y="1273106"/>
                  </a:lnTo>
                  <a:lnTo>
                    <a:pt x="1575695" y="1317711"/>
                  </a:lnTo>
                  <a:lnTo>
                    <a:pt x="1647318" y="1361139"/>
                  </a:lnTo>
                  <a:lnTo>
                    <a:pt x="1718940" y="1403423"/>
                  </a:lnTo>
                  <a:lnTo>
                    <a:pt x="1790563" y="1444593"/>
                  </a:lnTo>
                  <a:lnTo>
                    <a:pt x="1862185" y="1484677"/>
                  </a:lnTo>
                  <a:lnTo>
                    <a:pt x="1933808" y="1523705"/>
                  </a:lnTo>
                  <a:lnTo>
                    <a:pt x="2005430" y="1561704"/>
                  </a:lnTo>
                  <a:lnTo>
                    <a:pt x="2077053" y="1598702"/>
                  </a:lnTo>
                  <a:lnTo>
                    <a:pt x="2148675" y="1634724"/>
                  </a:lnTo>
                  <a:lnTo>
                    <a:pt x="2220298" y="1669797"/>
                  </a:lnTo>
                  <a:lnTo>
                    <a:pt x="2291920" y="1703946"/>
                  </a:lnTo>
                  <a:lnTo>
                    <a:pt x="2363543" y="1737194"/>
                  </a:lnTo>
                  <a:lnTo>
                    <a:pt x="2435165" y="1769567"/>
                  </a:lnTo>
                  <a:lnTo>
                    <a:pt x="2506788" y="1801086"/>
                  </a:lnTo>
                  <a:lnTo>
                    <a:pt x="2578410" y="1831774"/>
                  </a:lnTo>
                  <a:lnTo>
                    <a:pt x="2650033" y="1861653"/>
                  </a:lnTo>
                  <a:lnTo>
                    <a:pt x="2721655" y="1890745"/>
                  </a:lnTo>
                  <a:lnTo>
                    <a:pt x="2793278" y="1919070"/>
                  </a:lnTo>
                  <a:lnTo>
                    <a:pt x="2864901" y="1946649"/>
                  </a:lnTo>
                  <a:lnTo>
                    <a:pt x="2936523" y="1973500"/>
                  </a:lnTo>
                  <a:lnTo>
                    <a:pt x="3008146" y="1999644"/>
                  </a:lnTo>
                  <a:lnTo>
                    <a:pt x="3079768" y="2025099"/>
                  </a:lnTo>
                  <a:lnTo>
                    <a:pt x="3151391" y="2049883"/>
                  </a:lnTo>
                  <a:lnTo>
                    <a:pt x="3223013" y="2074014"/>
                  </a:lnTo>
                  <a:lnTo>
                    <a:pt x="3294636" y="2097508"/>
                  </a:lnTo>
                  <a:lnTo>
                    <a:pt x="3366258" y="2120384"/>
                  </a:lnTo>
                  <a:lnTo>
                    <a:pt x="3437881" y="2139921"/>
                  </a:lnTo>
                  <a:lnTo>
                    <a:pt x="3509503" y="2152860"/>
                  </a:lnTo>
                  <a:lnTo>
                    <a:pt x="3581126" y="2165596"/>
                  </a:lnTo>
                  <a:lnTo>
                    <a:pt x="3652748" y="2178132"/>
                  </a:lnTo>
                  <a:lnTo>
                    <a:pt x="3724371" y="2190471"/>
                  </a:lnTo>
                  <a:lnTo>
                    <a:pt x="3795993" y="2202617"/>
                  </a:lnTo>
                  <a:lnTo>
                    <a:pt x="3867616" y="2214573"/>
                  </a:lnTo>
                  <a:lnTo>
                    <a:pt x="3939238" y="2226342"/>
                  </a:lnTo>
                  <a:lnTo>
                    <a:pt x="4010861" y="2237926"/>
                  </a:lnTo>
                  <a:lnTo>
                    <a:pt x="4082483" y="2249328"/>
                  </a:lnTo>
                  <a:lnTo>
                    <a:pt x="4154106" y="2260552"/>
                  </a:lnTo>
                  <a:lnTo>
                    <a:pt x="4225729" y="2271599"/>
                  </a:lnTo>
                  <a:lnTo>
                    <a:pt x="4297351" y="2282474"/>
                  </a:lnTo>
                  <a:lnTo>
                    <a:pt x="4368974" y="2293178"/>
                  </a:lnTo>
                  <a:lnTo>
                    <a:pt x="4440596" y="2303714"/>
                  </a:lnTo>
                  <a:lnTo>
                    <a:pt x="4512219" y="2314086"/>
                  </a:lnTo>
                  <a:lnTo>
                    <a:pt x="4583841" y="2324294"/>
                  </a:lnTo>
                  <a:lnTo>
                    <a:pt x="4655464" y="2334343"/>
                  </a:lnTo>
                  <a:lnTo>
                    <a:pt x="4727086" y="2344234"/>
                  </a:lnTo>
                  <a:lnTo>
                    <a:pt x="4798709" y="2353970"/>
                  </a:lnTo>
                  <a:lnTo>
                    <a:pt x="4870331" y="2363554"/>
                  </a:lnTo>
                  <a:lnTo>
                    <a:pt x="4941954" y="2372987"/>
                  </a:lnTo>
                  <a:lnTo>
                    <a:pt x="5013576" y="2382273"/>
                  </a:lnTo>
                  <a:lnTo>
                    <a:pt x="5085199" y="2391413"/>
                  </a:lnTo>
                  <a:lnTo>
                    <a:pt x="5156821" y="2400409"/>
                  </a:lnTo>
                  <a:lnTo>
                    <a:pt x="5228444" y="2409265"/>
                  </a:lnTo>
                  <a:lnTo>
                    <a:pt x="5300066" y="2417982"/>
                  </a:lnTo>
                  <a:lnTo>
                    <a:pt x="5371689" y="2426562"/>
                  </a:lnTo>
                  <a:lnTo>
                    <a:pt x="5443311" y="2435008"/>
                  </a:lnTo>
                  <a:lnTo>
                    <a:pt x="5514934" y="2443321"/>
                  </a:lnTo>
                  <a:lnTo>
                    <a:pt x="5586557" y="2451504"/>
                  </a:lnTo>
                  <a:lnTo>
                    <a:pt x="5658179" y="2459559"/>
                  </a:lnTo>
                  <a:lnTo>
                    <a:pt x="5729802" y="2467488"/>
                  </a:lnTo>
                  <a:lnTo>
                    <a:pt x="5801424" y="2475292"/>
                  </a:lnTo>
                  <a:lnTo>
                    <a:pt x="5873047" y="2482974"/>
                  </a:lnTo>
                  <a:lnTo>
                    <a:pt x="5944669" y="2490536"/>
                  </a:lnTo>
                  <a:lnTo>
                    <a:pt x="6016292" y="2497979"/>
                  </a:lnTo>
                  <a:lnTo>
                    <a:pt x="6087914" y="2505305"/>
                  </a:lnTo>
                  <a:lnTo>
                    <a:pt x="6159537" y="2512517"/>
                  </a:lnTo>
                  <a:lnTo>
                    <a:pt x="6231159" y="2519615"/>
                  </a:lnTo>
                  <a:lnTo>
                    <a:pt x="6302782" y="2526602"/>
                  </a:lnTo>
                  <a:lnTo>
                    <a:pt x="6374404" y="2533480"/>
                  </a:lnTo>
                  <a:lnTo>
                    <a:pt x="6446027" y="2540250"/>
                  </a:lnTo>
                  <a:lnTo>
                    <a:pt x="6517649" y="2546914"/>
                  </a:lnTo>
                  <a:lnTo>
                    <a:pt x="6589272" y="2553473"/>
                  </a:lnTo>
                  <a:lnTo>
                    <a:pt x="6660894" y="2559930"/>
                  </a:lnTo>
                  <a:lnTo>
                    <a:pt x="6732517" y="2566285"/>
                  </a:lnTo>
                  <a:lnTo>
                    <a:pt x="6804139" y="2572541"/>
                  </a:lnTo>
                  <a:lnTo>
                    <a:pt x="6875762" y="2578699"/>
                  </a:lnTo>
                  <a:lnTo>
                    <a:pt x="6947385" y="2584760"/>
                  </a:lnTo>
                  <a:lnTo>
                    <a:pt x="7019007" y="2590726"/>
                  </a:lnTo>
                  <a:lnTo>
                    <a:pt x="7090630" y="259659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3795130"/>
              <a:ext cx="7090630" cy="1551424"/>
            </a:xfrm>
            <a:custGeom>
              <a:avLst/>
              <a:pathLst>
                <a:path w="7090630" h="1551424">
                  <a:moveTo>
                    <a:pt x="7090630" y="1551424"/>
                  </a:moveTo>
                  <a:lnTo>
                    <a:pt x="7019007" y="1545721"/>
                  </a:lnTo>
                  <a:lnTo>
                    <a:pt x="6947385" y="1539863"/>
                  </a:lnTo>
                  <a:lnTo>
                    <a:pt x="6875762" y="1533846"/>
                  </a:lnTo>
                  <a:lnTo>
                    <a:pt x="6804139" y="1527666"/>
                  </a:lnTo>
                  <a:lnTo>
                    <a:pt x="6732517" y="1521320"/>
                  </a:lnTo>
                  <a:lnTo>
                    <a:pt x="6660894" y="1514801"/>
                  </a:lnTo>
                  <a:lnTo>
                    <a:pt x="6589272" y="1508106"/>
                  </a:lnTo>
                  <a:lnTo>
                    <a:pt x="6517649" y="1501230"/>
                  </a:lnTo>
                  <a:lnTo>
                    <a:pt x="6446027" y="1494167"/>
                  </a:lnTo>
                  <a:lnTo>
                    <a:pt x="6374404" y="1486914"/>
                  </a:lnTo>
                  <a:lnTo>
                    <a:pt x="6302782" y="1479464"/>
                  </a:lnTo>
                  <a:lnTo>
                    <a:pt x="6231159" y="1471812"/>
                  </a:lnTo>
                  <a:lnTo>
                    <a:pt x="6159537" y="1463953"/>
                  </a:lnTo>
                  <a:lnTo>
                    <a:pt x="6087914" y="1455882"/>
                  </a:lnTo>
                  <a:lnTo>
                    <a:pt x="6016292" y="1447592"/>
                  </a:lnTo>
                  <a:lnTo>
                    <a:pt x="5944669" y="1439077"/>
                  </a:lnTo>
                  <a:lnTo>
                    <a:pt x="5873047" y="1430332"/>
                  </a:lnTo>
                  <a:lnTo>
                    <a:pt x="5801424" y="1421350"/>
                  </a:lnTo>
                  <a:lnTo>
                    <a:pt x="5729802" y="1412126"/>
                  </a:lnTo>
                  <a:lnTo>
                    <a:pt x="5658179" y="1402651"/>
                  </a:lnTo>
                  <a:lnTo>
                    <a:pt x="5586557" y="1392920"/>
                  </a:lnTo>
                  <a:lnTo>
                    <a:pt x="5514934" y="1382926"/>
                  </a:lnTo>
                  <a:lnTo>
                    <a:pt x="5443311" y="1372661"/>
                  </a:lnTo>
                  <a:lnTo>
                    <a:pt x="5371689" y="1362118"/>
                  </a:lnTo>
                  <a:lnTo>
                    <a:pt x="5300066" y="1351289"/>
                  </a:lnTo>
                  <a:lnTo>
                    <a:pt x="5228444" y="1340168"/>
                  </a:lnTo>
                  <a:lnTo>
                    <a:pt x="5156821" y="1328746"/>
                  </a:lnTo>
                  <a:lnTo>
                    <a:pt x="5085199" y="1317014"/>
                  </a:lnTo>
                  <a:lnTo>
                    <a:pt x="5013576" y="1304965"/>
                  </a:lnTo>
                  <a:lnTo>
                    <a:pt x="4941954" y="1292589"/>
                  </a:lnTo>
                  <a:lnTo>
                    <a:pt x="4870331" y="1279879"/>
                  </a:lnTo>
                  <a:lnTo>
                    <a:pt x="4798709" y="1266824"/>
                  </a:lnTo>
                  <a:lnTo>
                    <a:pt x="4727086" y="1253416"/>
                  </a:lnTo>
                  <a:lnTo>
                    <a:pt x="4655464" y="1239645"/>
                  </a:lnTo>
                  <a:lnTo>
                    <a:pt x="4583841" y="1225502"/>
                  </a:lnTo>
                  <a:lnTo>
                    <a:pt x="4512219" y="1210975"/>
                  </a:lnTo>
                  <a:lnTo>
                    <a:pt x="4440596" y="1196055"/>
                  </a:lnTo>
                  <a:lnTo>
                    <a:pt x="4368974" y="1180731"/>
                  </a:lnTo>
                  <a:lnTo>
                    <a:pt x="4297351" y="1164993"/>
                  </a:lnTo>
                  <a:lnTo>
                    <a:pt x="4225729" y="1148828"/>
                  </a:lnTo>
                  <a:lnTo>
                    <a:pt x="4154106" y="1132226"/>
                  </a:lnTo>
                  <a:lnTo>
                    <a:pt x="4082483" y="1115175"/>
                  </a:lnTo>
                  <a:lnTo>
                    <a:pt x="4010861" y="1097661"/>
                  </a:lnTo>
                  <a:lnTo>
                    <a:pt x="3939238" y="1079674"/>
                  </a:lnTo>
                  <a:lnTo>
                    <a:pt x="3867616" y="1061200"/>
                  </a:lnTo>
                  <a:lnTo>
                    <a:pt x="3795993" y="1042225"/>
                  </a:lnTo>
                  <a:lnTo>
                    <a:pt x="3724371" y="1022738"/>
                  </a:lnTo>
                  <a:lnTo>
                    <a:pt x="3652748" y="1002722"/>
                  </a:lnTo>
                  <a:lnTo>
                    <a:pt x="3581126" y="982165"/>
                  </a:lnTo>
                  <a:lnTo>
                    <a:pt x="3509503" y="961051"/>
                  </a:lnTo>
                  <a:lnTo>
                    <a:pt x="3437881" y="939365"/>
                  </a:lnTo>
                  <a:lnTo>
                    <a:pt x="3366258" y="923486"/>
                  </a:lnTo>
                  <a:lnTo>
                    <a:pt x="3294636" y="910132"/>
                  </a:lnTo>
                  <a:lnTo>
                    <a:pt x="3223013" y="896566"/>
                  </a:lnTo>
                  <a:lnTo>
                    <a:pt x="3151391" y="882783"/>
                  </a:lnTo>
                  <a:lnTo>
                    <a:pt x="3079768" y="868781"/>
                  </a:lnTo>
                  <a:lnTo>
                    <a:pt x="3008146" y="854557"/>
                  </a:lnTo>
                  <a:lnTo>
                    <a:pt x="2936523" y="840105"/>
                  </a:lnTo>
                  <a:lnTo>
                    <a:pt x="2864901" y="825424"/>
                  </a:lnTo>
                  <a:lnTo>
                    <a:pt x="2793278" y="810508"/>
                  </a:lnTo>
                  <a:lnTo>
                    <a:pt x="2721655" y="795356"/>
                  </a:lnTo>
                  <a:lnTo>
                    <a:pt x="2650033" y="779961"/>
                  </a:lnTo>
                  <a:lnTo>
                    <a:pt x="2578410" y="764322"/>
                  </a:lnTo>
                  <a:lnTo>
                    <a:pt x="2506788" y="748434"/>
                  </a:lnTo>
                  <a:lnTo>
                    <a:pt x="2435165" y="732293"/>
                  </a:lnTo>
                  <a:lnTo>
                    <a:pt x="2363543" y="715895"/>
                  </a:lnTo>
                  <a:lnTo>
                    <a:pt x="2291920" y="699235"/>
                  </a:lnTo>
                  <a:lnTo>
                    <a:pt x="2220298" y="682311"/>
                  </a:lnTo>
                  <a:lnTo>
                    <a:pt x="2148675" y="665116"/>
                  </a:lnTo>
                  <a:lnTo>
                    <a:pt x="2077053" y="647649"/>
                  </a:lnTo>
                  <a:lnTo>
                    <a:pt x="2005430" y="629903"/>
                  </a:lnTo>
                  <a:lnTo>
                    <a:pt x="1933808" y="611874"/>
                  </a:lnTo>
                  <a:lnTo>
                    <a:pt x="1862185" y="593558"/>
                  </a:lnTo>
                  <a:lnTo>
                    <a:pt x="1790563" y="574951"/>
                  </a:lnTo>
                  <a:lnTo>
                    <a:pt x="1718940" y="556047"/>
                  </a:lnTo>
                  <a:lnTo>
                    <a:pt x="1647318" y="536843"/>
                  </a:lnTo>
                  <a:lnTo>
                    <a:pt x="1575695" y="517332"/>
                  </a:lnTo>
                  <a:lnTo>
                    <a:pt x="1504073" y="497511"/>
                  </a:lnTo>
                  <a:lnTo>
                    <a:pt x="1432450" y="477374"/>
                  </a:lnTo>
                  <a:lnTo>
                    <a:pt x="1360827" y="456917"/>
                  </a:lnTo>
                  <a:lnTo>
                    <a:pt x="1289205" y="436134"/>
                  </a:lnTo>
                  <a:lnTo>
                    <a:pt x="1217582" y="415020"/>
                  </a:lnTo>
                  <a:lnTo>
                    <a:pt x="1145960" y="393569"/>
                  </a:lnTo>
                  <a:lnTo>
                    <a:pt x="1074337" y="371777"/>
                  </a:lnTo>
                  <a:lnTo>
                    <a:pt x="1002715" y="349639"/>
                  </a:lnTo>
                  <a:lnTo>
                    <a:pt x="931092" y="327147"/>
                  </a:lnTo>
                  <a:lnTo>
                    <a:pt x="859470" y="304298"/>
                  </a:lnTo>
                  <a:lnTo>
                    <a:pt x="787847" y="281084"/>
                  </a:lnTo>
                  <a:lnTo>
                    <a:pt x="716225" y="257501"/>
                  </a:lnTo>
                  <a:lnTo>
                    <a:pt x="644602" y="233543"/>
                  </a:lnTo>
                  <a:lnTo>
                    <a:pt x="572980" y="209203"/>
                  </a:lnTo>
                  <a:lnTo>
                    <a:pt x="501357" y="184475"/>
                  </a:lnTo>
                  <a:lnTo>
                    <a:pt x="429735" y="159354"/>
                  </a:lnTo>
                  <a:lnTo>
                    <a:pt x="358112" y="133833"/>
                  </a:lnTo>
                  <a:lnTo>
                    <a:pt x="286490" y="107905"/>
                  </a:lnTo>
                  <a:lnTo>
                    <a:pt x="214867" y="81565"/>
                  </a:lnTo>
                  <a:lnTo>
                    <a:pt x="143245" y="54805"/>
                  </a:lnTo>
                  <a:lnTo>
                    <a:pt x="71622" y="2761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271334"/>
              <a:ext cx="7090630" cy="2007156"/>
            </a:xfrm>
            <a:custGeom>
              <a:avLst/>
              <a:pathLst>
                <a:path w="7090630" h="2007156">
                  <a:moveTo>
                    <a:pt x="0" y="0"/>
                  </a:moveTo>
                  <a:lnTo>
                    <a:pt x="71622" y="48072"/>
                  </a:lnTo>
                  <a:lnTo>
                    <a:pt x="143245" y="95134"/>
                  </a:lnTo>
                  <a:lnTo>
                    <a:pt x="214867" y="141206"/>
                  </a:lnTo>
                  <a:lnTo>
                    <a:pt x="286490" y="186309"/>
                  </a:lnTo>
                  <a:lnTo>
                    <a:pt x="358112" y="230464"/>
                  </a:lnTo>
                  <a:lnTo>
                    <a:pt x="429735" y="273690"/>
                  </a:lnTo>
                  <a:lnTo>
                    <a:pt x="501357" y="316007"/>
                  </a:lnTo>
                  <a:lnTo>
                    <a:pt x="572980" y="357435"/>
                  </a:lnTo>
                  <a:lnTo>
                    <a:pt x="644602" y="397990"/>
                  </a:lnTo>
                  <a:lnTo>
                    <a:pt x="716225" y="437694"/>
                  </a:lnTo>
                  <a:lnTo>
                    <a:pt x="787847" y="476562"/>
                  </a:lnTo>
                  <a:lnTo>
                    <a:pt x="859470" y="514612"/>
                  </a:lnTo>
                  <a:lnTo>
                    <a:pt x="931092" y="551863"/>
                  </a:lnTo>
                  <a:lnTo>
                    <a:pt x="1002715" y="588330"/>
                  </a:lnTo>
                  <a:lnTo>
                    <a:pt x="1074337" y="624030"/>
                  </a:lnTo>
                  <a:lnTo>
                    <a:pt x="1145960" y="658980"/>
                  </a:lnTo>
                  <a:lnTo>
                    <a:pt x="1217582" y="693194"/>
                  </a:lnTo>
                  <a:lnTo>
                    <a:pt x="1289205" y="726689"/>
                  </a:lnTo>
                  <a:lnTo>
                    <a:pt x="1360827" y="759479"/>
                  </a:lnTo>
                  <a:lnTo>
                    <a:pt x="1432450" y="791580"/>
                  </a:lnTo>
                  <a:lnTo>
                    <a:pt x="1504073" y="823006"/>
                  </a:lnTo>
                  <a:lnTo>
                    <a:pt x="1575695" y="853771"/>
                  </a:lnTo>
                  <a:lnTo>
                    <a:pt x="1647318" y="883889"/>
                  </a:lnTo>
                  <a:lnTo>
                    <a:pt x="1718940" y="913374"/>
                  </a:lnTo>
                  <a:lnTo>
                    <a:pt x="1790563" y="942238"/>
                  </a:lnTo>
                  <a:lnTo>
                    <a:pt x="1862185" y="970496"/>
                  </a:lnTo>
                  <a:lnTo>
                    <a:pt x="1933808" y="998159"/>
                  </a:lnTo>
                  <a:lnTo>
                    <a:pt x="2005430" y="1025241"/>
                  </a:lnTo>
                  <a:lnTo>
                    <a:pt x="2077053" y="1051753"/>
                  </a:lnTo>
                  <a:lnTo>
                    <a:pt x="2148675" y="1077707"/>
                  </a:lnTo>
                  <a:lnTo>
                    <a:pt x="2220298" y="1103116"/>
                  </a:lnTo>
                  <a:lnTo>
                    <a:pt x="2291920" y="1127990"/>
                  </a:lnTo>
                  <a:lnTo>
                    <a:pt x="2363543" y="1152341"/>
                  </a:lnTo>
                  <a:lnTo>
                    <a:pt x="2435165" y="1176180"/>
                  </a:lnTo>
                  <a:lnTo>
                    <a:pt x="2506788" y="1199518"/>
                  </a:lnTo>
                  <a:lnTo>
                    <a:pt x="2578410" y="1222365"/>
                  </a:lnTo>
                  <a:lnTo>
                    <a:pt x="2650033" y="1244731"/>
                  </a:lnTo>
                  <a:lnTo>
                    <a:pt x="2721655" y="1266627"/>
                  </a:lnTo>
                  <a:lnTo>
                    <a:pt x="2793278" y="1288063"/>
                  </a:lnTo>
                  <a:lnTo>
                    <a:pt x="2864901" y="1309048"/>
                  </a:lnTo>
                  <a:lnTo>
                    <a:pt x="2936523" y="1329591"/>
                  </a:lnTo>
                  <a:lnTo>
                    <a:pt x="3008146" y="1349703"/>
                  </a:lnTo>
                  <a:lnTo>
                    <a:pt x="3079768" y="1369391"/>
                  </a:lnTo>
                  <a:lnTo>
                    <a:pt x="3151391" y="1388666"/>
                  </a:lnTo>
                  <a:lnTo>
                    <a:pt x="3223013" y="1407535"/>
                  </a:lnTo>
                  <a:lnTo>
                    <a:pt x="3294636" y="1426007"/>
                  </a:lnTo>
                  <a:lnTo>
                    <a:pt x="3366258" y="1444091"/>
                  </a:lnTo>
                  <a:lnTo>
                    <a:pt x="3437881" y="1461795"/>
                  </a:lnTo>
                  <a:lnTo>
                    <a:pt x="3509503" y="1479126"/>
                  </a:lnTo>
                  <a:lnTo>
                    <a:pt x="3581126" y="1496093"/>
                  </a:lnTo>
                  <a:lnTo>
                    <a:pt x="3652748" y="1512703"/>
                  </a:lnTo>
                  <a:lnTo>
                    <a:pt x="3724371" y="1528963"/>
                  </a:lnTo>
                  <a:lnTo>
                    <a:pt x="3795993" y="1544882"/>
                  </a:lnTo>
                  <a:lnTo>
                    <a:pt x="3867616" y="1560466"/>
                  </a:lnTo>
                  <a:lnTo>
                    <a:pt x="3939238" y="1575722"/>
                  </a:lnTo>
                  <a:lnTo>
                    <a:pt x="4010861" y="1590657"/>
                  </a:lnTo>
                  <a:lnTo>
                    <a:pt x="4082483" y="1605279"/>
                  </a:lnTo>
                  <a:lnTo>
                    <a:pt x="4154106" y="1619592"/>
                  </a:lnTo>
                  <a:lnTo>
                    <a:pt x="4225729" y="1633605"/>
                  </a:lnTo>
                  <a:lnTo>
                    <a:pt x="4297351" y="1647323"/>
                  </a:lnTo>
                  <a:lnTo>
                    <a:pt x="4368974" y="1660753"/>
                  </a:lnTo>
                  <a:lnTo>
                    <a:pt x="4440596" y="1673900"/>
                  </a:lnTo>
                  <a:lnTo>
                    <a:pt x="4512219" y="1686771"/>
                  </a:lnTo>
                  <a:lnTo>
                    <a:pt x="4583841" y="1699371"/>
                  </a:lnTo>
                  <a:lnTo>
                    <a:pt x="4655464" y="1711706"/>
                  </a:lnTo>
                  <a:lnTo>
                    <a:pt x="4727086" y="1723781"/>
                  </a:lnTo>
                  <a:lnTo>
                    <a:pt x="4798709" y="1735603"/>
                  </a:lnTo>
                  <a:lnTo>
                    <a:pt x="4870331" y="1747176"/>
                  </a:lnTo>
                  <a:lnTo>
                    <a:pt x="4941954" y="1758506"/>
                  </a:lnTo>
                  <a:lnTo>
                    <a:pt x="5013576" y="1769597"/>
                  </a:lnTo>
                  <a:lnTo>
                    <a:pt x="5085199" y="1780455"/>
                  </a:lnTo>
                  <a:lnTo>
                    <a:pt x="5156821" y="1791085"/>
                  </a:lnTo>
                  <a:lnTo>
                    <a:pt x="5228444" y="1801491"/>
                  </a:lnTo>
                  <a:lnTo>
                    <a:pt x="5300066" y="1811679"/>
                  </a:lnTo>
                  <a:lnTo>
                    <a:pt x="5371689" y="1821652"/>
                  </a:lnTo>
                  <a:lnTo>
                    <a:pt x="5443311" y="1831415"/>
                  </a:lnTo>
                  <a:lnTo>
                    <a:pt x="5514934" y="1840973"/>
                  </a:lnTo>
                  <a:lnTo>
                    <a:pt x="5586557" y="1850331"/>
                  </a:lnTo>
                  <a:lnTo>
                    <a:pt x="5658179" y="1859491"/>
                  </a:lnTo>
                  <a:lnTo>
                    <a:pt x="5729802" y="1868459"/>
                  </a:lnTo>
                  <a:lnTo>
                    <a:pt x="5801424" y="1877238"/>
                  </a:lnTo>
                  <a:lnTo>
                    <a:pt x="5873047" y="1885832"/>
                  </a:lnTo>
                  <a:lnTo>
                    <a:pt x="5944669" y="1894246"/>
                  </a:lnTo>
                  <a:lnTo>
                    <a:pt x="6016292" y="1902483"/>
                  </a:lnTo>
                  <a:lnTo>
                    <a:pt x="6087914" y="1910546"/>
                  </a:lnTo>
                  <a:lnTo>
                    <a:pt x="6159537" y="1918440"/>
                  </a:lnTo>
                  <a:lnTo>
                    <a:pt x="6231159" y="1926168"/>
                  </a:lnTo>
                  <a:lnTo>
                    <a:pt x="6302782" y="1933734"/>
                  </a:lnTo>
                  <a:lnTo>
                    <a:pt x="6374404" y="1941140"/>
                  </a:lnTo>
                  <a:lnTo>
                    <a:pt x="6446027" y="1948391"/>
                  </a:lnTo>
                  <a:lnTo>
                    <a:pt x="6517649" y="1955489"/>
                  </a:lnTo>
                  <a:lnTo>
                    <a:pt x="6589272" y="1962438"/>
                  </a:lnTo>
                  <a:lnTo>
                    <a:pt x="6660894" y="1969240"/>
                  </a:lnTo>
                  <a:lnTo>
                    <a:pt x="6732517" y="1975900"/>
                  </a:lnTo>
                  <a:lnTo>
                    <a:pt x="6804139" y="1982420"/>
                  </a:lnTo>
                  <a:lnTo>
                    <a:pt x="6875762" y="1988802"/>
                  </a:lnTo>
                  <a:lnTo>
                    <a:pt x="6947385" y="1995050"/>
                  </a:lnTo>
                  <a:lnTo>
                    <a:pt x="7019007" y="2001167"/>
                  </a:lnTo>
                  <a:lnTo>
                    <a:pt x="7090630" y="200715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1.29 (1.21-1.38), p_Bonf = &lt;0.001 (n = 6)  |  per IQR decline (Δ = 29.3 %): 2.11 (1.74-2.56)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1806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2026-10-09T15:05:21Z</dcterms:modified>
  <cp:category/>
</cp:coreProperties>
</file>