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0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63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355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08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767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493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218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1"/>
            </a:xfrm>
            <a:custGeom>
              <a:avLst/>
              <a:pathLst>
                <a:path w="6892870" h="1008861">
                  <a:moveTo>
                    <a:pt x="0" y="1008861"/>
                  </a:moveTo>
                  <a:lnTo>
                    <a:pt x="1818951" y="1008861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5"/>
            </a:xfrm>
            <a:custGeom>
              <a:avLst/>
              <a:pathLst>
                <a:path w="6892870" h="2141795">
                  <a:moveTo>
                    <a:pt x="0" y="2141795"/>
                  </a:moveTo>
                  <a:lnTo>
                    <a:pt x="1818951" y="2141795"/>
                  </a:lnTo>
                  <a:lnTo>
                    <a:pt x="1818951" y="1832354"/>
                  </a:lnTo>
                  <a:lnTo>
                    <a:pt x="2584826" y="1832354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8"/>
                  </a:lnTo>
                  <a:lnTo>
                    <a:pt x="4020841" y="1212178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2"/>
                  </a:lnTo>
                  <a:lnTo>
                    <a:pt x="6892870" y="30696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762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1488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5213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2026-10-09T11:57:57Z</dcterms:modified>
  <cp:category/>
</cp:coreProperties>
</file>