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63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2824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6012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89200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230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4418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7606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2"/>
            </a:xfrm>
            <a:custGeom>
              <a:avLst/>
              <a:pathLst>
                <a:path w="6892870" h="1008862">
                  <a:moveTo>
                    <a:pt x="0" y="1008862"/>
                  </a:moveTo>
                  <a:lnTo>
                    <a:pt x="1818951" y="1008862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4"/>
            </a:xfrm>
            <a:custGeom>
              <a:avLst/>
              <a:pathLst>
                <a:path w="6892870" h="2141794">
                  <a:moveTo>
                    <a:pt x="0" y="2141794"/>
                  </a:moveTo>
                  <a:lnTo>
                    <a:pt x="1818951" y="2141794"/>
                  </a:lnTo>
                  <a:lnTo>
                    <a:pt x="1818951" y="1832353"/>
                  </a:lnTo>
                  <a:lnTo>
                    <a:pt x="2584826" y="1832353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7"/>
                  </a:lnTo>
                  <a:lnTo>
                    <a:pt x="4020841" y="1212177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1"/>
                  </a:lnTo>
                  <a:lnTo>
                    <a:pt x="6892870" y="30696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22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0413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3601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2026-08-19T20:19:21Z</dcterms:modified>
  <cp:category/>
</cp:coreProperties>
</file>