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35053" y="5199049"/>
              <a:ext cx="7582157" cy="0"/>
            </a:xfrm>
            <a:custGeom>
              <a:avLst/>
              <a:pathLst>
                <a:path w="7582157" h="0">
                  <a:moveTo>
                    <a:pt x="0" y="0"/>
                  </a:moveTo>
                  <a:lnTo>
                    <a:pt x="7582157" y="0"/>
                  </a:lnTo>
                  <a:lnTo>
                    <a:pt x="75821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35053" y="4436303"/>
              <a:ext cx="7582157" cy="0"/>
            </a:xfrm>
            <a:custGeom>
              <a:avLst/>
              <a:pathLst>
                <a:path w="7582157" h="0">
                  <a:moveTo>
                    <a:pt x="0" y="0"/>
                  </a:moveTo>
                  <a:lnTo>
                    <a:pt x="7582157" y="0"/>
                  </a:lnTo>
                  <a:lnTo>
                    <a:pt x="75821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35053" y="3673557"/>
              <a:ext cx="7582157" cy="0"/>
            </a:xfrm>
            <a:custGeom>
              <a:avLst/>
              <a:pathLst>
                <a:path w="7582157" h="0">
                  <a:moveTo>
                    <a:pt x="0" y="0"/>
                  </a:moveTo>
                  <a:lnTo>
                    <a:pt x="7582157" y="0"/>
                  </a:lnTo>
                  <a:lnTo>
                    <a:pt x="75821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35053" y="2910812"/>
              <a:ext cx="7582157" cy="0"/>
            </a:xfrm>
            <a:custGeom>
              <a:avLst/>
              <a:pathLst>
                <a:path w="7582157" h="0">
                  <a:moveTo>
                    <a:pt x="0" y="0"/>
                  </a:moveTo>
                  <a:lnTo>
                    <a:pt x="7582157" y="0"/>
                  </a:lnTo>
                  <a:lnTo>
                    <a:pt x="75821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88228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10291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17600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3228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35053" y="5580422"/>
              <a:ext cx="7582157" cy="0"/>
            </a:xfrm>
            <a:custGeom>
              <a:avLst/>
              <a:pathLst>
                <a:path w="7582157" h="0">
                  <a:moveTo>
                    <a:pt x="0" y="0"/>
                  </a:moveTo>
                  <a:lnTo>
                    <a:pt x="7582157" y="0"/>
                  </a:lnTo>
                  <a:lnTo>
                    <a:pt x="75821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035053" y="4817676"/>
              <a:ext cx="7582157" cy="0"/>
            </a:xfrm>
            <a:custGeom>
              <a:avLst/>
              <a:pathLst>
                <a:path w="7582157" h="0">
                  <a:moveTo>
                    <a:pt x="0" y="0"/>
                  </a:moveTo>
                  <a:lnTo>
                    <a:pt x="7582157" y="0"/>
                  </a:lnTo>
                  <a:lnTo>
                    <a:pt x="75821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035053" y="4054930"/>
              <a:ext cx="7582157" cy="0"/>
            </a:xfrm>
            <a:custGeom>
              <a:avLst/>
              <a:pathLst>
                <a:path w="7582157" h="0">
                  <a:moveTo>
                    <a:pt x="0" y="0"/>
                  </a:moveTo>
                  <a:lnTo>
                    <a:pt x="7582157" y="0"/>
                  </a:lnTo>
                  <a:lnTo>
                    <a:pt x="75821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35053" y="3292185"/>
              <a:ext cx="7582157" cy="0"/>
            </a:xfrm>
            <a:custGeom>
              <a:avLst/>
              <a:pathLst>
                <a:path w="7582157" h="0">
                  <a:moveTo>
                    <a:pt x="0" y="0"/>
                  </a:moveTo>
                  <a:lnTo>
                    <a:pt x="7582157" y="0"/>
                  </a:lnTo>
                  <a:lnTo>
                    <a:pt x="75821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45571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06025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97494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889630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379697" y="4323273"/>
              <a:ext cx="6892870" cy="1008861"/>
            </a:xfrm>
            <a:custGeom>
              <a:avLst/>
              <a:pathLst>
                <a:path w="6892870" h="1008861">
                  <a:moveTo>
                    <a:pt x="0" y="1008861"/>
                  </a:moveTo>
                  <a:lnTo>
                    <a:pt x="1818951" y="1008861"/>
                  </a:lnTo>
                  <a:lnTo>
                    <a:pt x="1818951" y="871691"/>
                  </a:lnTo>
                  <a:lnTo>
                    <a:pt x="2584826" y="871691"/>
                  </a:lnTo>
                  <a:lnTo>
                    <a:pt x="2584826" y="734495"/>
                  </a:lnTo>
                  <a:lnTo>
                    <a:pt x="3829372" y="734495"/>
                  </a:lnTo>
                  <a:lnTo>
                    <a:pt x="3829372" y="588230"/>
                  </a:lnTo>
                  <a:lnTo>
                    <a:pt x="4020841" y="588230"/>
                  </a:lnTo>
                  <a:lnTo>
                    <a:pt x="4020841" y="442980"/>
                  </a:lnTo>
                  <a:lnTo>
                    <a:pt x="4595246" y="442980"/>
                  </a:lnTo>
                  <a:lnTo>
                    <a:pt x="4595246" y="297043"/>
                  </a:lnTo>
                  <a:lnTo>
                    <a:pt x="6701401" y="297043"/>
                  </a:lnTo>
                  <a:lnTo>
                    <a:pt x="6701401" y="153337"/>
                  </a:lnTo>
                  <a:lnTo>
                    <a:pt x="6892870" y="153337"/>
                  </a:lnTo>
                  <a:lnTo>
                    <a:pt x="6892870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379697" y="2861938"/>
              <a:ext cx="6892870" cy="2141795"/>
            </a:xfrm>
            <a:custGeom>
              <a:avLst/>
              <a:pathLst>
                <a:path w="6892870" h="2141795">
                  <a:moveTo>
                    <a:pt x="0" y="2141795"/>
                  </a:moveTo>
                  <a:lnTo>
                    <a:pt x="1818951" y="2141795"/>
                  </a:lnTo>
                  <a:lnTo>
                    <a:pt x="1818951" y="1832354"/>
                  </a:lnTo>
                  <a:lnTo>
                    <a:pt x="2584826" y="1832354"/>
                  </a:lnTo>
                  <a:lnTo>
                    <a:pt x="2584826" y="1529033"/>
                  </a:lnTo>
                  <a:lnTo>
                    <a:pt x="3829372" y="1529033"/>
                  </a:lnTo>
                  <a:lnTo>
                    <a:pt x="3829372" y="1212178"/>
                  </a:lnTo>
                  <a:lnTo>
                    <a:pt x="4020841" y="1212178"/>
                  </a:lnTo>
                  <a:lnTo>
                    <a:pt x="4020841" y="903887"/>
                  </a:lnTo>
                  <a:lnTo>
                    <a:pt x="4595246" y="903887"/>
                  </a:lnTo>
                  <a:lnTo>
                    <a:pt x="4595246" y="600243"/>
                  </a:lnTo>
                  <a:lnTo>
                    <a:pt x="6701401" y="600243"/>
                  </a:lnTo>
                  <a:lnTo>
                    <a:pt x="6701401" y="306962"/>
                  </a:lnTo>
                  <a:lnTo>
                    <a:pt x="6892870" y="306962"/>
                  </a:lnTo>
                  <a:lnTo>
                    <a:pt x="6892870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tx22"/>
            <p:cNvSpPr/>
            <p:nvPr/>
          </p:nvSpPr>
          <p:spPr>
            <a:xfrm>
              <a:off x="692708" y="5540371"/>
              <a:ext cx="27971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92708" y="4777625"/>
              <a:ext cx="27971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0.025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92708" y="4014880"/>
              <a:ext cx="27971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0.050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692708" y="3252134"/>
              <a:ext cx="27971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0.075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0833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39980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591276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82745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80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4228251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1" name="tx31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2" name="pl32"/>
            <p:cNvSpPr/>
            <p:nvPr/>
          </p:nvSpPr>
          <p:spPr>
            <a:xfrm>
              <a:off x="3609655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850228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3876754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5117327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1035053" y="1896563"/>
              <a:ext cx="3984498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2.37 (95% CI 0.31-18.12), p = 0.407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1035053" y="1669789"/>
              <a:ext cx="20393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2026-10-09T15:12:28Z</dcterms:modified>
  <cp:category/>
</cp:coreProperties>
</file>