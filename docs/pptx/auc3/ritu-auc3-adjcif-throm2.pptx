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636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2824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6012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89200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822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029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17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22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230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4418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7606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455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0602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9749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8896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323273"/>
              <a:ext cx="6892870" cy="1008862"/>
            </a:xfrm>
            <a:custGeom>
              <a:avLst/>
              <a:pathLst>
                <a:path w="6892870" h="1008862">
                  <a:moveTo>
                    <a:pt x="0" y="1008862"/>
                  </a:moveTo>
                  <a:lnTo>
                    <a:pt x="1818951" y="1008862"/>
                  </a:lnTo>
                  <a:lnTo>
                    <a:pt x="1818951" y="871691"/>
                  </a:lnTo>
                  <a:lnTo>
                    <a:pt x="2584826" y="871691"/>
                  </a:lnTo>
                  <a:lnTo>
                    <a:pt x="2584826" y="734495"/>
                  </a:lnTo>
                  <a:lnTo>
                    <a:pt x="3829372" y="734495"/>
                  </a:lnTo>
                  <a:lnTo>
                    <a:pt x="3829372" y="588230"/>
                  </a:lnTo>
                  <a:lnTo>
                    <a:pt x="4020841" y="588230"/>
                  </a:lnTo>
                  <a:lnTo>
                    <a:pt x="4020841" y="442980"/>
                  </a:lnTo>
                  <a:lnTo>
                    <a:pt x="4595246" y="442980"/>
                  </a:lnTo>
                  <a:lnTo>
                    <a:pt x="4595246" y="297043"/>
                  </a:lnTo>
                  <a:lnTo>
                    <a:pt x="6701401" y="297043"/>
                  </a:lnTo>
                  <a:lnTo>
                    <a:pt x="6701401" y="153337"/>
                  </a:lnTo>
                  <a:lnTo>
                    <a:pt x="6892870" y="153337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141794"/>
            </a:xfrm>
            <a:custGeom>
              <a:avLst/>
              <a:pathLst>
                <a:path w="6892870" h="2141794">
                  <a:moveTo>
                    <a:pt x="0" y="2141794"/>
                  </a:moveTo>
                  <a:lnTo>
                    <a:pt x="1818951" y="2141794"/>
                  </a:lnTo>
                  <a:lnTo>
                    <a:pt x="1818951" y="1832353"/>
                  </a:lnTo>
                  <a:lnTo>
                    <a:pt x="2584826" y="1832353"/>
                  </a:lnTo>
                  <a:lnTo>
                    <a:pt x="2584826" y="1529033"/>
                  </a:lnTo>
                  <a:lnTo>
                    <a:pt x="3829372" y="1529033"/>
                  </a:lnTo>
                  <a:lnTo>
                    <a:pt x="3829372" y="1212177"/>
                  </a:lnTo>
                  <a:lnTo>
                    <a:pt x="4020841" y="1212177"/>
                  </a:lnTo>
                  <a:lnTo>
                    <a:pt x="4020841" y="903887"/>
                  </a:lnTo>
                  <a:lnTo>
                    <a:pt x="4595246" y="903887"/>
                  </a:lnTo>
                  <a:lnTo>
                    <a:pt x="4595246" y="600243"/>
                  </a:lnTo>
                  <a:lnTo>
                    <a:pt x="6701401" y="600243"/>
                  </a:lnTo>
                  <a:lnTo>
                    <a:pt x="6701401" y="306961"/>
                  </a:lnTo>
                  <a:lnTo>
                    <a:pt x="6892870" y="30696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722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0413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23601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0833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9980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91276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274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2.37 (95% CI 0.31-18.12), p = 0.407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2026-10-08T10:13:07Z</dcterms:modified>
  <cp:category/>
</cp:coreProperties>
</file>