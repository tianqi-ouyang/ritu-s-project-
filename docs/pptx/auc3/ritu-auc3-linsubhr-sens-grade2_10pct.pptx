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32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812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93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573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954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334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3715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209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0476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242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7622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003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438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640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144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9525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905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6286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4666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707973"/>
              <a:ext cx="7090630" cy="2656049"/>
            </a:xfrm>
            <a:custGeom>
              <a:avLst/>
              <a:pathLst>
                <a:path w="7090630" h="2656049">
                  <a:moveTo>
                    <a:pt x="0" y="0"/>
                  </a:moveTo>
                  <a:lnTo>
                    <a:pt x="71622" y="76404"/>
                  </a:lnTo>
                  <a:lnTo>
                    <a:pt x="143245" y="150759"/>
                  </a:lnTo>
                  <a:lnTo>
                    <a:pt x="214867" y="223120"/>
                  </a:lnTo>
                  <a:lnTo>
                    <a:pt x="286490" y="293541"/>
                  </a:lnTo>
                  <a:lnTo>
                    <a:pt x="358112" y="362074"/>
                  </a:lnTo>
                  <a:lnTo>
                    <a:pt x="429735" y="428769"/>
                  </a:lnTo>
                  <a:lnTo>
                    <a:pt x="501357" y="493675"/>
                  </a:lnTo>
                  <a:lnTo>
                    <a:pt x="572980" y="556841"/>
                  </a:lnTo>
                  <a:lnTo>
                    <a:pt x="644602" y="618313"/>
                  </a:lnTo>
                  <a:lnTo>
                    <a:pt x="716225" y="678137"/>
                  </a:lnTo>
                  <a:lnTo>
                    <a:pt x="787847" y="736357"/>
                  </a:lnTo>
                  <a:lnTo>
                    <a:pt x="859470" y="793015"/>
                  </a:lnTo>
                  <a:lnTo>
                    <a:pt x="931092" y="848154"/>
                  </a:lnTo>
                  <a:lnTo>
                    <a:pt x="1002715" y="901815"/>
                  </a:lnTo>
                  <a:lnTo>
                    <a:pt x="1074337" y="954037"/>
                  </a:lnTo>
                  <a:lnTo>
                    <a:pt x="1145960" y="1004858"/>
                  </a:lnTo>
                  <a:lnTo>
                    <a:pt x="1217582" y="1054316"/>
                  </a:lnTo>
                  <a:lnTo>
                    <a:pt x="1289205" y="1102449"/>
                  </a:lnTo>
                  <a:lnTo>
                    <a:pt x="1360827" y="1149290"/>
                  </a:lnTo>
                  <a:lnTo>
                    <a:pt x="1432450" y="1194876"/>
                  </a:lnTo>
                  <a:lnTo>
                    <a:pt x="1504073" y="1239239"/>
                  </a:lnTo>
                  <a:lnTo>
                    <a:pt x="1575695" y="1282412"/>
                  </a:lnTo>
                  <a:lnTo>
                    <a:pt x="1647318" y="1324428"/>
                  </a:lnTo>
                  <a:lnTo>
                    <a:pt x="1718940" y="1365317"/>
                  </a:lnTo>
                  <a:lnTo>
                    <a:pt x="1790563" y="1405110"/>
                  </a:lnTo>
                  <a:lnTo>
                    <a:pt x="1862185" y="1443836"/>
                  </a:lnTo>
                  <a:lnTo>
                    <a:pt x="1933808" y="1481523"/>
                  </a:lnTo>
                  <a:lnTo>
                    <a:pt x="2005430" y="1518200"/>
                  </a:lnTo>
                  <a:lnTo>
                    <a:pt x="2077053" y="1553893"/>
                  </a:lnTo>
                  <a:lnTo>
                    <a:pt x="2148675" y="1588629"/>
                  </a:lnTo>
                  <a:lnTo>
                    <a:pt x="2220298" y="1622433"/>
                  </a:lnTo>
                  <a:lnTo>
                    <a:pt x="2291920" y="1655331"/>
                  </a:lnTo>
                  <a:lnTo>
                    <a:pt x="2363543" y="1687347"/>
                  </a:lnTo>
                  <a:lnTo>
                    <a:pt x="2435165" y="1718505"/>
                  </a:lnTo>
                  <a:lnTo>
                    <a:pt x="2506788" y="1748827"/>
                  </a:lnTo>
                  <a:lnTo>
                    <a:pt x="2578410" y="1778336"/>
                  </a:lnTo>
                  <a:lnTo>
                    <a:pt x="2650033" y="1807053"/>
                  </a:lnTo>
                  <a:lnTo>
                    <a:pt x="2721655" y="1835001"/>
                  </a:lnTo>
                  <a:lnTo>
                    <a:pt x="2793278" y="1862199"/>
                  </a:lnTo>
                  <a:lnTo>
                    <a:pt x="2864901" y="1888667"/>
                  </a:lnTo>
                  <a:lnTo>
                    <a:pt x="2936523" y="1914426"/>
                  </a:lnTo>
                  <a:lnTo>
                    <a:pt x="3008146" y="1939494"/>
                  </a:lnTo>
                  <a:lnTo>
                    <a:pt x="3079768" y="1963890"/>
                  </a:lnTo>
                  <a:lnTo>
                    <a:pt x="3151391" y="1987632"/>
                  </a:lnTo>
                  <a:lnTo>
                    <a:pt x="3223013" y="2010738"/>
                  </a:lnTo>
                  <a:lnTo>
                    <a:pt x="3294636" y="2017313"/>
                  </a:lnTo>
                  <a:lnTo>
                    <a:pt x="3366258" y="2013128"/>
                  </a:lnTo>
                  <a:lnTo>
                    <a:pt x="3437881" y="2008922"/>
                  </a:lnTo>
                  <a:lnTo>
                    <a:pt x="3509503" y="2004695"/>
                  </a:lnTo>
                  <a:lnTo>
                    <a:pt x="3581126" y="2000447"/>
                  </a:lnTo>
                  <a:lnTo>
                    <a:pt x="3652748" y="1996177"/>
                  </a:lnTo>
                  <a:lnTo>
                    <a:pt x="3724371" y="1991886"/>
                  </a:lnTo>
                  <a:lnTo>
                    <a:pt x="3795993" y="1987573"/>
                  </a:lnTo>
                  <a:lnTo>
                    <a:pt x="3867616" y="1983239"/>
                  </a:lnTo>
                  <a:lnTo>
                    <a:pt x="3939238" y="1978882"/>
                  </a:lnTo>
                  <a:lnTo>
                    <a:pt x="4010861" y="1974504"/>
                  </a:lnTo>
                  <a:lnTo>
                    <a:pt x="4082483" y="1970104"/>
                  </a:lnTo>
                  <a:lnTo>
                    <a:pt x="4154106" y="1965681"/>
                  </a:lnTo>
                  <a:lnTo>
                    <a:pt x="4225729" y="1961237"/>
                  </a:lnTo>
                  <a:lnTo>
                    <a:pt x="4297351" y="1956770"/>
                  </a:lnTo>
                  <a:lnTo>
                    <a:pt x="4368974" y="1952280"/>
                  </a:lnTo>
                  <a:lnTo>
                    <a:pt x="4440596" y="1947768"/>
                  </a:lnTo>
                  <a:lnTo>
                    <a:pt x="4512219" y="1943234"/>
                  </a:lnTo>
                  <a:lnTo>
                    <a:pt x="4583841" y="1938676"/>
                  </a:lnTo>
                  <a:lnTo>
                    <a:pt x="4655464" y="1934096"/>
                  </a:lnTo>
                  <a:lnTo>
                    <a:pt x="4727086" y="1929492"/>
                  </a:lnTo>
                  <a:lnTo>
                    <a:pt x="4798709" y="1924865"/>
                  </a:lnTo>
                  <a:lnTo>
                    <a:pt x="4870331" y="1920215"/>
                  </a:lnTo>
                  <a:lnTo>
                    <a:pt x="4941954" y="1915542"/>
                  </a:lnTo>
                  <a:lnTo>
                    <a:pt x="5013576" y="1910845"/>
                  </a:lnTo>
                  <a:lnTo>
                    <a:pt x="5085199" y="1906125"/>
                  </a:lnTo>
                  <a:lnTo>
                    <a:pt x="5156821" y="1901381"/>
                  </a:lnTo>
                  <a:lnTo>
                    <a:pt x="5228444" y="1896613"/>
                  </a:lnTo>
                  <a:lnTo>
                    <a:pt x="5300066" y="1891820"/>
                  </a:lnTo>
                  <a:lnTo>
                    <a:pt x="5371689" y="1887004"/>
                  </a:lnTo>
                  <a:lnTo>
                    <a:pt x="5443311" y="1882164"/>
                  </a:lnTo>
                  <a:lnTo>
                    <a:pt x="5514934" y="1877299"/>
                  </a:lnTo>
                  <a:lnTo>
                    <a:pt x="5586557" y="1872410"/>
                  </a:lnTo>
                  <a:lnTo>
                    <a:pt x="5658179" y="1867496"/>
                  </a:lnTo>
                  <a:lnTo>
                    <a:pt x="5729802" y="1862558"/>
                  </a:lnTo>
                  <a:lnTo>
                    <a:pt x="5801424" y="1857594"/>
                  </a:lnTo>
                  <a:lnTo>
                    <a:pt x="5873047" y="1852606"/>
                  </a:lnTo>
                  <a:lnTo>
                    <a:pt x="5944669" y="1847593"/>
                  </a:lnTo>
                  <a:lnTo>
                    <a:pt x="6016292" y="1842554"/>
                  </a:lnTo>
                  <a:lnTo>
                    <a:pt x="6087914" y="1837490"/>
                  </a:lnTo>
                  <a:lnTo>
                    <a:pt x="6159537" y="1832401"/>
                  </a:lnTo>
                  <a:lnTo>
                    <a:pt x="6231159" y="1827285"/>
                  </a:lnTo>
                  <a:lnTo>
                    <a:pt x="6302782" y="1822145"/>
                  </a:lnTo>
                  <a:lnTo>
                    <a:pt x="6374404" y="1816978"/>
                  </a:lnTo>
                  <a:lnTo>
                    <a:pt x="6446027" y="1811785"/>
                  </a:lnTo>
                  <a:lnTo>
                    <a:pt x="6517649" y="1806567"/>
                  </a:lnTo>
                  <a:lnTo>
                    <a:pt x="6589272" y="1801322"/>
                  </a:lnTo>
                  <a:lnTo>
                    <a:pt x="6660894" y="1796050"/>
                  </a:lnTo>
                  <a:lnTo>
                    <a:pt x="6732517" y="1790752"/>
                  </a:lnTo>
                  <a:lnTo>
                    <a:pt x="6804139" y="1785428"/>
                  </a:lnTo>
                  <a:lnTo>
                    <a:pt x="6875762" y="1780076"/>
                  </a:lnTo>
                  <a:lnTo>
                    <a:pt x="6947385" y="1774698"/>
                  </a:lnTo>
                  <a:lnTo>
                    <a:pt x="7019007" y="1769293"/>
                  </a:lnTo>
                  <a:lnTo>
                    <a:pt x="7090630" y="1763860"/>
                  </a:lnTo>
                  <a:lnTo>
                    <a:pt x="7090630" y="2656049"/>
                  </a:lnTo>
                  <a:lnTo>
                    <a:pt x="7019007" y="2650724"/>
                  </a:lnTo>
                  <a:lnTo>
                    <a:pt x="6947385" y="2645253"/>
                  </a:lnTo>
                  <a:lnTo>
                    <a:pt x="6875762" y="2639632"/>
                  </a:lnTo>
                  <a:lnTo>
                    <a:pt x="6804139" y="2633855"/>
                  </a:lnTo>
                  <a:lnTo>
                    <a:pt x="6732517" y="2627920"/>
                  </a:lnTo>
                  <a:lnTo>
                    <a:pt x="6660894" y="2621820"/>
                  </a:lnTo>
                  <a:lnTo>
                    <a:pt x="6589272" y="2615553"/>
                  </a:lnTo>
                  <a:lnTo>
                    <a:pt x="6517649" y="2609113"/>
                  </a:lnTo>
                  <a:lnTo>
                    <a:pt x="6446027" y="2602495"/>
                  </a:lnTo>
                  <a:lnTo>
                    <a:pt x="6374404" y="2595696"/>
                  </a:lnTo>
                  <a:lnTo>
                    <a:pt x="6302782" y="2588708"/>
                  </a:lnTo>
                  <a:lnTo>
                    <a:pt x="6231159" y="2581529"/>
                  </a:lnTo>
                  <a:lnTo>
                    <a:pt x="6159537" y="2574151"/>
                  </a:lnTo>
                  <a:lnTo>
                    <a:pt x="6087914" y="2566570"/>
                  </a:lnTo>
                  <a:lnTo>
                    <a:pt x="6016292" y="2558781"/>
                  </a:lnTo>
                  <a:lnTo>
                    <a:pt x="5944669" y="2550776"/>
                  </a:lnTo>
                  <a:lnTo>
                    <a:pt x="5873047" y="2542551"/>
                  </a:lnTo>
                  <a:lnTo>
                    <a:pt x="5801424" y="2534100"/>
                  </a:lnTo>
                  <a:lnTo>
                    <a:pt x="5729802" y="2525415"/>
                  </a:lnTo>
                  <a:lnTo>
                    <a:pt x="5658179" y="2516492"/>
                  </a:lnTo>
                  <a:lnTo>
                    <a:pt x="5586557" y="2507322"/>
                  </a:lnTo>
                  <a:lnTo>
                    <a:pt x="5514934" y="2497900"/>
                  </a:lnTo>
                  <a:lnTo>
                    <a:pt x="5443311" y="2488218"/>
                  </a:lnTo>
                  <a:lnTo>
                    <a:pt x="5371689" y="2478269"/>
                  </a:lnTo>
                  <a:lnTo>
                    <a:pt x="5300066" y="2468046"/>
                  </a:lnTo>
                  <a:lnTo>
                    <a:pt x="5228444" y="2457542"/>
                  </a:lnTo>
                  <a:lnTo>
                    <a:pt x="5156821" y="2446748"/>
                  </a:lnTo>
                  <a:lnTo>
                    <a:pt x="5085199" y="2435657"/>
                  </a:lnTo>
                  <a:lnTo>
                    <a:pt x="5013576" y="2424260"/>
                  </a:lnTo>
                  <a:lnTo>
                    <a:pt x="4941954" y="2412549"/>
                  </a:lnTo>
                  <a:lnTo>
                    <a:pt x="4870331" y="2400515"/>
                  </a:lnTo>
                  <a:lnTo>
                    <a:pt x="4798709" y="2388150"/>
                  </a:lnTo>
                  <a:lnTo>
                    <a:pt x="4727086" y="2375444"/>
                  </a:lnTo>
                  <a:lnTo>
                    <a:pt x="4655464" y="2362388"/>
                  </a:lnTo>
                  <a:lnTo>
                    <a:pt x="4583841" y="2348972"/>
                  </a:lnTo>
                  <a:lnTo>
                    <a:pt x="4512219" y="2335187"/>
                  </a:lnTo>
                  <a:lnTo>
                    <a:pt x="4440596" y="2321022"/>
                  </a:lnTo>
                  <a:lnTo>
                    <a:pt x="4368974" y="2306466"/>
                  </a:lnTo>
                  <a:lnTo>
                    <a:pt x="4297351" y="2291510"/>
                  </a:lnTo>
                  <a:lnTo>
                    <a:pt x="4225729" y="2276141"/>
                  </a:lnTo>
                  <a:lnTo>
                    <a:pt x="4154106" y="2260348"/>
                  </a:lnTo>
                  <a:lnTo>
                    <a:pt x="4082483" y="2244121"/>
                  </a:lnTo>
                  <a:lnTo>
                    <a:pt x="4010861" y="2227447"/>
                  </a:lnTo>
                  <a:lnTo>
                    <a:pt x="3939238" y="2210313"/>
                  </a:lnTo>
                  <a:lnTo>
                    <a:pt x="3867616" y="2192707"/>
                  </a:lnTo>
                  <a:lnTo>
                    <a:pt x="3795993" y="2174615"/>
                  </a:lnTo>
                  <a:lnTo>
                    <a:pt x="3724371" y="2156026"/>
                  </a:lnTo>
                  <a:lnTo>
                    <a:pt x="3652748" y="2136924"/>
                  </a:lnTo>
                  <a:lnTo>
                    <a:pt x="3581126" y="2117296"/>
                  </a:lnTo>
                  <a:lnTo>
                    <a:pt x="3509503" y="2097126"/>
                  </a:lnTo>
                  <a:lnTo>
                    <a:pt x="3437881" y="2076402"/>
                  </a:lnTo>
                  <a:lnTo>
                    <a:pt x="3366258" y="2055106"/>
                  </a:lnTo>
                  <a:lnTo>
                    <a:pt x="3294636" y="2033223"/>
                  </a:lnTo>
                  <a:lnTo>
                    <a:pt x="3223013" y="2021477"/>
                  </a:lnTo>
                  <a:lnTo>
                    <a:pt x="3151391" y="2025620"/>
                  </a:lnTo>
                  <a:lnTo>
                    <a:pt x="3079768" y="2029743"/>
                  </a:lnTo>
                  <a:lnTo>
                    <a:pt x="3008146" y="2033845"/>
                  </a:lnTo>
                  <a:lnTo>
                    <a:pt x="2936523" y="2037926"/>
                  </a:lnTo>
                  <a:lnTo>
                    <a:pt x="2864901" y="2041987"/>
                  </a:lnTo>
                  <a:lnTo>
                    <a:pt x="2793278" y="2046027"/>
                  </a:lnTo>
                  <a:lnTo>
                    <a:pt x="2721655" y="2050047"/>
                  </a:lnTo>
                  <a:lnTo>
                    <a:pt x="2650033" y="2054047"/>
                  </a:lnTo>
                  <a:lnTo>
                    <a:pt x="2578410" y="2058028"/>
                  </a:lnTo>
                  <a:lnTo>
                    <a:pt x="2506788" y="2061988"/>
                  </a:lnTo>
                  <a:lnTo>
                    <a:pt x="2435165" y="2065928"/>
                  </a:lnTo>
                  <a:lnTo>
                    <a:pt x="2363543" y="2069849"/>
                  </a:lnTo>
                  <a:lnTo>
                    <a:pt x="2291920" y="2073750"/>
                  </a:lnTo>
                  <a:lnTo>
                    <a:pt x="2220298" y="2077631"/>
                  </a:lnTo>
                  <a:lnTo>
                    <a:pt x="2148675" y="2081493"/>
                  </a:lnTo>
                  <a:lnTo>
                    <a:pt x="2077053" y="2085336"/>
                  </a:lnTo>
                  <a:lnTo>
                    <a:pt x="2005430" y="2089160"/>
                  </a:lnTo>
                  <a:lnTo>
                    <a:pt x="1933808" y="2092964"/>
                  </a:lnTo>
                  <a:lnTo>
                    <a:pt x="1862185" y="2096749"/>
                  </a:lnTo>
                  <a:lnTo>
                    <a:pt x="1790563" y="2100516"/>
                  </a:lnTo>
                  <a:lnTo>
                    <a:pt x="1718940" y="2104263"/>
                  </a:lnTo>
                  <a:lnTo>
                    <a:pt x="1647318" y="2107992"/>
                  </a:lnTo>
                  <a:lnTo>
                    <a:pt x="1575695" y="2111702"/>
                  </a:lnTo>
                  <a:lnTo>
                    <a:pt x="1504073" y="2115394"/>
                  </a:lnTo>
                  <a:lnTo>
                    <a:pt x="1432450" y="2119067"/>
                  </a:lnTo>
                  <a:lnTo>
                    <a:pt x="1360827" y="2122721"/>
                  </a:lnTo>
                  <a:lnTo>
                    <a:pt x="1289205" y="2126358"/>
                  </a:lnTo>
                  <a:lnTo>
                    <a:pt x="1217582" y="2129976"/>
                  </a:lnTo>
                  <a:lnTo>
                    <a:pt x="1145960" y="2133576"/>
                  </a:lnTo>
                  <a:lnTo>
                    <a:pt x="1074337" y="2137158"/>
                  </a:lnTo>
                  <a:lnTo>
                    <a:pt x="1002715" y="2140722"/>
                  </a:lnTo>
                  <a:lnTo>
                    <a:pt x="931092" y="2144269"/>
                  </a:lnTo>
                  <a:lnTo>
                    <a:pt x="859470" y="2147797"/>
                  </a:lnTo>
                  <a:lnTo>
                    <a:pt x="787847" y="2151308"/>
                  </a:lnTo>
                  <a:lnTo>
                    <a:pt x="716225" y="2154801"/>
                  </a:lnTo>
                  <a:lnTo>
                    <a:pt x="644602" y="2158277"/>
                  </a:lnTo>
                  <a:lnTo>
                    <a:pt x="572980" y="2161736"/>
                  </a:lnTo>
                  <a:lnTo>
                    <a:pt x="501357" y="2165177"/>
                  </a:lnTo>
                  <a:lnTo>
                    <a:pt x="429735" y="2168601"/>
                  </a:lnTo>
                  <a:lnTo>
                    <a:pt x="358112" y="2172008"/>
                  </a:lnTo>
                  <a:lnTo>
                    <a:pt x="286490" y="2175397"/>
                  </a:lnTo>
                  <a:lnTo>
                    <a:pt x="214867" y="2178770"/>
                  </a:lnTo>
                  <a:lnTo>
                    <a:pt x="143245" y="2182126"/>
                  </a:lnTo>
                  <a:lnTo>
                    <a:pt x="71622" y="2185465"/>
                  </a:lnTo>
                  <a:lnTo>
                    <a:pt x="0" y="218878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707973"/>
              <a:ext cx="7090630" cy="2017313"/>
            </a:xfrm>
            <a:custGeom>
              <a:avLst/>
              <a:pathLst>
                <a:path w="7090630" h="2017313">
                  <a:moveTo>
                    <a:pt x="0" y="0"/>
                  </a:moveTo>
                  <a:lnTo>
                    <a:pt x="71622" y="76404"/>
                  </a:lnTo>
                  <a:lnTo>
                    <a:pt x="143245" y="150759"/>
                  </a:lnTo>
                  <a:lnTo>
                    <a:pt x="214867" y="223120"/>
                  </a:lnTo>
                  <a:lnTo>
                    <a:pt x="286490" y="293541"/>
                  </a:lnTo>
                  <a:lnTo>
                    <a:pt x="358112" y="362074"/>
                  </a:lnTo>
                  <a:lnTo>
                    <a:pt x="429735" y="428769"/>
                  </a:lnTo>
                  <a:lnTo>
                    <a:pt x="501357" y="493675"/>
                  </a:lnTo>
                  <a:lnTo>
                    <a:pt x="572980" y="556841"/>
                  </a:lnTo>
                  <a:lnTo>
                    <a:pt x="644602" y="618313"/>
                  </a:lnTo>
                  <a:lnTo>
                    <a:pt x="716225" y="678137"/>
                  </a:lnTo>
                  <a:lnTo>
                    <a:pt x="787847" y="736357"/>
                  </a:lnTo>
                  <a:lnTo>
                    <a:pt x="859470" y="793015"/>
                  </a:lnTo>
                  <a:lnTo>
                    <a:pt x="931092" y="848154"/>
                  </a:lnTo>
                  <a:lnTo>
                    <a:pt x="1002715" y="901815"/>
                  </a:lnTo>
                  <a:lnTo>
                    <a:pt x="1074337" y="954037"/>
                  </a:lnTo>
                  <a:lnTo>
                    <a:pt x="1145960" y="1004858"/>
                  </a:lnTo>
                  <a:lnTo>
                    <a:pt x="1217582" y="1054316"/>
                  </a:lnTo>
                  <a:lnTo>
                    <a:pt x="1289205" y="1102449"/>
                  </a:lnTo>
                  <a:lnTo>
                    <a:pt x="1360827" y="1149290"/>
                  </a:lnTo>
                  <a:lnTo>
                    <a:pt x="1432450" y="1194876"/>
                  </a:lnTo>
                  <a:lnTo>
                    <a:pt x="1504073" y="1239239"/>
                  </a:lnTo>
                  <a:lnTo>
                    <a:pt x="1575695" y="1282412"/>
                  </a:lnTo>
                  <a:lnTo>
                    <a:pt x="1647318" y="1324428"/>
                  </a:lnTo>
                  <a:lnTo>
                    <a:pt x="1718940" y="1365317"/>
                  </a:lnTo>
                  <a:lnTo>
                    <a:pt x="1790563" y="1405110"/>
                  </a:lnTo>
                  <a:lnTo>
                    <a:pt x="1862185" y="1443836"/>
                  </a:lnTo>
                  <a:lnTo>
                    <a:pt x="1933808" y="1481523"/>
                  </a:lnTo>
                  <a:lnTo>
                    <a:pt x="2005430" y="1518200"/>
                  </a:lnTo>
                  <a:lnTo>
                    <a:pt x="2077053" y="1553893"/>
                  </a:lnTo>
                  <a:lnTo>
                    <a:pt x="2148675" y="1588629"/>
                  </a:lnTo>
                  <a:lnTo>
                    <a:pt x="2220298" y="1622433"/>
                  </a:lnTo>
                  <a:lnTo>
                    <a:pt x="2291920" y="1655331"/>
                  </a:lnTo>
                  <a:lnTo>
                    <a:pt x="2363543" y="1687347"/>
                  </a:lnTo>
                  <a:lnTo>
                    <a:pt x="2435165" y="1718505"/>
                  </a:lnTo>
                  <a:lnTo>
                    <a:pt x="2506788" y="1748827"/>
                  </a:lnTo>
                  <a:lnTo>
                    <a:pt x="2578410" y="1778336"/>
                  </a:lnTo>
                  <a:lnTo>
                    <a:pt x="2650033" y="1807053"/>
                  </a:lnTo>
                  <a:lnTo>
                    <a:pt x="2721655" y="1835001"/>
                  </a:lnTo>
                  <a:lnTo>
                    <a:pt x="2793278" y="1862199"/>
                  </a:lnTo>
                  <a:lnTo>
                    <a:pt x="2864901" y="1888667"/>
                  </a:lnTo>
                  <a:lnTo>
                    <a:pt x="2936523" y="1914426"/>
                  </a:lnTo>
                  <a:lnTo>
                    <a:pt x="3008146" y="1939494"/>
                  </a:lnTo>
                  <a:lnTo>
                    <a:pt x="3079768" y="1963890"/>
                  </a:lnTo>
                  <a:lnTo>
                    <a:pt x="3151391" y="1987632"/>
                  </a:lnTo>
                  <a:lnTo>
                    <a:pt x="3223013" y="2010738"/>
                  </a:lnTo>
                  <a:lnTo>
                    <a:pt x="3294636" y="2017313"/>
                  </a:lnTo>
                  <a:lnTo>
                    <a:pt x="3366258" y="2013128"/>
                  </a:lnTo>
                  <a:lnTo>
                    <a:pt x="3437881" y="2008922"/>
                  </a:lnTo>
                  <a:lnTo>
                    <a:pt x="3509503" y="2004695"/>
                  </a:lnTo>
                  <a:lnTo>
                    <a:pt x="3581126" y="2000447"/>
                  </a:lnTo>
                  <a:lnTo>
                    <a:pt x="3652748" y="1996177"/>
                  </a:lnTo>
                  <a:lnTo>
                    <a:pt x="3724371" y="1991886"/>
                  </a:lnTo>
                  <a:lnTo>
                    <a:pt x="3795993" y="1987573"/>
                  </a:lnTo>
                  <a:lnTo>
                    <a:pt x="3867616" y="1983239"/>
                  </a:lnTo>
                  <a:lnTo>
                    <a:pt x="3939238" y="1978882"/>
                  </a:lnTo>
                  <a:lnTo>
                    <a:pt x="4010861" y="1974504"/>
                  </a:lnTo>
                  <a:lnTo>
                    <a:pt x="4082483" y="1970104"/>
                  </a:lnTo>
                  <a:lnTo>
                    <a:pt x="4154106" y="1965681"/>
                  </a:lnTo>
                  <a:lnTo>
                    <a:pt x="4225729" y="1961237"/>
                  </a:lnTo>
                  <a:lnTo>
                    <a:pt x="4297351" y="1956770"/>
                  </a:lnTo>
                  <a:lnTo>
                    <a:pt x="4368974" y="1952280"/>
                  </a:lnTo>
                  <a:lnTo>
                    <a:pt x="4440596" y="1947768"/>
                  </a:lnTo>
                  <a:lnTo>
                    <a:pt x="4512219" y="1943234"/>
                  </a:lnTo>
                  <a:lnTo>
                    <a:pt x="4583841" y="1938676"/>
                  </a:lnTo>
                  <a:lnTo>
                    <a:pt x="4655464" y="1934096"/>
                  </a:lnTo>
                  <a:lnTo>
                    <a:pt x="4727086" y="1929492"/>
                  </a:lnTo>
                  <a:lnTo>
                    <a:pt x="4798709" y="1924865"/>
                  </a:lnTo>
                  <a:lnTo>
                    <a:pt x="4870331" y="1920215"/>
                  </a:lnTo>
                  <a:lnTo>
                    <a:pt x="4941954" y="1915542"/>
                  </a:lnTo>
                  <a:lnTo>
                    <a:pt x="5013576" y="1910845"/>
                  </a:lnTo>
                  <a:lnTo>
                    <a:pt x="5085199" y="1906125"/>
                  </a:lnTo>
                  <a:lnTo>
                    <a:pt x="5156821" y="1901381"/>
                  </a:lnTo>
                  <a:lnTo>
                    <a:pt x="5228444" y="1896613"/>
                  </a:lnTo>
                  <a:lnTo>
                    <a:pt x="5300066" y="1891820"/>
                  </a:lnTo>
                  <a:lnTo>
                    <a:pt x="5371689" y="1887004"/>
                  </a:lnTo>
                  <a:lnTo>
                    <a:pt x="5443311" y="1882164"/>
                  </a:lnTo>
                  <a:lnTo>
                    <a:pt x="5514934" y="1877299"/>
                  </a:lnTo>
                  <a:lnTo>
                    <a:pt x="5586557" y="1872410"/>
                  </a:lnTo>
                  <a:lnTo>
                    <a:pt x="5658179" y="1867496"/>
                  </a:lnTo>
                  <a:lnTo>
                    <a:pt x="5729802" y="1862558"/>
                  </a:lnTo>
                  <a:lnTo>
                    <a:pt x="5801424" y="1857594"/>
                  </a:lnTo>
                  <a:lnTo>
                    <a:pt x="5873047" y="1852606"/>
                  </a:lnTo>
                  <a:lnTo>
                    <a:pt x="5944669" y="1847593"/>
                  </a:lnTo>
                  <a:lnTo>
                    <a:pt x="6016292" y="1842554"/>
                  </a:lnTo>
                  <a:lnTo>
                    <a:pt x="6087914" y="1837490"/>
                  </a:lnTo>
                  <a:lnTo>
                    <a:pt x="6159537" y="1832401"/>
                  </a:lnTo>
                  <a:lnTo>
                    <a:pt x="6231159" y="1827285"/>
                  </a:lnTo>
                  <a:lnTo>
                    <a:pt x="6302782" y="1822145"/>
                  </a:lnTo>
                  <a:lnTo>
                    <a:pt x="6374404" y="1816978"/>
                  </a:lnTo>
                  <a:lnTo>
                    <a:pt x="6446027" y="1811785"/>
                  </a:lnTo>
                  <a:lnTo>
                    <a:pt x="6517649" y="1806567"/>
                  </a:lnTo>
                  <a:lnTo>
                    <a:pt x="6589272" y="1801322"/>
                  </a:lnTo>
                  <a:lnTo>
                    <a:pt x="6660894" y="1796050"/>
                  </a:lnTo>
                  <a:lnTo>
                    <a:pt x="6732517" y="1790752"/>
                  </a:lnTo>
                  <a:lnTo>
                    <a:pt x="6804139" y="1785428"/>
                  </a:lnTo>
                  <a:lnTo>
                    <a:pt x="6875762" y="1780076"/>
                  </a:lnTo>
                  <a:lnTo>
                    <a:pt x="6947385" y="1774698"/>
                  </a:lnTo>
                  <a:lnTo>
                    <a:pt x="7019007" y="1769293"/>
                  </a:lnTo>
                  <a:lnTo>
                    <a:pt x="7090630" y="176386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729450"/>
              <a:ext cx="7090630" cy="634571"/>
            </a:xfrm>
            <a:custGeom>
              <a:avLst/>
              <a:pathLst>
                <a:path w="7090630" h="634571">
                  <a:moveTo>
                    <a:pt x="7090630" y="634571"/>
                  </a:moveTo>
                  <a:lnTo>
                    <a:pt x="7019007" y="629247"/>
                  </a:lnTo>
                  <a:lnTo>
                    <a:pt x="6947385" y="623776"/>
                  </a:lnTo>
                  <a:lnTo>
                    <a:pt x="6875762" y="618154"/>
                  </a:lnTo>
                  <a:lnTo>
                    <a:pt x="6804139" y="612377"/>
                  </a:lnTo>
                  <a:lnTo>
                    <a:pt x="6732517" y="606442"/>
                  </a:lnTo>
                  <a:lnTo>
                    <a:pt x="6660894" y="600342"/>
                  </a:lnTo>
                  <a:lnTo>
                    <a:pt x="6589272" y="594075"/>
                  </a:lnTo>
                  <a:lnTo>
                    <a:pt x="6517649" y="587635"/>
                  </a:lnTo>
                  <a:lnTo>
                    <a:pt x="6446027" y="581018"/>
                  </a:lnTo>
                  <a:lnTo>
                    <a:pt x="6374404" y="574218"/>
                  </a:lnTo>
                  <a:lnTo>
                    <a:pt x="6302782" y="567231"/>
                  </a:lnTo>
                  <a:lnTo>
                    <a:pt x="6231159" y="560051"/>
                  </a:lnTo>
                  <a:lnTo>
                    <a:pt x="6159537" y="552673"/>
                  </a:lnTo>
                  <a:lnTo>
                    <a:pt x="6087914" y="545092"/>
                  </a:lnTo>
                  <a:lnTo>
                    <a:pt x="6016292" y="537303"/>
                  </a:lnTo>
                  <a:lnTo>
                    <a:pt x="5944669" y="529298"/>
                  </a:lnTo>
                  <a:lnTo>
                    <a:pt x="5873047" y="521073"/>
                  </a:lnTo>
                  <a:lnTo>
                    <a:pt x="5801424" y="512622"/>
                  </a:lnTo>
                  <a:lnTo>
                    <a:pt x="5729802" y="503938"/>
                  </a:lnTo>
                  <a:lnTo>
                    <a:pt x="5658179" y="495014"/>
                  </a:lnTo>
                  <a:lnTo>
                    <a:pt x="5586557" y="485844"/>
                  </a:lnTo>
                  <a:lnTo>
                    <a:pt x="5514934" y="476422"/>
                  </a:lnTo>
                  <a:lnTo>
                    <a:pt x="5443311" y="466740"/>
                  </a:lnTo>
                  <a:lnTo>
                    <a:pt x="5371689" y="456791"/>
                  </a:lnTo>
                  <a:lnTo>
                    <a:pt x="5300066" y="446569"/>
                  </a:lnTo>
                  <a:lnTo>
                    <a:pt x="5228444" y="436064"/>
                  </a:lnTo>
                  <a:lnTo>
                    <a:pt x="5156821" y="425270"/>
                  </a:lnTo>
                  <a:lnTo>
                    <a:pt x="5085199" y="414179"/>
                  </a:lnTo>
                  <a:lnTo>
                    <a:pt x="5013576" y="402782"/>
                  </a:lnTo>
                  <a:lnTo>
                    <a:pt x="4941954" y="391071"/>
                  </a:lnTo>
                  <a:lnTo>
                    <a:pt x="4870331" y="379038"/>
                  </a:lnTo>
                  <a:lnTo>
                    <a:pt x="4798709" y="366672"/>
                  </a:lnTo>
                  <a:lnTo>
                    <a:pt x="4727086" y="353966"/>
                  </a:lnTo>
                  <a:lnTo>
                    <a:pt x="4655464" y="340910"/>
                  </a:lnTo>
                  <a:lnTo>
                    <a:pt x="4583841" y="327495"/>
                  </a:lnTo>
                  <a:lnTo>
                    <a:pt x="4512219" y="313709"/>
                  </a:lnTo>
                  <a:lnTo>
                    <a:pt x="4440596" y="299544"/>
                  </a:lnTo>
                  <a:lnTo>
                    <a:pt x="4368974" y="284988"/>
                  </a:lnTo>
                  <a:lnTo>
                    <a:pt x="4297351" y="270032"/>
                  </a:lnTo>
                  <a:lnTo>
                    <a:pt x="4225729" y="254663"/>
                  </a:lnTo>
                  <a:lnTo>
                    <a:pt x="4154106" y="238871"/>
                  </a:lnTo>
                  <a:lnTo>
                    <a:pt x="4082483" y="222643"/>
                  </a:lnTo>
                  <a:lnTo>
                    <a:pt x="4010861" y="205969"/>
                  </a:lnTo>
                  <a:lnTo>
                    <a:pt x="3939238" y="188835"/>
                  </a:lnTo>
                  <a:lnTo>
                    <a:pt x="3867616" y="171229"/>
                  </a:lnTo>
                  <a:lnTo>
                    <a:pt x="3795993" y="153138"/>
                  </a:lnTo>
                  <a:lnTo>
                    <a:pt x="3724371" y="134548"/>
                  </a:lnTo>
                  <a:lnTo>
                    <a:pt x="3652748" y="115446"/>
                  </a:lnTo>
                  <a:lnTo>
                    <a:pt x="3581126" y="95818"/>
                  </a:lnTo>
                  <a:lnTo>
                    <a:pt x="3509503" y="75649"/>
                  </a:lnTo>
                  <a:lnTo>
                    <a:pt x="3437881" y="54924"/>
                  </a:lnTo>
                  <a:lnTo>
                    <a:pt x="3366258" y="33628"/>
                  </a:lnTo>
                  <a:lnTo>
                    <a:pt x="3294636" y="11745"/>
                  </a:lnTo>
                  <a:lnTo>
                    <a:pt x="3223013" y="0"/>
                  </a:lnTo>
                  <a:lnTo>
                    <a:pt x="3151391" y="4143"/>
                  </a:lnTo>
                  <a:lnTo>
                    <a:pt x="3079768" y="8265"/>
                  </a:lnTo>
                  <a:lnTo>
                    <a:pt x="3008146" y="12367"/>
                  </a:lnTo>
                  <a:lnTo>
                    <a:pt x="2936523" y="16448"/>
                  </a:lnTo>
                  <a:lnTo>
                    <a:pt x="2864901" y="20509"/>
                  </a:lnTo>
                  <a:lnTo>
                    <a:pt x="2793278" y="24549"/>
                  </a:lnTo>
                  <a:lnTo>
                    <a:pt x="2721655" y="28570"/>
                  </a:lnTo>
                  <a:lnTo>
                    <a:pt x="2650033" y="32570"/>
                  </a:lnTo>
                  <a:lnTo>
                    <a:pt x="2578410" y="36550"/>
                  </a:lnTo>
                  <a:lnTo>
                    <a:pt x="2506788" y="40510"/>
                  </a:lnTo>
                  <a:lnTo>
                    <a:pt x="2435165" y="44450"/>
                  </a:lnTo>
                  <a:lnTo>
                    <a:pt x="2363543" y="48371"/>
                  </a:lnTo>
                  <a:lnTo>
                    <a:pt x="2291920" y="52272"/>
                  </a:lnTo>
                  <a:lnTo>
                    <a:pt x="2220298" y="56154"/>
                  </a:lnTo>
                  <a:lnTo>
                    <a:pt x="2148675" y="60016"/>
                  </a:lnTo>
                  <a:lnTo>
                    <a:pt x="2077053" y="63858"/>
                  </a:lnTo>
                  <a:lnTo>
                    <a:pt x="2005430" y="67682"/>
                  </a:lnTo>
                  <a:lnTo>
                    <a:pt x="1933808" y="71486"/>
                  </a:lnTo>
                  <a:lnTo>
                    <a:pt x="1862185" y="75272"/>
                  </a:lnTo>
                  <a:lnTo>
                    <a:pt x="1790563" y="79038"/>
                  </a:lnTo>
                  <a:lnTo>
                    <a:pt x="1718940" y="82785"/>
                  </a:lnTo>
                  <a:lnTo>
                    <a:pt x="1647318" y="86514"/>
                  </a:lnTo>
                  <a:lnTo>
                    <a:pt x="1575695" y="90224"/>
                  </a:lnTo>
                  <a:lnTo>
                    <a:pt x="1504073" y="93916"/>
                  </a:lnTo>
                  <a:lnTo>
                    <a:pt x="1432450" y="97589"/>
                  </a:lnTo>
                  <a:lnTo>
                    <a:pt x="1360827" y="101244"/>
                  </a:lnTo>
                  <a:lnTo>
                    <a:pt x="1289205" y="104880"/>
                  </a:lnTo>
                  <a:lnTo>
                    <a:pt x="1217582" y="108498"/>
                  </a:lnTo>
                  <a:lnTo>
                    <a:pt x="1145960" y="112098"/>
                  </a:lnTo>
                  <a:lnTo>
                    <a:pt x="1074337" y="115680"/>
                  </a:lnTo>
                  <a:lnTo>
                    <a:pt x="1002715" y="119245"/>
                  </a:lnTo>
                  <a:lnTo>
                    <a:pt x="931092" y="122791"/>
                  </a:lnTo>
                  <a:lnTo>
                    <a:pt x="859470" y="126319"/>
                  </a:lnTo>
                  <a:lnTo>
                    <a:pt x="787847" y="129830"/>
                  </a:lnTo>
                  <a:lnTo>
                    <a:pt x="716225" y="133324"/>
                  </a:lnTo>
                  <a:lnTo>
                    <a:pt x="644602" y="136800"/>
                  </a:lnTo>
                  <a:lnTo>
                    <a:pt x="572980" y="140258"/>
                  </a:lnTo>
                  <a:lnTo>
                    <a:pt x="501357" y="143699"/>
                  </a:lnTo>
                  <a:lnTo>
                    <a:pt x="429735" y="147123"/>
                  </a:lnTo>
                  <a:lnTo>
                    <a:pt x="358112" y="150530"/>
                  </a:lnTo>
                  <a:lnTo>
                    <a:pt x="286490" y="153920"/>
                  </a:lnTo>
                  <a:lnTo>
                    <a:pt x="214867" y="157292"/>
                  </a:lnTo>
                  <a:lnTo>
                    <a:pt x="143245" y="160648"/>
                  </a:lnTo>
                  <a:lnTo>
                    <a:pt x="71622" y="163987"/>
                  </a:lnTo>
                  <a:lnTo>
                    <a:pt x="0" y="1673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4185420"/>
              <a:ext cx="7090630" cy="913863"/>
            </a:xfrm>
            <a:custGeom>
              <a:avLst/>
              <a:pathLst>
                <a:path w="7090630" h="913863">
                  <a:moveTo>
                    <a:pt x="0" y="0"/>
                  </a:moveTo>
                  <a:lnTo>
                    <a:pt x="71622" y="15118"/>
                  </a:lnTo>
                  <a:lnTo>
                    <a:pt x="143245" y="30070"/>
                  </a:lnTo>
                  <a:lnTo>
                    <a:pt x="214867" y="44857"/>
                  </a:lnTo>
                  <a:lnTo>
                    <a:pt x="286490" y="59481"/>
                  </a:lnTo>
                  <a:lnTo>
                    <a:pt x="358112" y="73944"/>
                  </a:lnTo>
                  <a:lnTo>
                    <a:pt x="429735" y="88248"/>
                  </a:lnTo>
                  <a:lnTo>
                    <a:pt x="501357" y="102394"/>
                  </a:lnTo>
                  <a:lnTo>
                    <a:pt x="572980" y="116384"/>
                  </a:lnTo>
                  <a:lnTo>
                    <a:pt x="644602" y="130220"/>
                  </a:lnTo>
                  <a:lnTo>
                    <a:pt x="716225" y="143903"/>
                  </a:lnTo>
                  <a:lnTo>
                    <a:pt x="787847" y="157436"/>
                  </a:lnTo>
                  <a:lnTo>
                    <a:pt x="859470" y="170819"/>
                  </a:lnTo>
                  <a:lnTo>
                    <a:pt x="931092" y="184055"/>
                  </a:lnTo>
                  <a:lnTo>
                    <a:pt x="1002715" y="197145"/>
                  </a:lnTo>
                  <a:lnTo>
                    <a:pt x="1074337" y="210091"/>
                  </a:lnTo>
                  <a:lnTo>
                    <a:pt x="1145960" y="222894"/>
                  </a:lnTo>
                  <a:lnTo>
                    <a:pt x="1217582" y="235556"/>
                  </a:lnTo>
                  <a:lnTo>
                    <a:pt x="1289205" y="248079"/>
                  </a:lnTo>
                  <a:lnTo>
                    <a:pt x="1360827" y="260463"/>
                  </a:lnTo>
                  <a:lnTo>
                    <a:pt x="1432450" y="272711"/>
                  </a:lnTo>
                  <a:lnTo>
                    <a:pt x="1504073" y="284825"/>
                  </a:lnTo>
                  <a:lnTo>
                    <a:pt x="1575695" y="296804"/>
                  </a:lnTo>
                  <a:lnTo>
                    <a:pt x="1647318" y="308652"/>
                  </a:lnTo>
                  <a:lnTo>
                    <a:pt x="1718940" y="320369"/>
                  </a:lnTo>
                  <a:lnTo>
                    <a:pt x="1790563" y="331956"/>
                  </a:lnTo>
                  <a:lnTo>
                    <a:pt x="1862185" y="343417"/>
                  </a:lnTo>
                  <a:lnTo>
                    <a:pt x="1933808" y="354750"/>
                  </a:lnTo>
                  <a:lnTo>
                    <a:pt x="2005430" y="365959"/>
                  </a:lnTo>
                  <a:lnTo>
                    <a:pt x="2077053" y="377045"/>
                  </a:lnTo>
                  <a:lnTo>
                    <a:pt x="2148675" y="388008"/>
                  </a:lnTo>
                  <a:lnTo>
                    <a:pt x="2220298" y="398850"/>
                  </a:lnTo>
                  <a:lnTo>
                    <a:pt x="2291920" y="409573"/>
                  </a:lnTo>
                  <a:lnTo>
                    <a:pt x="2363543" y="420178"/>
                  </a:lnTo>
                  <a:lnTo>
                    <a:pt x="2435165" y="430666"/>
                  </a:lnTo>
                  <a:lnTo>
                    <a:pt x="2506788" y="441038"/>
                  </a:lnTo>
                  <a:lnTo>
                    <a:pt x="2578410" y="451296"/>
                  </a:lnTo>
                  <a:lnTo>
                    <a:pt x="2650033" y="461441"/>
                  </a:lnTo>
                  <a:lnTo>
                    <a:pt x="2721655" y="471474"/>
                  </a:lnTo>
                  <a:lnTo>
                    <a:pt x="2793278" y="481397"/>
                  </a:lnTo>
                  <a:lnTo>
                    <a:pt x="2864901" y="491210"/>
                  </a:lnTo>
                  <a:lnTo>
                    <a:pt x="2936523" y="500915"/>
                  </a:lnTo>
                  <a:lnTo>
                    <a:pt x="3008146" y="510513"/>
                  </a:lnTo>
                  <a:lnTo>
                    <a:pt x="3079768" y="520005"/>
                  </a:lnTo>
                  <a:lnTo>
                    <a:pt x="3151391" y="529393"/>
                  </a:lnTo>
                  <a:lnTo>
                    <a:pt x="3223013" y="538677"/>
                  </a:lnTo>
                  <a:lnTo>
                    <a:pt x="3294636" y="547859"/>
                  </a:lnTo>
                  <a:lnTo>
                    <a:pt x="3366258" y="556940"/>
                  </a:lnTo>
                  <a:lnTo>
                    <a:pt x="3437881" y="565921"/>
                  </a:lnTo>
                  <a:lnTo>
                    <a:pt x="3509503" y="574802"/>
                  </a:lnTo>
                  <a:lnTo>
                    <a:pt x="3581126" y="583586"/>
                  </a:lnTo>
                  <a:lnTo>
                    <a:pt x="3652748" y="592273"/>
                  </a:lnTo>
                  <a:lnTo>
                    <a:pt x="3724371" y="600864"/>
                  </a:lnTo>
                  <a:lnTo>
                    <a:pt x="3795993" y="609361"/>
                  </a:lnTo>
                  <a:lnTo>
                    <a:pt x="3867616" y="617764"/>
                  </a:lnTo>
                  <a:lnTo>
                    <a:pt x="3939238" y="626074"/>
                  </a:lnTo>
                  <a:lnTo>
                    <a:pt x="4010861" y="634293"/>
                  </a:lnTo>
                  <a:lnTo>
                    <a:pt x="4082483" y="642421"/>
                  </a:lnTo>
                  <a:lnTo>
                    <a:pt x="4154106" y="650460"/>
                  </a:lnTo>
                  <a:lnTo>
                    <a:pt x="4225729" y="658410"/>
                  </a:lnTo>
                  <a:lnTo>
                    <a:pt x="4297351" y="666272"/>
                  </a:lnTo>
                  <a:lnTo>
                    <a:pt x="4368974" y="674048"/>
                  </a:lnTo>
                  <a:lnTo>
                    <a:pt x="4440596" y="681738"/>
                  </a:lnTo>
                  <a:lnTo>
                    <a:pt x="4512219" y="689343"/>
                  </a:lnTo>
                  <a:lnTo>
                    <a:pt x="4583841" y="696865"/>
                  </a:lnTo>
                  <a:lnTo>
                    <a:pt x="4655464" y="704303"/>
                  </a:lnTo>
                  <a:lnTo>
                    <a:pt x="4727086" y="711660"/>
                  </a:lnTo>
                  <a:lnTo>
                    <a:pt x="4798709" y="718935"/>
                  </a:lnTo>
                  <a:lnTo>
                    <a:pt x="4870331" y="726131"/>
                  </a:lnTo>
                  <a:lnTo>
                    <a:pt x="4941954" y="733247"/>
                  </a:lnTo>
                  <a:lnTo>
                    <a:pt x="5013576" y="740284"/>
                  </a:lnTo>
                  <a:lnTo>
                    <a:pt x="5085199" y="747244"/>
                  </a:lnTo>
                  <a:lnTo>
                    <a:pt x="5156821" y="754128"/>
                  </a:lnTo>
                  <a:lnTo>
                    <a:pt x="5228444" y="760935"/>
                  </a:lnTo>
                  <a:lnTo>
                    <a:pt x="5300066" y="767668"/>
                  </a:lnTo>
                  <a:lnTo>
                    <a:pt x="5371689" y="774326"/>
                  </a:lnTo>
                  <a:lnTo>
                    <a:pt x="5443311" y="780911"/>
                  </a:lnTo>
                  <a:lnTo>
                    <a:pt x="5514934" y="787423"/>
                  </a:lnTo>
                  <a:lnTo>
                    <a:pt x="5586557" y="793864"/>
                  </a:lnTo>
                  <a:lnTo>
                    <a:pt x="5658179" y="800233"/>
                  </a:lnTo>
                  <a:lnTo>
                    <a:pt x="5729802" y="806533"/>
                  </a:lnTo>
                  <a:lnTo>
                    <a:pt x="5801424" y="812763"/>
                  </a:lnTo>
                  <a:lnTo>
                    <a:pt x="5873047" y="818924"/>
                  </a:lnTo>
                  <a:lnTo>
                    <a:pt x="5944669" y="825017"/>
                  </a:lnTo>
                  <a:lnTo>
                    <a:pt x="6016292" y="831044"/>
                  </a:lnTo>
                  <a:lnTo>
                    <a:pt x="6087914" y="837004"/>
                  </a:lnTo>
                  <a:lnTo>
                    <a:pt x="6159537" y="842898"/>
                  </a:lnTo>
                  <a:lnTo>
                    <a:pt x="6231159" y="848727"/>
                  </a:lnTo>
                  <a:lnTo>
                    <a:pt x="6302782" y="854492"/>
                  </a:lnTo>
                  <a:lnTo>
                    <a:pt x="6374404" y="860193"/>
                  </a:lnTo>
                  <a:lnTo>
                    <a:pt x="6446027" y="865832"/>
                  </a:lnTo>
                  <a:lnTo>
                    <a:pt x="6517649" y="871408"/>
                  </a:lnTo>
                  <a:lnTo>
                    <a:pt x="6589272" y="876923"/>
                  </a:lnTo>
                  <a:lnTo>
                    <a:pt x="6660894" y="882377"/>
                  </a:lnTo>
                  <a:lnTo>
                    <a:pt x="6732517" y="887772"/>
                  </a:lnTo>
                  <a:lnTo>
                    <a:pt x="6804139" y="893106"/>
                  </a:lnTo>
                  <a:lnTo>
                    <a:pt x="6875762" y="898382"/>
                  </a:lnTo>
                  <a:lnTo>
                    <a:pt x="6947385" y="903600"/>
                  </a:lnTo>
                  <a:lnTo>
                    <a:pt x="7019007" y="908760"/>
                  </a:lnTo>
                  <a:lnTo>
                    <a:pt x="7090630" y="91386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237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470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437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843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68146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5195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3575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1956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508337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89033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7283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75664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40448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6" name="tx5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1.14 (0.94-1.37), p_Bonf = 1.000 (n = 6)  |  per IQR decline (Δ = 23.5 %): 1.36 (0.87-2.11)  |  IQR: [-19.6, 3.9] 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17517" y="1669789"/>
              <a:ext cx="434687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2026-10-09T13:21:40Z</dcterms:modified>
  <cp:category/>
</cp:coreProperties>
</file>