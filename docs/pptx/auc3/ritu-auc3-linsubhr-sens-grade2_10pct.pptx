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819071"/>
              <a:ext cx="7090630" cy="2539189"/>
            </a:xfrm>
            <a:custGeom>
              <a:avLst/>
              <a:pathLst>
                <a:path w="7090630" h="2539189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  <a:lnTo>
                    <a:pt x="7090630" y="2539189"/>
                  </a:lnTo>
                  <a:lnTo>
                    <a:pt x="7019007" y="2533849"/>
                  </a:lnTo>
                  <a:lnTo>
                    <a:pt x="6947385" y="2528366"/>
                  </a:lnTo>
                  <a:lnTo>
                    <a:pt x="6875762" y="2522735"/>
                  </a:lnTo>
                  <a:lnTo>
                    <a:pt x="6804139" y="2516953"/>
                  </a:lnTo>
                  <a:lnTo>
                    <a:pt x="6732517" y="2511016"/>
                  </a:lnTo>
                  <a:lnTo>
                    <a:pt x="6660894" y="2504920"/>
                  </a:lnTo>
                  <a:lnTo>
                    <a:pt x="6589272" y="2498660"/>
                  </a:lnTo>
                  <a:lnTo>
                    <a:pt x="6517649" y="2492233"/>
                  </a:lnTo>
                  <a:lnTo>
                    <a:pt x="6446027" y="2485632"/>
                  </a:lnTo>
                  <a:lnTo>
                    <a:pt x="6374404" y="2478855"/>
                  </a:lnTo>
                  <a:lnTo>
                    <a:pt x="6302782" y="2471895"/>
                  </a:lnTo>
                  <a:lnTo>
                    <a:pt x="6231159" y="2464749"/>
                  </a:lnTo>
                  <a:lnTo>
                    <a:pt x="6159537" y="2457411"/>
                  </a:lnTo>
                  <a:lnTo>
                    <a:pt x="6087914" y="2449877"/>
                  </a:lnTo>
                  <a:lnTo>
                    <a:pt x="6016292" y="2442139"/>
                  </a:lnTo>
                  <a:lnTo>
                    <a:pt x="5944669" y="2434195"/>
                  </a:lnTo>
                  <a:lnTo>
                    <a:pt x="5873047" y="2426037"/>
                  </a:lnTo>
                  <a:lnTo>
                    <a:pt x="5801424" y="2417660"/>
                  </a:lnTo>
                  <a:lnTo>
                    <a:pt x="5729802" y="2409059"/>
                  </a:lnTo>
                  <a:lnTo>
                    <a:pt x="5658179" y="2400226"/>
                  </a:lnTo>
                  <a:lnTo>
                    <a:pt x="5586557" y="2391157"/>
                  </a:lnTo>
                  <a:lnTo>
                    <a:pt x="5514934" y="2381844"/>
                  </a:lnTo>
                  <a:lnTo>
                    <a:pt x="5443311" y="2372281"/>
                  </a:lnTo>
                  <a:lnTo>
                    <a:pt x="5371689" y="2362461"/>
                  </a:lnTo>
                  <a:lnTo>
                    <a:pt x="5300066" y="2352379"/>
                  </a:lnTo>
                  <a:lnTo>
                    <a:pt x="5228444" y="2342025"/>
                  </a:lnTo>
                  <a:lnTo>
                    <a:pt x="5156821" y="2331394"/>
                  </a:lnTo>
                  <a:lnTo>
                    <a:pt x="5085199" y="2320477"/>
                  </a:lnTo>
                  <a:lnTo>
                    <a:pt x="5013576" y="2309267"/>
                  </a:lnTo>
                  <a:lnTo>
                    <a:pt x="4941954" y="2297757"/>
                  </a:lnTo>
                  <a:lnTo>
                    <a:pt x="4870331" y="2285937"/>
                  </a:lnTo>
                  <a:lnTo>
                    <a:pt x="4798709" y="2273801"/>
                  </a:lnTo>
                  <a:lnTo>
                    <a:pt x="4727086" y="2261338"/>
                  </a:lnTo>
                  <a:lnTo>
                    <a:pt x="4655464" y="2248542"/>
                  </a:lnTo>
                  <a:lnTo>
                    <a:pt x="4583841" y="2235401"/>
                  </a:lnTo>
                  <a:lnTo>
                    <a:pt x="4512219" y="2221909"/>
                  </a:lnTo>
                  <a:lnTo>
                    <a:pt x="4440596" y="2208054"/>
                  </a:lnTo>
                  <a:lnTo>
                    <a:pt x="4368974" y="2193827"/>
                  </a:lnTo>
                  <a:lnTo>
                    <a:pt x="4297351" y="2179218"/>
                  </a:lnTo>
                  <a:lnTo>
                    <a:pt x="4225729" y="2164218"/>
                  </a:lnTo>
                  <a:lnTo>
                    <a:pt x="4154106" y="2148815"/>
                  </a:lnTo>
                  <a:lnTo>
                    <a:pt x="4082483" y="2132998"/>
                  </a:lnTo>
                  <a:lnTo>
                    <a:pt x="4010861" y="2116757"/>
                  </a:lnTo>
                  <a:lnTo>
                    <a:pt x="3939238" y="2100080"/>
                  </a:lnTo>
                  <a:lnTo>
                    <a:pt x="3867616" y="2082956"/>
                  </a:lnTo>
                  <a:lnTo>
                    <a:pt x="3795993" y="2065372"/>
                  </a:lnTo>
                  <a:lnTo>
                    <a:pt x="3724371" y="2047316"/>
                  </a:lnTo>
                  <a:lnTo>
                    <a:pt x="3652748" y="2028776"/>
                  </a:lnTo>
                  <a:lnTo>
                    <a:pt x="3581126" y="2009738"/>
                  </a:lnTo>
                  <a:lnTo>
                    <a:pt x="3509503" y="1990189"/>
                  </a:lnTo>
                  <a:lnTo>
                    <a:pt x="3437881" y="1970115"/>
                  </a:lnTo>
                  <a:lnTo>
                    <a:pt x="3366258" y="1949503"/>
                  </a:lnTo>
                  <a:lnTo>
                    <a:pt x="3294636" y="1928338"/>
                  </a:lnTo>
                  <a:lnTo>
                    <a:pt x="3223013" y="1909098"/>
                  </a:lnTo>
                  <a:lnTo>
                    <a:pt x="3151391" y="1913097"/>
                  </a:lnTo>
                  <a:lnTo>
                    <a:pt x="3079768" y="1917076"/>
                  </a:lnTo>
                  <a:lnTo>
                    <a:pt x="3008146" y="1921036"/>
                  </a:lnTo>
                  <a:lnTo>
                    <a:pt x="2936523" y="1924977"/>
                  </a:lnTo>
                  <a:lnTo>
                    <a:pt x="2864901" y="1928899"/>
                  </a:lnTo>
                  <a:lnTo>
                    <a:pt x="2793278" y="1932802"/>
                  </a:lnTo>
                  <a:lnTo>
                    <a:pt x="2721655" y="1936686"/>
                  </a:lnTo>
                  <a:lnTo>
                    <a:pt x="2650033" y="1940551"/>
                  </a:lnTo>
                  <a:lnTo>
                    <a:pt x="2578410" y="1944398"/>
                  </a:lnTo>
                  <a:lnTo>
                    <a:pt x="2506788" y="1948226"/>
                  </a:lnTo>
                  <a:lnTo>
                    <a:pt x="2435165" y="1952036"/>
                  </a:lnTo>
                  <a:lnTo>
                    <a:pt x="2363543" y="1955827"/>
                  </a:lnTo>
                  <a:lnTo>
                    <a:pt x="2291920" y="1959600"/>
                  </a:lnTo>
                  <a:lnTo>
                    <a:pt x="2220298" y="1963355"/>
                  </a:lnTo>
                  <a:lnTo>
                    <a:pt x="2148675" y="1967092"/>
                  </a:lnTo>
                  <a:lnTo>
                    <a:pt x="2077053" y="1970810"/>
                  </a:lnTo>
                  <a:lnTo>
                    <a:pt x="2005430" y="1974511"/>
                  </a:lnTo>
                  <a:lnTo>
                    <a:pt x="1933808" y="1978194"/>
                  </a:lnTo>
                  <a:lnTo>
                    <a:pt x="1862185" y="1981859"/>
                  </a:lnTo>
                  <a:lnTo>
                    <a:pt x="1790563" y="1985507"/>
                  </a:lnTo>
                  <a:lnTo>
                    <a:pt x="1718940" y="1989137"/>
                  </a:lnTo>
                  <a:lnTo>
                    <a:pt x="1647318" y="1992749"/>
                  </a:lnTo>
                  <a:lnTo>
                    <a:pt x="1575695" y="1996344"/>
                  </a:lnTo>
                  <a:lnTo>
                    <a:pt x="1504073" y="1999922"/>
                  </a:lnTo>
                  <a:lnTo>
                    <a:pt x="1432450" y="2003482"/>
                  </a:lnTo>
                  <a:lnTo>
                    <a:pt x="1360827" y="2007025"/>
                  </a:lnTo>
                  <a:lnTo>
                    <a:pt x="1289205" y="2010552"/>
                  </a:lnTo>
                  <a:lnTo>
                    <a:pt x="1217582" y="2014061"/>
                  </a:lnTo>
                  <a:lnTo>
                    <a:pt x="1145960" y="2017553"/>
                  </a:lnTo>
                  <a:lnTo>
                    <a:pt x="1074337" y="2021028"/>
                  </a:lnTo>
                  <a:lnTo>
                    <a:pt x="1002715" y="2024487"/>
                  </a:lnTo>
                  <a:lnTo>
                    <a:pt x="931092" y="2027929"/>
                  </a:lnTo>
                  <a:lnTo>
                    <a:pt x="859470" y="2031354"/>
                  </a:lnTo>
                  <a:lnTo>
                    <a:pt x="787847" y="2034763"/>
                  </a:lnTo>
                  <a:lnTo>
                    <a:pt x="716225" y="2038155"/>
                  </a:lnTo>
                  <a:lnTo>
                    <a:pt x="644602" y="2041531"/>
                  </a:lnTo>
                  <a:lnTo>
                    <a:pt x="572980" y="2044891"/>
                  </a:lnTo>
                  <a:lnTo>
                    <a:pt x="501357" y="2048235"/>
                  </a:lnTo>
                  <a:lnTo>
                    <a:pt x="429735" y="2051562"/>
                  </a:lnTo>
                  <a:lnTo>
                    <a:pt x="358112" y="2054873"/>
                  </a:lnTo>
                  <a:lnTo>
                    <a:pt x="286490" y="2058169"/>
                  </a:lnTo>
                  <a:lnTo>
                    <a:pt x="214867" y="2061448"/>
                  </a:lnTo>
                  <a:lnTo>
                    <a:pt x="143245" y="2064712"/>
                  </a:lnTo>
                  <a:lnTo>
                    <a:pt x="71622" y="2067960"/>
                  </a:lnTo>
                  <a:lnTo>
                    <a:pt x="0" y="207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819071"/>
              <a:ext cx="7090630" cy="1906604"/>
            </a:xfrm>
            <a:custGeom>
              <a:avLst/>
              <a:pathLst>
                <a:path w="7090630" h="1906604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170"/>
              <a:ext cx="7090630" cy="630090"/>
            </a:xfrm>
            <a:custGeom>
              <a:avLst/>
              <a:pathLst>
                <a:path w="7090630" h="630090">
                  <a:moveTo>
                    <a:pt x="7090630" y="630090"/>
                  </a:moveTo>
                  <a:lnTo>
                    <a:pt x="7019007" y="624750"/>
                  </a:lnTo>
                  <a:lnTo>
                    <a:pt x="6947385" y="619267"/>
                  </a:lnTo>
                  <a:lnTo>
                    <a:pt x="6875762" y="613636"/>
                  </a:lnTo>
                  <a:lnTo>
                    <a:pt x="6804139" y="607854"/>
                  </a:lnTo>
                  <a:lnTo>
                    <a:pt x="6732517" y="601917"/>
                  </a:lnTo>
                  <a:lnTo>
                    <a:pt x="6660894" y="595821"/>
                  </a:lnTo>
                  <a:lnTo>
                    <a:pt x="6589272" y="589561"/>
                  </a:lnTo>
                  <a:lnTo>
                    <a:pt x="6517649" y="583134"/>
                  </a:lnTo>
                  <a:lnTo>
                    <a:pt x="6446027" y="576533"/>
                  </a:lnTo>
                  <a:lnTo>
                    <a:pt x="6374404" y="569756"/>
                  </a:lnTo>
                  <a:lnTo>
                    <a:pt x="6302782" y="562796"/>
                  </a:lnTo>
                  <a:lnTo>
                    <a:pt x="6231159" y="555650"/>
                  </a:lnTo>
                  <a:lnTo>
                    <a:pt x="6159537" y="548312"/>
                  </a:lnTo>
                  <a:lnTo>
                    <a:pt x="6087914" y="540778"/>
                  </a:lnTo>
                  <a:lnTo>
                    <a:pt x="6016292" y="533040"/>
                  </a:lnTo>
                  <a:lnTo>
                    <a:pt x="5944669" y="525096"/>
                  </a:lnTo>
                  <a:lnTo>
                    <a:pt x="5873047" y="516938"/>
                  </a:lnTo>
                  <a:lnTo>
                    <a:pt x="5801424" y="508561"/>
                  </a:lnTo>
                  <a:lnTo>
                    <a:pt x="5729802" y="499960"/>
                  </a:lnTo>
                  <a:lnTo>
                    <a:pt x="5658179" y="491127"/>
                  </a:lnTo>
                  <a:lnTo>
                    <a:pt x="5586557" y="482058"/>
                  </a:lnTo>
                  <a:lnTo>
                    <a:pt x="5514934" y="472745"/>
                  </a:lnTo>
                  <a:lnTo>
                    <a:pt x="5443311" y="463182"/>
                  </a:lnTo>
                  <a:lnTo>
                    <a:pt x="5371689" y="453362"/>
                  </a:lnTo>
                  <a:lnTo>
                    <a:pt x="5300066" y="443280"/>
                  </a:lnTo>
                  <a:lnTo>
                    <a:pt x="5228444" y="432926"/>
                  </a:lnTo>
                  <a:lnTo>
                    <a:pt x="5156821" y="422295"/>
                  </a:lnTo>
                  <a:lnTo>
                    <a:pt x="5085199" y="411378"/>
                  </a:lnTo>
                  <a:lnTo>
                    <a:pt x="5013576" y="400168"/>
                  </a:lnTo>
                  <a:lnTo>
                    <a:pt x="4941954" y="388658"/>
                  </a:lnTo>
                  <a:lnTo>
                    <a:pt x="4870331" y="376838"/>
                  </a:lnTo>
                  <a:lnTo>
                    <a:pt x="4798709" y="364702"/>
                  </a:lnTo>
                  <a:lnTo>
                    <a:pt x="4727086" y="352239"/>
                  </a:lnTo>
                  <a:lnTo>
                    <a:pt x="4655464" y="339443"/>
                  </a:lnTo>
                  <a:lnTo>
                    <a:pt x="4583841" y="326302"/>
                  </a:lnTo>
                  <a:lnTo>
                    <a:pt x="4512219" y="312810"/>
                  </a:lnTo>
                  <a:lnTo>
                    <a:pt x="4440596" y="298955"/>
                  </a:lnTo>
                  <a:lnTo>
                    <a:pt x="4368974" y="284728"/>
                  </a:lnTo>
                  <a:lnTo>
                    <a:pt x="4297351" y="270119"/>
                  </a:lnTo>
                  <a:lnTo>
                    <a:pt x="4225729" y="255119"/>
                  </a:lnTo>
                  <a:lnTo>
                    <a:pt x="4154106" y="239716"/>
                  </a:lnTo>
                  <a:lnTo>
                    <a:pt x="4082483" y="223899"/>
                  </a:lnTo>
                  <a:lnTo>
                    <a:pt x="4010861" y="207658"/>
                  </a:lnTo>
                  <a:lnTo>
                    <a:pt x="3939238" y="190981"/>
                  </a:lnTo>
                  <a:lnTo>
                    <a:pt x="3867616" y="173857"/>
                  </a:lnTo>
                  <a:lnTo>
                    <a:pt x="3795993" y="156273"/>
                  </a:lnTo>
                  <a:lnTo>
                    <a:pt x="3724371" y="138217"/>
                  </a:lnTo>
                  <a:lnTo>
                    <a:pt x="3652748" y="119677"/>
                  </a:lnTo>
                  <a:lnTo>
                    <a:pt x="3581126" y="100639"/>
                  </a:lnTo>
                  <a:lnTo>
                    <a:pt x="3509503" y="81090"/>
                  </a:lnTo>
                  <a:lnTo>
                    <a:pt x="3437881" y="61016"/>
                  </a:lnTo>
                  <a:lnTo>
                    <a:pt x="3366258" y="40404"/>
                  </a:lnTo>
                  <a:lnTo>
                    <a:pt x="3294636" y="19239"/>
                  </a:lnTo>
                  <a:lnTo>
                    <a:pt x="3223013" y="0"/>
                  </a:lnTo>
                  <a:lnTo>
                    <a:pt x="3151391" y="3998"/>
                  </a:lnTo>
                  <a:lnTo>
                    <a:pt x="3079768" y="7977"/>
                  </a:lnTo>
                  <a:lnTo>
                    <a:pt x="3008146" y="11937"/>
                  </a:lnTo>
                  <a:lnTo>
                    <a:pt x="2936523" y="15878"/>
                  </a:lnTo>
                  <a:lnTo>
                    <a:pt x="2864901" y="19800"/>
                  </a:lnTo>
                  <a:lnTo>
                    <a:pt x="2793278" y="23703"/>
                  </a:lnTo>
                  <a:lnTo>
                    <a:pt x="2721655" y="27587"/>
                  </a:lnTo>
                  <a:lnTo>
                    <a:pt x="2650033" y="31452"/>
                  </a:lnTo>
                  <a:lnTo>
                    <a:pt x="2578410" y="35299"/>
                  </a:lnTo>
                  <a:lnTo>
                    <a:pt x="2506788" y="39127"/>
                  </a:lnTo>
                  <a:lnTo>
                    <a:pt x="2435165" y="42937"/>
                  </a:lnTo>
                  <a:lnTo>
                    <a:pt x="2363543" y="46728"/>
                  </a:lnTo>
                  <a:lnTo>
                    <a:pt x="2291920" y="50501"/>
                  </a:lnTo>
                  <a:lnTo>
                    <a:pt x="2220298" y="54256"/>
                  </a:lnTo>
                  <a:lnTo>
                    <a:pt x="2148675" y="57993"/>
                  </a:lnTo>
                  <a:lnTo>
                    <a:pt x="2077053" y="61711"/>
                  </a:lnTo>
                  <a:lnTo>
                    <a:pt x="2005430" y="65412"/>
                  </a:lnTo>
                  <a:lnTo>
                    <a:pt x="1933808" y="69095"/>
                  </a:lnTo>
                  <a:lnTo>
                    <a:pt x="1862185" y="72760"/>
                  </a:lnTo>
                  <a:lnTo>
                    <a:pt x="1790563" y="76408"/>
                  </a:lnTo>
                  <a:lnTo>
                    <a:pt x="1718940" y="80038"/>
                  </a:lnTo>
                  <a:lnTo>
                    <a:pt x="1647318" y="83650"/>
                  </a:lnTo>
                  <a:lnTo>
                    <a:pt x="1575695" y="87245"/>
                  </a:lnTo>
                  <a:lnTo>
                    <a:pt x="1504073" y="90823"/>
                  </a:lnTo>
                  <a:lnTo>
                    <a:pt x="1432450" y="94383"/>
                  </a:lnTo>
                  <a:lnTo>
                    <a:pt x="1360827" y="97926"/>
                  </a:lnTo>
                  <a:lnTo>
                    <a:pt x="1289205" y="101453"/>
                  </a:lnTo>
                  <a:lnTo>
                    <a:pt x="1217582" y="104962"/>
                  </a:lnTo>
                  <a:lnTo>
                    <a:pt x="1145960" y="108454"/>
                  </a:lnTo>
                  <a:lnTo>
                    <a:pt x="1074337" y="111929"/>
                  </a:lnTo>
                  <a:lnTo>
                    <a:pt x="1002715" y="115388"/>
                  </a:lnTo>
                  <a:lnTo>
                    <a:pt x="931092" y="118830"/>
                  </a:lnTo>
                  <a:lnTo>
                    <a:pt x="859470" y="122255"/>
                  </a:lnTo>
                  <a:lnTo>
                    <a:pt x="787847" y="125664"/>
                  </a:lnTo>
                  <a:lnTo>
                    <a:pt x="716225" y="129056"/>
                  </a:lnTo>
                  <a:lnTo>
                    <a:pt x="644602" y="132432"/>
                  </a:lnTo>
                  <a:lnTo>
                    <a:pt x="572980" y="135792"/>
                  </a:lnTo>
                  <a:lnTo>
                    <a:pt x="501357" y="139136"/>
                  </a:lnTo>
                  <a:lnTo>
                    <a:pt x="429735" y="142463"/>
                  </a:lnTo>
                  <a:lnTo>
                    <a:pt x="358112" y="145774"/>
                  </a:lnTo>
                  <a:lnTo>
                    <a:pt x="286490" y="149070"/>
                  </a:lnTo>
                  <a:lnTo>
                    <a:pt x="214867" y="152349"/>
                  </a:lnTo>
                  <a:lnTo>
                    <a:pt x="143245" y="155613"/>
                  </a:lnTo>
                  <a:lnTo>
                    <a:pt x="71622" y="158861"/>
                  </a:lnTo>
                  <a:lnTo>
                    <a:pt x="0" y="162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205834"/>
              <a:ext cx="7090630" cy="888609"/>
            </a:xfrm>
            <a:custGeom>
              <a:avLst/>
              <a:pathLst>
                <a:path w="7090630" h="888609">
                  <a:moveTo>
                    <a:pt x="0" y="0"/>
                  </a:moveTo>
                  <a:lnTo>
                    <a:pt x="71622" y="14549"/>
                  </a:lnTo>
                  <a:lnTo>
                    <a:pt x="143245" y="28941"/>
                  </a:lnTo>
                  <a:lnTo>
                    <a:pt x="214867" y="43179"/>
                  </a:lnTo>
                  <a:lnTo>
                    <a:pt x="286490" y="57263"/>
                  </a:lnTo>
                  <a:lnTo>
                    <a:pt x="358112" y="71196"/>
                  </a:lnTo>
                  <a:lnTo>
                    <a:pt x="429735" y="84978"/>
                  </a:lnTo>
                  <a:lnTo>
                    <a:pt x="501357" y="98613"/>
                  </a:lnTo>
                  <a:lnTo>
                    <a:pt x="572980" y="112100"/>
                  </a:lnTo>
                  <a:lnTo>
                    <a:pt x="644602" y="125443"/>
                  </a:lnTo>
                  <a:lnTo>
                    <a:pt x="716225" y="138641"/>
                  </a:lnTo>
                  <a:lnTo>
                    <a:pt x="787847" y="151698"/>
                  </a:lnTo>
                  <a:lnTo>
                    <a:pt x="859470" y="164614"/>
                  </a:lnTo>
                  <a:lnTo>
                    <a:pt x="931092" y="177391"/>
                  </a:lnTo>
                  <a:lnTo>
                    <a:pt x="1002715" y="190030"/>
                  </a:lnTo>
                  <a:lnTo>
                    <a:pt x="1074337" y="202533"/>
                  </a:lnTo>
                  <a:lnTo>
                    <a:pt x="1145960" y="214902"/>
                  </a:lnTo>
                  <a:lnTo>
                    <a:pt x="1217582" y="227138"/>
                  </a:lnTo>
                  <a:lnTo>
                    <a:pt x="1289205" y="239241"/>
                  </a:lnTo>
                  <a:lnTo>
                    <a:pt x="1360827" y="251215"/>
                  </a:lnTo>
                  <a:lnTo>
                    <a:pt x="1432450" y="263060"/>
                  </a:lnTo>
                  <a:lnTo>
                    <a:pt x="1504073" y="274777"/>
                  </a:lnTo>
                  <a:lnTo>
                    <a:pt x="1575695" y="286368"/>
                  </a:lnTo>
                  <a:lnTo>
                    <a:pt x="1647318" y="297834"/>
                  </a:lnTo>
                  <a:lnTo>
                    <a:pt x="1718940" y="309177"/>
                  </a:lnTo>
                  <a:lnTo>
                    <a:pt x="1790563" y="320397"/>
                  </a:lnTo>
                  <a:lnTo>
                    <a:pt x="1862185" y="331497"/>
                  </a:lnTo>
                  <a:lnTo>
                    <a:pt x="1933808" y="342477"/>
                  </a:lnTo>
                  <a:lnTo>
                    <a:pt x="2005430" y="353339"/>
                  </a:lnTo>
                  <a:lnTo>
                    <a:pt x="2077053" y="364084"/>
                  </a:lnTo>
                  <a:lnTo>
                    <a:pt x="2148675" y="374714"/>
                  </a:lnTo>
                  <a:lnTo>
                    <a:pt x="2220298" y="385229"/>
                  </a:lnTo>
                  <a:lnTo>
                    <a:pt x="2291920" y="395631"/>
                  </a:lnTo>
                  <a:lnTo>
                    <a:pt x="2363543" y="405921"/>
                  </a:lnTo>
                  <a:lnTo>
                    <a:pt x="2435165" y="416100"/>
                  </a:lnTo>
                  <a:lnTo>
                    <a:pt x="2506788" y="426169"/>
                  </a:lnTo>
                  <a:lnTo>
                    <a:pt x="2578410" y="436130"/>
                  </a:lnTo>
                  <a:lnTo>
                    <a:pt x="2650033" y="445984"/>
                  </a:lnTo>
                  <a:lnTo>
                    <a:pt x="2721655" y="455732"/>
                  </a:lnTo>
                  <a:lnTo>
                    <a:pt x="2793278" y="465375"/>
                  </a:lnTo>
                  <a:lnTo>
                    <a:pt x="2864901" y="474914"/>
                  </a:lnTo>
                  <a:lnTo>
                    <a:pt x="2936523" y="484350"/>
                  </a:lnTo>
                  <a:lnTo>
                    <a:pt x="3008146" y="493685"/>
                  </a:lnTo>
                  <a:lnTo>
                    <a:pt x="3079768" y="502919"/>
                  </a:lnTo>
                  <a:lnTo>
                    <a:pt x="3151391" y="512054"/>
                  </a:lnTo>
                  <a:lnTo>
                    <a:pt x="3223013" y="521090"/>
                  </a:lnTo>
                  <a:lnTo>
                    <a:pt x="3294636" y="530029"/>
                  </a:lnTo>
                  <a:lnTo>
                    <a:pt x="3366258" y="538872"/>
                  </a:lnTo>
                  <a:lnTo>
                    <a:pt x="3437881" y="547620"/>
                  </a:lnTo>
                  <a:lnTo>
                    <a:pt x="3509503" y="556274"/>
                  </a:lnTo>
                  <a:lnTo>
                    <a:pt x="3581126" y="564834"/>
                  </a:lnTo>
                  <a:lnTo>
                    <a:pt x="3652748" y="573302"/>
                  </a:lnTo>
                  <a:lnTo>
                    <a:pt x="3724371" y="581679"/>
                  </a:lnTo>
                  <a:lnTo>
                    <a:pt x="3795993" y="589966"/>
                  </a:lnTo>
                  <a:lnTo>
                    <a:pt x="3867616" y="598164"/>
                  </a:lnTo>
                  <a:lnTo>
                    <a:pt x="3939238" y="606273"/>
                  </a:lnTo>
                  <a:lnTo>
                    <a:pt x="4010861" y="614295"/>
                  </a:lnTo>
                  <a:lnTo>
                    <a:pt x="4082483" y="622231"/>
                  </a:lnTo>
                  <a:lnTo>
                    <a:pt x="4154106" y="630081"/>
                  </a:lnTo>
                  <a:lnTo>
                    <a:pt x="4225729" y="637847"/>
                  </a:lnTo>
                  <a:lnTo>
                    <a:pt x="4297351" y="645529"/>
                  </a:lnTo>
                  <a:lnTo>
                    <a:pt x="4368974" y="653129"/>
                  </a:lnTo>
                  <a:lnTo>
                    <a:pt x="4440596" y="660646"/>
                  </a:lnTo>
                  <a:lnTo>
                    <a:pt x="4512219" y="668083"/>
                  </a:lnTo>
                  <a:lnTo>
                    <a:pt x="4583841" y="675440"/>
                  </a:lnTo>
                  <a:lnTo>
                    <a:pt x="4655464" y="682717"/>
                  </a:lnTo>
                  <a:lnTo>
                    <a:pt x="4727086" y="689916"/>
                  </a:lnTo>
                  <a:lnTo>
                    <a:pt x="4798709" y="697038"/>
                  </a:lnTo>
                  <a:lnTo>
                    <a:pt x="4870331" y="704083"/>
                  </a:lnTo>
                  <a:lnTo>
                    <a:pt x="4941954" y="711052"/>
                  </a:lnTo>
                  <a:lnTo>
                    <a:pt x="5013576" y="717946"/>
                  </a:lnTo>
                  <a:lnTo>
                    <a:pt x="5085199" y="724766"/>
                  </a:lnTo>
                  <a:lnTo>
                    <a:pt x="5156821" y="731512"/>
                  </a:lnTo>
                  <a:lnTo>
                    <a:pt x="5228444" y="738186"/>
                  </a:lnTo>
                  <a:lnTo>
                    <a:pt x="5300066" y="744788"/>
                  </a:lnTo>
                  <a:lnTo>
                    <a:pt x="5371689" y="751319"/>
                  </a:lnTo>
                  <a:lnTo>
                    <a:pt x="5443311" y="757780"/>
                  </a:lnTo>
                  <a:lnTo>
                    <a:pt x="5514934" y="764171"/>
                  </a:lnTo>
                  <a:lnTo>
                    <a:pt x="5586557" y="770493"/>
                  </a:lnTo>
                  <a:lnTo>
                    <a:pt x="5658179" y="776747"/>
                  </a:lnTo>
                  <a:lnTo>
                    <a:pt x="5729802" y="782934"/>
                  </a:lnTo>
                  <a:lnTo>
                    <a:pt x="5801424" y="789054"/>
                  </a:lnTo>
                  <a:lnTo>
                    <a:pt x="5873047" y="795108"/>
                  </a:lnTo>
                  <a:lnTo>
                    <a:pt x="5944669" y="801097"/>
                  </a:lnTo>
                  <a:lnTo>
                    <a:pt x="6016292" y="807022"/>
                  </a:lnTo>
                  <a:lnTo>
                    <a:pt x="6087914" y="812883"/>
                  </a:lnTo>
                  <a:lnTo>
                    <a:pt x="6159537" y="818681"/>
                  </a:lnTo>
                  <a:lnTo>
                    <a:pt x="6231159" y="824416"/>
                  </a:lnTo>
                  <a:lnTo>
                    <a:pt x="6302782" y="830090"/>
                  </a:lnTo>
                  <a:lnTo>
                    <a:pt x="6374404" y="835702"/>
                  </a:lnTo>
                  <a:lnTo>
                    <a:pt x="6446027" y="841254"/>
                  </a:lnTo>
                  <a:lnTo>
                    <a:pt x="6517649" y="846747"/>
                  </a:lnTo>
                  <a:lnTo>
                    <a:pt x="6589272" y="852180"/>
                  </a:lnTo>
                  <a:lnTo>
                    <a:pt x="6660894" y="857554"/>
                  </a:lnTo>
                  <a:lnTo>
                    <a:pt x="6732517" y="862871"/>
                  </a:lnTo>
                  <a:lnTo>
                    <a:pt x="6804139" y="868131"/>
                  </a:lnTo>
                  <a:lnTo>
                    <a:pt x="6875762" y="873334"/>
                  </a:lnTo>
                  <a:lnTo>
                    <a:pt x="6947385" y="878481"/>
                  </a:lnTo>
                  <a:lnTo>
                    <a:pt x="7019007" y="883572"/>
                  </a:lnTo>
                  <a:lnTo>
                    <a:pt x="7090630" y="8886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(0.94-1.36), p_Bonf = 1.000 (n = 6)  |  per IQR decline (Δ = 22.9 %): 1.34 (0.88-2.04)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2026-08-17T08:02:16Z</dcterms:modified>
  <cp:category/>
</cp:coreProperties>
</file>