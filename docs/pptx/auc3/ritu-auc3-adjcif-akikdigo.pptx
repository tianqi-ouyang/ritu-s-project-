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72874" y="5097568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72874" y="4131860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72874" y="3166152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711859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3669436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5627012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7584589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972874" y="5580422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972874" y="4614714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972874" y="3649006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972874" y="2683298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690647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4648224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6605801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563377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1320344" y="3918294"/>
              <a:ext cx="6949396" cy="1393052"/>
            </a:xfrm>
            <a:custGeom>
              <a:avLst/>
              <a:pathLst>
                <a:path w="6949396" h="1393052">
                  <a:moveTo>
                    <a:pt x="0" y="1393052"/>
                  </a:moveTo>
                  <a:lnTo>
                    <a:pt x="97878" y="1393052"/>
                  </a:lnTo>
                  <a:lnTo>
                    <a:pt x="97878" y="1130528"/>
                  </a:lnTo>
                  <a:lnTo>
                    <a:pt x="195757" y="1130528"/>
                  </a:lnTo>
                  <a:lnTo>
                    <a:pt x="195757" y="854230"/>
                  </a:lnTo>
                  <a:lnTo>
                    <a:pt x="5579093" y="854230"/>
                  </a:lnTo>
                  <a:lnTo>
                    <a:pt x="5579093" y="575783"/>
                  </a:lnTo>
                  <a:lnTo>
                    <a:pt x="6264245" y="575783"/>
                  </a:lnTo>
                  <a:lnTo>
                    <a:pt x="6264245" y="296257"/>
                  </a:lnTo>
                  <a:lnTo>
                    <a:pt x="6949396" y="296257"/>
                  </a:lnTo>
                  <a:lnTo>
                    <a:pt x="6949396" y="0"/>
                  </a:lnTo>
                </a:path>
              </a:pathLst>
            </a:custGeom>
            <a:ln w="27101" cap="flat">
              <a:solidFill>
                <a:srgbClr val="1F78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1320344" y="2861938"/>
              <a:ext cx="6949396" cy="2256490"/>
            </a:xfrm>
            <a:custGeom>
              <a:avLst/>
              <a:pathLst>
                <a:path w="6949396" h="2256490">
                  <a:moveTo>
                    <a:pt x="0" y="2256490"/>
                  </a:moveTo>
                  <a:lnTo>
                    <a:pt x="97878" y="2256490"/>
                  </a:lnTo>
                  <a:lnTo>
                    <a:pt x="97878" y="1814352"/>
                  </a:lnTo>
                  <a:lnTo>
                    <a:pt x="195757" y="1814352"/>
                  </a:lnTo>
                  <a:lnTo>
                    <a:pt x="195757" y="1357848"/>
                  </a:lnTo>
                  <a:lnTo>
                    <a:pt x="5579093" y="1357848"/>
                  </a:lnTo>
                  <a:lnTo>
                    <a:pt x="5579093" y="906601"/>
                  </a:lnTo>
                  <a:lnTo>
                    <a:pt x="6264245" y="906601"/>
                  </a:lnTo>
                  <a:lnTo>
                    <a:pt x="6264245" y="462137"/>
                  </a:lnTo>
                  <a:lnTo>
                    <a:pt x="6949396" y="462137"/>
                  </a:lnTo>
                  <a:lnTo>
                    <a:pt x="6949396" y="0"/>
                  </a:lnTo>
                </a:path>
              </a:pathLst>
            </a:custGeom>
            <a:ln w="27101" cap="flat">
              <a:solidFill>
                <a:srgbClr val="E3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tx21"/>
            <p:cNvSpPr/>
            <p:nvPr/>
          </p:nvSpPr>
          <p:spPr>
            <a:xfrm>
              <a:off x="692708" y="5540371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0.00</a:t>
              </a:r>
            </a:p>
          </p:txBody>
        </p:sp>
        <p:sp>
          <p:nvSpPr>
            <p:cNvPr id="22" name="tx22"/>
            <p:cNvSpPr/>
            <p:nvPr/>
          </p:nvSpPr>
          <p:spPr>
            <a:xfrm>
              <a:off x="692708" y="4574663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0.02</a:t>
              </a:r>
            </a:p>
          </p:txBody>
        </p:sp>
        <p:sp>
          <p:nvSpPr>
            <p:cNvPr id="23" name="tx23"/>
            <p:cNvSpPr/>
            <p:nvPr/>
          </p:nvSpPr>
          <p:spPr>
            <a:xfrm>
              <a:off x="692708" y="3608955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0.04</a:t>
              </a:r>
            </a:p>
          </p:txBody>
        </p:sp>
        <p:sp>
          <p:nvSpPr>
            <p:cNvPr id="24" name="tx24"/>
            <p:cNvSpPr/>
            <p:nvPr/>
          </p:nvSpPr>
          <p:spPr>
            <a:xfrm>
              <a:off x="692708" y="2643248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0.06</a:t>
              </a:r>
            </a:p>
          </p:txBody>
        </p:sp>
        <p:sp>
          <p:nvSpPr>
            <p:cNvPr id="25" name="tx25"/>
            <p:cNvSpPr/>
            <p:nvPr/>
          </p:nvSpPr>
          <p:spPr>
            <a:xfrm>
              <a:off x="2628468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26" name="tx26"/>
            <p:cNvSpPr/>
            <p:nvPr/>
          </p:nvSpPr>
          <p:spPr>
            <a:xfrm>
              <a:off x="4586045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6543621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60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8501198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80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4197162" y="5925448"/>
              <a:ext cx="1195760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Days from baseline</a:t>
              </a:r>
            </a:p>
          </p:txBody>
        </p:sp>
        <p:sp>
          <p:nvSpPr>
            <p:cNvPr id="30" name="tx30"/>
            <p:cNvSpPr/>
            <p:nvPr/>
          </p:nvSpPr>
          <p:spPr>
            <a:xfrm rot="-5400000">
              <a:off x="-87047" y="4103109"/>
              <a:ext cx="132789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Cumulative incidence</a:t>
              </a:r>
            </a:p>
          </p:txBody>
        </p:sp>
        <p:sp>
          <p:nvSpPr>
            <p:cNvPr id="31" name="pl31"/>
            <p:cNvSpPr/>
            <p:nvPr/>
          </p:nvSpPr>
          <p:spPr>
            <a:xfrm>
              <a:off x="3578565" y="226479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1F78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4819138" y="226479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E3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tx33"/>
            <p:cNvSpPr/>
            <p:nvPr/>
          </p:nvSpPr>
          <p:spPr>
            <a:xfrm>
              <a:off x="3845665" y="2224748"/>
              <a:ext cx="88193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Discrep &lt; +25 mg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5086238" y="2224748"/>
              <a:ext cx="94722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Discrep &gt;= +25 mg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972874" y="1896563"/>
              <a:ext cx="3984498" cy="911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Discrep &gt;= +25 vs &lt;+25: subHR = 1.73 (95% CI 0.23-13.32), p = 0.597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972874" y="1669789"/>
              <a:ext cx="967983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AKI (KDIGO)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2026-10-09T11:57:58Z</dcterms:modified>
  <cp:category/>
</cp:coreProperties>
</file>