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41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1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49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07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354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628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5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78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9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22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2026-08-17T08:31:34Z</dcterms:modified>
  <cp:category/>
</cp:coreProperties>
</file>