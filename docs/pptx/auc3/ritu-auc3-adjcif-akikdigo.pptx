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941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21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1491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079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6354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6628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18295"/>
              <a:ext cx="6949396" cy="1393052"/>
            </a:xfrm>
            <a:custGeom>
              <a:avLst/>
              <a:pathLst>
                <a:path w="6949396" h="1393052">
                  <a:moveTo>
                    <a:pt x="0" y="1393052"/>
                  </a:moveTo>
                  <a:lnTo>
                    <a:pt x="97878" y="1393052"/>
                  </a:lnTo>
                  <a:lnTo>
                    <a:pt x="97878" y="1130528"/>
                  </a:lnTo>
                  <a:lnTo>
                    <a:pt x="195757" y="1130528"/>
                  </a:lnTo>
                  <a:lnTo>
                    <a:pt x="195757" y="854230"/>
                  </a:lnTo>
                  <a:lnTo>
                    <a:pt x="5579093" y="854230"/>
                  </a:lnTo>
                  <a:lnTo>
                    <a:pt x="5579093" y="575783"/>
                  </a:lnTo>
                  <a:lnTo>
                    <a:pt x="6264245" y="575783"/>
                  </a:lnTo>
                  <a:lnTo>
                    <a:pt x="6264245" y="296257"/>
                  </a:lnTo>
                  <a:lnTo>
                    <a:pt x="6949396" y="2962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56490"/>
            </a:xfrm>
            <a:custGeom>
              <a:avLst/>
              <a:pathLst>
                <a:path w="6949396" h="2256490">
                  <a:moveTo>
                    <a:pt x="0" y="2256490"/>
                  </a:moveTo>
                  <a:lnTo>
                    <a:pt x="97878" y="2256490"/>
                  </a:lnTo>
                  <a:lnTo>
                    <a:pt x="97878" y="1814352"/>
                  </a:lnTo>
                  <a:lnTo>
                    <a:pt x="195757" y="1814352"/>
                  </a:lnTo>
                  <a:lnTo>
                    <a:pt x="195757" y="1357848"/>
                  </a:lnTo>
                  <a:lnTo>
                    <a:pt x="5579093" y="1357848"/>
                  </a:lnTo>
                  <a:lnTo>
                    <a:pt x="5579093" y="906601"/>
                  </a:lnTo>
                  <a:lnTo>
                    <a:pt x="6264245" y="906601"/>
                  </a:lnTo>
                  <a:lnTo>
                    <a:pt x="6264245" y="462137"/>
                  </a:lnTo>
                  <a:lnTo>
                    <a:pt x="6949396" y="46213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678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953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22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1.73 (95% CI 0.23-13.32), p = 0.597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2026-08-17T08:02:13Z</dcterms:modified>
  <cp:category/>
</cp:coreProperties>
</file>