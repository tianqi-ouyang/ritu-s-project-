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75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318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661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14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490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832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4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746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089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432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2026-10-09T15:12:29Z</dcterms:modified>
  <cp:category/>
</cp:coreProperties>
</file>