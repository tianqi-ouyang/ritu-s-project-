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23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45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67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89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3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54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7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98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5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78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0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2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40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6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87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315111"/>
              <a:ext cx="7090630" cy="3113849"/>
            </a:xfrm>
            <a:custGeom>
              <a:avLst/>
              <a:pathLst>
                <a:path w="7090630" h="3113849">
                  <a:moveTo>
                    <a:pt x="0" y="0"/>
                  </a:moveTo>
                  <a:lnTo>
                    <a:pt x="71622" y="104062"/>
                  </a:lnTo>
                  <a:lnTo>
                    <a:pt x="143245" y="204784"/>
                  </a:lnTo>
                  <a:lnTo>
                    <a:pt x="214867" y="302274"/>
                  </a:lnTo>
                  <a:lnTo>
                    <a:pt x="286490" y="396634"/>
                  </a:lnTo>
                  <a:lnTo>
                    <a:pt x="358112" y="487966"/>
                  </a:lnTo>
                  <a:lnTo>
                    <a:pt x="429735" y="576366"/>
                  </a:lnTo>
                  <a:lnTo>
                    <a:pt x="501357" y="661929"/>
                  </a:lnTo>
                  <a:lnTo>
                    <a:pt x="572980" y="744745"/>
                  </a:lnTo>
                  <a:lnTo>
                    <a:pt x="644602" y="824904"/>
                  </a:lnTo>
                  <a:lnTo>
                    <a:pt x="716225" y="902489"/>
                  </a:lnTo>
                  <a:lnTo>
                    <a:pt x="787847" y="977584"/>
                  </a:lnTo>
                  <a:lnTo>
                    <a:pt x="859470" y="1050269"/>
                  </a:lnTo>
                  <a:lnTo>
                    <a:pt x="931092" y="1120621"/>
                  </a:lnTo>
                  <a:lnTo>
                    <a:pt x="1002715" y="1188715"/>
                  </a:lnTo>
                  <a:lnTo>
                    <a:pt x="1074337" y="1254624"/>
                  </a:lnTo>
                  <a:lnTo>
                    <a:pt x="1145960" y="1318417"/>
                  </a:lnTo>
                  <a:lnTo>
                    <a:pt x="1217582" y="1380162"/>
                  </a:lnTo>
                  <a:lnTo>
                    <a:pt x="1289205" y="1439926"/>
                  </a:lnTo>
                  <a:lnTo>
                    <a:pt x="1360827" y="1497771"/>
                  </a:lnTo>
                  <a:lnTo>
                    <a:pt x="1432450" y="1553760"/>
                  </a:lnTo>
                  <a:lnTo>
                    <a:pt x="1504073" y="1607951"/>
                  </a:lnTo>
                  <a:lnTo>
                    <a:pt x="1575695" y="1660403"/>
                  </a:lnTo>
                  <a:lnTo>
                    <a:pt x="1647318" y="1711172"/>
                  </a:lnTo>
                  <a:lnTo>
                    <a:pt x="1718940" y="1760311"/>
                  </a:lnTo>
                  <a:lnTo>
                    <a:pt x="1790563" y="1807873"/>
                  </a:lnTo>
                  <a:lnTo>
                    <a:pt x="1862185" y="1853909"/>
                  </a:lnTo>
                  <a:lnTo>
                    <a:pt x="1933808" y="1898466"/>
                  </a:lnTo>
                  <a:lnTo>
                    <a:pt x="2005430" y="1941594"/>
                  </a:lnTo>
                  <a:lnTo>
                    <a:pt x="2077053" y="1983337"/>
                  </a:lnTo>
                  <a:lnTo>
                    <a:pt x="2148675" y="2023741"/>
                  </a:lnTo>
                  <a:lnTo>
                    <a:pt x="2220298" y="2062847"/>
                  </a:lnTo>
                  <a:lnTo>
                    <a:pt x="2291920" y="2100699"/>
                  </a:lnTo>
                  <a:lnTo>
                    <a:pt x="2363543" y="2137336"/>
                  </a:lnTo>
                  <a:lnTo>
                    <a:pt x="2435165" y="2172796"/>
                  </a:lnTo>
                  <a:lnTo>
                    <a:pt x="2506788" y="2207119"/>
                  </a:lnTo>
                  <a:lnTo>
                    <a:pt x="2578410" y="2240339"/>
                  </a:lnTo>
                  <a:lnTo>
                    <a:pt x="2650033" y="2272494"/>
                  </a:lnTo>
                  <a:lnTo>
                    <a:pt x="2721655" y="2303617"/>
                  </a:lnTo>
                  <a:lnTo>
                    <a:pt x="2793278" y="2333740"/>
                  </a:lnTo>
                  <a:lnTo>
                    <a:pt x="2864901" y="2362897"/>
                  </a:lnTo>
                  <a:lnTo>
                    <a:pt x="2936523" y="2391118"/>
                  </a:lnTo>
                  <a:lnTo>
                    <a:pt x="3008146" y="2412673"/>
                  </a:lnTo>
                  <a:lnTo>
                    <a:pt x="3079768" y="2412665"/>
                  </a:lnTo>
                  <a:lnTo>
                    <a:pt x="3151391" y="2412657"/>
                  </a:lnTo>
                  <a:lnTo>
                    <a:pt x="3223013" y="2412649"/>
                  </a:lnTo>
                  <a:lnTo>
                    <a:pt x="3294636" y="2412641"/>
                  </a:lnTo>
                  <a:lnTo>
                    <a:pt x="3366258" y="2412634"/>
                  </a:lnTo>
                  <a:lnTo>
                    <a:pt x="3437881" y="2412626"/>
                  </a:lnTo>
                  <a:lnTo>
                    <a:pt x="3509503" y="2412618"/>
                  </a:lnTo>
                  <a:lnTo>
                    <a:pt x="3581126" y="2412610"/>
                  </a:lnTo>
                  <a:lnTo>
                    <a:pt x="3652748" y="2412602"/>
                  </a:lnTo>
                  <a:lnTo>
                    <a:pt x="3724371" y="2412594"/>
                  </a:lnTo>
                  <a:lnTo>
                    <a:pt x="3795993" y="2412586"/>
                  </a:lnTo>
                  <a:lnTo>
                    <a:pt x="3867616" y="2412579"/>
                  </a:lnTo>
                  <a:lnTo>
                    <a:pt x="3939238" y="2412571"/>
                  </a:lnTo>
                  <a:lnTo>
                    <a:pt x="4010861" y="2412563"/>
                  </a:lnTo>
                  <a:lnTo>
                    <a:pt x="4082483" y="2412555"/>
                  </a:lnTo>
                  <a:lnTo>
                    <a:pt x="4154106" y="2412547"/>
                  </a:lnTo>
                  <a:lnTo>
                    <a:pt x="4225729" y="2412539"/>
                  </a:lnTo>
                  <a:lnTo>
                    <a:pt x="4297351" y="2412531"/>
                  </a:lnTo>
                  <a:lnTo>
                    <a:pt x="4368974" y="2412524"/>
                  </a:lnTo>
                  <a:lnTo>
                    <a:pt x="4440596" y="2412516"/>
                  </a:lnTo>
                  <a:lnTo>
                    <a:pt x="4512219" y="2412508"/>
                  </a:lnTo>
                  <a:lnTo>
                    <a:pt x="4583841" y="2412500"/>
                  </a:lnTo>
                  <a:lnTo>
                    <a:pt x="4655464" y="2412492"/>
                  </a:lnTo>
                  <a:lnTo>
                    <a:pt x="4727086" y="2412484"/>
                  </a:lnTo>
                  <a:lnTo>
                    <a:pt x="4798709" y="2412476"/>
                  </a:lnTo>
                  <a:lnTo>
                    <a:pt x="4870331" y="2412469"/>
                  </a:lnTo>
                  <a:lnTo>
                    <a:pt x="4941954" y="2412461"/>
                  </a:lnTo>
                  <a:lnTo>
                    <a:pt x="5013576" y="2412453"/>
                  </a:lnTo>
                  <a:lnTo>
                    <a:pt x="5085199" y="2412445"/>
                  </a:lnTo>
                  <a:lnTo>
                    <a:pt x="5156821" y="2412437"/>
                  </a:lnTo>
                  <a:lnTo>
                    <a:pt x="5228444" y="2412429"/>
                  </a:lnTo>
                  <a:lnTo>
                    <a:pt x="5300066" y="2412422"/>
                  </a:lnTo>
                  <a:lnTo>
                    <a:pt x="5371689" y="2412414"/>
                  </a:lnTo>
                  <a:lnTo>
                    <a:pt x="5443311" y="2412406"/>
                  </a:lnTo>
                  <a:lnTo>
                    <a:pt x="5514934" y="2412398"/>
                  </a:lnTo>
                  <a:lnTo>
                    <a:pt x="5586557" y="2412390"/>
                  </a:lnTo>
                  <a:lnTo>
                    <a:pt x="5658179" y="2412382"/>
                  </a:lnTo>
                  <a:lnTo>
                    <a:pt x="5729802" y="2412374"/>
                  </a:lnTo>
                  <a:lnTo>
                    <a:pt x="5801424" y="2412367"/>
                  </a:lnTo>
                  <a:lnTo>
                    <a:pt x="5873047" y="2412359"/>
                  </a:lnTo>
                  <a:lnTo>
                    <a:pt x="5944669" y="2412351"/>
                  </a:lnTo>
                  <a:lnTo>
                    <a:pt x="6016292" y="2412343"/>
                  </a:lnTo>
                  <a:lnTo>
                    <a:pt x="6087914" y="2412335"/>
                  </a:lnTo>
                  <a:lnTo>
                    <a:pt x="6159537" y="2412327"/>
                  </a:lnTo>
                  <a:lnTo>
                    <a:pt x="6231159" y="2412319"/>
                  </a:lnTo>
                  <a:lnTo>
                    <a:pt x="6302782" y="2412312"/>
                  </a:lnTo>
                  <a:lnTo>
                    <a:pt x="6374404" y="2412304"/>
                  </a:lnTo>
                  <a:lnTo>
                    <a:pt x="6446027" y="2412296"/>
                  </a:lnTo>
                  <a:lnTo>
                    <a:pt x="6517649" y="2412288"/>
                  </a:lnTo>
                  <a:lnTo>
                    <a:pt x="6589272" y="2412280"/>
                  </a:lnTo>
                  <a:lnTo>
                    <a:pt x="6660894" y="2412272"/>
                  </a:lnTo>
                  <a:lnTo>
                    <a:pt x="6732517" y="2412264"/>
                  </a:lnTo>
                  <a:lnTo>
                    <a:pt x="6804139" y="2412257"/>
                  </a:lnTo>
                  <a:lnTo>
                    <a:pt x="6875762" y="2412249"/>
                  </a:lnTo>
                  <a:lnTo>
                    <a:pt x="6947385" y="2412241"/>
                  </a:lnTo>
                  <a:lnTo>
                    <a:pt x="7019007" y="2412233"/>
                  </a:lnTo>
                  <a:lnTo>
                    <a:pt x="7090630" y="2412225"/>
                  </a:lnTo>
                  <a:lnTo>
                    <a:pt x="7090630" y="3113849"/>
                  </a:lnTo>
                  <a:lnTo>
                    <a:pt x="7019007" y="3109594"/>
                  </a:lnTo>
                  <a:lnTo>
                    <a:pt x="6947385" y="3105199"/>
                  </a:lnTo>
                  <a:lnTo>
                    <a:pt x="6875762" y="3100658"/>
                  </a:lnTo>
                  <a:lnTo>
                    <a:pt x="6804139" y="3095966"/>
                  </a:lnTo>
                  <a:lnTo>
                    <a:pt x="6732517" y="3091119"/>
                  </a:lnTo>
                  <a:lnTo>
                    <a:pt x="6660894" y="3086111"/>
                  </a:lnTo>
                  <a:lnTo>
                    <a:pt x="6589272" y="3080937"/>
                  </a:lnTo>
                  <a:lnTo>
                    <a:pt x="6517649" y="3075591"/>
                  </a:lnTo>
                  <a:lnTo>
                    <a:pt x="6446027" y="3070069"/>
                  </a:lnTo>
                  <a:lnTo>
                    <a:pt x="6374404" y="3064363"/>
                  </a:lnTo>
                  <a:lnTo>
                    <a:pt x="6302782" y="3058467"/>
                  </a:lnTo>
                  <a:lnTo>
                    <a:pt x="6231159" y="3052377"/>
                  </a:lnTo>
                  <a:lnTo>
                    <a:pt x="6159537" y="3046084"/>
                  </a:lnTo>
                  <a:lnTo>
                    <a:pt x="6087914" y="3039582"/>
                  </a:lnTo>
                  <a:lnTo>
                    <a:pt x="6016292" y="3032865"/>
                  </a:lnTo>
                  <a:lnTo>
                    <a:pt x="5944669" y="3025926"/>
                  </a:lnTo>
                  <a:lnTo>
                    <a:pt x="5873047" y="3018756"/>
                  </a:lnTo>
                  <a:lnTo>
                    <a:pt x="5801424" y="3011348"/>
                  </a:lnTo>
                  <a:lnTo>
                    <a:pt x="5729802" y="3003695"/>
                  </a:lnTo>
                  <a:lnTo>
                    <a:pt x="5658179" y="2995788"/>
                  </a:lnTo>
                  <a:lnTo>
                    <a:pt x="5586557" y="2987619"/>
                  </a:lnTo>
                  <a:lnTo>
                    <a:pt x="5514934" y="2979179"/>
                  </a:lnTo>
                  <a:lnTo>
                    <a:pt x="5443311" y="2970459"/>
                  </a:lnTo>
                  <a:lnTo>
                    <a:pt x="5371689" y="2961449"/>
                  </a:lnTo>
                  <a:lnTo>
                    <a:pt x="5300066" y="2952141"/>
                  </a:lnTo>
                  <a:lnTo>
                    <a:pt x="5228444" y="2942525"/>
                  </a:lnTo>
                  <a:lnTo>
                    <a:pt x="5156821" y="2932589"/>
                  </a:lnTo>
                  <a:lnTo>
                    <a:pt x="5085199" y="2922324"/>
                  </a:lnTo>
                  <a:lnTo>
                    <a:pt x="5013576" y="2911719"/>
                  </a:lnTo>
                  <a:lnTo>
                    <a:pt x="4941954" y="2900762"/>
                  </a:lnTo>
                  <a:lnTo>
                    <a:pt x="4870331" y="2889441"/>
                  </a:lnTo>
                  <a:lnTo>
                    <a:pt x="4798709" y="2877745"/>
                  </a:lnTo>
                  <a:lnTo>
                    <a:pt x="4727086" y="2865662"/>
                  </a:lnTo>
                  <a:lnTo>
                    <a:pt x="4655464" y="2853177"/>
                  </a:lnTo>
                  <a:lnTo>
                    <a:pt x="4583841" y="2840279"/>
                  </a:lnTo>
                  <a:lnTo>
                    <a:pt x="4512219" y="2826953"/>
                  </a:lnTo>
                  <a:lnTo>
                    <a:pt x="4440596" y="2813185"/>
                  </a:lnTo>
                  <a:lnTo>
                    <a:pt x="4368974" y="2798960"/>
                  </a:lnTo>
                  <a:lnTo>
                    <a:pt x="4297351" y="2784264"/>
                  </a:lnTo>
                  <a:lnTo>
                    <a:pt x="4225729" y="2769080"/>
                  </a:lnTo>
                  <a:lnTo>
                    <a:pt x="4154106" y="2753393"/>
                  </a:lnTo>
                  <a:lnTo>
                    <a:pt x="4082483" y="2737185"/>
                  </a:lnTo>
                  <a:lnTo>
                    <a:pt x="4010861" y="2720441"/>
                  </a:lnTo>
                  <a:lnTo>
                    <a:pt x="3939238" y="2703141"/>
                  </a:lnTo>
                  <a:lnTo>
                    <a:pt x="3867616" y="2685267"/>
                  </a:lnTo>
                  <a:lnTo>
                    <a:pt x="3795993" y="2666800"/>
                  </a:lnTo>
                  <a:lnTo>
                    <a:pt x="3724371" y="2647721"/>
                  </a:lnTo>
                  <a:lnTo>
                    <a:pt x="3652748" y="2628010"/>
                  </a:lnTo>
                  <a:lnTo>
                    <a:pt x="3581126" y="2607645"/>
                  </a:lnTo>
                  <a:lnTo>
                    <a:pt x="3509503" y="2586604"/>
                  </a:lnTo>
                  <a:lnTo>
                    <a:pt x="3437881" y="2564866"/>
                  </a:lnTo>
                  <a:lnTo>
                    <a:pt x="3366258" y="2542407"/>
                  </a:lnTo>
                  <a:lnTo>
                    <a:pt x="3294636" y="2519203"/>
                  </a:lnTo>
                  <a:lnTo>
                    <a:pt x="3223013" y="2495229"/>
                  </a:lnTo>
                  <a:lnTo>
                    <a:pt x="3151391" y="2470461"/>
                  </a:lnTo>
                  <a:lnTo>
                    <a:pt x="3079768" y="2444871"/>
                  </a:lnTo>
                  <a:lnTo>
                    <a:pt x="3008146" y="2418433"/>
                  </a:lnTo>
                  <a:lnTo>
                    <a:pt x="2936523" y="2412681"/>
                  </a:lnTo>
                  <a:lnTo>
                    <a:pt x="2864901" y="2412688"/>
                  </a:lnTo>
                  <a:lnTo>
                    <a:pt x="2793278" y="2412696"/>
                  </a:lnTo>
                  <a:lnTo>
                    <a:pt x="2721655" y="2412704"/>
                  </a:lnTo>
                  <a:lnTo>
                    <a:pt x="2650033" y="2412712"/>
                  </a:lnTo>
                  <a:lnTo>
                    <a:pt x="2578410" y="2412720"/>
                  </a:lnTo>
                  <a:lnTo>
                    <a:pt x="2506788" y="2412728"/>
                  </a:lnTo>
                  <a:lnTo>
                    <a:pt x="2435165" y="2412736"/>
                  </a:lnTo>
                  <a:lnTo>
                    <a:pt x="2363543" y="2412743"/>
                  </a:lnTo>
                  <a:lnTo>
                    <a:pt x="2291920" y="2412751"/>
                  </a:lnTo>
                  <a:lnTo>
                    <a:pt x="2220298" y="2412759"/>
                  </a:lnTo>
                  <a:lnTo>
                    <a:pt x="2148675" y="2412767"/>
                  </a:lnTo>
                  <a:lnTo>
                    <a:pt x="2077053" y="2412775"/>
                  </a:lnTo>
                  <a:lnTo>
                    <a:pt x="2005430" y="2412783"/>
                  </a:lnTo>
                  <a:lnTo>
                    <a:pt x="1933808" y="2412790"/>
                  </a:lnTo>
                  <a:lnTo>
                    <a:pt x="1862185" y="2412798"/>
                  </a:lnTo>
                  <a:lnTo>
                    <a:pt x="1790563" y="2412806"/>
                  </a:lnTo>
                  <a:lnTo>
                    <a:pt x="1718940" y="2412814"/>
                  </a:lnTo>
                  <a:lnTo>
                    <a:pt x="1647318" y="2412822"/>
                  </a:lnTo>
                  <a:lnTo>
                    <a:pt x="1575695" y="2412830"/>
                  </a:lnTo>
                  <a:lnTo>
                    <a:pt x="1504073" y="2412838"/>
                  </a:lnTo>
                  <a:lnTo>
                    <a:pt x="1432450" y="2412845"/>
                  </a:lnTo>
                  <a:lnTo>
                    <a:pt x="1360827" y="2412853"/>
                  </a:lnTo>
                  <a:lnTo>
                    <a:pt x="1289205" y="2412861"/>
                  </a:lnTo>
                  <a:lnTo>
                    <a:pt x="1217582" y="2412869"/>
                  </a:lnTo>
                  <a:lnTo>
                    <a:pt x="1145960" y="2412877"/>
                  </a:lnTo>
                  <a:lnTo>
                    <a:pt x="1074337" y="2412885"/>
                  </a:lnTo>
                  <a:lnTo>
                    <a:pt x="1002715" y="2412893"/>
                  </a:lnTo>
                  <a:lnTo>
                    <a:pt x="931092" y="2412900"/>
                  </a:lnTo>
                  <a:lnTo>
                    <a:pt x="859470" y="2412908"/>
                  </a:lnTo>
                  <a:lnTo>
                    <a:pt x="787847" y="2412916"/>
                  </a:lnTo>
                  <a:lnTo>
                    <a:pt x="716225" y="2412924"/>
                  </a:lnTo>
                  <a:lnTo>
                    <a:pt x="644602" y="2412932"/>
                  </a:lnTo>
                  <a:lnTo>
                    <a:pt x="572980" y="2412940"/>
                  </a:lnTo>
                  <a:lnTo>
                    <a:pt x="501357" y="2412947"/>
                  </a:lnTo>
                  <a:lnTo>
                    <a:pt x="429735" y="2412955"/>
                  </a:lnTo>
                  <a:lnTo>
                    <a:pt x="358112" y="2412963"/>
                  </a:lnTo>
                  <a:lnTo>
                    <a:pt x="286490" y="2412971"/>
                  </a:lnTo>
                  <a:lnTo>
                    <a:pt x="214867" y="2412979"/>
                  </a:lnTo>
                  <a:lnTo>
                    <a:pt x="143245" y="2412987"/>
                  </a:lnTo>
                  <a:lnTo>
                    <a:pt x="71622" y="2412995"/>
                  </a:lnTo>
                  <a:lnTo>
                    <a:pt x="0" y="241300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315111"/>
              <a:ext cx="7090630" cy="2412673"/>
            </a:xfrm>
            <a:custGeom>
              <a:avLst/>
              <a:pathLst>
                <a:path w="7090630" h="2412673">
                  <a:moveTo>
                    <a:pt x="0" y="0"/>
                  </a:moveTo>
                  <a:lnTo>
                    <a:pt x="71622" y="104062"/>
                  </a:lnTo>
                  <a:lnTo>
                    <a:pt x="143245" y="204784"/>
                  </a:lnTo>
                  <a:lnTo>
                    <a:pt x="214867" y="302274"/>
                  </a:lnTo>
                  <a:lnTo>
                    <a:pt x="286490" y="396634"/>
                  </a:lnTo>
                  <a:lnTo>
                    <a:pt x="358112" y="487966"/>
                  </a:lnTo>
                  <a:lnTo>
                    <a:pt x="429735" y="576366"/>
                  </a:lnTo>
                  <a:lnTo>
                    <a:pt x="501357" y="661929"/>
                  </a:lnTo>
                  <a:lnTo>
                    <a:pt x="572980" y="744745"/>
                  </a:lnTo>
                  <a:lnTo>
                    <a:pt x="644602" y="824904"/>
                  </a:lnTo>
                  <a:lnTo>
                    <a:pt x="716225" y="902489"/>
                  </a:lnTo>
                  <a:lnTo>
                    <a:pt x="787847" y="977584"/>
                  </a:lnTo>
                  <a:lnTo>
                    <a:pt x="859470" y="1050269"/>
                  </a:lnTo>
                  <a:lnTo>
                    <a:pt x="931092" y="1120621"/>
                  </a:lnTo>
                  <a:lnTo>
                    <a:pt x="1002715" y="1188715"/>
                  </a:lnTo>
                  <a:lnTo>
                    <a:pt x="1074337" y="1254624"/>
                  </a:lnTo>
                  <a:lnTo>
                    <a:pt x="1145960" y="1318417"/>
                  </a:lnTo>
                  <a:lnTo>
                    <a:pt x="1217582" y="1380162"/>
                  </a:lnTo>
                  <a:lnTo>
                    <a:pt x="1289205" y="1439926"/>
                  </a:lnTo>
                  <a:lnTo>
                    <a:pt x="1360827" y="1497771"/>
                  </a:lnTo>
                  <a:lnTo>
                    <a:pt x="1432450" y="1553760"/>
                  </a:lnTo>
                  <a:lnTo>
                    <a:pt x="1504073" y="1607951"/>
                  </a:lnTo>
                  <a:lnTo>
                    <a:pt x="1575695" y="1660403"/>
                  </a:lnTo>
                  <a:lnTo>
                    <a:pt x="1647318" y="1711172"/>
                  </a:lnTo>
                  <a:lnTo>
                    <a:pt x="1718940" y="1760311"/>
                  </a:lnTo>
                  <a:lnTo>
                    <a:pt x="1790563" y="1807873"/>
                  </a:lnTo>
                  <a:lnTo>
                    <a:pt x="1862185" y="1853909"/>
                  </a:lnTo>
                  <a:lnTo>
                    <a:pt x="1933808" y="1898466"/>
                  </a:lnTo>
                  <a:lnTo>
                    <a:pt x="2005430" y="1941594"/>
                  </a:lnTo>
                  <a:lnTo>
                    <a:pt x="2077053" y="1983337"/>
                  </a:lnTo>
                  <a:lnTo>
                    <a:pt x="2148675" y="2023741"/>
                  </a:lnTo>
                  <a:lnTo>
                    <a:pt x="2220298" y="2062847"/>
                  </a:lnTo>
                  <a:lnTo>
                    <a:pt x="2291920" y="2100699"/>
                  </a:lnTo>
                  <a:lnTo>
                    <a:pt x="2363543" y="2137336"/>
                  </a:lnTo>
                  <a:lnTo>
                    <a:pt x="2435165" y="2172796"/>
                  </a:lnTo>
                  <a:lnTo>
                    <a:pt x="2506788" y="2207119"/>
                  </a:lnTo>
                  <a:lnTo>
                    <a:pt x="2578410" y="2240339"/>
                  </a:lnTo>
                  <a:lnTo>
                    <a:pt x="2650033" y="2272494"/>
                  </a:lnTo>
                  <a:lnTo>
                    <a:pt x="2721655" y="2303617"/>
                  </a:lnTo>
                  <a:lnTo>
                    <a:pt x="2793278" y="2333740"/>
                  </a:lnTo>
                  <a:lnTo>
                    <a:pt x="2864901" y="2362897"/>
                  </a:lnTo>
                  <a:lnTo>
                    <a:pt x="2936523" y="2391118"/>
                  </a:lnTo>
                  <a:lnTo>
                    <a:pt x="3008146" y="2412673"/>
                  </a:lnTo>
                  <a:lnTo>
                    <a:pt x="3079768" y="2412665"/>
                  </a:lnTo>
                  <a:lnTo>
                    <a:pt x="3151391" y="2412657"/>
                  </a:lnTo>
                  <a:lnTo>
                    <a:pt x="3223013" y="2412649"/>
                  </a:lnTo>
                  <a:lnTo>
                    <a:pt x="3294636" y="2412641"/>
                  </a:lnTo>
                  <a:lnTo>
                    <a:pt x="3366258" y="2412634"/>
                  </a:lnTo>
                  <a:lnTo>
                    <a:pt x="3437881" y="2412626"/>
                  </a:lnTo>
                  <a:lnTo>
                    <a:pt x="3509503" y="2412618"/>
                  </a:lnTo>
                  <a:lnTo>
                    <a:pt x="3581126" y="2412610"/>
                  </a:lnTo>
                  <a:lnTo>
                    <a:pt x="3652748" y="2412602"/>
                  </a:lnTo>
                  <a:lnTo>
                    <a:pt x="3724371" y="2412594"/>
                  </a:lnTo>
                  <a:lnTo>
                    <a:pt x="3795993" y="2412586"/>
                  </a:lnTo>
                  <a:lnTo>
                    <a:pt x="3867616" y="2412579"/>
                  </a:lnTo>
                  <a:lnTo>
                    <a:pt x="3939238" y="2412571"/>
                  </a:lnTo>
                  <a:lnTo>
                    <a:pt x="4010861" y="2412563"/>
                  </a:lnTo>
                  <a:lnTo>
                    <a:pt x="4082483" y="2412555"/>
                  </a:lnTo>
                  <a:lnTo>
                    <a:pt x="4154106" y="2412547"/>
                  </a:lnTo>
                  <a:lnTo>
                    <a:pt x="4225729" y="2412539"/>
                  </a:lnTo>
                  <a:lnTo>
                    <a:pt x="4297351" y="2412531"/>
                  </a:lnTo>
                  <a:lnTo>
                    <a:pt x="4368974" y="2412524"/>
                  </a:lnTo>
                  <a:lnTo>
                    <a:pt x="4440596" y="2412516"/>
                  </a:lnTo>
                  <a:lnTo>
                    <a:pt x="4512219" y="2412508"/>
                  </a:lnTo>
                  <a:lnTo>
                    <a:pt x="4583841" y="2412500"/>
                  </a:lnTo>
                  <a:lnTo>
                    <a:pt x="4655464" y="2412492"/>
                  </a:lnTo>
                  <a:lnTo>
                    <a:pt x="4727086" y="2412484"/>
                  </a:lnTo>
                  <a:lnTo>
                    <a:pt x="4798709" y="2412476"/>
                  </a:lnTo>
                  <a:lnTo>
                    <a:pt x="4870331" y="2412469"/>
                  </a:lnTo>
                  <a:lnTo>
                    <a:pt x="4941954" y="2412461"/>
                  </a:lnTo>
                  <a:lnTo>
                    <a:pt x="5013576" y="2412453"/>
                  </a:lnTo>
                  <a:lnTo>
                    <a:pt x="5085199" y="2412445"/>
                  </a:lnTo>
                  <a:lnTo>
                    <a:pt x="5156821" y="2412437"/>
                  </a:lnTo>
                  <a:lnTo>
                    <a:pt x="5228444" y="2412429"/>
                  </a:lnTo>
                  <a:lnTo>
                    <a:pt x="5300066" y="2412422"/>
                  </a:lnTo>
                  <a:lnTo>
                    <a:pt x="5371689" y="2412414"/>
                  </a:lnTo>
                  <a:lnTo>
                    <a:pt x="5443311" y="2412406"/>
                  </a:lnTo>
                  <a:lnTo>
                    <a:pt x="5514934" y="2412398"/>
                  </a:lnTo>
                  <a:lnTo>
                    <a:pt x="5586557" y="2412390"/>
                  </a:lnTo>
                  <a:lnTo>
                    <a:pt x="5658179" y="2412382"/>
                  </a:lnTo>
                  <a:lnTo>
                    <a:pt x="5729802" y="2412374"/>
                  </a:lnTo>
                  <a:lnTo>
                    <a:pt x="5801424" y="2412367"/>
                  </a:lnTo>
                  <a:lnTo>
                    <a:pt x="5873047" y="2412359"/>
                  </a:lnTo>
                  <a:lnTo>
                    <a:pt x="5944669" y="2412351"/>
                  </a:lnTo>
                  <a:lnTo>
                    <a:pt x="6016292" y="2412343"/>
                  </a:lnTo>
                  <a:lnTo>
                    <a:pt x="6087914" y="2412335"/>
                  </a:lnTo>
                  <a:lnTo>
                    <a:pt x="6159537" y="2412327"/>
                  </a:lnTo>
                  <a:lnTo>
                    <a:pt x="6231159" y="2412319"/>
                  </a:lnTo>
                  <a:lnTo>
                    <a:pt x="6302782" y="2412312"/>
                  </a:lnTo>
                  <a:lnTo>
                    <a:pt x="6374404" y="2412304"/>
                  </a:lnTo>
                  <a:lnTo>
                    <a:pt x="6446027" y="2412296"/>
                  </a:lnTo>
                  <a:lnTo>
                    <a:pt x="6517649" y="2412288"/>
                  </a:lnTo>
                  <a:lnTo>
                    <a:pt x="6589272" y="2412280"/>
                  </a:lnTo>
                  <a:lnTo>
                    <a:pt x="6660894" y="2412272"/>
                  </a:lnTo>
                  <a:lnTo>
                    <a:pt x="6732517" y="2412264"/>
                  </a:lnTo>
                  <a:lnTo>
                    <a:pt x="6804139" y="2412257"/>
                  </a:lnTo>
                  <a:lnTo>
                    <a:pt x="6875762" y="2412249"/>
                  </a:lnTo>
                  <a:lnTo>
                    <a:pt x="6947385" y="2412241"/>
                  </a:lnTo>
                  <a:lnTo>
                    <a:pt x="7019007" y="2412233"/>
                  </a:lnTo>
                  <a:lnTo>
                    <a:pt x="7090630" y="24122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27792"/>
              <a:ext cx="7090630" cy="701167"/>
            </a:xfrm>
            <a:custGeom>
              <a:avLst/>
              <a:pathLst>
                <a:path w="7090630" h="701167">
                  <a:moveTo>
                    <a:pt x="7090630" y="701167"/>
                  </a:moveTo>
                  <a:lnTo>
                    <a:pt x="7019007" y="696913"/>
                  </a:lnTo>
                  <a:lnTo>
                    <a:pt x="6947385" y="692518"/>
                  </a:lnTo>
                  <a:lnTo>
                    <a:pt x="6875762" y="687977"/>
                  </a:lnTo>
                  <a:lnTo>
                    <a:pt x="6804139" y="683285"/>
                  </a:lnTo>
                  <a:lnTo>
                    <a:pt x="6732517" y="678438"/>
                  </a:lnTo>
                  <a:lnTo>
                    <a:pt x="6660894" y="673430"/>
                  </a:lnTo>
                  <a:lnTo>
                    <a:pt x="6589272" y="668256"/>
                  </a:lnTo>
                  <a:lnTo>
                    <a:pt x="6517649" y="662910"/>
                  </a:lnTo>
                  <a:lnTo>
                    <a:pt x="6446027" y="657387"/>
                  </a:lnTo>
                  <a:lnTo>
                    <a:pt x="6374404" y="651681"/>
                  </a:lnTo>
                  <a:lnTo>
                    <a:pt x="6302782" y="645786"/>
                  </a:lnTo>
                  <a:lnTo>
                    <a:pt x="6231159" y="639695"/>
                  </a:lnTo>
                  <a:lnTo>
                    <a:pt x="6159537" y="633403"/>
                  </a:lnTo>
                  <a:lnTo>
                    <a:pt x="6087914" y="626901"/>
                  </a:lnTo>
                  <a:lnTo>
                    <a:pt x="6016292" y="620184"/>
                  </a:lnTo>
                  <a:lnTo>
                    <a:pt x="5944669" y="613245"/>
                  </a:lnTo>
                  <a:lnTo>
                    <a:pt x="5873047" y="606075"/>
                  </a:lnTo>
                  <a:lnTo>
                    <a:pt x="5801424" y="598667"/>
                  </a:lnTo>
                  <a:lnTo>
                    <a:pt x="5729802" y="591014"/>
                  </a:lnTo>
                  <a:lnTo>
                    <a:pt x="5658179" y="583107"/>
                  </a:lnTo>
                  <a:lnTo>
                    <a:pt x="5586557" y="574938"/>
                  </a:lnTo>
                  <a:lnTo>
                    <a:pt x="5514934" y="566497"/>
                  </a:lnTo>
                  <a:lnTo>
                    <a:pt x="5443311" y="557777"/>
                  </a:lnTo>
                  <a:lnTo>
                    <a:pt x="5371689" y="548768"/>
                  </a:lnTo>
                  <a:lnTo>
                    <a:pt x="5300066" y="539460"/>
                  </a:lnTo>
                  <a:lnTo>
                    <a:pt x="5228444" y="529844"/>
                  </a:lnTo>
                  <a:lnTo>
                    <a:pt x="5156821" y="519908"/>
                  </a:lnTo>
                  <a:lnTo>
                    <a:pt x="5085199" y="509643"/>
                  </a:lnTo>
                  <a:lnTo>
                    <a:pt x="5013576" y="499038"/>
                  </a:lnTo>
                  <a:lnTo>
                    <a:pt x="4941954" y="488081"/>
                  </a:lnTo>
                  <a:lnTo>
                    <a:pt x="4870331" y="476760"/>
                  </a:lnTo>
                  <a:lnTo>
                    <a:pt x="4798709" y="465064"/>
                  </a:lnTo>
                  <a:lnTo>
                    <a:pt x="4727086" y="452981"/>
                  </a:lnTo>
                  <a:lnTo>
                    <a:pt x="4655464" y="440496"/>
                  </a:lnTo>
                  <a:lnTo>
                    <a:pt x="4583841" y="427598"/>
                  </a:lnTo>
                  <a:lnTo>
                    <a:pt x="4512219" y="414272"/>
                  </a:lnTo>
                  <a:lnTo>
                    <a:pt x="4440596" y="400504"/>
                  </a:lnTo>
                  <a:lnTo>
                    <a:pt x="4368974" y="386279"/>
                  </a:lnTo>
                  <a:lnTo>
                    <a:pt x="4297351" y="371583"/>
                  </a:lnTo>
                  <a:lnTo>
                    <a:pt x="4225729" y="356399"/>
                  </a:lnTo>
                  <a:lnTo>
                    <a:pt x="4154106" y="340712"/>
                  </a:lnTo>
                  <a:lnTo>
                    <a:pt x="4082483" y="324504"/>
                  </a:lnTo>
                  <a:lnTo>
                    <a:pt x="4010861" y="307760"/>
                  </a:lnTo>
                  <a:lnTo>
                    <a:pt x="3939238" y="290459"/>
                  </a:lnTo>
                  <a:lnTo>
                    <a:pt x="3867616" y="272586"/>
                  </a:lnTo>
                  <a:lnTo>
                    <a:pt x="3795993" y="254119"/>
                  </a:lnTo>
                  <a:lnTo>
                    <a:pt x="3724371" y="235040"/>
                  </a:lnTo>
                  <a:lnTo>
                    <a:pt x="3652748" y="215329"/>
                  </a:lnTo>
                  <a:lnTo>
                    <a:pt x="3581126" y="194963"/>
                  </a:lnTo>
                  <a:lnTo>
                    <a:pt x="3509503" y="173923"/>
                  </a:lnTo>
                  <a:lnTo>
                    <a:pt x="3437881" y="152185"/>
                  </a:lnTo>
                  <a:lnTo>
                    <a:pt x="3366258" y="129725"/>
                  </a:lnTo>
                  <a:lnTo>
                    <a:pt x="3294636" y="106521"/>
                  </a:lnTo>
                  <a:lnTo>
                    <a:pt x="3223013" y="82548"/>
                  </a:lnTo>
                  <a:lnTo>
                    <a:pt x="3151391" y="57780"/>
                  </a:lnTo>
                  <a:lnTo>
                    <a:pt x="3079768" y="32190"/>
                  </a:lnTo>
                  <a:lnTo>
                    <a:pt x="3008146" y="5752"/>
                  </a:lnTo>
                  <a:lnTo>
                    <a:pt x="2936523" y="0"/>
                  </a:lnTo>
                  <a:lnTo>
                    <a:pt x="2864901" y="7"/>
                  </a:lnTo>
                  <a:lnTo>
                    <a:pt x="2793278" y="15"/>
                  </a:lnTo>
                  <a:lnTo>
                    <a:pt x="2721655" y="23"/>
                  </a:lnTo>
                  <a:lnTo>
                    <a:pt x="2650033" y="31"/>
                  </a:lnTo>
                  <a:lnTo>
                    <a:pt x="2578410" y="39"/>
                  </a:lnTo>
                  <a:lnTo>
                    <a:pt x="2506788" y="47"/>
                  </a:lnTo>
                  <a:lnTo>
                    <a:pt x="2435165" y="54"/>
                  </a:lnTo>
                  <a:lnTo>
                    <a:pt x="2363543" y="62"/>
                  </a:lnTo>
                  <a:lnTo>
                    <a:pt x="2291920" y="70"/>
                  </a:lnTo>
                  <a:lnTo>
                    <a:pt x="2220298" y="78"/>
                  </a:lnTo>
                  <a:lnTo>
                    <a:pt x="2148675" y="86"/>
                  </a:lnTo>
                  <a:lnTo>
                    <a:pt x="2077053" y="94"/>
                  </a:lnTo>
                  <a:lnTo>
                    <a:pt x="2005430" y="102"/>
                  </a:lnTo>
                  <a:lnTo>
                    <a:pt x="1933808" y="109"/>
                  </a:lnTo>
                  <a:lnTo>
                    <a:pt x="1862185" y="117"/>
                  </a:lnTo>
                  <a:lnTo>
                    <a:pt x="1790563" y="125"/>
                  </a:lnTo>
                  <a:lnTo>
                    <a:pt x="1718940" y="133"/>
                  </a:lnTo>
                  <a:lnTo>
                    <a:pt x="1647318" y="141"/>
                  </a:lnTo>
                  <a:lnTo>
                    <a:pt x="1575695" y="149"/>
                  </a:lnTo>
                  <a:lnTo>
                    <a:pt x="1504073" y="156"/>
                  </a:lnTo>
                  <a:lnTo>
                    <a:pt x="1432450" y="164"/>
                  </a:lnTo>
                  <a:lnTo>
                    <a:pt x="1360827" y="172"/>
                  </a:lnTo>
                  <a:lnTo>
                    <a:pt x="1289205" y="180"/>
                  </a:lnTo>
                  <a:lnTo>
                    <a:pt x="1217582" y="188"/>
                  </a:lnTo>
                  <a:lnTo>
                    <a:pt x="1145960" y="196"/>
                  </a:lnTo>
                  <a:lnTo>
                    <a:pt x="1074337" y="204"/>
                  </a:lnTo>
                  <a:lnTo>
                    <a:pt x="1002715" y="211"/>
                  </a:lnTo>
                  <a:lnTo>
                    <a:pt x="931092" y="219"/>
                  </a:lnTo>
                  <a:lnTo>
                    <a:pt x="859470" y="227"/>
                  </a:lnTo>
                  <a:lnTo>
                    <a:pt x="787847" y="235"/>
                  </a:lnTo>
                  <a:lnTo>
                    <a:pt x="716225" y="243"/>
                  </a:lnTo>
                  <a:lnTo>
                    <a:pt x="644602" y="251"/>
                  </a:lnTo>
                  <a:lnTo>
                    <a:pt x="572980" y="259"/>
                  </a:lnTo>
                  <a:lnTo>
                    <a:pt x="501357" y="266"/>
                  </a:lnTo>
                  <a:lnTo>
                    <a:pt x="429735" y="274"/>
                  </a:lnTo>
                  <a:lnTo>
                    <a:pt x="358112" y="282"/>
                  </a:lnTo>
                  <a:lnTo>
                    <a:pt x="286490" y="290"/>
                  </a:lnTo>
                  <a:lnTo>
                    <a:pt x="214867" y="298"/>
                  </a:lnTo>
                  <a:lnTo>
                    <a:pt x="143245" y="306"/>
                  </a:lnTo>
                  <a:lnTo>
                    <a:pt x="71622" y="313"/>
                  </a:lnTo>
                  <a:lnTo>
                    <a:pt x="0" y="3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17685"/>
              <a:ext cx="7090630" cy="1313268"/>
            </a:xfrm>
            <a:custGeom>
              <a:avLst/>
              <a:pathLst>
                <a:path w="7090630" h="1313268">
                  <a:moveTo>
                    <a:pt x="0" y="0"/>
                  </a:moveTo>
                  <a:lnTo>
                    <a:pt x="71622" y="26519"/>
                  </a:lnTo>
                  <a:lnTo>
                    <a:pt x="143245" y="52609"/>
                  </a:lnTo>
                  <a:lnTo>
                    <a:pt x="214867" y="78278"/>
                  </a:lnTo>
                  <a:lnTo>
                    <a:pt x="286490" y="103531"/>
                  </a:lnTo>
                  <a:lnTo>
                    <a:pt x="358112" y="128376"/>
                  </a:lnTo>
                  <a:lnTo>
                    <a:pt x="429735" y="152819"/>
                  </a:lnTo>
                  <a:lnTo>
                    <a:pt x="501357" y="176866"/>
                  </a:lnTo>
                  <a:lnTo>
                    <a:pt x="572980" y="200525"/>
                  </a:lnTo>
                  <a:lnTo>
                    <a:pt x="644602" y="223801"/>
                  </a:lnTo>
                  <a:lnTo>
                    <a:pt x="716225" y="246700"/>
                  </a:lnTo>
                  <a:lnTo>
                    <a:pt x="787847" y="269229"/>
                  </a:lnTo>
                  <a:lnTo>
                    <a:pt x="859470" y="291394"/>
                  </a:lnTo>
                  <a:lnTo>
                    <a:pt x="931092" y="313200"/>
                  </a:lnTo>
                  <a:lnTo>
                    <a:pt x="1002715" y="334654"/>
                  </a:lnTo>
                  <a:lnTo>
                    <a:pt x="1074337" y="355760"/>
                  </a:lnTo>
                  <a:lnTo>
                    <a:pt x="1145960" y="376525"/>
                  </a:lnTo>
                  <a:lnTo>
                    <a:pt x="1217582" y="396954"/>
                  </a:lnTo>
                  <a:lnTo>
                    <a:pt x="1289205" y="417053"/>
                  </a:lnTo>
                  <a:lnTo>
                    <a:pt x="1360827" y="436827"/>
                  </a:lnTo>
                  <a:lnTo>
                    <a:pt x="1432450" y="456281"/>
                  </a:lnTo>
                  <a:lnTo>
                    <a:pt x="1504073" y="475420"/>
                  </a:lnTo>
                  <a:lnTo>
                    <a:pt x="1575695" y="494250"/>
                  </a:lnTo>
                  <a:lnTo>
                    <a:pt x="1647318" y="512775"/>
                  </a:lnTo>
                  <a:lnTo>
                    <a:pt x="1718940" y="531000"/>
                  </a:lnTo>
                  <a:lnTo>
                    <a:pt x="1790563" y="548931"/>
                  </a:lnTo>
                  <a:lnTo>
                    <a:pt x="1862185" y="566571"/>
                  </a:lnTo>
                  <a:lnTo>
                    <a:pt x="1933808" y="583927"/>
                  </a:lnTo>
                  <a:lnTo>
                    <a:pt x="2005430" y="601001"/>
                  </a:lnTo>
                  <a:lnTo>
                    <a:pt x="2077053" y="617800"/>
                  </a:lnTo>
                  <a:lnTo>
                    <a:pt x="2148675" y="634326"/>
                  </a:lnTo>
                  <a:lnTo>
                    <a:pt x="2220298" y="650586"/>
                  </a:lnTo>
                  <a:lnTo>
                    <a:pt x="2291920" y="666582"/>
                  </a:lnTo>
                  <a:lnTo>
                    <a:pt x="2363543" y="682320"/>
                  </a:lnTo>
                  <a:lnTo>
                    <a:pt x="2435165" y="697803"/>
                  </a:lnTo>
                  <a:lnTo>
                    <a:pt x="2506788" y="713035"/>
                  </a:lnTo>
                  <a:lnTo>
                    <a:pt x="2578410" y="728022"/>
                  </a:lnTo>
                  <a:lnTo>
                    <a:pt x="2650033" y="742766"/>
                  </a:lnTo>
                  <a:lnTo>
                    <a:pt x="2721655" y="757271"/>
                  </a:lnTo>
                  <a:lnTo>
                    <a:pt x="2793278" y="771542"/>
                  </a:lnTo>
                  <a:lnTo>
                    <a:pt x="2864901" y="785582"/>
                  </a:lnTo>
                  <a:lnTo>
                    <a:pt x="2936523" y="799395"/>
                  </a:lnTo>
                  <a:lnTo>
                    <a:pt x="3008146" y="812984"/>
                  </a:lnTo>
                  <a:lnTo>
                    <a:pt x="3079768" y="826354"/>
                  </a:lnTo>
                  <a:lnTo>
                    <a:pt x="3151391" y="839507"/>
                  </a:lnTo>
                  <a:lnTo>
                    <a:pt x="3223013" y="852448"/>
                  </a:lnTo>
                  <a:lnTo>
                    <a:pt x="3294636" y="865179"/>
                  </a:lnTo>
                  <a:lnTo>
                    <a:pt x="3366258" y="877704"/>
                  </a:lnTo>
                  <a:lnTo>
                    <a:pt x="3437881" y="890027"/>
                  </a:lnTo>
                  <a:lnTo>
                    <a:pt x="3509503" y="902151"/>
                  </a:lnTo>
                  <a:lnTo>
                    <a:pt x="3581126" y="914078"/>
                  </a:lnTo>
                  <a:lnTo>
                    <a:pt x="3652748" y="925813"/>
                  </a:lnTo>
                  <a:lnTo>
                    <a:pt x="3724371" y="937357"/>
                  </a:lnTo>
                  <a:lnTo>
                    <a:pt x="3795993" y="948715"/>
                  </a:lnTo>
                  <a:lnTo>
                    <a:pt x="3867616" y="959889"/>
                  </a:lnTo>
                  <a:lnTo>
                    <a:pt x="3939238" y="970883"/>
                  </a:lnTo>
                  <a:lnTo>
                    <a:pt x="4010861" y="981699"/>
                  </a:lnTo>
                  <a:lnTo>
                    <a:pt x="4082483" y="992339"/>
                  </a:lnTo>
                  <a:lnTo>
                    <a:pt x="4154106" y="1002808"/>
                  </a:lnTo>
                  <a:lnTo>
                    <a:pt x="4225729" y="1013107"/>
                  </a:lnTo>
                  <a:lnTo>
                    <a:pt x="4297351" y="1023240"/>
                  </a:lnTo>
                  <a:lnTo>
                    <a:pt x="4368974" y="1033209"/>
                  </a:lnTo>
                  <a:lnTo>
                    <a:pt x="4440596" y="1043016"/>
                  </a:lnTo>
                  <a:lnTo>
                    <a:pt x="4512219" y="1052665"/>
                  </a:lnTo>
                  <a:lnTo>
                    <a:pt x="4583841" y="1062158"/>
                  </a:lnTo>
                  <a:lnTo>
                    <a:pt x="4655464" y="1071498"/>
                  </a:lnTo>
                  <a:lnTo>
                    <a:pt x="4727086" y="1080686"/>
                  </a:lnTo>
                  <a:lnTo>
                    <a:pt x="4798709" y="1089726"/>
                  </a:lnTo>
                  <a:lnTo>
                    <a:pt x="4870331" y="1098619"/>
                  </a:lnTo>
                  <a:lnTo>
                    <a:pt x="4941954" y="1107369"/>
                  </a:lnTo>
                  <a:lnTo>
                    <a:pt x="5013576" y="1115977"/>
                  </a:lnTo>
                  <a:lnTo>
                    <a:pt x="5085199" y="1124445"/>
                  </a:lnTo>
                  <a:lnTo>
                    <a:pt x="5156821" y="1132777"/>
                  </a:lnTo>
                  <a:lnTo>
                    <a:pt x="5228444" y="1140974"/>
                  </a:lnTo>
                  <a:lnTo>
                    <a:pt x="5300066" y="1149039"/>
                  </a:lnTo>
                  <a:lnTo>
                    <a:pt x="5371689" y="1156973"/>
                  </a:lnTo>
                  <a:lnTo>
                    <a:pt x="5443311" y="1164779"/>
                  </a:lnTo>
                  <a:lnTo>
                    <a:pt x="5514934" y="1172458"/>
                  </a:lnTo>
                  <a:lnTo>
                    <a:pt x="5586557" y="1180014"/>
                  </a:lnTo>
                  <a:lnTo>
                    <a:pt x="5658179" y="1187447"/>
                  </a:lnTo>
                  <a:lnTo>
                    <a:pt x="5729802" y="1194759"/>
                  </a:lnTo>
                  <a:lnTo>
                    <a:pt x="5801424" y="1201954"/>
                  </a:lnTo>
                  <a:lnTo>
                    <a:pt x="5873047" y="1209032"/>
                  </a:lnTo>
                  <a:lnTo>
                    <a:pt x="5944669" y="1215996"/>
                  </a:lnTo>
                  <a:lnTo>
                    <a:pt x="6016292" y="1222847"/>
                  </a:lnTo>
                  <a:lnTo>
                    <a:pt x="6087914" y="1229587"/>
                  </a:lnTo>
                  <a:lnTo>
                    <a:pt x="6159537" y="1236218"/>
                  </a:lnTo>
                  <a:lnTo>
                    <a:pt x="6231159" y="1242742"/>
                  </a:lnTo>
                  <a:lnTo>
                    <a:pt x="6302782" y="1249161"/>
                  </a:lnTo>
                  <a:lnTo>
                    <a:pt x="6374404" y="1255476"/>
                  </a:lnTo>
                  <a:lnTo>
                    <a:pt x="6446027" y="1261688"/>
                  </a:lnTo>
                  <a:lnTo>
                    <a:pt x="6517649" y="1267800"/>
                  </a:lnTo>
                  <a:lnTo>
                    <a:pt x="6589272" y="1273813"/>
                  </a:lnTo>
                  <a:lnTo>
                    <a:pt x="6660894" y="1279729"/>
                  </a:lnTo>
                  <a:lnTo>
                    <a:pt x="6732517" y="1285549"/>
                  </a:lnTo>
                  <a:lnTo>
                    <a:pt x="6804139" y="1291275"/>
                  </a:lnTo>
                  <a:lnTo>
                    <a:pt x="6875762" y="1296909"/>
                  </a:lnTo>
                  <a:lnTo>
                    <a:pt x="6947385" y="1302451"/>
                  </a:lnTo>
                  <a:lnTo>
                    <a:pt x="7019007" y="1307904"/>
                  </a:lnTo>
                  <a:lnTo>
                    <a:pt x="7090630" y="131326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649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2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48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06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894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100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22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440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65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(1.00-1.51), p_Bonf = 0.301 (n = 6)  |  per IQR decline (Δ = 27.4 %): 1.76 (1.00-3.09)  |  IQR: [-12.6, 14.8]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2026-10-08T10:12:57Z</dcterms:modified>
  <cp:category/>
</cp:coreProperties>
</file>