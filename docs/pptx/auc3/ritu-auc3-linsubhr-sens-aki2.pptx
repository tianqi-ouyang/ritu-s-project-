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9717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06689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16202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25714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242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0193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11445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2095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172049" y="2073503"/>
              <a:ext cx="7090630" cy="3483537"/>
            </a:xfrm>
            <a:custGeom>
              <a:avLst/>
              <a:pathLst>
                <a:path w="7090630" h="3483537">
                  <a:moveTo>
                    <a:pt x="2587079" y="0"/>
                  </a:moveTo>
                  <a:lnTo>
                    <a:pt x="2650033" y="446152"/>
                  </a:lnTo>
                  <a:lnTo>
                    <a:pt x="2721655" y="881062"/>
                  </a:lnTo>
                  <a:lnTo>
                    <a:pt x="2793278" y="1253704"/>
                  </a:lnTo>
                  <a:lnTo>
                    <a:pt x="2864901" y="1572992"/>
                  </a:lnTo>
                  <a:lnTo>
                    <a:pt x="2936523" y="1846566"/>
                  </a:lnTo>
                  <a:lnTo>
                    <a:pt x="3008146" y="2080971"/>
                  </a:lnTo>
                  <a:lnTo>
                    <a:pt x="3079768" y="2281814"/>
                  </a:lnTo>
                  <a:lnTo>
                    <a:pt x="3151391" y="2453902"/>
                  </a:lnTo>
                  <a:lnTo>
                    <a:pt x="3223013" y="2601351"/>
                  </a:lnTo>
                  <a:lnTo>
                    <a:pt x="3294636" y="2654461"/>
                  </a:lnTo>
                  <a:lnTo>
                    <a:pt x="3366258" y="2654758"/>
                  </a:lnTo>
                  <a:lnTo>
                    <a:pt x="3437881" y="2655055"/>
                  </a:lnTo>
                  <a:lnTo>
                    <a:pt x="3509503" y="2655352"/>
                  </a:lnTo>
                  <a:lnTo>
                    <a:pt x="3581126" y="2655649"/>
                  </a:lnTo>
                  <a:lnTo>
                    <a:pt x="3652748" y="2655946"/>
                  </a:lnTo>
                  <a:lnTo>
                    <a:pt x="3724371" y="2656242"/>
                  </a:lnTo>
                  <a:lnTo>
                    <a:pt x="3795993" y="2656539"/>
                  </a:lnTo>
                  <a:lnTo>
                    <a:pt x="3867616" y="2656835"/>
                  </a:lnTo>
                  <a:lnTo>
                    <a:pt x="3939238" y="2657131"/>
                  </a:lnTo>
                  <a:lnTo>
                    <a:pt x="4010861" y="2657427"/>
                  </a:lnTo>
                  <a:lnTo>
                    <a:pt x="4082483" y="2657723"/>
                  </a:lnTo>
                  <a:lnTo>
                    <a:pt x="4154106" y="2658019"/>
                  </a:lnTo>
                  <a:lnTo>
                    <a:pt x="4225729" y="2658315"/>
                  </a:lnTo>
                  <a:lnTo>
                    <a:pt x="4297351" y="2658611"/>
                  </a:lnTo>
                  <a:lnTo>
                    <a:pt x="4368974" y="2658906"/>
                  </a:lnTo>
                  <a:lnTo>
                    <a:pt x="4440596" y="2659202"/>
                  </a:lnTo>
                  <a:lnTo>
                    <a:pt x="4512219" y="2659497"/>
                  </a:lnTo>
                  <a:lnTo>
                    <a:pt x="4583841" y="2659793"/>
                  </a:lnTo>
                  <a:lnTo>
                    <a:pt x="4655464" y="2660088"/>
                  </a:lnTo>
                  <a:lnTo>
                    <a:pt x="4727086" y="2660383"/>
                  </a:lnTo>
                  <a:lnTo>
                    <a:pt x="4798709" y="2660678"/>
                  </a:lnTo>
                  <a:lnTo>
                    <a:pt x="4870331" y="2660973"/>
                  </a:lnTo>
                  <a:lnTo>
                    <a:pt x="4941954" y="2661268"/>
                  </a:lnTo>
                  <a:lnTo>
                    <a:pt x="5013576" y="2661562"/>
                  </a:lnTo>
                  <a:lnTo>
                    <a:pt x="5085199" y="2661857"/>
                  </a:lnTo>
                  <a:lnTo>
                    <a:pt x="5156821" y="2662151"/>
                  </a:lnTo>
                  <a:lnTo>
                    <a:pt x="5228444" y="2662446"/>
                  </a:lnTo>
                  <a:lnTo>
                    <a:pt x="5300066" y="2662740"/>
                  </a:lnTo>
                  <a:lnTo>
                    <a:pt x="5371689" y="2663034"/>
                  </a:lnTo>
                  <a:lnTo>
                    <a:pt x="5443311" y="2663328"/>
                  </a:lnTo>
                  <a:lnTo>
                    <a:pt x="5514934" y="2663622"/>
                  </a:lnTo>
                  <a:lnTo>
                    <a:pt x="5586557" y="2663916"/>
                  </a:lnTo>
                  <a:lnTo>
                    <a:pt x="5658179" y="2664209"/>
                  </a:lnTo>
                  <a:lnTo>
                    <a:pt x="5729802" y="2664503"/>
                  </a:lnTo>
                  <a:lnTo>
                    <a:pt x="5801424" y="2664797"/>
                  </a:lnTo>
                  <a:lnTo>
                    <a:pt x="5873047" y="2665090"/>
                  </a:lnTo>
                  <a:lnTo>
                    <a:pt x="5944669" y="2665383"/>
                  </a:lnTo>
                  <a:lnTo>
                    <a:pt x="6016292" y="2665676"/>
                  </a:lnTo>
                  <a:lnTo>
                    <a:pt x="6087914" y="2665970"/>
                  </a:lnTo>
                  <a:lnTo>
                    <a:pt x="6159537" y="2666263"/>
                  </a:lnTo>
                  <a:lnTo>
                    <a:pt x="6231159" y="2666555"/>
                  </a:lnTo>
                  <a:lnTo>
                    <a:pt x="6302782" y="2666848"/>
                  </a:lnTo>
                  <a:lnTo>
                    <a:pt x="6374404" y="2667141"/>
                  </a:lnTo>
                  <a:lnTo>
                    <a:pt x="6446027" y="2667433"/>
                  </a:lnTo>
                  <a:lnTo>
                    <a:pt x="6517649" y="2667726"/>
                  </a:lnTo>
                  <a:lnTo>
                    <a:pt x="6589272" y="2668018"/>
                  </a:lnTo>
                  <a:lnTo>
                    <a:pt x="6660894" y="2668310"/>
                  </a:lnTo>
                  <a:lnTo>
                    <a:pt x="6732517" y="2668603"/>
                  </a:lnTo>
                  <a:lnTo>
                    <a:pt x="6804139" y="2668895"/>
                  </a:lnTo>
                  <a:lnTo>
                    <a:pt x="6875762" y="2669187"/>
                  </a:lnTo>
                  <a:lnTo>
                    <a:pt x="6947385" y="2669478"/>
                  </a:lnTo>
                  <a:lnTo>
                    <a:pt x="7019007" y="2669770"/>
                  </a:lnTo>
                  <a:lnTo>
                    <a:pt x="7090630" y="2670062"/>
                  </a:lnTo>
                  <a:lnTo>
                    <a:pt x="7090630" y="3483537"/>
                  </a:lnTo>
                  <a:lnTo>
                    <a:pt x="7019007" y="3483502"/>
                  </a:lnTo>
                  <a:lnTo>
                    <a:pt x="6947385" y="3483461"/>
                  </a:lnTo>
                  <a:lnTo>
                    <a:pt x="6875762" y="3483413"/>
                  </a:lnTo>
                  <a:lnTo>
                    <a:pt x="6804139" y="3483357"/>
                  </a:lnTo>
                  <a:lnTo>
                    <a:pt x="6732517" y="3483292"/>
                  </a:lnTo>
                  <a:lnTo>
                    <a:pt x="6660894" y="3483216"/>
                  </a:lnTo>
                  <a:lnTo>
                    <a:pt x="6589272" y="3483128"/>
                  </a:lnTo>
                  <a:lnTo>
                    <a:pt x="6517649" y="3483024"/>
                  </a:lnTo>
                  <a:lnTo>
                    <a:pt x="6446027" y="3482903"/>
                  </a:lnTo>
                  <a:lnTo>
                    <a:pt x="6374404" y="3482763"/>
                  </a:lnTo>
                  <a:lnTo>
                    <a:pt x="6302782" y="3482598"/>
                  </a:lnTo>
                  <a:lnTo>
                    <a:pt x="6231159" y="3482406"/>
                  </a:lnTo>
                  <a:lnTo>
                    <a:pt x="6159537" y="3482182"/>
                  </a:lnTo>
                  <a:lnTo>
                    <a:pt x="6087914" y="3481921"/>
                  </a:lnTo>
                  <a:lnTo>
                    <a:pt x="6016292" y="3481616"/>
                  </a:lnTo>
                  <a:lnTo>
                    <a:pt x="5944669" y="3481260"/>
                  </a:lnTo>
                  <a:lnTo>
                    <a:pt x="5873047" y="3480845"/>
                  </a:lnTo>
                  <a:lnTo>
                    <a:pt x="5801424" y="3480360"/>
                  </a:lnTo>
                  <a:lnTo>
                    <a:pt x="5729802" y="3479794"/>
                  </a:lnTo>
                  <a:lnTo>
                    <a:pt x="5658179" y="3479133"/>
                  </a:lnTo>
                  <a:lnTo>
                    <a:pt x="5586557" y="3478363"/>
                  </a:lnTo>
                  <a:lnTo>
                    <a:pt x="5514934" y="3477463"/>
                  </a:lnTo>
                  <a:lnTo>
                    <a:pt x="5443311" y="3476413"/>
                  </a:lnTo>
                  <a:lnTo>
                    <a:pt x="5371689" y="3475188"/>
                  </a:lnTo>
                  <a:lnTo>
                    <a:pt x="5300066" y="3473757"/>
                  </a:lnTo>
                  <a:lnTo>
                    <a:pt x="5228444" y="3472088"/>
                  </a:lnTo>
                  <a:lnTo>
                    <a:pt x="5156821" y="3470140"/>
                  </a:lnTo>
                  <a:lnTo>
                    <a:pt x="5085199" y="3467867"/>
                  </a:lnTo>
                  <a:lnTo>
                    <a:pt x="5013576" y="3465213"/>
                  </a:lnTo>
                  <a:lnTo>
                    <a:pt x="4941954" y="3462116"/>
                  </a:lnTo>
                  <a:lnTo>
                    <a:pt x="4870331" y="3458502"/>
                  </a:lnTo>
                  <a:lnTo>
                    <a:pt x="4798709" y="3454283"/>
                  </a:lnTo>
                  <a:lnTo>
                    <a:pt x="4727086" y="3449360"/>
                  </a:lnTo>
                  <a:lnTo>
                    <a:pt x="4655464" y="3443614"/>
                  </a:lnTo>
                  <a:lnTo>
                    <a:pt x="4583841" y="3436908"/>
                  </a:lnTo>
                  <a:lnTo>
                    <a:pt x="4512219" y="3429081"/>
                  </a:lnTo>
                  <a:lnTo>
                    <a:pt x="4440596" y="3419946"/>
                  </a:lnTo>
                  <a:lnTo>
                    <a:pt x="4368974" y="3409285"/>
                  </a:lnTo>
                  <a:lnTo>
                    <a:pt x="4297351" y="3396843"/>
                  </a:lnTo>
                  <a:lnTo>
                    <a:pt x="4225729" y="3382321"/>
                  </a:lnTo>
                  <a:lnTo>
                    <a:pt x="4154106" y="3365373"/>
                  </a:lnTo>
                  <a:lnTo>
                    <a:pt x="4082483" y="3345592"/>
                  </a:lnTo>
                  <a:lnTo>
                    <a:pt x="4010861" y="3322507"/>
                  </a:lnTo>
                  <a:lnTo>
                    <a:pt x="3939238" y="3295563"/>
                  </a:lnTo>
                  <a:lnTo>
                    <a:pt x="3867616" y="3264118"/>
                  </a:lnTo>
                  <a:lnTo>
                    <a:pt x="3795993" y="3227418"/>
                  </a:lnTo>
                  <a:lnTo>
                    <a:pt x="3724371" y="3184585"/>
                  </a:lnTo>
                  <a:lnTo>
                    <a:pt x="3652748" y="3134595"/>
                  </a:lnTo>
                  <a:lnTo>
                    <a:pt x="3581126" y="3076252"/>
                  </a:lnTo>
                  <a:lnTo>
                    <a:pt x="3509503" y="3008159"/>
                  </a:lnTo>
                  <a:lnTo>
                    <a:pt x="3437881" y="2928688"/>
                  </a:lnTo>
                  <a:lnTo>
                    <a:pt x="3366258" y="2835938"/>
                  </a:lnTo>
                  <a:lnTo>
                    <a:pt x="3294636" y="2727689"/>
                  </a:lnTo>
                  <a:lnTo>
                    <a:pt x="3223013" y="2654164"/>
                  </a:lnTo>
                  <a:lnTo>
                    <a:pt x="3151391" y="2653867"/>
                  </a:lnTo>
                  <a:lnTo>
                    <a:pt x="3079768" y="2653569"/>
                  </a:lnTo>
                  <a:lnTo>
                    <a:pt x="3008146" y="2653272"/>
                  </a:lnTo>
                  <a:lnTo>
                    <a:pt x="2936523" y="2652974"/>
                  </a:lnTo>
                  <a:lnTo>
                    <a:pt x="2864901" y="2652676"/>
                  </a:lnTo>
                  <a:lnTo>
                    <a:pt x="2793278" y="2652378"/>
                  </a:lnTo>
                  <a:lnTo>
                    <a:pt x="2721655" y="2652080"/>
                  </a:lnTo>
                  <a:lnTo>
                    <a:pt x="2650033" y="2651782"/>
                  </a:lnTo>
                  <a:lnTo>
                    <a:pt x="2578410" y="2651484"/>
                  </a:lnTo>
                  <a:lnTo>
                    <a:pt x="2506788" y="2651186"/>
                  </a:lnTo>
                  <a:lnTo>
                    <a:pt x="2435165" y="2650888"/>
                  </a:lnTo>
                  <a:lnTo>
                    <a:pt x="2363543" y="2650589"/>
                  </a:lnTo>
                  <a:lnTo>
                    <a:pt x="2291920" y="2650290"/>
                  </a:lnTo>
                  <a:lnTo>
                    <a:pt x="2220298" y="2649992"/>
                  </a:lnTo>
                  <a:lnTo>
                    <a:pt x="2148675" y="2649693"/>
                  </a:lnTo>
                  <a:lnTo>
                    <a:pt x="2077053" y="2649394"/>
                  </a:lnTo>
                  <a:lnTo>
                    <a:pt x="2005430" y="2649095"/>
                  </a:lnTo>
                  <a:lnTo>
                    <a:pt x="1933808" y="2648796"/>
                  </a:lnTo>
                  <a:lnTo>
                    <a:pt x="1862185" y="2648497"/>
                  </a:lnTo>
                  <a:lnTo>
                    <a:pt x="1790563" y="2648197"/>
                  </a:lnTo>
                  <a:lnTo>
                    <a:pt x="1718940" y="2647898"/>
                  </a:lnTo>
                  <a:lnTo>
                    <a:pt x="1647318" y="2647598"/>
                  </a:lnTo>
                  <a:lnTo>
                    <a:pt x="1575695" y="2647299"/>
                  </a:lnTo>
                  <a:lnTo>
                    <a:pt x="1504073" y="2646999"/>
                  </a:lnTo>
                  <a:lnTo>
                    <a:pt x="1432450" y="2646699"/>
                  </a:lnTo>
                  <a:lnTo>
                    <a:pt x="1360827" y="2646399"/>
                  </a:lnTo>
                  <a:lnTo>
                    <a:pt x="1289205" y="2646099"/>
                  </a:lnTo>
                  <a:lnTo>
                    <a:pt x="1217582" y="2645799"/>
                  </a:lnTo>
                  <a:lnTo>
                    <a:pt x="1145960" y="2645498"/>
                  </a:lnTo>
                  <a:lnTo>
                    <a:pt x="1074337" y="2645198"/>
                  </a:lnTo>
                  <a:lnTo>
                    <a:pt x="1002715" y="2644897"/>
                  </a:lnTo>
                  <a:lnTo>
                    <a:pt x="931092" y="2644597"/>
                  </a:lnTo>
                  <a:lnTo>
                    <a:pt x="859470" y="2644296"/>
                  </a:lnTo>
                  <a:lnTo>
                    <a:pt x="787847" y="2643995"/>
                  </a:lnTo>
                  <a:lnTo>
                    <a:pt x="716225" y="2643694"/>
                  </a:lnTo>
                  <a:lnTo>
                    <a:pt x="644602" y="2643393"/>
                  </a:lnTo>
                  <a:lnTo>
                    <a:pt x="572980" y="2643092"/>
                  </a:lnTo>
                  <a:lnTo>
                    <a:pt x="501357" y="2642791"/>
                  </a:lnTo>
                  <a:lnTo>
                    <a:pt x="429735" y="2642489"/>
                  </a:lnTo>
                  <a:lnTo>
                    <a:pt x="358112" y="2642188"/>
                  </a:lnTo>
                  <a:lnTo>
                    <a:pt x="286490" y="2641886"/>
                  </a:lnTo>
                  <a:lnTo>
                    <a:pt x="214867" y="2641584"/>
                  </a:lnTo>
                  <a:lnTo>
                    <a:pt x="143245" y="2641283"/>
                  </a:lnTo>
                  <a:lnTo>
                    <a:pt x="71622" y="2640981"/>
                  </a:lnTo>
                  <a:lnTo>
                    <a:pt x="0" y="26406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3759128" y="2073503"/>
              <a:ext cx="4503550" cy="2670062"/>
            </a:xfrm>
            <a:custGeom>
              <a:avLst/>
              <a:pathLst>
                <a:path w="4503550" h="2670062">
                  <a:moveTo>
                    <a:pt x="0" y="0"/>
                  </a:moveTo>
                  <a:lnTo>
                    <a:pt x="62954" y="446152"/>
                  </a:lnTo>
                  <a:lnTo>
                    <a:pt x="134576" y="881062"/>
                  </a:lnTo>
                  <a:lnTo>
                    <a:pt x="206199" y="1253704"/>
                  </a:lnTo>
                  <a:lnTo>
                    <a:pt x="277821" y="1572992"/>
                  </a:lnTo>
                  <a:lnTo>
                    <a:pt x="349444" y="1846566"/>
                  </a:lnTo>
                  <a:lnTo>
                    <a:pt x="421066" y="2080971"/>
                  </a:lnTo>
                  <a:lnTo>
                    <a:pt x="492689" y="2281814"/>
                  </a:lnTo>
                  <a:lnTo>
                    <a:pt x="564311" y="2453902"/>
                  </a:lnTo>
                  <a:lnTo>
                    <a:pt x="635934" y="2601351"/>
                  </a:lnTo>
                  <a:lnTo>
                    <a:pt x="707557" y="2654461"/>
                  </a:lnTo>
                  <a:lnTo>
                    <a:pt x="779179" y="2654758"/>
                  </a:lnTo>
                  <a:lnTo>
                    <a:pt x="850802" y="2655055"/>
                  </a:lnTo>
                  <a:lnTo>
                    <a:pt x="922424" y="2655352"/>
                  </a:lnTo>
                  <a:lnTo>
                    <a:pt x="994047" y="2655649"/>
                  </a:lnTo>
                  <a:lnTo>
                    <a:pt x="1065669" y="2655946"/>
                  </a:lnTo>
                  <a:lnTo>
                    <a:pt x="1137292" y="2656242"/>
                  </a:lnTo>
                  <a:lnTo>
                    <a:pt x="1208914" y="2656539"/>
                  </a:lnTo>
                  <a:lnTo>
                    <a:pt x="1280537" y="2656835"/>
                  </a:lnTo>
                  <a:lnTo>
                    <a:pt x="1352159" y="2657131"/>
                  </a:lnTo>
                  <a:lnTo>
                    <a:pt x="1423782" y="2657427"/>
                  </a:lnTo>
                  <a:lnTo>
                    <a:pt x="1495404" y="2657723"/>
                  </a:lnTo>
                  <a:lnTo>
                    <a:pt x="1567027" y="2658019"/>
                  </a:lnTo>
                  <a:lnTo>
                    <a:pt x="1638649" y="2658315"/>
                  </a:lnTo>
                  <a:lnTo>
                    <a:pt x="1710272" y="2658611"/>
                  </a:lnTo>
                  <a:lnTo>
                    <a:pt x="1781894" y="2658906"/>
                  </a:lnTo>
                  <a:lnTo>
                    <a:pt x="1853517" y="2659202"/>
                  </a:lnTo>
                  <a:lnTo>
                    <a:pt x="1925139" y="2659497"/>
                  </a:lnTo>
                  <a:lnTo>
                    <a:pt x="1996762" y="2659793"/>
                  </a:lnTo>
                  <a:lnTo>
                    <a:pt x="2068385" y="2660088"/>
                  </a:lnTo>
                  <a:lnTo>
                    <a:pt x="2140007" y="2660383"/>
                  </a:lnTo>
                  <a:lnTo>
                    <a:pt x="2211630" y="2660678"/>
                  </a:lnTo>
                  <a:lnTo>
                    <a:pt x="2283252" y="2660973"/>
                  </a:lnTo>
                  <a:lnTo>
                    <a:pt x="2354875" y="2661268"/>
                  </a:lnTo>
                  <a:lnTo>
                    <a:pt x="2426497" y="2661562"/>
                  </a:lnTo>
                  <a:lnTo>
                    <a:pt x="2498120" y="2661857"/>
                  </a:lnTo>
                  <a:lnTo>
                    <a:pt x="2569742" y="2662151"/>
                  </a:lnTo>
                  <a:lnTo>
                    <a:pt x="2641365" y="2662446"/>
                  </a:lnTo>
                  <a:lnTo>
                    <a:pt x="2712987" y="2662740"/>
                  </a:lnTo>
                  <a:lnTo>
                    <a:pt x="2784610" y="2663034"/>
                  </a:lnTo>
                  <a:lnTo>
                    <a:pt x="2856232" y="2663328"/>
                  </a:lnTo>
                  <a:lnTo>
                    <a:pt x="2927855" y="2663622"/>
                  </a:lnTo>
                  <a:lnTo>
                    <a:pt x="2999477" y="2663916"/>
                  </a:lnTo>
                  <a:lnTo>
                    <a:pt x="3071100" y="2664209"/>
                  </a:lnTo>
                  <a:lnTo>
                    <a:pt x="3142722" y="2664503"/>
                  </a:lnTo>
                  <a:lnTo>
                    <a:pt x="3214345" y="2664797"/>
                  </a:lnTo>
                  <a:lnTo>
                    <a:pt x="3285967" y="2665090"/>
                  </a:lnTo>
                  <a:lnTo>
                    <a:pt x="3357590" y="2665383"/>
                  </a:lnTo>
                  <a:lnTo>
                    <a:pt x="3429213" y="2665676"/>
                  </a:lnTo>
                  <a:lnTo>
                    <a:pt x="3500835" y="2665970"/>
                  </a:lnTo>
                  <a:lnTo>
                    <a:pt x="3572458" y="2666263"/>
                  </a:lnTo>
                  <a:lnTo>
                    <a:pt x="3644080" y="2666555"/>
                  </a:lnTo>
                  <a:lnTo>
                    <a:pt x="3715703" y="2666848"/>
                  </a:lnTo>
                  <a:lnTo>
                    <a:pt x="3787325" y="2667141"/>
                  </a:lnTo>
                  <a:lnTo>
                    <a:pt x="3858948" y="2667433"/>
                  </a:lnTo>
                  <a:lnTo>
                    <a:pt x="3930570" y="2667726"/>
                  </a:lnTo>
                  <a:lnTo>
                    <a:pt x="4002193" y="2668018"/>
                  </a:lnTo>
                  <a:lnTo>
                    <a:pt x="4073815" y="2668310"/>
                  </a:lnTo>
                  <a:lnTo>
                    <a:pt x="4145438" y="2668603"/>
                  </a:lnTo>
                  <a:lnTo>
                    <a:pt x="4217060" y="2668895"/>
                  </a:lnTo>
                  <a:lnTo>
                    <a:pt x="4288683" y="2669187"/>
                  </a:lnTo>
                  <a:lnTo>
                    <a:pt x="4360305" y="2669478"/>
                  </a:lnTo>
                  <a:lnTo>
                    <a:pt x="4431928" y="2669770"/>
                  </a:lnTo>
                  <a:lnTo>
                    <a:pt x="4503550" y="267006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4714182"/>
              <a:ext cx="7090630" cy="842857"/>
            </a:xfrm>
            <a:custGeom>
              <a:avLst/>
              <a:pathLst>
                <a:path w="7090630" h="842857">
                  <a:moveTo>
                    <a:pt x="7090630" y="842857"/>
                  </a:moveTo>
                  <a:lnTo>
                    <a:pt x="7019007" y="842822"/>
                  </a:lnTo>
                  <a:lnTo>
                    <a:pt x="6947385" y="842782"/>
                  </a:lnTo>
                  <a:lnTo>
                    <a:pt x="6875762" y="842734"/>
                  </a:lnTo>
                  <a:lnTo>
                    <a:pt x="6804139" y="842678"/>
                  </a:lnTo>
                  <a:lnTo>
                    <a:pt x="6732517" y="842613"/>
                  </a:lnTo>
                  <a:lnTo>
                    <a:pt x="6660894" y="842537"/>
                  </a:lnTo>
                  <a:lnTo>
                    <a:pt x="6589272" y="842448"/>
                  </a:lnTo>
                  <a:lnTo>
                    <a:pt x="6517649" y="842345"/>
                  </a:lnTo>
                  <a:lnTo>
                    <a:pt x="6446027" y="842224"/>
                  </a:lnTo>
                  <a:lnTo>
                    <a:pt x="6374404" y="842084"/>
                  </a:lnTo>
                  <a:lnTo>
                    <a:pt x="6302782" y="841919"/>
                  </a:lnTo>
                  <a:lnTo>
                    <a:pt x="6231159" y="841727"/>
                  </a:lnTo>
                  <a:lnTo>
                    <a:pt x="6159537" y="841503"/>
                  </a:lnTo>
                  <a:lnTo>
                    <a:pt x="6087914" y="841242"/>
                  </a:lnTo>
                  <a:lnTo>
                    <a:pt x="6016292" y="840937"/>
                  </a:lnTo>
                  <a:lnTo>
                    <a:pt x="5944669" y="840581"/>
                  </a:lnTo>
                  <a:lnTo>
                    <a:pt x="5873047" y="840166"/>
                  </a:lnTo>
                  <a:lnTo>
                    <a:pt x="5801424" y="839681"/>
                  </a:lnTo>
                  <a:lnTo>
                    <a:pt x="5729802" y="839115"/>
                  </a:lnTo>
                  <a:lnTo>
                    <a:pt x="5658179" y="838454"/>
                  </a:lnTo>
                  <a:lnTo>
                    <a:pt x="5586557" y="837683"/>
                  </a:lnTo>
                  <a:lnTo>
                    <a:pt x="5514934" y="836784"/>
                  </a:lnTo>
                  <a:lnTo>
                    <a:pt x="5443311" y="835734"/>
                  </a:lnTo>
                  <a:lnTo>
                    <a:pt x="5371689" y="834508"/>
                  </a:lnTo>
                  <a:lnTo>
                    <a:pt x="5300066" y="833078"/>
                  </a:lnTo>
                  <a:lnTo>
                    <a:pt x="5228444" y="831409"/>
                  </a:lnTo>
                  <a:lnTo>
                    <a:pt x="5156821" y="829461"/>
                  </a:lnTo>
                  <a:lnTo>
                    <a:pt x="5085199" y="827187"/>
                  </a:lnTo>
                  <a:lnTo>
                    <a:pt x="5013576" y="824534"/>
                  </a:lnTo>
                  <a:lnTo>
                    <a:pt x="4941954" y="821437"/>
                  </a:lnTo>
                  <a:lnTo>
                    <a:pt x="4870331" y="817822"/>
                  </a:lnTo>
                  <a:lnTo>
                    <a:pt x="4798709" y="813604"/>
                  </a:lnTo>
                  <a:lnTo>
                    <a:pt x="4727086" y="808681"/>
                  </a:lnTo>
                  <a:lnTo>
                    <a:pt x="4655464" y="802935"/>
                  </a:lnTo>
                  <a:lnTo>
                    <a:pt x="4583841" y="796229"/>
                  </a:lnTo>
                  <a:lnTo>
                    <a:pt x="4512219" y="788402"/>
                  </a:lnTo>
                  <a:lnTo>
                    <a:pt x="4440596" y="779267"/>
                  </a:lnTo>
                  <a:lnTo>
                    <a:pt x="4368974" y="768606"/>
                  </a:lnTo>
                  <a:lnTo>
                    <a:pt x="4297351" y="756164"/>
                  </a:lnTo>
                  <a:lnTo>
                    <a:pt x="4225729" y="741642"/>
                  </a:lnTo>
                  <a:lnTo>
                    <a:pt x="4154106" y="724694"/>
                  </a:lnTo>
                  <a:lnTo>
                    <a:pt x="4082483" y="704913"/>
                  </a:lnTo>
                  <a:lnTo>
                    <a:pt x="4010861" y="681828"/>
                  </a:lnTo>
                  <a:lnTo>
                    <a:pt x="3939238" y="654884"/>
                  </a:lnTo>
                  <a:lnTo>
                    <a:pt x="3867616" y="623439"/>
                  </a:lnTo>
                  <a:lnTo>
                    <a:pt x="3795993" y="586739"/>
                  </a:lnTo>
                  <a:lnTo>
                    <a:pt x="3724371" y="543906"/>
                  </a:lnTo>
                  <a:lnTo>
                    <a:pt x="3652748" y="493916"/>
                  </a:lnTo>
                  <a:lnTo>
                    <a:pt x="3581126" y="435573"/>
                  </a:lnTo>
                  <a:lnTo>
                    <a:pt x="3509503" y="367480"/>
                  </a:lnTo>
                  <a:lnTo>
                    <a:pt x="3437881" y="288009"/>
                  </a:lnTo>
                  <a:lnTo>
                    <a:pt x="3366258" y="195259"/>
                  </a:lnTo>
                  <a:lnTo>
                    <a:pt x="3294636" y="87010"/>
                  </a:lnTo>
                  <a:lnTo>
                    <a:pt x="3223013" y="13485"/>
                  </a:lnTo>
                  <a:lnTo>
                    <a:pt x="3151391" y="13187"/>
                  </a:lnTo>
                  <a:lnTo>
                    <a:pt x="3079768" y="12890"/>
                  </a:lnTo>
                  <a:lnTo>
                    <a:pt x="3008146" y="12592"/>
                  </a:lnTo>
                  <a:lnTo>
                    <a:pt x="2936523" y="12295"/>
                  </a:lnTo>
                  <a:lnTo>
                    <a:pt x="2864901" y="11997"/>
                  </a:lnTo>
                  <a:lnTo>
                    <a:pt x="2793278" y="11699"/>
                  </a:lnTo>
                  <a:lnTo>
                    <a:pt x="2721655" y="11401"/>
                  </a:lnTo>
                  <a:lnTo>
                    <a:pt x="2650033" y="11103"/>
                  </a:lnTo>
                  <a:lnTo>
                    <a:pt x="2578410" y="10805"/>
                  </a:lnTo>
                  <a:lnTo>
                    <a:pt x="2506788" y="10507"/>
                  </a:lnTo>
                  <a:lnTo>
                    <a:pt x="2435165" y="10208"/>
                  </a:lnTo>
                  <a:lnTo>
                    <a:pt x="2363543" y="9910"/>
                  </a:lnTo>
                  <a:lnTo>
                    <a:pt x="2291920" y="9611"/>
                  </a:lnTo>
                  <a:lnTo>
                    <a:pt x="2220298" y="9313"/>
                  </a:lnTo>
                  <a:lnTo>
                    <a:pt x="2148675" y="9014"/>
                  </a:lnTo>
                  <a:lnTo>
                    <a:pt x="2077053" y="8715"/>
                  </a:lnTo>
                  <a:lnTo>
                    <a:pt x="2005430" y="8416"/>
                  </a:lnTo>
                  <a:lnTo>
                    <a:pt x="1933808" y="8117"/>
                  </a:lnTo>
                  <a:lnTo>
                    <a:pt x="1862185" y="7817"/>
                  </a:lnTo>
                  <a:lnTo>
                    <a:pt x="1790563" y="7518"/>
                  </a:lnTo>
                  <a:lnTo>
                    <a:pt x="1718940" y="7219"/>
                  </a:lnTo>
                  <a:lnTo>
                    <a:pt x="1647318" y="6919"/>
                  </a:lnTo>
                  <a:lnTo>
                    <a:pt x="1575695" y="6619"/>
                  </a:lnTo>
                  <a:lnTo>
                    <a:pt x="1504073" y="6320"/>
                  </a:lnTo>
                  <a:lnTo>
                    <a:pt x="1432450" y="6020"/>
                  </a:lnTo>
                  <a:lnTo>
                    <a:pt x="1360827" y="5720"/>
                  </a:lnTo>
                  <a:lnTo>
                    <a:pt x="1289205" y="5420"/>
                  </a:lnTo>
                  <a:lnTo>
                    <a:pt x="1217582" y="5120"/>
                  </a:lnTo>
                  <a:lnTo>
                    <a:pt x="1145960" y="4819"/>
                  </a:lnTo>
                  <a:lnTo>
                    <a:pt x="1074337" y="4519"/>
                  </a:lnTo>
                  <a:lnTo>
                    <a:pt x="1002715" y="4218"/>
                  </a:lnTo>
                  <a:lnTo>
                    <a:pt x="931092" y="3918"/>
                  </a:lnTo>
                  <a:lnTo>
                    <a:pt x="859470" y="3617"/>
                  </a:lnTo>
                  <a:lnTo>
                    <a:pt x="787847" y="3316"/>
                  </a:lnTo>
                  <a:lnTo>
                    <a:pt x="716225" y="3015"/>
                  </a:lnTo>
                  <a:lnTo>
                    <a:pt x="644602" y="2714"/>
                  </a:lnTo>
                  <a:lnTo>
                    <a:pt x="572980" y="2413"/>
                  </a:lnTo>
                  <a:lnTo>
                    <a:pt x="501357" y="2112"/>
                  </a:lnTo>
                  <a:lnTo>
                    <a:pt x="429735" y="1810"/>
                  </a:lnTo>
                  <a:lnTo>
                    <a:pt x="358112" y="1509"/>
                  </a:lnTo>
                  <a:lnTo>
                    <a:pt x="286490" y="1207"/>
                  </a:lnTo>
                  <a:lnTo>
                    <a:pt x="214867" y="905"/>
                  </a:lnTo>
                  <a:lnTo>
                    <a:pt x="143245" y="603"/>
                  </a:lnTo>
                  <a:lnTo>
                    <a:pt x="71622" y="302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096779" y="2073503"/>
              <a:ext cx="5165900" cy="3470681"/>
            </a:xfrm>
            <a:custGeom>
              <a:avLst/>
              <a:pathLst>
                <a:path w="5165900" h="3470681">
                  <a:moveTo>
                    <a:pt x="0" y="0"/>
                  </a:moveTo>
                  <a:lnTo>
                    <a:pt x="9078" y="35194"/>
                  </a:lnTo>
                  <a:lnTo>
                    <a:pt x="80700" y="292173"/>
                  </a:lnTo>
                  <a:lnTo>
                    <a:pt x="152323" y="530002"/>
                  </a:lnTo>
                  <a:lnTo>
                    <a:pt x="223945" y="750109"/>
                  </a:lnTo>
                  <a:lnTo>
                    <a:pt x="295568" y="953814"/>
                  </a:lnTo>
                  <a:lnTo>
                    <a:pt x="367190" y="1142339"/>
                  </a:lnTo>
                  <a:lnTo>
                    <a:pt x="438813" y="1316816"/>
                  </a:lnTo>
                  <a:lnTo>
                    <a:pt x="510435" y="1478291"/>
                  </a:lnTo>
                  <a:lnTo>
                    <a:pt x="582058" y="1627733"/>
                  </a:lnTo>
                  <a:lnTo>
                    <a:pt x="653680" y="1766039"/>
                  </a:lnTo>
                  <a:lnTo>
                    <a:pt x="725303" y="1894039"/>
                  </a:lnTo>
                  <a:lnTo>
                    <a:pt x="796925" y="2012501"/>
                  </a:lnTo>
                  <a:lnTo>
                    <a:pt x="868548" y="2122135"/>
                  </a:lnTo>
                  <a:lnTo>
                    <a:pt x="940171" y="2223599"/>
                  </a:lnTo>
                  <a:lnTo>
                    <a:pt x="1011793" y="2317503"/>
                  </a:lnTo>
                  <a:lnTo>
                    <a:pt x="1083416" y="2404409"/>
                  </a:lnTo>
                  <a:lnTo>
                    <a:pt x="1155038" y="2484839"/>
                  </a:lnTo>
                  <a:lnTo>
                    <a:pt x="1226661" y="2559275"/>
                  </a:lnTo>
                  <a:lnTo>
                    <a:pt x="1298283" y="2628165"/>
                  </a:lnTo>
                  <a:lnTo>
                    <a:pt x="1369906" y="2691921"/>
                  </a:lnTo>
                  <a:lnTo>
                    <a:pt x="1441528" y="2750926"/>
                  </a:lnTo>
                  <a:lnTo>
                    <a:pt x="1513151" y="2805534"/>
                  </a:lnTo>
                  <a:lnTo>
                    <a:pt x="1584773" y="2856073"/>
                  </a:lnTo>
                  <a:lnTo>
                    <a:pt x="1656396" y="2902846"/>
                  </a:lnTo>
                  <a:lnTo>
                    <a:pt x="1728018" y="2946134"/>
                  </a:lnTo>
                  <a:lnTo>
                    <a:pt x="1799641" y="2986195"/>
                  </a:lnTo>
                  <a:lnTo>
                    <a:pt x="1871263" y="3023272"/>
                  </a:lnTo>
                  <a:lnTo>
                    <a:pt x="1942886" y="3057585"/>
                  </a:lnTo>
                  <a:lnTo>
                    <a:pt x="2014508" y="3089342"/>
                  </a:lnTo>
                  <a:lnTo>
                    <a:pt x="2086131" y="3118732"/>
                  </a:lnTo>
                  <a:lnTo>
                    <a:pt x="2157753" y="3145932"/>
                  </a:lnTo>
                  <a:lnTo>
                    <a:pt x="2229376" y="3171105"/>
                  </a:lnTo>
                  <a:lnTo>
                    <a:pt x="2300999" y="3194403"/>
                  </a:lnTo>
                  <a:lnTo>
                    <a:pt x="2372621" y="3215964"/>
                  </a:lnTo>
                  <a:lnTo>
                    <a:pt x="2444244" y="3235919"/>
                  </a:lnTo>
                  <a:lnTo>
                    <a:pt x="2515866" y="3254386"/>
                  </a:lnTo>
                  <a:lnTo>
                    <a:pt x="2587489" y="3271478"/>
                  </a:lnTo>
                  <a:lnTo>
                    <a:pt x="2659111" y="3287295"/>
                  </a:lnTo>
                  <a:lnTo>
                    <a:pt x="2730734" y="3301935"/>
                  </a:lnTo>
                  <a:lnTo>
                    <a:pt x="2802356" y="3315483"/>
                  </a:lnTo>
                  <a:lnTo>
                    <a:pt x="2873979" y="3328021"/>
                  </a:lnTo>
                  <a:lnTo>
                    <a:pt x="2945601" y="3339626"/>
                  </a:lnTo>
                  <a:lnTo>
                    <a:pt x="3017224" y="3350365"/>
                  </a:lnTo>
                  <a:lnTo>
                    <a:pt x="3088846" y="3360305"/>
                  </a:lnTo>
                  <a:lnTo>
                    <a:pt x="3160469" y="3369503"/>
                  </a:lnTo>
                  <a:lnTo>
                    <a:pt x="3232091" y="3378016"/>
                  </a:lnTo>
                  <a:lnTo>
                    <a:pt x="3303714" y="3385895"/>
                  </a:lnTo>
                  <a:lnTo>
                    <a:pt x="3375336" y="3393187"/>
                  </a:lnTo>
                  <a:lnTo>
                    <a:pt x="3446959" y="3399935"/>
                  </a:lnTo>
                  <a:lnTo>
                    <a:pt x="3518581" y="3406181"/>
                  </a:lnTo>
                  <a:lnTo>
                    <a:pt x="3590204" y="3411961"/>
                  </a:lnTo>
                  <a:lnTo>
                    <a:pt x="3661827" y="3417310"/>
                  </a:lnTo>
                  <a:lnTo>
                    <a:pt x="3733449" y="3422261"/>
                  </a:lnTo>
                  <a:lnTo>
                    <a:pt x="3805072" y="3426842"/>
                  </a:lnTo>
                  <a:lnTo>
                    <a:pt x="3876694" y="3431083"/>
                  </a:lnTo>
                  <a:lnTo>
                    <a:pt x="3948317" y="3435007"/>
                  </a:lnTo>
                  <a:lnTo>
                    <a:pt x="4019939" y="3438639"/>
                  </a:lnTo>
                  <a:lnTo>
                    <a:pt x="4091562" y="3442000"/>
                  </a:lnTo>
                  <a:lnTo>
                    <a:pt x="4163184" y="3445111"/>
                  </a:lnTo>
                  <a:lnTo>
                    <a:pt x="4234807" y="3447990"/>
                  </a:lnTo>
                  <a:lnTo>
                    <a:pt x="4306429" y="3450655"/>
                  </a:lnTo>
                  <a:lnTo>
                    <a:pt x="4378052" y="3453121"/>
                  </a:lnTo>
                  <a:lnTo>
                    <a:pt x="4449674" y="3455403"/>
                  </a:lnTo>
                  <a:lnTo>
                    <a:pt x="4521297" y="3457515"/>
                  </a:lnTo>
                  <a:lnTo>
                    <a:pt x="4592919" y="3459470"/>
                  </a:lnTo>
                  <a:lnTo>
                    <a:pt x="4664542" y="3461279"/>
                  </a:lnTo>
                  <a:lnTo>
                    <a:pt x="4736164" y="3462953"/>
                  </a:lnTo>
                  <a:lnTo>
                    <a:pt x="4807787" y="3464502"/>
                  </a:lnTo>
                  <a:lnTo>
                    <a:pt x="4879409" y="3465936"/>
                  </a:lnTo>
                  <a:lnTo>
                    <a:pt x="4951032" y="3467264"/>
                  </a:lnTo>
                  <a:lnTo>
                    <a:pt x="5022655" y="3468492"/>
                  </a:lnTo>
                  <a:lnTo>
                    <a:pt x="5094277" y="3469629"/>
                  </a:lnTo>
                  <a:lnTo>
                    <a:pt x="5165900" y="3470681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42373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4708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43728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tx29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84341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93854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508337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714740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39" name="tx39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817517" y="1896563"/>
              <a:ext cx="698537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2.47 (1.00-6.10), p_Bonf = 0.294 (n = 6)  |  per IQR decline (Δ = 23.5 %): 8.38 (1.01-69.58)  |  IQR: [-19.6, 3.9] 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669789"/>
              <a:ext cx="3462375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Grade 2 (Sensitivity, 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2026-10-09T13:21:39Z</dcterms:modified>
  <cp:category/>
</cp:coreProperties>
</file>