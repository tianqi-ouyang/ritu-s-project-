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3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678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221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765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56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700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7440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7787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83746"/>
            </a:xfrm>
            <a:custGeom>
              <a:avLst/>
              <a:pathLst>
                <a:path w="7090630" h="3483746">
                  <a:moveTo>
                    <a:pt x="2577917" y="0"/>
                  </a:moveTo>
                  <a:lnTo>
                    <a:pt x="2578410" y="6726"/>
                  </a:lnTo>
                  <a:lnTo>
                    <a:pt x="2650033" y="769532"/>
                  </a:lnTo>
                  <a:lnTo>
                    <a:pt x="2721655" y="1364991"/>
                  </a:lnTo>
                  <a:lnTo>
                    <a:pt x="2793278" y="1829814"/>
                  </a:lnTo>
                  <a:lnTo>
                    <a:pt x="2864901" y="2192662"/>
                  </a:lnTo>
                  <a:lnTo>
                    <a:pt x="2936523" y="2475907"/>
                  </a:lnTo>
                  <a:lnTo>
                    <a:pt x="3008146" y="2646874"/>
                  </a:lnTo>
                  <a:lnTo>
                    <a:pt x="3079768" y="2611289"/>
                  </a:lnTo>
                  <a:lnTo>
                    <a:pt x="3151391" y="2574192"/>
                  </a:lnTo>
                  <a:lnTo>
                    <a:pt x="3223013" y="2535516"/>
                  </a:lnTo>
                  <a:lnTo>
                    <a:pt x="3294636" y="2495197"/>
                  </a:lnTo>
                  <a:lnTo>
                    <a:pt x="3366258" y="2453163"/>
                  </a:lnTo>
                  <a:lnTo>
                    <a:pt x="3437881" y="2409341"/>
                  </a:lnTo>
                  <a:lnTo>
                    <a:pt x="3509503" y="2363656"/>
                  </a:lnTo>
                  <a:lnTo>
                    <a:pt x="3581126" y="2316029"/>
                  </a:lnTo>
                  <a:lnTo>
                    <a:pt x="3652748" y="2266376"/>
                  </a:lnTo>
                  <a:lnTo>
                    <a:pt x="3724371" y="2214612"/>
                  </a:lnTo>
                  <a:lnTo>
                    <a:pt x="3795993" y="2160647"/>
                  </a:lnTo>
                  <a:lnTo>
                    <a:pt x="3867616" y="2104388"/>
                  </a:lnTo>
                  <a:lnTo>
                    <a:pt x="3939238" y="2045736"/>
                  </a:lnTo>
                  <a:lnTo>
                    <a:pt x="4010861" y="1984590"/>
                  </a:lnTo>
                  <a:lnTo>
                    <a:pt x="4082483" y="1920844"/>
                  </a:lnTo>
                  <a:lnTo>
                    <a:pt x="4154106" y="1854388"/>
                  </a:lnTo>
                  <a:lnTo>
                    <a:pt x="4225729" y="1785106"/>
                  </a:lnTo>
                  <a:lnTo>
                    <a:pt x="4297351" y="1712878"/>
                  </a:lnTo>
                  <a:lnTo>
                    <a:pt x="4368974" y="1637579"/>
                  </a:lnTo>
                  <a:lnTo>
                    <a:pt x="4440596" y="1559078"/>
                  </a:lnTo>
                  <a:lnTo>
                    <a:pt x="4512219" y="1477239"/>
                  </a:lnTo>
                  <a:lnTo>
                    <a:pt x="4583841" y="1391920"/>
                  </a:lnTo>
                  <a:lnTo>
                    <a:pt x="4655464" y="1302973"/>
                  </a:lnTo>
                  <a:lnTo>
                    <a:pt x="4727086" y="1210245"/>
                  </a:lnTo>
                  <a:lnTo>
                    <a:pt x="4798709" y="1113573"/>
                  </a:lnTo>
                  <a:lnTo>
                    <a:pt x="4870331" y="1012791"/>
                  </a:lnTo>
                  <a:lnTo>
                    <a:pt x="4941954" y="907723"/>
                  </a:lnTo>
                  <a:lnTo>
                    <a:pt x="5013576" y="798188"/>
                  </a:lnTo>
                  <a:lnTo>
                    <a:pt x="5085199" y="683995"/>
                  </a:lnTo>
                  <a:lnTo>
                    <a:pt x="5156821" y="564947"/>
                  </a:lnTo>
                  <a:lnTo>
                    <a:pt x="5228444" y="440836"/>
                  </a:lnTo>
                  <a:lnTo>
                    <a:pt x="5300066" y="311448"/>
                  </a:lnTo>
                  <a:lnTo>
                    <a:pt x="5371689" y="176559"/>
                  </a:lnTo>
                  <a:lnTo>
                    <a:pt x="5443311" y="35934"/>
                  </a:lnTo>
                  <a:lnTo>
                    <a:pt x="5460867" y="0"/>
                  </a:lnTo>
                  <a:lnTo>
                    <a:pt x="7090630" y="0"/>
                  </a:lnTo>
                  <a:lnTo>
                    <a:pt x="7090630" y="3483746"/>
                  </a:lnTo>
                  <a:lnTo>
                    <a:pt x="7019007" y="3483746"/>
                  </a:lnTo>
                  <a:lnTo>
                    <a:pt x="6947385" y="3483745"/>
                  </a:lnTo>
                  <a:lnTo>
                    <a:pt x="6875762" y="3483745"/>
                  </a:lnTo>
                  <a:lnTo>
                    <a:pt x="6804139" y="3483745"/>
                  </a:lnTo>
                  <a:lnTo>
                    <a:pt x="6732517" y="3483744"/>
                  </a:lnTo>
                  <a:lnTo>
                    <a:pt x="6660894" y="3483744"/>
                  </a:lnTo>
                  <a:lnTo>
                    <a:pt x="6589272" y="3483743"/>
                  </a:lnTo>
                  <a:lnTo>
                    <a:pt x="6517649" y="3483742"/>
                  </a:lnTo>
                  <a:lnTo>
                    <a:pt x="6446027" y="3483741"/>
                  </a:lnTo>
                  <a:lnTo>
                    <a:pt x="6374404" y="3483739"/>
                  </a:lnTo>
                  <a:lnTo>
                    <a:pt x="6302782" y="3483738"/>
                  </a:lnTo>
                  <a:lnTo>
                    <a:pt x="6231159" y="3483735"/>
                  </a:lnTo>
                  <a:lnTo>
                    <a:pt x="6159537" y="3483732"/>
                  </a:lnTo>
                  <a:lnTo>
                    <a:pt x="6087914" y="3483728"/>
                  </a:lnTo>
                  <a:lnTo>
                    <a:pt x="6016292" y="3483723"/>
                  </a:lnTo>
                  <a:lnTo>
                    <a:pt x="5944669" y="3483716"/>
                  </a:lnTo>
                  <a:lnTo>
                    <a:pt x="5873047" y="3483707"/>
                  </a:lnTo>
                  <a:lnTo>
                    <a:pt x="5801424" y="3483696"/>
                  </a:lnTo>
                  <a:lnTo>
                    <a:pt x="5729802" y="3483682"/>
                  </a:lnTo>
                  <a:lnTo>
                    <a:pt x="5658179" y="3483664"/>
                  </a:lnTo>
                  <a:lnTo>
                    <a:pt x="5586557" y="3483641"/>
                  </a:lnTo>
                  <a:lnTo>
                    <a:pt x="5514934" y="3483611"/>
                  </a:lnTo>
                  <a:lnTo>
                    <a:pt x="5443311" y="3483573"/>
                  </a:lnTo>
                  <a:lnTo>
                    <a:pt x="5371689" y="3483524"/>
                  </a:lnTo>
                  <a:lnTo>
                    <a:pt x="5300066" y="3483462"/>
                  </a:lnTo>
                  <a:lnTo>
                    <a:pt x="5228444" y="3483382"/>
                  </a:lnTo>
                  <a:lnTo>
                    <a:pt x="5156821" y="3483280"/>
                  </a:lnTo>
                  <a:lnTo>
                    <a:pt x="5085199" y="3483149"/>
                  </a:lnTo>
                  <a:lnTo>
                    <a:pt x="5013576" y="3482981"/>
                  </a:lnTo>
                  <a:lnTo>
                    <a:pt x="4941954" y="3482766"/>
                  </a:lnTo>
                  <a:lnTo>
                    <a:pt x="4870331" y="3482490"/>
                  </a:lnTo>
                  <a:lnTo>
                    <a:pt x="4798709" y="3482137"/>
                  </a:lnTo>
                  <a:lnTo>
                    <a:pt x="4727086" y="3481684"/>
                  </a:lnTo>
                  <a:lnTo>
                    <a:pt x="4655464" y="3481105"/>
                  </a:lnTo>
                  <a:lnTo>
                    <a:pt x="4583841" y="3480362"/>
                  </a:lnTo>
                  <a:lnTo>
                    <a:pt x="4512219" y="3479411"/>
                  </a:lnTo>
                  <a:lnTo>
                    <a:pt x="4440596" y="3478193"/>
                  </a:lnTo>
                  <a:lnTo>
                    <a:pt x="4368974" y="3476632"/>
                  </a:lnTo>
                  <a:lnTo>
                    <a:pt x="4297351" y="3474633"/>
                  </a:lnTo>
                  <a:lnTo>
                    <a:pt x="4225729" y="3472071"/>
                  </a:lnTo>
                  <a:lnTo>
                    <a:pt x="4154106" y="3468790"/>
                  </a:lnTo>
                  <a:lnTo>
                    <a:pt x="4082483" y="3464587"/>
                  </a:lnTo>
                  <a:lnTo>
                    <a:pt x="4010861" y="3459203"/>
                  </a:lnTo>
                  <a:lnTo>
                    <a:pt x="3939238" y="3452305"/>
                  </a:lnTo>
                  <a:lnTo>
                    <a:pt x="3867616" y="3443468"/>
                  </a:lnTo>
                  <a:lnTo>
                    <a:pt x="3795993" y="3432148"/>
                  </a:lnTo>
                  <a:lnTo>
                    <a:pt x="3724371" y="3417647"/>
                  </a:lnTo>
                  <a:lnTo>
                    <a:pt x="3652748" y="3399071"/>
                  </a:lnTo>
                  <a:lnTo>
                    <a:pt x="3581126" y="3375273"/>
                  </a:lnTo>
                  <a:lnTo>
                    <a:pt x="3509503" y="3344788"/>
                  </a:lnTo>
                  <a:lnTo>
                    <a:pt x="3437881" y="3305734"/>
                  </a:lnTo>
                  <a:lnTo>
                    <a:pt x="3366258" y="3255706"/>
                  </a:lnTo>
                  <a:lnTo>
                    <a:pt x="3294636" y="3191617"/>
                  </a:lnTo>
                  <a:lnTo>
                    <a:pt x="3223013" y="3109516"/>
                  </a:lnTo>
                  <a:lnTo>
                    <a:pt x="3151391" y="3004342"/>
                  </a:lnTo>
                  <a:lnTo>
                    <a:pt x="3079768" y="2869610"/>
                  </a:lnTo>
                  <a:lnTo>
                    <a:pt x="3008146" y="2697012"/>
                  </a:lnTo>
                  <a:lnTo>
                    <a:pt x="2936523" y="2681007"/>
                  </a:lnTo>
                  <a:lnTo>
                    <a:pt x="2864901" y="2713749"/>
                  </a:lnTo>
                  <a:lnTo>
                    <a:pt x="2793278" y="2745154"/>
                  </a:lnTo>
                  <a:lnTo>
                    <a:pt x="2721655" y="2775279"/>
                  </a:lnTo>
                  <a:lnTo>
                    <a:pt x="2650033" y="2804175"/>
                  </a:lnTo>
                  <a:lnTo>
                    <a:pt x="2578410" y="2831893"/>
                  </a:lnTo>
                  <a:lnTo>
                    <a:pt x="2506788" y="2858480"/>
                  </a:lnTo>
                  <a:lnTo>
                    <a:pt x="2435165" y="2883982"/>
                  </a:lnTo>
                  <a:lnTo>
                    <a:pt x="2363543" y="2908445"/>
                  </a:lnTo>
                  <a:lnTo>
                    <a:pt x="2291920" y="2931909"/>
                  </a:lnTo>
                  <a:lnTo>
                    <a:pt x="2220298" y="2954417"/>
                  </a:lnTo>
                  <a:lnTo>
                    <a:pt x="2148675" y="2976007"/>
                  </a:lnTo>
                  <a:lnTo>
                    <a:pt x="2077053" y="2996716"/>
                  </a:lnTo>
                  <a:lnTo>
                    <a:pt x="2005430" y="3016580"/>
                  </a:lnTo>
                  <a:lnTo>
                    <a:pt x="1933808" y="3035634"/>
                  </a:lnTo>
                  <a:lnTo>
                    <a:pt x="1862185" y="3053911"/>
                  </a:lnTo>
                  <a:lnTo>
                    <a:pt x="1790563" y="3071443"/>
                  </a:lnTo>
                  <a:lnTo>
                    <a:pt x="1718940" y="3088260"/>
                  </a:lnTo>
                  <a:lnTo>
                    <a:pt x="1647318" y="3104390"/>
                  </a:lnTo>
                  <a:lnTo>
                    <a:pt x="1575695" y="3119863"/>
                  </a:lnTo>
                  <a:lnTo>
                    <a:pt x="1504073" y="3134705"/>
                  </a:lnTo>
                  <a:lnTo>
                    <a:pt x="1432450" y="3148941"/>
                  </a:lnTo>
                  <a:lnTo>
                    <a:pt x="1360827" y="3162596"/>
                  </a:lnTo>
                  <a:lnTo>
                    <a:pt x="1289205" y="3175695"/>
                  </a:lnTo>
                  <a:lnTo>
                    <a:pt x="1217582" y="3188260"/>
                  </a:lnTo>
                  <a:lnTo>
                    <a:pt x="1145960" y="3200311"/>
                  </a:lnTo>
                  <a:lnTo>
                    <a:pt x="1074337" y="3211872"/>
                  </a:lnTo>
                  <a:lnTo>
                    <a:pt x="1002715" y="3222961"/>
                  </a:lnTo>
                  <a:lnTo>
                    <a:pt x="931092" y="3233597"/>
                  </a:lnTo>
                  <a:lnTo>
                    <a:pt x="859470" y="3243800"/>
                  </a:lnTo>
                  <a:lnTo>
                    <a:pt x="787847" y="3253587"/>
                  </a:lnTo>
                  <a:lnTo>
                    <a:pt x="716225" y="3262974"/>
                  </a:lnTo>
                  <a:lnTo>
                    <a:pt x="644602" y="3271979"/>
                  </a:lnTo>
                  <a:lnTo>
                    <a:pt x="572980" y="3280616"/>
                  </a:lnTo>
                  <a:lnTo>
                    <a:pt x="501357" y="3288901"/>
                  </a:lnTo>
                  <a:lnTo>
                    <a:pt x="429735" y="3296848"/>
                  </a:lnTo>
                  <a:lnTo>
                    <a:pt x="358112" y="3304471"/>
                  </a:lnTo>
                  <a:lnTo>
                    <a:pt x="286490" y="3311783"/>
                  </a:lnTo>
                  <a:lnTo>
                    <a:pt x="214867" y="3318797"/>
                  </a:lnTo>
                  <a:lnTo>
                    <a:pt x="143245" y="3325525"/>
                  </a:lnTo>
                  <a:lnTo>
                    <a:pt x="71622" y="3331978"/>
                  </a:lnTo>
                  <a:lnTo>
                    <a:pt x="0" y="3338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749967" y="2073503"/>
              <a:ext cx="2882949" cy="2646874"/>
            </a:xfrm>
            <a:custGeom>
              <a:avLst/>
              <a:pathLst>
                <a:path w="2882949" h="2646874">
                  <a:moveTo>
                    <a:pt x="0" y="0"/>
                  </a:moveTo>
                  <a:lnTo>
                    <a:pt x="493" y="6726"/>
                  </a:lnTo>
                  <a:lnTo>
                    <a:pt x="72115" y="769532"/>
                  </a:lnTo>
                  <a:lnTo>
                    <a:pt x="143738" y="1364991"/>
                  </a:lnTo>
                  <a:lnTo>
                    <a:pt x="215360" y="1829814"/>
                  </a:lnTo>
                  <a:lnTo>
                    <a:pt x="286983" y="2192662"/>
                  </a:lnTo>
                  <a:lnTo>
                    <a:pt x="358605" y="2475907"/>
                  </a:lnTo>
                  <a:lnTo>
                    <a:pt x="430228" y="2646874"/>
                  </a:lnTo>
                  <a:lnTo>
                    <a:pt x="501850" y="2611289"/>
                  </a:lnTo>
                  <a:lnTo>
                    <a:pt x="573473" y="2574192"/>
                  </a:lnTo>
                  <a:lnTo>
                    <a:pt x="645095" y="2535516"/>
                  </a:lnTo>
                  <a:lnTo>
                    <a:pt x="716718" y="2495197"/>
                  </a:lnTo>
                  <a:lnTo>
                    <a:pt x="788340" y="2453163"/>
                  </a:lnTo>
                  <a:lnTo>
                    <a:pt x="859963" y="2409341"/>
                  </a:lnTo>
                  <a:lnTo>
                    <a:pt x="931585" y="2363656"/>
                  </a:lnTo>
                  <a:lnTo>
                    <a:pt x="1003208" y="2316029"/>
                  </a:lnTo>
                  <a:lnTo>
                    <a:pt x="1074830" y="2266376"/>
                  </a:lnTo>
                  <a:lnTo>
                    <a:pt x="1146453" y="2214612"/>
                  </a:lnTo>
                  <a:lnTo>
                    <a:pt x="1218075" y="2160647"/>
                  </a:lnTo>
                  <a:lnTo>
                    <a:pt x="1289698" y="2104388"/>
                  </a:lnTo>
                  <a:lnTo>
                    <a:pt x="1361320" y="2045736"/>
                  </a:lnTo>
                  <a:lnTo>
                    <a:pt x="1432943" y="1984590"/>
                  </a:lnTo>
                  <a:lnTo>
                    <a:pt x="1504566" y="1920844"/>
                  </a:lnTo>
                  <a:lnTo>
                    <a:pt x="1576188" y="1854388"/>
                  </a:lnTo>
                  <a:lnTo>
                    <a:pt x="1647811" y="1785106"/>
                  </a:lnTo>
                  <a:lnTo>
                    <a:pt x="1719433" y="1712878"/>
                  </a:lnTo>
                  <a:lnTo>
                    <a:pt x="1791056" y="1637579"/>
                  </a:lnTo>
                  <a:lnTo>
                    <a:pt x="1862678" y="1559078"/>
                  </a:lnTo>
                  <a:lnTo>
                    <a:pt x="1934301" y="1477239"/>
                  </a:lnTo>
                  <a:lnTo>
                    <a:pt x="2005923" y="1391920"/>
                  </a:lnTo>
                  <a:lnTo>
                    <a:pt x="2077546" y="1302973"/>
                  </a:lnTo>
                  <a:lnTo>
                    <a:pt x="2149168" y="1210245"/>
                  </a:lnTo>
                  <a:lnTo>
                    <a:pt x="2220791" y="1113573"/>
                  </a:lnTo>
                  <a:lnTo>
                    <a:pt x="2292413" y="1012791"/>
                  </a:lnTo>
                  <a:lnTo>
                    <a:pt x="2364036" y="907723"/>
                  </a:lnTo>
                  <a:lnTo>
                    <a:pt x="2435658" y="798188"/>
                  </a:lnTo>
                  <a:lnTo>
                    <a:pt x="2507281" y="683995"/>
                  </a:lnTo>
                  <a:lnTo>
                    <a:pt x="2578903" y="564947"/>
                  </a:lnTo>
                  <a:lnTo>
                    <a:pt x="2650526" y="440836"/>
                  </a:lnTo>
                  <a:lnTo>
                    <a:pt x="2722148" y="311448"/>
                  </a:lnTo>
                  <a:lnTo>
                    <a:pt x="2793771" y="176559"/>
                  </a:lnTo>
                  <a:lnTo>
                    <a:pt x="2865394" y="35934"/>
                  </a:lnTo>
                  <a:lnTo>
                    <a:pt x="288294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54511"/>
              <a:ext cx="7090630" cy="802738"/>
            </a:xfrm>
            <a:custGeom>
              <a:avLst/>
              <a:pathLst>
                <a:path w="7090630" h="802738">
                  <a:moveTo>
                    <a:pt x="7090630" y="802738"/>
                  </a:moveTo>
                  <a:lnTo>
                    <a:pt x="7019007" y="802738"/>
                  </a:lnTo>
                  <a:lnTo>
                    <a:pt x="6947385" y="802737"/>
                  </a:lnTo>
                  <a:lnTo>
                    <a:pt x="6875762" y="802737"/>
                  </a:lnTo>
                  <a:lnTo>
                    <a:pt x="6804139" y="802737"/>
                  </a:lnTo>
                  <a:lnTo>
                    <a:pt x="6732517" y="802736"/>
                  </a:lnTo>
                  <a:lnTo>
                    <a:pt x="6660894" y="802736"/>
                  </a:lnTo>
                  <a:lnTo>
                    <a:pt x="6589272" y="802735"/>
                  </a:lnTo>
                  <a:lnTo>
                    <a:pt x="6517649" y="802734"/>
                  </a:lnTo>
                  <a:lnTo>
                    <a:pt x="6446027" y="802733"/>
                  </a:lnTo>
                  <a:lnTo>
                    <a:pt x="6374404" y="802731"/>
                  </a:lnTo>
                  <a:lnTo>
                    <a:pt x="6302782" y="802730"/>
                  </a:lnTo>
                  <a:lnTo>
                    <a:pt x="6231159" y="802727"/>
                  </a:lnTo>
                  <a:lnTo>
                    <a:pt x="6159537" y="802724"/>
                  </a:lnTo>
                  <a:lnTo>
                    <a:pt x="6087914" y="802720"/>
                  </a:lnTo>
                  <a:lnTo>
                    <a:pt x="6016292" y="802715"/>
                  </a:lnTo>
                  <a:lnTo>
                    <a:pt x="5944669" y="802708"/>
                  </a:lnTo>
                  <a:lnTo>
                    <a:pt x="5873047" y="802699"/>
                  </a:lnTo>
                  <a:lnTo>
                    <a:pt x="5801424" y="802688"/>
                  </a:lnTo>
                  <a:lnTo>
                    <a:pt x="5729802" y="802674"/>
                  </a:lnTo>
                  <a:lnTo>
                    <a:pt x="5658179" y="802656"/>
                  </a:lnTo>
                  <a:lnTo>
                    <a:pt x="5586557" y="802633"/>
                  </a:lnTo>
                  <a:lnTo>
                    <a:pt x="5514934" y="802603"/>
                  </a:lnTo>
                  <a:lnTo>
                    <a:pt x="5443311" y="802565"/>
                  </a:lnTo>
                  <a:lnTo>
                    <a:pt x="5371689" y="802516"/>
                  </a:lnTo>
                  <a:lnTo>
                    <a:pt x="5300066" y="802454"/>
                  </a:lnTo>
                  <a:lnTo>
                    <a:pt x="5228444" y="802374"/>
                  </a:lnTo>
                  <a:lnTo>
                    <a:pt x="5156821" y="802272"/>
                  </a:lnTo>
                  <a:lnTo>
                    <a:pt x="5085199" y="802141"/>
                  </a:lnTo>
                  <a:lnTo>
                    <a:pt x="5013576" y="801973"/>
                  </a:lnTo>
                  <a:lnTo>
                    <a:pt x="4941954" y="801758"/>
                  </a:lnTo>
                  <a:lnTo>
                    <a:pt x="4870331" y="801482"/>
                  </a:lnTo>
                  <a:lnTo>
                    <a:pt x="4798709" y="801129"/>
                  </a:lnTo>
                  <a:lnTo>
                    <a:pt x="4727086" y="800676"/>
                  </a:lnTo>
                  <a:lnTo>
                    <a:pt x="4655464" y="800097"/>
                  </a:lnTo>
                  <a:lnTo>
                    <a:pt x="4583841" y="799354"/>
                  </a:lnTo>
                  <a:lnTo>
                    <a:pt x="4512219" y="798403"/>
                  </a:lnTo>
                  <a:lnTo>
                    <a:pt x="4440596" y="797185"/>
                  </a:lnTo>
                  <a:lnTo>
                    <a:pt x="4368974" y="795624"/>
                  </a:lnTo>
                  <a:lnTo>
                    <a:pt x="4297351" y="793625"/>
                  </a:lnTo>
                  <a:lnTo>
                    <a:pt x="4225729" y="791063"/>
                  </a:lnTo>
                  <a:lnTo>
                    <a:pt x="4154106" y="787782"/>
                  </a:lnTo>
                  <a:lnTo>
                    <a:pt x="4082483" y="783579"/>
                  </a:lnTo>
                  <a:lnTo>
                    <a:pt x="4010861" y="778195"/>
                  </a:lnTo>
                  <a:lnTo>
                    <a:pt x="3939238" y="771297"/>
                  </a:lnTo>
                  <a:lnTo>
                    <a:pt x="3867616" y="762460"/>
                  </a:lnTo>
                  <a:lnTo>
                    <a:pt x="3795993" y="751140"/>
                  </a:lnTo>
                  <a:lnTo>
                    <a:pt x="3724371" y="736639"/>
                  </a:lnTo>
                  <a:lnTo>
                    <a:pt x="3652748" y="718063"/>
                  </a:lnTo>
                  <a:lnTo>
                    <a:pt x="3581126" y="694265"/>
                  </a:lnTo>
                  <a:lnTo>
                    <a:pt x="3509503" y="663780"/>
                  </a:lnTo>
                  <a:lnTo>
                    <a:pt x="3437881" y="624726"/>
                  </a:lnTo>
                  <a:lnTo>
                    <a:pt x="3366258" y="574698"/>
                  </a:lnTo>
                  <a:lnTo>
                    <a:pt x="3294636" y="510609"/>
                  </a:lnTo>
                  <a:lnTo>
                    <a:pt x="3223013" y="428508"/>
                  </a:lnTo>
                  <a:lnTo>
                    <a:pt x="3151391" y="323334"/>
                  </a:lnTo>
                  <a:lnTo>
                    <a:pt x="3079768" y="188602"/>
                  </a:lnTo>
                  <a:lnTo>
                    <a:pt x="3008146" y="16004"/>
                  </a:lnTo>
                  <a:lnTo>
                    <a:pt x="2936523" y="0"/>
                  </a:lnTo>
                  <a:lnTo>
                    <a:pt x="2864901" y="32741"/>
                  </a:lnTo>
                  <a:lnTo>
                    <a:pt x="2793278" y="64146"/>
                  </a:lnTo>
                  <a:lnTo>
                    <a:pt x="2721655" y="94271"/>
                  </a:lnTo>
                  <a:lnTo>
                    <a:pt x="2650033" y="123167"/>
                  </a:lnTo>
                  <a:lnTo>
                    <a:pt x="2578410" y="150885"/>
                  </a:lnTo>
                  <a:lnTo>
                    <a:pt x="2506788" y="177472"/>
                  </a:lnTo>
                  <a:lnTo>
                    <a:pt x="2435165" y="202974"/>
                  </a:lnTo>
                  <a:lnTo>
                    <a:pt x="2363543" y="227437"/>
                  </a:lnTo>
                  <a:lnTo>
                    <a:pt x="2291920" y="250901"/>
                  </a:lnTo>
                  <a:lnTo>
                    <a:pt x="2220298" y="273409"/>
                  </a:lnTo>
                  <a:lnTo>
                    <a:pt x="2148675" y="294999"/>
                  </a:lnTo>
                  <a:lnTo>
                    <a:pt x="2077053" y="315708"/>
                  </a:lnTo>
                  <a:lnTo>
                    <a:pt x="2005430" y="335572"/>
                  </a:lnTo>
                  <a:lnTo>
                    <a:pt x="1933808" y="354626"/>
                  </a:lnTo>
                  <a:lnTo>
                    <a:pt x="1862185" y="372903"/>
                  </a:lnTo>
                  <a:lnTo>
                    <a:pt x="1790563" y="390435"/>
                  </a:lnTo>
                  <a:lnTo>
                    <a:pt x="1718940" y="407252"/>
                  </a:lnTo>
                  <a:lnTo>
                    <a:pt x="1647318" y="423382"/>
                  </a:lnTo>
                  <a:lnTo>
                    <a:pt x="1575695" y="438855"/>
                  </a:lnTo>
                  <a:lnTo>
                    <a:pt x="1504073" y="453697"/>
                  </a:lnTo>
                  <a:lnTo>
                    <a:pt x="1432450" y="467933"/>
                  </a:lnTo>
                  <a:lnTo>
                    <a:pt x="1360827" y="481588"/>
                  </a:lnTo>
                  <a:lnTo>
                    <a:pt x="1289205" y="494687"/>
                  </a:lnTo>
                  <a:lnTo>
                    <a:pt x="1217582" y="507252"/>
                  </a:lnTo>
                  <a:lnTo>
                    <a:pt x="1145960" y="519303"/>
                  </a:lnTo>
                  <a:lnTo>
                    <a:pt x="1074337" y="530864"/>
                  </a:lnTo>
                  <a:lnTo>
                    <a:pt x="1002715" y="541953"/>
                  </a:lnTo>
                  <a:lnTo>
                    <a:pt x="931092" y="552589"/>
                  </a:lnTo>
                  <a:lnTo>
                    <a:pt x="859470" y="562792"/>
                  </a:lnTo>
                  <a:lnTo>
                    <a:pt x="787847" y="572579"/>
                  </a:lnTo>
                  <a:lnTo>
                    <a:pt x="716225" y="581966"/>
                  </a:lnTo>
                  <a:lnTo>
                    <a:pt x="644602" y="590971"/>
                  </a:lnTo>
                  <a:lnTo>
                    <a:pt x="572980" y="599608"/>
                  </a:lnTo>
                  <a:lnTo>
                    <a:pt x="501357" y="607893"/>
                  </a:lnTo>
                  <a:lnTo>
                    <a:pt x="429735" y="615840"/>
                  </a:lnTo>
                  <a:lnTo>
                    <a:pt x="358112" y="623463"/>
                  </a:lnTo>
                  <a:lnTo>
                    <a:pt x="286490" y="630775"/>
                  </a:lnTo>
                  <a:lnTo>
                    <a:pt x="214867" y="637789"/>
                  </a:lnTo>
                  <a:lnTo>
                    <a:pt x="143245" y="644517"/>
                  </a:lnTo>
                  <a:lnTo>
                    <a:pt x="71622" y="650970"/>
                  </a:lnTo>
                  <a:lnTo>
                    <a:pt x="0" y="65716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167596" y="2073503"/>
              <a:ext cx="5095082" cy="3481460"/>
            </a:xfrm>
            <a:custGeom>
              <a:avLst/>
              <a:pathLst>
                <a:path w="5095082" h="3481460">
                  <a:moveTo>
                    <a:pt x="0" y="0"/>
                  </a:moveTo>
                  <a:lnTo>
                    <a:pt x="9883" y="51393"/>
                  </a:lnTo>
                  <a:lnTo>
                    <a:pt x="81505" y="387376"/>
                  </a:lnTo>
                  <a:lnTo>
                    <a:pt x="153128" y="690471"/>
                  </a:lnTo>
                  <a:lnTo>
                    <a:pt x="224750" y="963897"/>
                  </a:lnTo>
                  <a:lnTo>
                    <a:pt x="296373" y="1210558"/>
                  </a:lnTo>
                  <a:lnTo>
                    <a:pt x="367995" y="1433074"/>
                  </a:lnTo>
                  <a:lnTo>
                    <a:pt x="439618" y="1633809"/>
                  </a:lnTo>
                  <a:lnTo>
                    <a:pt x="511240" y="1814894"/>
                  </a:lnTo>
                  <a:lnTo>
                    <a:pt x="582863" y="1978254"/>
                  </a:lnTo>
                  <a:lnTo>
                    <a:pt x="654485" y="2125622"/>
                  </a:lnTo>
                  <a:lnTo>
                    <a:pt x="726108" y="2258565"/>
                  </a:lnTo>
                  <a:lnTo>
                    <a:pt x="797730" y="2378495"/>
                  </a:lnTo>
                  <a:lnTo>
                    <a:pt x="869353" y="2486685"/>
                  </a:lnTo>
                  <a:lnTo>
                    <a:pt x="940976" y="2584284"/>
                  </a:lnTo>
                  <a:lnTo>
                    <a:pt x="1012598" y="2672330"/>
                  </a:lnTo>
                  <a:lnTo>
                    <a:pt x="1084221" y="2751757"/>
                  </a:lnTo>
                  <a:lnTo>
                    <a:pt x="1155843" y="2823410"/>
                  </a:lnTo>
                  <a:lnTo>
                    <a:pt x="1227466" y="2888048"/>
                  </a:lnTo>
                  <a:lnTo>
                    <a:pt x="1299088" y="2946360"/>
                  </a:lnTo>
                  <a:lnTo>
                    <a:pt x="1370711" y="2998963"/>
                  </a:lnTo>
                  <a:lnTo>
                    <a:pt x="1442333" y="3046417"/>
                  </a:lnTo>
                  <a:lnTo>
                    <a:pt x="1513956" y="3089226"/>
                  </a:lnTo>
                  <a:lnTo>
                    <a:pt x="1585578" y="3127845"/>
                  </a:lnTo>
                  <a:lnTo>
                    <a:pt x="1657201" y="3162683"/>
                  </a:lnTo>
                  <a:lnTo>
                    <a:pt x="1728823" y="3194111"/>
                  </a:lnTo>
                  <a:lnTo>
                    <a:pt x="1800446" y="3222462"/>
                  </a:lnTo>
                  <a:lnTo>
                    <a:pt x="1872068" y="3248039"/>
                  </a:lnTo>
                  <a:lnTo>
                    <a:pt x="1943691" y="3271112"/>
                  </a:lnTo>
                  <a:lnTo>
                    <a:pt x="2015313" y="3291926"/>
                  </a:lnTo>
                  <a:lnTo>
                    <a:pt x="2086936" y="3310703"/>
                  </a:lnTo>
                  <a:lnTo>
                    <a:pt x="2158558" y="3327641"/>
                  </a:lnTo>
                  <a:lnTo>
                    <a:pt x="2230181" y="3342922"/>
                  </a:lnTo>
                  <a:lnTo>
                    <a:pt x="2301804" y="3356707"/>
                  </a:lnTo>
                  <a:lnTo>
                    <a:pt x="2373426" y="3369142"/>
                  </a:lnTo>
                  <a:lnTo>
                    <a:pt x="2445049" y="3380361"/>
                  </a:lnTo>
                  <a:lnTo>
                    <a:pt x="2516671" y="3390481"/>
                  </a:lnTo>
                  <a:lnTo>
                    <a:pt x="2588294" y="3399610"/>
                  </a:lnTo>
                  <a:lnTo>
                    <a:pt x="2659916" y="3407846"/>
                  </a:lnTo>
                  <a:lnTo>
                    <a:pt x="2731539" y="3415276"/>
                  </a:lnTo>
                  <a:lnTo>
                    <a:pt x="2803161" y="3421978"/>
                  </a:lnTo>
                  <a:lnTo>
                    <a:pt x="2874784" y="3428025"/>
                  </a:lnTo>
                  <a:lnTo>
                    <a:pt x="2946406" y="3433479"/>
                  </a:lnTo>
                  <a:lnTo>
                    <a:pt x="3018029" y="3438400"/>
                  </a:lnTo>
                  <a:lnTo>
                    <a:pt x="3089651" y="3442838"/>
                  </a:lnTo>
                  <a:lnTo>
                    <a:pt x="3161274" y="3446843"/>
                  </a:lnTo>
                  <a:lnTo>
                    <a:pt x="3232896" y="3450455"/>
                  </a:lnTo>
                  <a:lnTo>
                    <a:pt x="3304519" y="3453714"/>
                  </a:lnTo>
                  <a:lnTo>
                    <a:pt x="3376141" y="3456654"/>
                  </a:lnTo>
                  <a:lnTo>
                    <a:pt x="3447764" y="3459306"/>
                  </a:lnTo>
                  <a:lnTo>
                    <a:pt x="3519386" y="3461698"/>
                  </a:lnTo>
                  <a:lnTo>
                    <a:pt x="3591009" y="3463856"/>
                  </a:lnTo>
                  <a:lnTo>
                    <a:pt x="3662632" y="3465803"/>
                  </a:lnTo>
                  <a:lnTo>
                    <a:pt x="3734254" y="3467560"/>
                  </a:lnTo>
                  <a:lnTo>
                    <a:pt x="3805877" y="3469144"/>
                  </a:lnTo>
                  <a:lnTo>
                    <a:pt x="3877499" y="3470574"/>
                  </a:lnTo>
                  <a:lnTo>
                    <a:pt x="3949122" y="3471863"/>
                  </a:lnTo>
                  <a:lnTo>
                    <a:pt x="4020744" y="3473026"/>
                  </a:lnTo>
                  <a:lnTo>
                    <a:pt x="4092367" y="3474076"/>
                  </a:lnTo>
                  <a:lnTo>
                    <a:pt x="4163989" y="3475022"/>
                  </a:lnTo>
                  <a:lnTo>
                    <a:pt x="4235612" y="3475876"/>
                  </a:lnTo>
                  <a:lnTo>
                    <a:pt x="4307234" y="3476647"/>
                  </a:lnTo>
                  <a:lnTo>
                    <a:pt x="4378857" y="3477342"/>
                  </a:lnTo>
                  <a:lnTo>
                    <a:pt x="4450479" y="3477969"/>
                  </a:lnTo>
                  <a:lnTo>
                    <a:pt x="4522102" y="3478534"/>
                  </a:lnTo>
                  <a:lnTo>
                    <a:pt x="4593724" y="3479044"/>
                  </a:lnTo>
                  <a:lnTo>
                    <a:pt x="4665347" y="3479505"/>
                  </a:lnTo>
                  <a:lnTo>
                    <a:pt x="4736969" y="3479920"/>
                  </a:lnTo>
                  <a:lnTo>
                    <a:pt x="4808592" y="3480294"/>
                  </a:lnTo>
                  <a:lnTo>
                    <a:pt x="4880214" y="3480632"/>
                  </a:lnTo>
                  <a:lnTo>
                    <a:pt x="4951837" y="3480937"/>
                  </a:lnTo>
                  <a:lnTo>
                    <a:pt x="5023460" y="3481212"/>
                  </a:lnTo>
                  <a:lnTo>
                    <a:pt x="5095082" y="348146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649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84877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3894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1222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165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7303129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3.66 (0.59-22.64), p_Bonf = 0.977 (n = 6)  |  per IQR decline (Δ = 27.4 %): 35.22 (0.24-5233.65)  |  IQR: [-12.6, 14.8]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266126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2026-10-08T10:12:58Z</dcterms:modified>
  <cp:category/>
</cp:coreProperties>
</file>