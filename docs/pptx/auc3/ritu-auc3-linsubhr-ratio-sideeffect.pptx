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3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78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22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65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56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700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7440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787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74788"/>
            </a:xfrm>
            <a:custGeom>
              <a:avLst/>
              <a:pathLst>
                <a:path w="7090630" h="3474788">
                  <a:moveTo>
                    <a:pt x="1694803" y="0"/>
                  </a:moveTo>
                  <a:lnTo>
                    <a:pt x="1718940" y="94084"/>
                  </a:lnTo>
                  <a:lnTo>
                    <a:pt x="1790563" y="352016"/>
                  </a:lnTo>
                  <a:lnTo>
                    <a:pt x="1862185" y="590322"/>
                  </a:lnTo>
                  <a:lnTo>
                    <a:pt x="1933808" y="810494"/>
                  </a:lnTo>
                  <a:lnTo>
                    <a:pt x="2005430" y="1013912"/>
                  </a:lnTo>
                  <a:lnTo>
                    <a:pt x="2077053" y="1201851"/>
                  </a:lnTo>
                  <a:lnTo>
                    <a:pt x="2148675" y="1375490"/>
                  </a:lnTo>
                  <a:lnTo>
                    <a:pt x="2220298" y="1535915"/>
                  </a:lnTo>
                  <a:lnTo>
                    <a:pt x="2291920" y="1684133"/>
                  </a:lnTo>
                  <a:lnTo>
                    <a:pt x="2363543" y="1821073"/>
                  </a:lnTo>
                  <a:lnTo>
                    <a:pt x="2435165" y="1947592"/>
                  </a:lnTo>
                  <a:lnTo>
                    <a:pt x="2506788" y="2064484"/>
                  </a:lnTo>
                  <a:lnTo>
                    <a:pt x="2578410" y="2172481"/>
                  </a:lnTo>
                  <a:lnTo>
                    <a:pt x="2650033" y="2272261"/>
                  </a:lnTo>
                  <a:lnTo>
                    <a:pt x="2721655" y="2364447"/>
                  </a:lnTo>
                  <a:lnTo>
                    <a:pt x="2793278" y="2449619"/>
                  </a:lnTo>
                  <a:lnTo>
                    <a:pt x="2864901" y="2528310"/>
                  </a:lnTo>
                  <a:lnTo>
                    <a:pt x="2936523" y="2601013"/>
                  </a:lnTo>
                  <a:lnTo>
                    <a:pt x="3008146" y="2647378"/>
                  </a:lnTo>
                  <a:lnTo>
                    <a:pt x="3079768" y="2614268"/>
                  </a:lnTo>
                  <a:lnTo>
                    <a:pt x="3151391" y="2579848"/>
                  </a:lnTo>
                  <a:lnTo>
                    <a:pt x="3223013" y="2544066"/>
                  </a:lnTo>
                  <a:lnTo>
                    <a:pt x="3294636" y="2506867"/>
                  </a:lnTo>
                  <a:lnTo>
                    <a:pt x="3366258" y="2468195"/>
                  </a:lnTo>
                  <a:lnTo>
                    <a:pt x="3437881" y="2427993"/>
                  </a:lnTo>
                  <a:lnTo>
                    <a:pt x="3509503" y="2386199"/>
                  </a:lnTo>
                  <a:lnTo>
                    <a:pt x="3581126" y="2342750"/>
                  </a:lnTo>
                  <a:lnTo>
                    <a:pt x="3652748" y="2297581"/>
                  </a:lnTo>
                  <a:lnTo>
                    <a:pt x="3724371" y="2250625"/>
                  </a:lnTo>
                  <a:lnTo>
                    <a:pt x="3795993" y="2201809"/>
                  </a:lnTo>
                  <a:lnTo>
                    <a:pt x="3867616" y="2151061"/>
                  </a:lnTo>
                  <a:lnTo>
                    <a:pt x="3939238" y="2098304"/>
                  </a:lnTo>
                  <a:lnTo>
                    <a:pt x="4010861" y="2043459"/>
                  </a:lnTo>
                  <a:lnTo>
                    <a:pt x="4082483" y="1986442"/>
                  </a:lnTo>
                  <a:lnTo>
                    <a:pt x="4154106" y="1927169"/>
                  </a:lnTo>
                  <a:lnTo>
                    <a:pt x="4225729" y="1865549"/>
                  </a:lnTo>
                  <a:lnTo>
                    <a:pt x="4297351" y="1801489"/>
                  </a:lnTo>
                  <a:lnTo>
                    <a:pt x="4368974" y="1734894"/>
                  </a:lnTo>
                  <a:lnTo>
                    <a:pt x="4440596" y="1665662"/>
                  </a:lnTo>
                  <a:lnTo>
                    <a:pt x="4512219" y="1593689"/>
                  </a:lnTo>
                  <a:lnTo>
                    <a:pt x="4583841" y="1518868"/>
                  </a:lnTo>
                  <a:lnTo>
                    <a:pt x="4655464" y="1441084"/>
                  </a:lnTo>
                  <a:lnTo>
                    <a:pt x="4727086" y="1360222"/>
                  </a:lnTo>
                  <a:lnTo>
                    <a:pt x="4798709" y="1276158"/>
                  </a:lnTo>
                  <a:lnTo>
                    <a:pt x="4870331" y="1188766"/>
                  </a:lnTo>
                  <a:lnTo>
                    <a:pt x="4941954" y="1097915"/>
                  </a:lnTo>
                  <a:lnTo>
                    <a:pt x="5013576" y="1003467"/>
                  </a:lnTo>
                  <a:lnTo>
                    <a:pt x="5085199" y="905280"/>
                  </a:lnTo>
                  <a:lnTo>
                    <a:pt x="5156821" y="803207"/>
                  </a:lnTo>
                  <a:lnTo>
                    <a:pt x="5228444" y="697093"/>
                  </a:lnTo>
                  <a:lnTo>
                    <a:pt x="5300066" y="586777"/>
                  </a:lnTo>
                  <a:lnTo>
                    <a:pt x="5371689" y="472095"/>
                  </a:lnTo>
                  <a:lnTo>
                    <a:pt x="5443311" y="352873"/>
                  </a:lnTo>
                  <a:lnTo>
                    <a:pt x="5514934" y="228932"/>
                  </a:lnTo>
                  <a:lnTo>
                    <a:pt x="5586557" y="100083"/>
                  </a:lnTo>
                  <a:lnTo>
                    <a:pt x="5640071" y="0"/>
                  </a:lnTo>
                  <a:lnTo>
                    <a:pt x="7090630" y="0"/>
                  </a:lnTo>
                  <a:lnTo>
                    <a:pt x="7090630" y="3474788"/>
                  </a:lnTo>
                  <a:lnTo>
                    <a:pt x="7019007" y="3474050"/>
                  </a:lnTo>
                  <a:lnTo>
                    <a:pt x="6947385" y="3473251"/>
                  </a:lnTo>
                  <a:lnTo>
                    <a:pt x="6875762" y="3472387"/>
                  </a:lnTo>
                  <a:lnTo>
                    <a:pt x="6804139" y="3471451"/>
                  </a:lnTo>
                  <a:lnTo>
                    <a:pt x="6732517" y="3470439"/>
                  </a:lnTo>
                  <a:lnTo>
                    <a:pt x="6660894" y="3469343"/>
                  </a:lnTo>
                  <a:lnTo>
                    <a:pt x="6589272" y="3468156"/>
                  </a:lnTo>
                  <a:lnTo>
                    <a:pt x="6517649" y="3466872"/>
                  </a:lnTo>
                  <a:lnTo>
                    <a:pt x="6446027" y="3465483"/>
                  </a:lnTo>
                  <a:lnTo>
                    <a:pt x="6374404" y="3463978"/>
                  </a:lnTo>
                  <a:lnTo>
                    <a:pt x="6302782" y="3462350"/>
                  </a:lnTo>
                  <a:lnTo>
                    <a:pt x="6231159" y="3460588"/>
                  </a:lnTo>
                  <a:lnTo>
                    <a:pt x="6159537" y="3458681"/>
                  </a:lnTo>
                  <a:lnTo>
                    <a:pt x="6087914" y="3456616"/>
                  </a:lnTo>
                  <a:lnTo>
                    <a:pt x="6016292" y="3454382"/>
                  </a:lnTo>
                  <a:lnTo>
                    <a:pt x="5944669" y="3451963"/>
                  </a:lnTo>
                  <a:lnTo>
                    <a:pt x="5873047" y="3449345"/>
                  </a:lnTo>
                  <a:lnTo>
                    <a:pt x="5801424" y="3446512"/>
                  </a:lnTo>
                  <a:lnTo>
                    <a:pt x="5729802" y="3443445"/>
                  </a:lnTo>
                  <a:lnTo>
                    <a:pt x="5658179" y="3440126"/>
                  </a:lnTo>
                  <a:lnTo>
                    <a:pt x="5586557" y="3436534"/>
                  </a:lnTo>
                  <a:lnTo>
                    <a:pt x="5514934" y="3432645"/>
                  </a:lnTo>
                  <a:lnTo>
                    <a:pt x="5443311" y="3428436"/>
                  </a:lnTo>
                  <a:lnTo>
                    <a:pt x="5371689" y="3423881"/>
                  </a:lnTo>
                  <a:lnTo>
                    <a:pt x="5300066" y="3418950"/>
                  </a:lnTo>
                  <a:lnTo>
                    <a:pt x="5228444" y="3413614"/>
                  </a:lnTo>
                  <a:lnTo>
                    <a:pt x="5156821" y="3407838"/>
                  </a:lnTo>
                  <a:lnTo>
                    <a:pt x="5085199" y="3401586"/>
                  </a:lnTo>
                  <a:lnTo>
                    <a:pt x="5013576" y="3394819"/>
                  </a:lnTo>
                  <a:lnTo>
                    <a:pt x="4941954" y="3387495"/>
                  </a:lnTo>
                  <a:lnTo>
                    <a:pt x="4870331" y="3379567"/>
                  </a:lnTo>
                  <a:lnTo>
                    <a:pt x="4798709" y="3370987"/>
                  </a:lnTo>
                  <a:lnTo>
                    <a:pt x="4727086" y="3361700"/>
                  </a:lnTo>
                  <a:lnTo>
                    <a:pt x="4655464" y="3351648"/>
                  </a:lnTo>
                  <a:lnTo>
                    <a:pt x="4583841" y="3340768"/>
                  </a:lnTo>
                  <a:lnTo>
                    <a:pt x="4512219" y="3328992"/>
                  </a:lnTo>
                  <a:lnTo>
                    <a:pt x="4440596" y="3316247"/>
                  </a:lnTo>
                  <a:lnTo>
                    <a:pt x="4368974" y="3302451"/>
                  </a:lnTo>
                  <a:lnTo>
                    <a:pt x="4297351" y="3287520"/>
                  </a:lnTo>
                  <a:lnTo>
                    <a:pt x="4225729" y="3271358"/>
                  </a:lnTo>
                  <a:lnTo>
                    <a:pt x="4154106" y="3253866"/>
                  </a:lnTo>
                  <a:lnTo>
                    <a:pt x="4082483" y="3234932"/>
                  </a:lnTo>
                  <a:lnTo>
                    <a:pt x="4010861" y="3214440"/>
                  </a:lnTo>
                  <a:lnTo>
                    <a:pt x="3939238" y="3192259"/>
                  </a:lnTo>
                  <a:lnTo>
                    <a:pt x="3867616" y="3168252"/>
                  </a:lnTo>
                  <a:lnTo>
                    <a:pt x="3795993" y="3142268"/>
                  </a:lnTo>
                  <a:lnTo>
                    <a:pt x="3724371" y="3114143"/>
                  </a:lnTo>
                  <a:lnTo>
                    <a:pt x="3652748" y="3083702"/>
                  </a:lnTo>
                  <a:lnTo>
                    <a:pt x="3581126" y="3050754"/>
                  </a:lnTo>
                  <a:lnTo>
                    <a:pt x="3509503" y="3015092"/>
                  </a:lnTo>
                  <a:lnTo>
                    <a:pt x="3437881" y="2976494"/>
                  </a:lnTo>
                  <a:lnTo>
                    <a:pt x="3366258" y="2934716"/>
                  </a:lnTo>
                  <a:lnTo>
                    <a:pt x="3294636" y="2889497"/>
                  </a:lnTo>
                  <a:lnTo>
                    <a:pt x="3223013" y="2840554"/>
                  </a:lnTo>
                  <a:lnTo>
                    <a:pt x="3151391" y="2787580"/>
                  </a:lnTo>
                  <a:lnTo>
                    <a:pt x="3079768" y="2730243"/>
                  </a:lnTo>
                  <a:lnTo>
                    <a:pt x="3008146" y="2668184"/>
                  </a:lnTo>
                  <a:lnTo>
                    <a:pt x="2936523" y="2679226"/>
                  </a:lnTo>
                  <a:lnTo>
                    <a:pt x="2864901" y="2709862"/>
                  </a:lnTo>
                  <a:lnTo>
                    <a:pt x="2793278" y="2739331"/>
                  </a:lnTo>
                  <a:lnTo>
                    <a:pt x="2721655" y="2767678"/>
                  </a:lnTo>
                  <a:lnTo>
                    <a:pt x="2650033" y="2794946"/>
                  </a:lnTo>
                  <a:lnTo>
                    <a:pt x="2578410" y="2821175"/>
                  </a:lnTo>
                  <a:lnTo>
                    <a:pt x="2506788" y="2846405"/>
                  </a:lnTo>
                  <a:lnTo>
                    <a:pt x="2435165" y="2870675"/>
                  </a:lnTo>
                  <a:lnTo>
                    <a:pt x="2363543" y="2894020"/>
                  </a:lnTo>
                  <a:lnTo>
                    <a:pt x="2291920" y="2916477"/>
                  </a:lnTo>
                  <a:lnTo>
                    <a:pt x="2220298" y="2938078"/>
                  </a:lnTo>
                  <a:lnTo>
                    <a:pt x="2148675" y="2958857"/>
                  </a:lnTo>
                  <a:lnTo>
                    <a:pt x="2077053" y="2978844"/>
                  </a:lnTo>
                  <a:lnTo>
                    <a:pt x="2005430" y="2998071"/>
                  </a:lnTo>
                  <a:lnTo>
                    <a:pt x="1933808" y="3016565"/>
                  </a:lnTo>
                  <a:lnTo>
                    <a:pt x="1862185" y="3034355"/>
                  </a:lnTo>
                  <a:lnTo>
                    <a:pt x="1790563" y="3051468"/>
                  </a:lnTo>
                  <a:lnTo>
                    <a:pt x="1718940" y="3067929"/>
                  </a:lnTo>
                  <a:lnTo>
                    <a:pt x="1647318" y="3083763"/>
                  </a:lnTo>
                  <a:lnTo>
                    <a:pt x="1575695" y="3098994"/>
                  </a:lnTo>
                  <a:lnTo>
                    <a:pt x="1504073" y="3113645"/>
                  </a:lnTo>
                  <a:lnTo>
                    <a:pt x="1432450" y="3127738"/>
                  </a:lnTo>
                  <a:lnTo>
                    <a:pt x="1360827" y="3141295"/>
                  </a:lnTo>
                  <a:lnTo>
                    <a:pt x="1289205" y="3154335"/>
                  </a:lnTo>
                  <a:lnTo>
                    <a:pt x="1217582" y="3166879"/>
                  </a:lnTo>
                  <a:lnTo>
                    <a:pt x="1145960" y="3178945"/>
                  </a:lnTo>
                  <a:lnTo>
                    <a:pt x="1074337" y="3190552"/>
                  </a:lnTo>
                  <a:lnTo>
                    <a:pt x="1002715" y="3201717"/>
                  </a:lnTo>
                  <a:lnTo>
                    <a:pt x="931092" y="3212456"/>
                  </a:lnTo>
                  <a:lnTo>
                    <a:pt x="859470" y="3222787"/>
                  </a:lnTo>
                  <a:lnTo>
                    <a:pt x="787847" y="3232724"/>
                  </a:lnTo>
                  <a:lnTo>
                    <a:pt x="716225" y="3242283"/>
                  </a:lnTo>
                  <a:lnTo>
                    <a:pt x="644602" y="3251478"/>
                  </a:lnTo>
                  <a:lnTo>
                    <a:pt x="572980" y="3260322"/>
                  </a:lnTo>
                  <a:lnTo>
                    <a:pt x="501357" y="3268830"/>
                  </a:lnTo>
                  <a:lnTo>
                    <a:pt x="429735" y="3277014"/>
                  </a:lnTo>
                  <a:lnTo>
                    <a:pt x="358112" y="3284886"/>
                  </a:lnTo>
                  <a:lnTo>
                    <a:pt x="286490" y="3292459"/>
                  </a:lnTo>
                  <a:lnTo>
                    <a:pt x="214867" y="3299743"/>
                  </a:lnTo>
                  <a:lnTo>
                    <a:pt x="143245" y="3306750"/>
                  </a:lnTo>
                  <a:lnTo>
                    <a:pt x="71622" y="3313490"/>
                  </a:lnTo>
                  <a:lnTo>
                    <a:pt x="0" y="331997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866852" y="2073503"/>
              <a:ext cx="3945268" cy="2647378"/>
            </a:xfrm>
            <a:custGeom>
              <a:avLst/>
              <a:pathLst>
                <a:path w="3945268" h="2647378">
                  <a:moveTo>
                    <a:pt x="0" y="0"/>
                  </a:moveTo>
                  <a:lnTo>
                    <a:pt x="24137" y="94084"/>
                  </a:lnTo>
                  <a:lnTo>
                    <a:pt x="95759" y="352016"/>
                  </a:lnTo>
                  <a:lnTo>
                    <a:pt x="167382" y="590322"/>
                  </a:lnTo>
                  <a:lnTo>
                    <a:pt x="239004" y="810494"/>
                  </a:lnTo>
                  <a:lnTo>
                    <a:pt x="310627" y="1013912"/>
                  </a:lnTo>
                  <a:lnTo>
                    <a:pt x="382249" y="1201851"/>
                  </a:lnTo>
                  <a:lnTo>
                    <a:pt x="453872" y="1375490"/>
                  </a:lnTo>
                  <a:lnTo>
                    <a:pt x="525494" y="1535915"/>
                  </a:lnTo>
                  <a:lnTo>
                    <a:pt x="597117" y="1684133"/>
                  </a:lnTo>
                  <a:lnTo>
                    <a:pt x="668739" y="1821073"/>
                  </a:lnTo>
                  <a:lnTo>
                    <a:pt x="740362" y="1947592"/>
                  </a:lnTo>
                  <a:lnTo>
                    <a:pt x="811985" y="2064484"/>
                  </a:lnTo>
                  <a:lnTo>
                    <a:pt x="883607" y="2172481"/>
                  </a:lnTo>
                  <a:lnTo>
                    <a:pt x="955230" y="2272261"/>
                  </a:lnTo>
                  <a:lnTo>
                    <a:pt x="1026852" y="2364447"/>
                  </a:lnTo>
                  <a:lnTo>
                    <a:pt x="1098475" y="2449619"/>
                  </a:lnTo>
                  <a:lnTo>
                    <a:pt x="1170097" y="2528310"/>
                  </a:lnTo>
                  <a:lnTo>
                    <a:pt x="1241720" y="2601013"/>
                  </a:lnTo>
                  <a:lnTo>
                    <a:pt x="1313342" y="2647378"/>
                  </a:lnTo>
                  <a:lnTo>
                    <a:pt x="1384965" y="2614268"/>
                  </a:lnTo>
                  <a:lnTo>
                    <a:pt x="1456587" y="2579848"/>
                  </a:lnTo>
                  <a:lnTo>
                    <a:pt x="1528210" y="2544066"/>
                  </a:lnTo>
                  <a:lnTo>
                    <a:pt x="1599832" y="2506867"/>
                  </a:lnTo>
                  <a:lnTo>
                    <a:pt x="1671455" y="2468195"/>
                  </a:lnTo>
                  <a:lnTo>
                    <a:pt x="1743077" y="2427993"/>
                  </a:lnTo>
                  <a:lnTo>
                    <a:pt x="1814700" y="2386199"/>
                  </a:lnTo>
                  <a:lnTo>
                    <a:pt x="1886322" y="2342750"/>
                  </a:lnTo>
                  <a:lnTo>
                    <a:pt x="1957945" y="2297581"/>
                  </a:lnTo>
                  <a:lnTo>
                    <a:pt x="2029567" y="2250625"/>
                  </a:lnTo>
                  <a:lnTo>
                    <a:pt x="2101190" y="2201809"/>
                  </a:lnTo>
                  <a:lnTo>
                    <a:pt x="2172813" y="2151061"/>
                  </a:lnTo>
                  <a:lnTo>
                    <a:pt x="2244435" y="2098304"/>
                  </a:lnTo>
                  <a:lnTo>
                    <a:pt x="2316058" y="2043459"/>
                  </a:lnTo>
                  <a:lnTo>
                    <a:pt x="2387680" y="1986442"/>
                  </a:lnTo>
                  <a:lnTo>
                    <a:pt x="2459303" y="1927169"/>
                  </a:lnTo>
                  <a:lnTo>
                    <a:pt x="2530925" y="1865549"/>
                  </a:lnTo>
                  <a:lnTo>
                    <a:pt x="2602548" y="1801489"/>
                  </a:lnTo>
                  <a:lnTo>
                    <a:pt x="2674170" y="1734894"/>
                  </a:lnTo>
                  <a:lnTo>
                    <a:pt x="2745793" y="1665662"/>
                  </a:lnTo>
                  <a:lnTo>
                    <a:pt x="2817415" y="1593689"/>
                  </a:lnTo>
                  <a:lnTo>
                    <a:pt x="2889038" y="1518868"/>
                  </a:lnTo>
                  <a:lnTo>
                    <a:pt x="2960660" y="1441084"/>
                  </a:lnTo>
                  <a:lnTo>
                    <a:pt x="3032283" y="1360222"/>
                  </a:lnTo>
                  <a:lnTo>
                    <a:pt x="3103905" y="1276158"/>
                  </a:lnTo>
                  <a:lnTo>
                    <a:pt x="3175528" y="1188766"/>
                  </a:lnTo>
                  <a:lnTo>
                    <a:pt x="3247150" y="1097915"/>
                  </a:lnTo>
                  <a:lnTo>
                    <a:pt x="3318773" y="1003467"/>
                  </a:lnTo>
                  <a:lnTo>
                    <a:pt x="3390395" y="905280"/>
                  </a:lnTo>
                  <a:lnTo>
                    <a:pt x="3462018" y="803207"/>
                  </a:lnTo>
                  <a:lnTo>
                    <a:pt x="3533641" y="697093"/>
                  </a:lnTo>
                  <a:lnTo>
                    <a:pt x="3605263" y="586777"/>
                  </a:lnTo>
                  <a:lnTo>
                    <a:pt x="3676886" y="472095"/>
                  </a:lnTo>
                  <a:lnTo>
                    <a:pt x="3748508" y="352873"/>
                  </a:lnTo>
                  <a:lnTo>
                    <a:pt x="3820131" y="228932"/>
                  </a:lnTo>
                  <a:lnTo>
                    <a:pt x="3891753" y="100083"/>
                  </a:lnTo>
                  <a:lnTo>
                    <a:pt x="394526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41687"/>
              <a:ext cx="7090630" cy="806604"/>
            </a:xfrm>
            <a:custGeom>
              <a:avLst/>
              <a:pathLst>
                <a:path w="7090630" h="806604">
                  <a:moveTo>
                    <a:pt x="7090630" y="806604"/>
                  </a:moveTo>
                  <a:lnTo>
                    <a:pt x="7019007" y="805866"/>
                  </a:lnTo>
                  <a:lnTo>
                    <a:pt x="6947385" y="805067"/>
                  </a:lnTo>
                  <a:lnTo>
                    <a:pt x="6875762" y="804203"/>
                  </a:lnTo>
                  <a:lnTo>
                    <a:pt x="6804139" y="803267"/>
                  </a:lnTo>
                  <a:lnTo>
                    <a:pt x="6732517" y="802255"/>
                  </a:lnTo>
                  <a:lnTo>
                    <a:pt x="6660894" y="801159"/>
                  </a:lnTo>
                  <a:lnTo>
                    <a:pt x="6589272" y="799972"/>
                  </a:lnTo>
                  <a:lnTo>
                    <a:pt x="6517649" y="798688"/>
                  </a:lnTo>
                  <a:lnTo>
                    <a:pt x="6446027" y="797298"/>
                  </a:lnTo>
                  <a:lnTo>
                    <a:pt x="6374404" y="795794"/>
                  </a:lnTo>
                  <a:lnTo>
                    <a:pt x="6302782" y="794166"/>
                  </a:lnTo>
                  <a:lnTo>
                    <a:pt x="6231159" y="792404"/>
                  </a:lnTo>
                  <a:lnTo>
                    <a:pt x="6159537" y="790497"/>
                  </a:lnTo>
                  <a:lnTo>
                    <a:pt x="6087914" y="788432"/>
                  </a:lnTo>
                  <a:lnTo>
                    <a:pt x="6016292" y="786198"/>
                  </a:lnTo>
                  <a:lnTo>
                    <a:pt x="5944669" y="783779"/>
                  </a:lnTo>
                  <a:lnTo>
                    <a:pt x="5873047" y="781161"/>
                  </a:lnTo>
                  <a:lnTo>
                    <a:pt x="5801424" y="778328"/>
                  </a:lnTo>
                  <a:lnTo>
                    <a:pt x="5729802" y="775261"/>
                  </a:lnTo>
                  <a:lnTo>
                    <a:pt x="5658179" y="771942"/>
                  </a:lnTo>
                  <a:lnTo>
                    <a:pt x="5586557" y="768350"/>
                  </a:lnTo>
                  <a:lnTo>
                    <a:pt x="5514934" y="764461"/>
                  </a:lnTo>
                  <a:lnTo>
                    <a:pt x="5443311" y="760252"/>
                  </a:lnTo>
                  <a:lnTo>
                    <a:pt x="5371689" y="755697"/>
                  </a:lnTo>
                  <a:lnTo>
                    <a:pt x="5300066" y="750766"/>
                  </a:lnTo>
                  <a:lnTo>
                    <a:pt x="5228444" y="745430"/>
                  </a:lnTo>
                  <a:lnTo>
                    <a:pt x="5156821" y="739654"/>
                  </a:lnTo>
                  <a:lnTo>
                    <a:pt x="5085199" y="733402"/>
                  </a:lnTo>
                  <a:lnTo>
                    <a:pt x="5013576" y="726635"/>
                  </a:lnTo>
                  <a:lnTo>
                    <a:pt x="4941954" y="719311"/>
                  </a:lnTo>
                  <a:lnTo>
                    <a:pt x="4870331" y="711383"/>
                  </a:lnTo>
                  <a:lnTo>
                    <a:pt x="4798709" y="702803"/>
                  </a:lnTo>
                  <a:lnTo>
                    <a:pt x="4727086" y="693516"/>
                  </a:lnTo>
                  <a:lnTo>
                    <a:pt x="4655464" y="683464"/>
                  </a:lnTo>
                  <a:lnTo>
                    <a:pt x="4583841" y="672584"/>
                  </a:lnTo>
                  <a:lnTo>
                    <a:pt x="4512219" y="660808"/>
                  </a:lnTo>
                  <a:lnTo>
                    <a:pt x="4440596" y="648063"/>
                  </a:lnTo>
                  <a:lnTo>
                    <a:pt x="4368974" y="634267"/>
                  </a:lnTo>
                  <a:lnTo>
                    <a:pt x="4297351" y="619336"/>
                  </a:lnTo>
                  <a:lnTo>
                    <a:pt x="4225729" y="603174"/>
                  </a:lnTo>
                  <a:lnTo>
                    <a:pt x="4154106" y="585682"/>
                  </a:lnTo>
                  <a:lnTo>
                    <a:pt x="4082483" y="566748"/>
                  </a:lnTo>
                  <a:lnTo>
                    <a:pt x="4010861" y="546256"/>
                  </a:lnTo>
                  <a:lnTo>
                    <a:pt x="3939238" y="524075"/>
                  </a:lnTo>
                  <a:lnTo>
                    <a:pt x="3867616" y="500068"/>
                  </a:lnTo>
                  <a:lnTo>
                    <a:pt x="3795993" y="474084"/>
                  </a:lnTo>
                  <a:lnTo>
                    <a:pt x="3724371" y="445959"/>
                  </a:lnTo>
                  <a:lnTo>
                    <a:pt x="3652748" y="415518"/>
                  </a:lnTo>
                  <a:lnTo>
                    <a:pt x="3581126" y="382570"/>
                  </a:lnTo>
                  <a:lnTo>
                    <a:pt x="3509503" y="346908"/>
                  </a:lnTo>
                  <a:lnTo>
                    <a:pt x="3437881" y="308310"/>
                  </a:lnTo>
                  <a:lnTo>
                    <a:pt x="3366258" y="266532"/>
                  </a:lnTo>
                  <a:lnTo>
                    <a:pt x="3294636" y="221313"/>
                  </a:lnTo>
                  <a:lnTo>
                    <a:pt x="3223013" y="172370"/>
                  </a:lnTo>
                  <a:lnTo>
                    <a:pt x="3151391" y="119396"/>
                  </a:lnTo>
                  <a:lnTo>
                    <a:pt x="3079768" y="62059"/>
                  </a:lnTo>
                  <a:lnTo>
                    <a:pt x="3008146" y="0"/>
                  </a:lnTo>
                  <a:lnTo>
                    <a:pt x="2936523" y="11042"/>
                  </a:lnTo>
                  <a:lnTo>
                    <a:pt x="2864901" y="41678"/>
                  </a:lnTo>
                  <a:lnTo>
                    <a:pt x="2793278" y="71147"/>
                  </a:lnTo>
                  <a:lnTo>
                    <a:pt x="2721655" y="99494"/>
                  </a:lnTo>
                  <a:lnTo>
                    <a:pt x="2650033" y="126761"/>
                  </a:lnTo>
                  <a:lnTo>
                    <a:pt x="2578410" y="152991"/>
                  </a:lnTo>
                  <a:lnTo>
                    <a:pt x="2506788" y="178221"/>
                  </a:lnTo>
                  <a:lnTo>
                    <a:pt x="2435165" y="202491"/>
                  </a:lnTo>
                  <a:lnTo>
                    <a:pt x="2363543" y="225836"/>
                  </a:lnTo>
                  <a:lnTo>
                    <a:pt x="2291920" y="248293"/>
                  </a:lnTo>
                  <a:lnTo>
                    <a:pt x="2220298" y="269894"/>
                  </a:lnTo>
                  <a:lnTo>
                    <a:pt x="2148675" y="290673"/>
                  </a:lnTo>
                  <a:lnTo>
                    <a:pt x="2077053" y="310660"/>
                  </a:lnTo>
                  <a:lnTo>
                    <a:pt x="2005430" y="329887"/>
                  </a:lnTo>
                  <a:lnTo>
                    <a:pt x="1933808" y="348381"/>
                  </a:lnTo>
                  <a:lnTo>
                    <a:pt x="1862185" y="366171"/>
                  </a:lnTo>
                  <a:lnTo>
                    <a:pt x="1790563" y="383284"/>
                  </a:lnTo>
                  <a:lnTo>
                    <a:pt x="1718940" y="399745"/>
                  </a:lnTo>
                  <a:lnTo>
                    <a:pt x="1647318" y="415579"/>
                  </a:lnTo>
                  <a:lnTo>
                    <a:pt x="1575695" y="430810"/>
                  </a:lnTo>
                  <a:lnTo>
                    <a:pt x="1504073" y="445461"/>
                  </a:lnTo>
                  <a:lnTo>
                    <a:pt x="1432450" y="459554"/>
                  </a:lnTo>
                  <a:lnTo>
                    <a:pt x="1360827" y="473111"/>
                  </a:lnTo>
                  <a:lnTo>
                    <a:pt x="1289205" y="486151"/>
                  </a:lnTo>
                  <a:lnTo>
                    <a:pt x="1217582" y="498695"/>
                  </a:lnTo>
                  <a:lnTo>
                    <a:pt x="1145960" y="510761"/>
                  </a:lnTo>
                  <a:lnTo>
                    <a:pt x="1074337" y="522368"/>
                  </a:lnTo>
                  <a:lnTo>
                    <a:pt x="1002715" y="533533"/>
                  </a:lnTo>
                  <a:lnTo>
                    <a:pt x="931092" y="544272"/>
                  </a:lnTo>
                  <a:lnTo>
                    <a:pt x="859470" y="554603"/>
                  </a:lnTo>
                  <a:lnTo>
                    <a:pt x="787847" y="564540"/>
                  </a:lnTo>
                  <a:lnTo>
                    <a:pt x="716225" y="574099"/>
                  </a:lnTo>
                  <a:lnTo>
                    <a:pt x="644602" y="583294"/>
                  </a:lnTo>
                  <a:lnTo>
                    <a:pt x="572980" y="592138"/>
                  </a:lnTo>
                  <a:lnTo>
                    <a:pt x="501357" y="600646"/>
                  </a:lnTo>
                  <a:lnTo>
                    <a:pt x="429735" y="608830"/>
                  </a:lnTo>
                  <a:lnTo>
                    <a:pt x="358112" y="616702"/>
                  </a:lnTo>
                  <a:lnTo>
                    <a:pt x="286490" y="624275"/>
                  </a:lnTo>
                  <a:lnTo>
                    <a:pt x="214867" y="631559"/>
                  </a:lnTo>
                  <a:lnTo>
                    <a:pt x="143245" y="638566"/>
                  </a:lnTo>
                  <a:lnTo>
                    <a:pt x="71622" y="645306"/>
                  </a:lnTo>
                  <a:lnTo>
                    <a:pt x="0" y="65178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3631206"/>
              <a:ext cx="7090630" cy="1664313"/>
            </a:xfrm>
            <a:custGeom>
              <a:avLst/>
              <a:pathLst>
                <a:path w="7090630" h="1664313">
                  <a:moveTo>
                    <a:pt x="0" y="0"/>
                  </a:moveTo>
                  <a:lnTo>
                    <a:pt x="71622" y="38441"/>
                  </a:lnTo>
                  <a:lnTo>
                    <a:pt x="143245" y="76115"/>
                  </a:lnTo>
                  <a:lnTo>
                    <a:pt x="214867" y="113038"/>
                  </a:lnTo>
                  <a:lnTo>
                    <a:pt x="286490" y="149223"/>
                  </a:lnTo>
                  <a:lnTo>
                    <a:pt x="358112" y="184686"/>
                  </a:lnTo>
                  <a:lnTo>
                    <a:pt x="429735" y="219442"/>
                  </a:lnTo>
                  <a:lnTo>
                    <a:pt x="501357" y="253504"/>
                  </a:lnTo>
                  <a:lnTo>
                    <a:pt x="572980" y="286886"/>
                  </a:lnTo>
                  <a:lnTo>
                    <a:pt x="644602" y="319601"/>
                  </a:lnTo>
                  <a:lnTo>
                    <a:pt x="716225" y="351664"/>
                  </a:lnTo>
                  <a:lnTo>
                    <a:pt x="787847" y="383087"/>
                  </a:lnTo>
                  <a:lnTo>
                    <a:pt x="859470" y="413882"/>
                  </a:lnTo>
                  <a:lnTo>
                    <a:pt x="931092" y="444063"/>
                  </a:lnTo>
                  <a:lnTo>
                    <a:pt x="1002715" y="473642"/>
                  </a:lnTo>
                  <a:lnTo>
                    <a:pt x="1074337" y="502630"/>
                  </a:lnTo>
                  <a:lnTo>
                    <a:pt x="1145960" y="531040"/>
                  </a:lnTo>
                  <a:lnTo>
                    <a:pt x="1217582" y="558882"/>
                  </a:lnTo>
                  <a:lnTo>
                    <a:pt x="1289205" y="586169"/>
                  </a:lnTo>
                  <a:lnTo>
                    <a:pt x="1360827" y="612911"/>
                  </a:lnTo>
                  <a:lnTo>
                    <a:pt x="1432450" y="639120"/>
                  </a:lnTo>
                  <a:lnTo>
                    <a:pt x="1504073" y="664805"/>
                  </a:lnTo>
                  <a:lnTo>
                    <a:pt x="1575695" y="689978"/>
                  </a:lnTo>
                  <a:lnTo>
                    <a:pt x="1647318" y="714649"/>
                  </a:lnTo>
                  <a:lnTo>
                    <a:pt x="1718940" y="738827"/>
                  </a:lnTo>
                  <a:lnTo>
                    <a:pt x="1790563" y="762522"/>
                  </a:lnTo>
                  <a:lnTo>
                    <a:pt x="1862185" y="785745"/>
                  </a:lnTo>
                  <a:lnTo>
                    <a:pt x="1933808" y="808504"/>
                  </a:lnTo>
                  <a:lnTo>
                    <a:pt x="2005430" y="830808"/>
                  </a:lnTo>
                  <a:lnTo>
                    <a:pt x="2077053" y="852668"/>
                  </a:lnTo>
                  <a:lnTo>
                    <a:pt x="2148675" y="874091"/>
                  </a:lnTo>
                  <a:lnTo>
                    <a:pt x="2220298" y="895087"/>
                  </a:lnTo>
                  <a:lnTo>
                    <a:pt x="2291920" y="915664"/>
                  </a:lnTo>
                  <a:lnTo>
                    <a:pt x="2363543" y="935830"/>
                  </a:lnTo>
                  <a:lnTo>
                    <a:pt x="2435165" y="955593"/>
                  </a:lnTo>
                  <a:lnTo>
                    <a:pt x="2506788" y="974962"/>
                  </a:lnTo>
                  <a:lnTo>
                    <a:pt x="2578410" y="993945"/>
                  </a:lnTo>
                  <a:lnTo>
                    <a:pt x="2650033" y="1012548"/>
                  </a:lnTo>
                  <a:lnTo>
                    <a:pt x="2721655" y="1030781"/>
                  </a:lnTo>
                  <a:lnTo>
                    <a:pt x="2793278" y="1048649"/>
                  </a:lnTo>
                  <a:lnTo>
                    <a:pt x="2864901" y="1066161"/>
                  </a:lnTo>
                  <a:lnTo>
                    <a:pt x="2936523" y="1083323"/>
                  </a:lnTo>
                  <a:lnTo>
                    <a:pt x="3008146" y="1100143"/>
                  </a:lnTo>
                  <a:lnTo>
                    <a:pt x="3079768" y="1116627"/>
                  </a:lnTo>
                  <a:lnTo>
                    <a:pt x="3151391" y="1132782"/>
                  </a:lnTo>
                  <a:lnTo>
                    <a:pt x="3223013" y="1148614"/>
                  </a:lnTo>
                  <a:lnTo>
                    <a:pt x="3294636" y="1164131"/>
                  </a:lnTo>
                  <a:lnTo>
                    <a:pt x="3366258" y="1179338"/>
                  </a:lnTo>
                  <a:lnTo>
                    <a:pt x="3437881" y="1194241"/>
                  </a:lnTo>
                  <a:lnTo>
                    <a:pt x="3509503" y="1208847"/>
                  </a:lnTo>
                  <a:lnTo>
                    <a:pt x="3581126" y="1223161"/>
                  </a:lnTo>
                  <a:lnTo>
                    <a:pt x="3652748" y="1237190"/>
                  </a:lnTo>
                  <a:lnTo>
                    <a:pt x="3724371" y="1250939"/>
                  </a:lnTo>
                  <a:lnTo>
                    <a:pt x="3795993" y="1264413"/>
                  </a:lnTo>
                  <a:lnTo>
                    <a:pt x="3867616" y="1277618"/>
                  </a:lnTo>
                  <a:lnTo>
                    <a:pt x="3939238" y="1290560"/>
                  </a:lnTo>
                  <a:lnTo>
                    <a:pt x="4010861" y="1303244"/>
                  </a:lnTo>
                  <a:lnTo>
                    <a:pt x="4082483" y="1315674"/>
                  </a:lnTo>
                  <a:lnTo>
                    <a:pt x="4154106" y="1327856"/>
                  </a:lnTo>
                  <a:lnTo>
                    <a:pt x="4225729" y="1339795"/>
                  </a:lnTo>
                  <a:lnTo>
                    <a:pt x="4297351" y="1351496"/>
                  </a:lnTo>
                  <a:lnTo>
                    <a:pt x="4368974" y="1362963"/>
                  </a:lnTo>
                  <a:lnTo>
                    <a:pt x="4440596" y="1374202"/>
                  </a:lnTo>
                  <a:lnTo>
                    <a:pt x="4512219" y="1385216"/>
                  </a:lnTo>
                  <a:lnTo>
                    <a:pt x="4583841" y="1396010"/>
                  </a:lnTo>
                  <a:lnTo>
                    <a:pt x="4655464" y="1406589"/>
                  </a:lnTo>
                  <a:lnTo>
                    <a:pt x="4727086" y="1416957"/>
                  </a:lnTo>
                  <a:lnTo>
                    <a:pt x="4798709" y="1427117"/>
                  </a:lnTo>
                  <a:lnTo>
                    <a:pt x="4870331" y="1437075"/>
                  </a:lnTo>
                  <a:lnTo>
                    <a:pt x="4941954" y="1446835"/>
                  </a:lnTo>
                  <a:lnTo>
                    <a:pt x="5013576" y="1456399"/>
                  </a:lnTo>
                  <a:lnTo>
                    <a:pt x="5085199" y="1465773"/>
                  </a:lnTo>
                  <a:lnTo>
                    <a:pt x="5156821" y="1474959"/>
                  </a:lnTo>
                  <a:lnTo>
                    <a:pt x="5228444" y="1483962"/>
                  </a:lnTo>
                  <a:lnTo>
                    <a:pt x="5300066" y="1492786"/>
                  </a:lnTo>
                  <a:lnTo>
                    <a:pt x="5371689" y="1501433"/>
                  </a:lnTo>
                  <a:lnTo>
                    <a:pt x="5443311" y="1509908"/>
                  </a:lnTo>
                  <a:lnTo>
                    <a:pt x="5514934" y="1518213"/>
                  </a:lnTo>
                  <a:lnTo>
                    <a:pt x="5586557" y="1526353"/>
                  </a:lnTo>
                  <a:lnTo>
                    <a:pt x="5658179" y="1534330"/>
                  </a:lnTo>
                  <a:lnTo>
                    <a:pt x="5729802" y="1542148"/>
                  </a:lnTo>
                  <a:lnTo>
                    <a:pt x="5801424" y="1549810"/>
                  </a:lnTo>
                  <a:lnTo>
                    <a:pt x="5873047" y="1557320"/>
                  </a:lnTo>
                  <a:lnTo>
                    <a:pt x="5944669" y="1564679"/>
                  </a:lnTo>
                  <a:lnTo>
                    <a:pt x="6016292" y="1571891"/>
                  </a:lnTo>
                  <a:lnTo>
                    <a:pt x="6087914" y="1578960"/>
                  </a:lnTo>
                  <a:lnTo>
                    <a:pt x="6159537" y="1585887"/>
                  </a:lnTo>
                  <a:lnTo>
                    <a:pt x="6231159" y="1592676"/>
                  </a:lnTo>
                  <a:lnTo>
                    <a:pt x="6302782" y="1599330"/>
                  </a:lnTo>
                  <a:lnTo>
                    <a:pt x="6374404" y="1605851"/>
                  </a:lnTo>
                  <a:lnTo>
                    <a:pt x="6446027" y="1612241"/>
                  </a:lnTo>
                  <a:lnTo>
                    <a:pt x="6517649" y="1618504"/>
                  </a:lnTo>
                  <a:lnTo>
                    <a:pt x="6589272" y="1624643"/>
                  </a:lnTo>
                  <a:lnTo>
                    <a:pt x="6660894" y="1630658"/>
                  </a:lnTo>
                  <a:lnTo>
                    <a:pt x="6732517" y="1636554"/>
                  </a:lnTo>
                  <a:lnTo>
                    <a:pt x="6804139" y="1642332"/>
                  </a:lnTo>
                  <a:lnTo>
                    <a:pt x="6875762" y="1647994"/>
                  </a:lnTo>
                  <a:lnTo>
                    <a:pt x="6947385" y="1653544"/>
                  </a:lnTo>
                  <a:lnTo>
                    <a:pt x="7019007" y="1658982"/>
                  </a:lnTo>
                  <a:lnTo>
                    <a:pt x="7090630" y="166431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649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487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3894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1222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65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704892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1.29 (0.61-2.71), p_Bonf = 1.000 (n = 6)  |  per IQR decline (Δ = 27.4 %): 2.01 (0.26-15.43)  |  IQR: [-12.6, 14.8]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411434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2026-10-08T10:12:59Z</dcterms:modified>
  <cp:category/>
</cp:coreProperties>
</file>