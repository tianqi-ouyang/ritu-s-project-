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32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12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573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954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334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715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476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622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003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438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640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9525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90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286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66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73342"/>
            </a:xfrm>
            <a:custGeom>
              <a:avLst/>
              <a:pathLst>
                <a:path w="7090630" h="3473342">
                  <a:moveTo>
                    <a:pt x="1993852" y="0"/>
                  </a:moveTo>
                  <a:lnTo>
                    <a:pt x="2005430" y="47284"/>
                  </a:lnTo>
                  <a:lnTo>
                    <a:pt x="2077053" y="316845"/>
                  </a:lnTo>
                  <a:lnTo>
                    <a:pt x="2148675" y="565262"/>
                  </a:lnTo>
                  <a:lnTo>
                    <a:pt x="2220298" y="794193"/>
                  </a:lnTo>
                  <a:lnTo>
                    <a:pt x="2291920" y="1005166"/>
                  </a:lnTo>
                  <a:lnTo>
                    <a:pt x="2363543" y="1199590"/>
                  </a:lnTo>
                  <a:lnTo>
                    <a:pt x="2435165" y="1378763"/>
                  </a:lnTo>
                  <a:lnTo>
                    <a:pt x="2506788" y="1543881"/>
                  </a:lnTo>
                  <a:lnTo>
                    <a:pt x="2578410" y="1696047"/>
                  </a:lnTo>
                  <a:lnTo>
                    <a:pt x="2650033" y="1836277"/>
                  </a:lnTo>
                  <a:lnTo>
                    <a:pt x="2721655" y="1965507"/>
                  </a:lnTo>
                  <a:lnTo>
                    <a:pt x="2793278" y="2084600"/>
                  </a:lnTo>
                  <a:lnTo>
                    <a:pt x="2864901" y="2194352"/>
                  </a:lnTo>
                  <a:lnTo>
                    <a:pt x="2936523" y="2295494"/>
                  </a:lnTo>
                  <a:lnTo>
                    <a:pt x="3008146" y="2388702"/>
                  </a:lnTo>
                  <a:lnTo>
                    <a:pt x="3079768" y="2474599"/>
                  </a:lnTo>
                  <a:lnTo>
                    <a:pt x="3151391" y="2553759"/>
                  </a:lnTo>
                  <a:lnTo>
                    <a:pt x="3223013" y="2626708"/>
                  </a:lnTo>
                  <a:lnTo>
                    <a:pt x="3294636" y="2653294"/>
                  </a:lnTo>
                  <a:lnTo>
                    <a:pt x="3366258" y="2651641"/>
                  </a:lnTo>
                  <a:lnTo>
                    <a:pt x="3437881" y="2649986"/>
                  </a:lnTo>
                  <a:lnTo>
                    <a:pt x="3509503" y="2648327"/>
                  </a:lnTo>
                  <a:lnTo>
                    <a:pt x="3581126" y="2646665"/>
                  </a:lnTo>
                  <a:lnTo>
                    <a:pt x="3652748" y="2645000"/>
                  </a:lnTo>
                  <a:lnTo>
                    <a:pt x="3724371" y="2643331"/>
                  </a:lnTo>
                  <a:lnTo>
                    <a:pt x="3795993" y="2641659"/>
                  </a:lnTo>
                  <a:lnTo>
                    <a:pt x="3867616" y="2639984"/>
                  </a:lnTo>
                  <a:lnTo>
                    <a:pt x="3939238" y="2638305"/>
                  </a:lnTo>
                  <a:lnTo>
                    <a:pt x="4010861" y="2636623"/>
                  </a:lnTo>
                  <a:lnTo>
                    <a:pt x="4082483" y="2634938"/>
                  </a:lnTo>
                  <a:lnTo>
                    <a:pt x="4154106" y="2633249"/>
                  </a:lnTo>
                  <a:lnTo>
                    <a:pt x="4225729" y="2631557"/>
                  </a:lnTo>
                  <a:lnTo>
                    <a:pt x="4297351" y="2629861"/>
                  </a:lnTo>
                  <a:lnTo>
                    <a:pt x="4368974" y="2628163"/>
                  </a:lnTo>
                  <a:lnTo>
                    <a:pt x="4440596" y="2626460"/>
                  </a:lnTo>
                  <a:lnTo>
                    <a:pt x="4512219" y="2624755"/>
                  </a:lnTo>
                  <a:lnTo>
                    <a:pt x="4583841" y="2623046"/>
                  </a:lnTo>
                  <a:lnTo>
                    <a:pt x="4655464" y="2621334"/>
                  </a:lnTo>
                  <a:lnTo>
                    <a:pt x="4727086" y="2619618"/>
                  </a:lnTo>
                  <a:lnTo>
                    <a:pt x="4798709" y="2617899"/>
                  </a:lnTo>
                  <a:lnTo>
                    <a:pt x="4870331" y="2616176"/>
                  </a:lnTo>
                  <a:lnTo>
                    <a:pt x="4941954" y="2614450"/>
                  </a:lnTo>
                  <a:lnTo>
                    <a:pt x="5013576" y="2612720"/>
                  </a:lnTo>
                  <a:lnTo>
                    <a:pt x="5085199" y="2610987"/>
                  </a:lnTo>
                  <a:lnTo>
                    <a:pt x="5156821" y="2609251"/>
                  </a:lnTo>
                  <a:lnTo>
                    <a:pt x="5228444" y="2607511"/>
                  </a:lnTo>
                  <a:lnTo>
                    <a:pt x="5300066" y="2605768"/>
                  </a:lnTo>
                  <a:lnTo>
                    <a:pt x="5371689" y="2604021"/>
                  </a:lnTo>
                  <a:lnTo>
                    <a:pt x="5443311" y="2602271"/>
                  </a:lnTo>
                  <a:lnTo>
                    <a:pt x="5514934" y="2600517"/>
                  </a:lnTo>
                  <a:lnTo>
                    <a:pt x="5586557" y="2598760"/>
                  </a:lnTo>
                  <a:lnTo>
                    <a:pt x="5658179" y="2596999"/>
                  </a:lnTo>
                  <a:lnTo>
                    <a:pt x="5729802" y="2595235"/>
                  </a:lnTo>
                  <a:lnTo>
                    <a:pt x="5801424" y="2593468"/>
                  </a:lnTo>
                  <a:lnTo>
                    <a:pt x="5873047" y="2591696"/>
                  </a:lnTo>
                  <a:lnTo>
                    <a:pt x="5944669" y="2589922"/>
                  </a:lnTo>
                  <a:lnTo>
                    <a:pt x="6016292" y="2588143"/>
                  </a:lnTo>
                  <a:lnTo>
                    <a:pt x="6087914" y="2586362"/>
                  </a:lnTo>
                  <a:lnTo>
                    <a:pt x="6159537" y="2584576"/>
                  </a:lnTo>
                  <a:lnTo>
                    <a:pt x="6231159" y="2582787"/>
                  </a:lnTo>
                  <a:lnTo>
                    <a:pt x="6302782" y="2580995"/>
                  </a:lnTo>
                  <a:lnTo>
                    <a:pt x="6374404" y="2579199"/>
                  </a:lnTo>
                  <a:lnTo>
                    <a:pt x="6446027" y="2577399"/>
                  </a:lnTo>
                  <a:lnTo>
                    <a:pt x="6517649" y="2575596"/>
                  </a:lnTo>
                  <a:lnTo>
                    <a:pt x="6589272" y="2573789"/>
                  </a:lnTo>
                  <a:lnTo>
                    <a:pt x="6660894" y="2571979"/>
                  </a:lnTo>
                  <a:lnTo>
                    <a:pt x="6732517" y="2570165"/>
                  </a:lnTo>
                  <a:lnTo>
                    <a:pt x="6804139" y="2568347"/>
                  </a:lnTo>
                  <a:lnTo>
                    <a:pt x="6875762" y="2566526"/>
                  </a:lnTo>
                  <a:lnTo>
                    <a:pt x="6947385" y="2564701"/>
                  </a:lnTo>
                  <a:lnTo>
                    <a:pt x="7019007" y="2562873"/>
                  </a:lnTo>
                  <a:lnTo>
                    <a:pt x="7090630" y="2561041"/>
                  </a:lnTo>
                  <a:lnTo>
                    <a:pt x="7090630" y="3473342"/>
                  </a:lnTo>
                  <a:lnTo>
                    <a:pt x="7019007" y="3472456"/>
                  </a:lnTo>
                  <a:lnTo>
                    <a:pt x="6947385" y="3471495"/>
                  </a:lnTo>
                  <a:lnTo>
                    <a:pt x="6875762" y="3470452"/>
                  </a:lnTo>
                  <a:lnTo>
                    <a:pt x="6804139" y="3469321"/>
                  </a:lnTo>
                  <a:lnTo>
                    <a:pt x="6732517" y="3468093"/>
                  </a:lnTo>
                  <a:lnTo>
                    <a:pt x="6660894" y="3466760"/>
                  </a:lnTo>
                  <a:lnTo>
                    <a:pt x="6589272" y="3465314"/>
                  </a:lnTo>
                  <a:lnTo>
                    <a:pt x="6517649" y="3463745"/>
                  </a:lnTo>
                  <a:lnTo>
                    <a:pt x="6446027" y="3462043"/>
                  </a:lnTo>
                  <a:lnTo>
                    <a:pt x="6374404" y="3460196"/>
                  </a:lnTo>
                  <a:lnTo>
                    <a:pt x="6302782" y="3458191"/>
                  </a:lnTo>
                  <a:lnTo>
                    <a:pt x="6231159" y="3456016"/>
                  </a:lnTo>
                  <a:lnTo>
                    <a:pt x="6159537" y="3453655"/>
                  </a:lnTo>
                  <a:lnTo>
                    <a:pt x="6087914" y="3451094"/>
                  </a:lnTo>
                  <a:lnTo>
                    <a:pt x="6016292" y="3448315"/>
                  </a:lnTo>
                  <a:lnTo>
                    <a:pt x="5944669" y="3445299"/>
                  </a:lnTo>
                  <a:lnTo>
                    <a:pt x="5873047" y="3442026"/>
                  </a:lnTo>
                  <a:lnTo>
                    <a:pt x="5801424" y="3438475"/>
                  </a:lnTo>
                  <a:lnTo>
                    <a:pt x="5729802" y="3434622"/>
                  </a:lnTo>
                  <a:lnTo>
                    <a:pt x="5658179" y="3430440"/>
                  </a:lnTo>
                  <a:lnTo>
                    <a:pt x="5586557" y="3425903"/>
                  </a:lnTo>
                  <a:lnTo>
                    <a:pt x="5514934" y="3420979"/>
                  </a:lnTo>
                  <a:lnTo>
                    <a:pt x="5443311" y="3415637"/>
                  </a:lnTo>
                  <a:lnTo>
                    <a:pt x="5371689" y="3409839"/>
                  </a:lnTo>
                  <a:lnTo>
                    <a:pt x="5300066" y="3403549"/>
                  </a:lnTo>
                  <a:lnTo>
                    <a:pt x="5228444" y="3396722"/>
                  </a:lnTo>
                  <a:lnTo>
                    <a:pt x="5156821" y="3389315"/>
                  </a:lnTo>
                  <a:lnTo>
                    <a:pt x="5085199" y="3381277"/>
                  </a:lnTo>
                  <a:lnTo>
                    <a:pt x="5013576" y="3372555"/>
                  </a:lnTo>
                  <a:lnTo>
                    <a:pt x="4941954" y="3363090"/>
                  </a:lnTo>
                  <a:lnTo>
                    <a:pt x="4870331" y="3352820"/>
                  </a:lnTo>
                  <a:lnTo>
                    <a:pt x="4798709" y="3341676"/>
                  </a:lnTo>
                  <a:lnTo>
                    <a:pt x="4727086" y="3329583"/>
                  </a:lnTo>
                  <a:lnTo>
                    <a:pt x="4655464" y="3316461"/>
                  </a:lnTo>
                  <a:lnTo>
                    <a:pt x="4583841" y="3302222"/>
                  </a:lnTo>
                  <a:lnTo>
                    <a:pt x="4512219" y="3286771"/>
                  </a:lnTo>
                  <a:lnTo>
                    <a:pt x="4440596" y="3270005"/>
                  </a:lnTo>
                  <a:lnTo>
                    <a:pt x="4368974" y="3251812"/>
                  </a:lnTo>
                  <a:lnTo>
                    <a:pt x="4297351" y="3232070"/>
                  </a:lnTo>
                  <a:lnTo>
                    <a:pt x="4225729" y="3210647"/>
                  </a:lnTo>
                  <a:lnTo>
                    <a:pt x="4154106" y="3187402"/>
                  </a:lnTo>
                  <a:lnTo>
                    <a:pt x="4082483" y="3162177"/>
                  </a:lnTo>
                  <a:lnTo>
                    <a:pt x="4010861" y="3134806"/>
                  </a:lnTo>
                  <a:lnTo>
                    <a:pt x="3939238" y="3105104"/>
                  </a:lnTo>
                  <a:lnTo>
                    <a:pt x="3867616" y="3072875"/>
                  </a:lnTo>
                  <a:lnTo>
                    <a:pt x="3795993" y="3037902"/>
                  </a:lnTo>
                  <a:lnTo>
                    <a:pt x="3724371" y="2999953"/>
                  </a:lnTo>
                  <a:lnTo>
                    <a:pt x="3652748" y="2958773"/>
                  </a:lnTo>
                  <a:lnTo>
                    <a:pt x="3581126" y="2914088"/>
                  </a:lnTo>
                  <a:lnTo>
                    <a:pt x="3509503" y="2865600"/>
                  </a:lnTo>
                  <a:lnTo>
                    <a:pt x="3437881" y="2812984"/>
                  </a:lnTo>
                  <a:lnTo>
                    <a:pt x="3366258" y="2755890"/>
                  </a:lnTo>
                  <a:lnTo>
                    <a:pt x="3294636" y="2693936"/>
                  </a:lnTo>
                  <a:lnTo>
                    <a:pt x="3223013" y="2654943"/>
                  </a:lnTo>
                  <a:lnTo>
                    <a:pt x="3151391" y="2656588"/>
                  </a:lnTo>
                  <a:lnTo>
                    <a:pt x="3079768" y="2658231"/>
                  </a:lnTo>
                  <a:lnTo>
                    <a:pt x="3008146" y="2659870"/>
                  </a:lnTo>
                  <a:lnTo>
                    <a:pt x="2936523" y="2661506"/>
                  </a:lnTo>
                  <a:lnTo>
                    <a:pt x="2864901" y="2663138"/>
                  </a:lnTo>
                  <a:lnTo>
                    <a:pt x="2793278" y="2664768"/>
                  </a:lnTo>
                  <a:lnTo>
                    <a:pt x="2721655" y="2666394"/>
                  </a:lnTo>
                  <a:lnTo>
                    <a:pt x="2650033" y="2668017"/>
                  </a:lnTo>
                  <a:lnTo>
                    <a:pt x="2578410" y="2669636"/>
                  </a:lnTo>
                  <a:lnTo>
                    <a:pt x="2506788" y="2671253"/>
                  </a:lnTo>
                  <a:lnTo>
                    <a:pt x="2435165" y="2672866"/>
                  </a:lnTo>
                  <a:lnTo>
                    <a:pt x="2363543" y="2674476"/>
                  </a:lnTo>
                  <a:lnTo>
                    <a:pt x="2291920" y="2676083"/>
                  </a:lnTo>
                  <a:lnTo>
                    <a:pt x="2220298" y="2677687"/>
                  </a:lnTo>
                  <a:lnTo>
                    <a:pt x="2148675" y="2679287"/>
                  </a:lnTo>
                  <a:lnTo>
                    <a:pt x="2077053" y="2680884"/>
                  </a:lnTo>
                  <a:lnTo>
                    <a:pt x="2005430" y="2682478"/>
                  </a:lnTo>
                  <a:lnTo>
                    <a:pt x="1933808" y="2684069"/>
                  </a:lnTo>
                  <a:lnTo>
                    <a:pt x="1862185" y="2685657"/>
                  </a:lnTo>
                  <a:lnTo>
                    <a:pt x="1790563" y="2687242"/>
                  </a:lnTo>
                  <a:lnTo>
                    <a:pt x="1718940" y="2688823"/>
                  </a:lnTo>
                  <a:lnTo>
                    <a:pt x="1647318" y="2690402"/>
                  </a:lnTo>
                  <a:lnTo>
                    <a:pt x="1575695" y="2691977"/>
                  </a:lnTo>
                  <a:lnTo>
                    <a:pt x="1504073" y="2693549"/>
                  </a:lnTo>
                  <a:lnTo>
                    <a:pt x="1432450" y="2695118"/>
                  </a:lnTo>
                  <a:lnTo>
                    <a:pt x="1360827" y="2696684"/>
                  </a:lnTo>
                  <a:lnTo>
                    <a:pt x="1289205" y="2698247"/>
                  </a:lnTo>
                  <a:lnTo>
                    <a:pt x="1217582" y="2699806"/>
                  </a:lnTo>
                  <a:lnTo>
                    <a:pt x="1145960" y="2701363"/>
                  </a:lnTo>
                  <a:lnTo>
                    <a:pt x="1074337" y="2702916"/>
                  </a:lnTo>
                  <a:lnTo>
                    <a:pt x="1002715" y="2704467"/>
                  </a:lnTo>
                  <a:lnTo>
                    <a:pt x="931092" y="2706014"/>
                  </a:lnTo>
                  <a:lnTo>
                    <a:pt x="859470" y="2707558"/>
                  </a:lnTo>
                  <a:lnTo>
                    <a:pt x="787847" y="2709100"/>
                  </a:lnTo>
                  <a:lnTo>
                    <a:pt x="716225" y="2710638"/>
                  </a:lnTo>
                  <a:lnTo>
                    <a:pt x="644602" y="2712173"/>
                  </a:lnTo>
                  <a:lnTo>
                    <a:pt x="572980" y="2713705"/>
                  </a:lnTo>
                  <a:lnTo>
                    <a:pt x="501357" y="2715234"/>
                  </a:lnTo>
                  <a:lnTo>
                    <a:pt x="429735" y="2716760"/>
                  </a:lnTo>
                  <a:lnTo>
                    <a:pt x="358112" y="2718282"/>
                  </a:lnTo>
                  <a:lnTo>
                    <a:pt x="286490" y="2719802"/>
                  </a:lnTo>
                  <a:lnTo>
                    <a:pt x="214867" y="2721319"/>
                  </a:lnTo>
                  <a:lnTo>
                    <a:pt x="143245" y="2722833"/>
                  </a:lnTo>
                  <a:lnTo>
                    <a:pt x="71622" y="2724344"/>
                  </a:lnTo>
                  <a:lnTo>
                    <a:pt x="0" y="272585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165902" y="2073503"/>
              <a:ext cx="5096777" cy="2653294"/>
            </a:xfrm>
            <a:custGeom>
              <a:avLst/>
              <a:pathLst>
                <a:path w="5096777" h="2653294">
                  <a:moveTo>
                    <a:pt x="0" y="0"/>
                  </a:moveTo>
                  <a:lnTo>
                    <a:pt x="11577" y="47284"/>
                  </a:lnTo>
                  <a:lnTo>
                    <a:pt x="83200" y="316845"/>
                  </a:lnTo>
                  <a:lnTo>
                    <a:pt x="154822" y="565262"/>
                  </a:lnTo>
                  <a:lnTo>
                    <a:pt x="226445" y="794193"/>
                  </a:lnTo>
                  <a:lnTo>
                    <a:pt x="298068" y="1005166"/>
                  </a:lnTo>
                  <a:lnTo>
                    <a:pt x="369690" y="1199590"/>
                  </a:lnTo>
                  <a:lnTo>
                    <a:pt x="441313" y="1378763"/>
                  </a:lnTo>
                  <a:lnTo>
                    <a:pt x="512935" y="1543881"/>
                  </a:lnTo>
                  <a:lnTo>
                    <a:pt x="584558" y="1696047"/>
                  </a:lnTo>
                  <a:lnTo>
                    <a:pt x="656180" y="1836277"/>
                  </a:lnTo>
                  <a:lnTo>
                    <a:pt x="727803" y="1965507"/>
                  </a:lnTo>
                  <a:lnTo>
                    <a:pt x="799425" y="2084600"/>
                  </a:lnTo>
                  <a:lnTo>
                    <a:pt x="871048" y="2194352"/>
                  </a:lnTo>
                  <a:lnTo>
                    <a:pt x="942670" y="2295494"/>
                  </a:lnTo>
                  <a:lnTo>
                    <a:pt x="1014293" y="2388702"/>
                  </a:lnTo>
                  <a:lnTo>
                    <a:pt x="1085915" y="2474599"/>
                  </a:lnTo>
                  <a:lnTo>
                    <a:pt x="1157538" y="2553759"/>
                  </a:lnTo>
                  <a:lnTo>
                    <a:pt x="1229160" y="2626708"/>
                  </a:lnTo>
                  <a:lnTo>
                    <a:pt x="1300783" y="2653294"/>
                  </a:lnTo>
                  <a:lnTo>
                    <a:pt x="1372405" y="2651641"/>
                  </a:lnTo>
                  <a:lnTo>
                    <a:pt x="1444028" y="2649986"/>
                  </a:lnTo>
                  <a:lnTo>
                    <a:pt x="1515650" y="2648327"/>
                  </a:lnTo>
                  <a:lnTo>
                    <a:pt x="1587273" y="2646665"/>
                  </a:lnTo>
                  <a:lnTo>
                    <a:pt x="1658896" y="2645000"/>
                  </a:lnTo>
                  <a:lnTo>
                    <a:pt x="1730518" y="2643331"/>
                  </a:lnTo>
                  <a:lnTo>
                    <a:pt x="1802141" y="2641659"/>
                  </a:lnTo>
                  <a:lnTo>
                    <a:pt x="1873763" y="2639984"/>
                  </a:lnTo>
                  <a:lnTo>
                    <a:pt x="1945386" y="2638305"/>
                  </a:lnTo>
                  <a:lnTo>
                    <a:pt x="2017008" y="2636623"/>
                  </a:lnTo>
                  <a:lnTo>
                    <a:pt x="2088631" y="2634938"/>
                  </a:lnTo>
                  <a:lnTo>
                    <a:pt x="2160253" y="2633249"/>
                  </a:lnTo>
                  <a:lnTo>
                    <a:pt x="2231876" y="2631557"/>
                  </a:lnTo>
                  <a:lnTo>
                    <a:pt x="2303498" y="2629861"/>
                  </a:lnTo>
                  <a:lnTo>
                    <a:pt x="2375121" y="2628163"/>
                  </a:lnTo>
                  <a:lnTo>
                    <a:pt x="2446743" y="2626460"/>
                  </a:lnTo>
                  <a:lnTo>
                    <a:pt x="2518366" y="2624755"/>
                  </a:lnTo>
                  <a:lnTo>
                    <a:pt x="2589988" y="2623046"/>
                  </a:lnTo>
                  <a:lnTo>
                    <a:pt x="2661611" y="2621334"/>
                  </a:lnTo>
                  <a:lnTo>
                    <a:pt x="2733233" y="2619618"/>
                  </a:lnTo>
                  <a:lnTo>
                    <a:pt x="2804856" y="2617899"/>
                  </a:lnTo>
                  <a:lnTo>
                    <a:pt x="2876478" y="2616176"/>
                  </a:lnTo>
                  <a:lnTo>
                    <a:pt x="2948101" y="2614450"/>
                  </a:lnTo>
                  <a:lnTo>
                    <a:pt x="3019724" y="2612720"/>
                  </a:lnTo>
                  <a:lnTo>
                    <a:pt x="3091346" y="2610987"/>
                  </a:lnTo>
                  <a:lnTo>
                    <a:pt x="3162969" y="2609251"/>
                  </a:lnTo>
                  <a:lnTo>
                    <a:pt x="3234591" y="2607511"/>
                  </a:lnTo>
                  <a:lnTo>
                    <a:pt x="3306214" y="2605768"/>
                  </a:lnTo>
                  <a:lnTo>
                    <a:pt x="3377836" y="2604021"/>
                  </a:lnTo>
                  <a:lnTo>
                    <a:pt x="3449459" y="2602271"/>
                  </a:lnTo>
                  <a:lnTo>
                    <a:pt x="3521081" y="2600517"/>
                  </a:lnTo>
                  <a:lnTo>
                    <a:pt x="3592704" y="2598760"/>
                  </a:lnTo>
                  <a:lnTo>
                    <a:pt x="3664326" y="2596999"/>
                  </a:lnTo>
                  <a:lnTo>
                    <a:pt x="3735949" y="2595235"/>
                  </a:lnTo>
                  <a:lnTo>
                    <a:pt x="3807571" y="2593468"/>
                  </a:lnTo>
                  <a:lnTo>
                    <a:pt x="3879194" y="2591696"/>
                  </a:lnTo>
                  <a:lnTo>
                    <a:pt x="3950816" y="2589922"/>
                  </a:lnTo>
                  <a:lnTo>
                    <a:pt x="4022439" y="2588143"/>
                  </a:lnTo>
                  <a:lnTo>
                    <a:pt x="4094061" y="2586362"/>
                  </a:lnTo>
                  <a:lnTo>
                    <a:pt x="4165684" y="2584576"/>
                  </a:lnTo>
                  <a:lnTo>
                    <a:pt x="4237306" y="2582787"/>
                  </a:lnTo>
                  <a:lnTo>
                    <a:pt x="4308929" y="2580995"/>
                  </a:lnTo>
                  <a:lnTo>
                    <a:pt x="4380552" y="2579199"/>
                  </a:lnTo>
                  <a:lnTo>
                    <a:pt x="4452174" y="2577399"/>
                  </a:lnTo>
                  <a:lnTo>
                    <a:pt x="4523797" y="2575596"/>
                  </a:lnTo>
                  <a:lnTo>
                    <a:pt x="4595419" y="2573789"/>
                  </a:lnTo>
                  <a:lnTo>
                    <a:pt x="4667042" y="2571979"/>
                  </a:lnTo>
                  <a:lnTo>
                    <a:pt x="4738664" y="2570165"/>
                  </a:lnTo>
                  <a:lnTo>
                    <a:pt x="4810287" y="2568347"/>
                  </a:lnTo>
                  <a:lnTo>
                    <a:pt x="4881909" y="2566526"/>
                  </a:lnTo>
                  <a:lnTo>
                    <a:pt x="4953532" y="2564701"/>
                  </a:lnTo>
                  <a:lnTo>
                    <a:pt x="5025154" y="2562873"/>
                  </a:lnTo>
                  <a:lnTo>
                    <a:pt x="5096777" y="25610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8446"/>
              <a:ext cx="7090630" cy="818399"/>
            </a:xfrm>
            <a:custGeom>
              <a:avLst/>
              <a:pathLst>
                <a:path w="7090630" h="818399">
                  <a:moveTo>
                    <a:pt x="7090630" y="818399"/>
                  </a:moveTo>
                  <a:lnTo>
                    <a:pt x="7019007" y="817513"/>
                  </a:lnTo>
                  <a:lnTo>
                    <a:pt x="6947385" y="816552"/>
                  </a:lnTo>
                  <a:lnTo>
                    <a:pt x="6875762" y="815509"/>
                  </a:lnTo>
                  <a:lnTo>
                    <a:pt x="6804139" y="814377"/>
                  </a:lnTo>
                  <a:lnTo>
                    <a:pt x="6732517" y="813150"/>
                  </a:lnTo>
                  <a:lnTo>
                    <a:pt x="6660894" y="811817"/>
                  </a:lnTo>
                  <a:lnTo>
                    <a:pt x="6589272" y="810371"/>
                  </a:lnTo>
                  <a:lnTo>
                    <a:pt x="6517649" y="808802"/>
                  </a:lnTo>
                  <a:lnTo>
                    <a:pt x="6446027" y="807100"/>
                  </a:lnTo>
                  <a:lnTo>
                    <a:pt x="6374404" y="805253"/>
                  </a:lnTo>
                  <a:lnTo>
                    <a:pt x="6302782" y="803248"/>
                  </a:lnTo>
                  <a:lnTo>
                    <a:pt x="6231159" y="801073"/>
                  </a:lnTo>
                  <a:lnTo>
                    <a:pt x="6159537" y="798712"/>
                  </a:lnTo>
                  <a:lnTo>
                    <a:pt x="6087914" y="796151"/>
                  </a:lnTo>
                  <a:lnTo>
                    <a:pt x="6016292" y="793372"/>
                  </a:lnTo>
                  <a:lnTo>
                    <a:pt x="5944669" y="790356"/>
                  </a:lnTo>
                  <a:lnTo>
                    <a:pt x="5873047" y="787083"/>
                  </a:lnTo>
                  <a:lnTo>
                    <a:pt x="5801424" y="783532"/>
                  </a:lnTo>
                  <a:lnTo>
                    <a:pt x="5729802" y="779679"/>
                  </a:lnTo>
                  <a:lnTo>
                    <a:pt x="5658179" y="775497"/>
                  </a:lnTo>
                  <a:lnTo>
                    <a:pt x="5586557" y="770960"/>
                  </a:lnTo>
                  <a:lnTo>
                    <a:pt x="5514934" y="766036"/>
                  </a:lnTo>
                  <a:lnTo>
                    <a:pt x="5443311" y="760694"/>
                  </a:lnTo>
                  <a:lnTo>
                    <a:pt x="5371689" y="754896"/>
                  </a:lnTo>
                  <a:lnTo>
                    <a:pt x="5300066" y="748605"/>
                  </a:lnTo>
                  <a:lnTo>
                    <a:pt x="5228444" y="741779"/>
                  </a:lnTo>
                  <a:lnTo>
                    <a:pt x="5156821" y="734372"/>
                  </a:lnTo>
                  <a:lnTo>
                    <a:pt x="5085199" y="726334"/>
                  </a:lnTo>
                  <a:lnTo>
                    <a:pt x="5013576" y="717612"/>
                  </a:lnTo>
                  <a:lnTo>
                    <a:pt x="4941954" y="708147"/>
                  </a:lnTo>
                  <a:lnTo>
                    <a:pt x="4870331" y="697877"/>
                  </a:lnTo>
                  <a:lnTo>
                    <a:pt x="4798709" y="686733"/>
                  </a:lnTo>
                  <a:lnTo>
                    <a:pt x="4727086" y="674640"/>
                  </a:lnTo>
                  <a:lnTo>
                    <a:pt x="4655464" y="661518"/>
                  </a:lnTo>
                  <a:lnTo>
                    <a:pt x="4583841" y="647279"/>
                  </a:lnTo>
                  <a:lnTo>
                    <a:pt x="4512219" y="631828"/>
                  </a:lnTo>
                  <a:lnTo>
                    <a:pt x="4440596" y="615062"/>
                  </a:lnTo>
                  <a:lnTo>
                    <a:pt x="4368974" y="596869"/>
                  </a:lnTo>
                  <a:lnTo>
                    <a:pt x="4297351" y="577127"/>
                  </a:lnTo>
                  <a:lnTo>
                    <a:pt x="4225729" y="555704"/>
                  </a:lnTo>
                  <a:lnTo>
                    <a:pt x="4154106" y="532459"/>
                  </a:lnTo>
                  <a:lnTo>
                    <a:pt x="4082483" y="507234"/>
                  </a:lnTo>
                  <a:lnTo>
                    <a:pt x="4010861" y="479863"/>
                  </a:lnTo>
                  <a:lnTo>
                    <a:pt x="3939238" y="450161"/>
                  </a:lnTo>
                  <a:lnTo>
                    <a:pt x="3867616" y="417932"/>
                  </a:lnTo>
                  <a:lnTo>
                    <a:pt x="3795993" y="382959"/>
                  </a:lnTo>
                  <a:lnTo>
                    <a:pt x="3724371" y="345010"/>
                  </a:lnTo>
                  <a:lnTo>
                    <a:pt x="3652748" y="303830"/>
                  </a:lnTo>
                  <a:lnTo>
                    <a:pt x="3581126" y="259145"/>
                  </a:lnTo>
                  <a:lnTo>
                    <a:pt x="3509503" y="210657"/>
                  </a:lnTo>
                  <a:lnTo>
                    <a:pt x="3437881" y="158041"/>
                  </a:lnTo>
                  <a:lnTo>
                    <a:pt x="3366258" y="100947"/>
                  </a:lnTo>
                  <a:lnTo>
                    <a:pt x="3294636" y="38993"/>
                  </a:lnTo>
                  <a:lnTo>
                    <a:pt x="3223013" y="0"/>
                  </a:lnTo>
                  <a:lnTo>
                    <a:pt x="3151391" y="1645"/>
                  </a:lnTo>
                  <a:lnTo>
                    <a:pt x="3079768" y="3288"/>
                  </a:lnTo>
                  <a:lnTo>
                    <a:pt x="3008146" y="4927"/>
                  </a:lnTo>
                  <a:lnTo>
                    <a:pt x="2936523" y="6562"/>
                  </a:lnTo>
                  <a:lnTo>
                    <a:pt x="2864901" y="8195"/>
                  </a:lnTo>
                  <a:lnTo>
                    <a:pt x="2793278" y="9824"/>
                  </a:lnTo>
                  <a:lnTo>
                    <a:pt x="2721655" y="11451"/>
                  </a:lnTo>
                  <a:lnTo>
                    <a:pt x="2650033" y="13073"/>
                  </a:lnTo>
                  <a:lnTo>
                    <a:pt x="2578410" y="14693"/>
                  </a:lnTo>
                  <a:lnTo>
                    <a:pt x="2506788" y="16310"/>
                  </a:lnTo>
                  <a:lnTo>
                    <a:pt x="2435165" y="17923"/>
                  </a:lnTo>
                  <a:lnTo>
                    <a:pt x="2363543" y="19533"/>
                  </a:lnTo>
                  <a:lnTo>
                    <a:pt x="2291920" y="21140"/>
                  </a:lnTo>
                  <a:lnTo>
                    <a:pt x="2220298" y="22743"/>
                  </a:lnTo>
                  <a:lnTo>
                    <a:pt x="2148675" y="24344"/>
                  </a:lnTo>
                  <a:lnTo>
                    <a:pt x="2077053" y="25941"/>
                  </a:lnTo>
                  <a:lnTo>
                    <a:pt x="2005430" y="27535"/>
                  </a:lnTo>
                  <a:lnTo>
                    <a:pt x="1933808" y="29126"/>
                  </a:lnTo>
                  <a:lnTo>
                    <a:pt x="1862185" y="30714"/>
                  </a:lnTo>
                  <a:lnTo>
                    <a:pt x="1790563" y="32299"/>
                  </a:lnTo>
                  <a:lnTo>
                    <a:pt x="1718940" y="33880"/>
                  </a:lnTo>
                  <a:lnTo>
                    <a:pt x="1647318" y="35459"/>
                  </a:lnTo>
                  <a:lnTo>
                    <a:pt x="1575695" y="37034"/>
                  </a:lnTo>
                  <a:lnTo>
                    <a:pt x="1504073" y="38606"/>
                  </a:lnTo>
                  <a:lnTo>
                    <a:pt x="1432450" y="40175"/>
                  </a:lnTo>
                  <a:lnTo>
                    <a:pt x="1360827" y="41741"/>
                  </a:lnTo>
                  <a:lnTo>
                    <a:pt x="1289205" y="43304"/>
                  </a:lnTo>
                  <a:lnTo>
                    <a:pt x="1217582" y="44863"/>
                  </a:lnTo>
                  <a:lnTo>
                    <a:pt x="1145960" y="46420"/>
                  </a:lnTo>
                  <a:lnTo>
                    <a:pt x="1074337" y="47973"/>
                  </a:lnTo>
                  <a:lnTo>
                    <a:pt x="1002715" y="49524"/>
                  </a:lnTo>
                  <a:lnTo>
                    <a:pt x="931092" y="51071"/>
                  </a:lnTo>
                  <a:lnTo>
                    <a:pt x="859470" y="52615"/>
                  </a:lnTo>
                  <a:lnTo>
                    <a:pt x="787847" y="54156"/>
                  </a:lnTo>
                  <a:lnTo>
                    <a:pt x="716225" y="55695"/>
                  </a:lnTo>
                  <a:lnTo>
                    <a:pt x="644602" y="57230"/>
                  </a:lnTo>
                  <a:lnTo>
                    <a:pt x="572980" y="58762"/>
                  </a:lnTo>
                  <a:lnTo>
                    <a:pt x="501357" y="60291"/>
                  </a:lnTo>
                  <a:lnTo>
                    <a:pt x="429735" y="61816"/>
                  </a:lnTo>
                  <a:lnTo>
                    <a:pt x="358112" y="63339"/>
                  </a:lnTo>
                  <a:lnTo>
                    <a:pt x="286490" y="64859"/>
                  </a:lnTo>
                  <a:lnTo>
                    <a:pt x="214867" y="66376"/>
                  </a:lnTo>
                  <a:lnTo>
                    <a:pt x="143245" y="67890"/>
                  </a:lnTo>
                  <a:lnTo>
                    <a:pt x="71622" y="69401"/>
                  </a:lnTo>
                  <a:lnTo>
                    <a:pt x="0" y="709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844846" y="2073503"/>
              <a:ext cx="6417833" cy="3385764"/>
            </a:xfrm>
            <a:custGeom>
              <a:avLst/>
              <a:pathLst>
                <a:path w="6417833" h="3385764">
                  <a:moveTo>
                    <a:pt x="0" y="0"/>
                  </a:moveTo>
                  <a:lnTo>
                    <a:pt x="43428" y="83813"/>
                  </a:lnTo>
                  <a:lnTo>
                    <a:pt x="115050" y="216639"/>
                  </a:lnTo>
                  <a:lnTo>
                    <a:pt x="186673" y="344275"/>
                  </a:lnTo>
                  <a:lnTo>
                    <a:pt x="258295" y="466926"/>
                  </a:lnTo>
                  <a:lnTo>
                    <a:pt x="329918" y="584785"/>
                  </a:lnTo>
                  <a:lnTo>
                    <a:pt x="401540" y="698039"/>
                  </a:lnTo>
                  <a:lnTo>
                    <a:pt x="473163" y="806869"/>
                  </a:lnTo>
                  <a:lnTo>
                    <a:pt x="544785" y="911447"/>
                  </a:lnTo>
                  <a:lnTo>
                    <a:pt x="616408" y="1011939"/>
                  </a:lnTo>
                  <a:lnTo>
                    <a:pt x="688031" y="1108506"/>
                  </a:lnTo>
                  <a:lnTo>
                    <a:pt x="759653" y="1201300"/>
                  </a:lnTo>
                  <a:lnTo>
                    <a:pt x="831276" y="1290469"/>
                  </a:lnTo>
                  <a:lnTo>
                    <a:pt x="902898" y="1376154"/>
                  </a:lnTo>
                  <a:lnTo>
                    <a:pt x="974521" y="1458492"/>
                  </a:lnTo>
                  <a:lnTo>
                    <a:pt x="1046143" y="1537613"/>
                  </a:lnTo>
                  <a:lnTo>
                    <a:pt x="1117766" y="1613643"/>
                  </a:lnTo>
                  <a:lnTo>
                    <a:pt x="1189388" y="1686703"/>
                  </a:lnTo>
                  <a:lnTo>
                    <a:pt x="1261011" y="1756908"/>
                  </a:lnTo>
                  <a:lnTo>
                    <a:pt x="1332633" y="1824371"/>
                  </a:lnTo>
                  <a:lnTo>
                    <a:pt x="1404256" y="1889198"/>
                  </a:lnTo>
                  <a:lnTo>
                    <a:pt x="1475878" y="1951493"/>
                  </a:lnTo>
                  <a:lnTo>
                    <a:pt x="1547501" y="2011353"/>
                  </a:lnTo>
                  <a:lnTo>
                    <a:pt x="1619123" y="2068876"/>
                  </a:lnTo>
                  <a:lnTo>
                    <a:pt x="1690746" y="2124151"/>
                  </a:lnTo>
                  <a:lnTo>
                    <a:pt x="1762368" y="2177266"/>
                  </a:lnTo>
                  <a:lnTo>
                    <a:pt x="1833991" y="2228307"/>
                  </a:lnTo>
                  <a:lnTo>
                    <a:pt x="1905613" y="2277353"/>
                  </a:lnTo>
                  <a:lnTo>
                    <a:pt x="1977236" y="2324484"/>
                  </a:lnTo>
                  <a:lnTo>
                    <a:pt x="2048859" y="2369773"/>
                  </a:lnTo>
                  <a:lnTo>
                    <a:pt x="2120481" y="2413293"/>
                  </a:lnTo>
                  <a:lnTo>
                    <a:pt x="2192104" y="2455112"/>
                  </a:lnTo>
                  <a:lnTo>
                    <a:pt x="2263726" y="2495298"/>
                  </a:lnTo>
                  <a:lnTo>
                    <a:pt x="2335349" y="2533914"/>
                  </a:lnTo>
                  <a:lnTo>
                    <a:pt x="2406971" y="2571021"/>
                  </a:lnTo>
                  <a:lnTo>
                    <a:pt x="2478594" y="2606679"/>
                  </a:lnTo>
                  <a:lnTo>
                    <a:pt x="2550216" y="2640944"/>
                  </a:lnTo>
                  <a:lnTo>
                    <a:pt x="2621839" y="2673870"/>
                  </a:lnTo>
                  <a:lnTo>
                    <a:pt x="2693461" y="2705509"/>
                  </a:lnTo>
                  <a:lnTo>
                    <a:pt x="2765084" y="2735913"/>
                  </a:lnTo>
                  <a:lnTo>
                    <a:pt x="2836706" y="2765129"/>
                  </a:lnTo>
                  <a:lnTo>
                    <a:pt x="2908329" y="2793203"/>
                  </a:lnTo>
                  <a:lnTo>
                    <a:pt x="2979951" y="2820181"/>
                  </a:lnTo>
                  <a:lnTo>
                    <a:pt x="3051574" y="2846104"/>
                  </a:lnTo>
                  <a:lnTo>
                    <a:pt x="3123196" y="2871015"/>
                  </a:lnTo>
                  <a:lnTo>
                    <a:pt x="3194819" y="2894953"/>
                  </a:lnTo>
                  <a:lnTo>
                    <a:pt x="3266441" y="2917955"/>
                  </a:lnTo>
                  <a:lnTo>
                    <a:pt x="3338064" y="2940059"/>
                  </a:lnTo>
                  <a:lnTo>
                    <a:pt x="3409687" y="2961300"/>
                  </a:lnTo>
                  <a:lnTo>
                    <a:pt x="3481309" y="2981710"/>
                  </a:lnTo>
                  <a:lnTo>
                    <a:pt x="3552932" y="3001323"/>
                  </a:lnTo>
                  <a:lnTo>
                    <a:pt x="3624554" y="3020170"/>
                  </a:lnTo>
                  <a:lnTo>
                    <a:pt x="3696177" y="3038281"/>
                  </a:lnTo>
                  <a:lnTo>
                    <a:pt x="3767799" y="3055684"/>
                  </a:lnTo>
                  <a:lnTo>
                    <a:pt x="3839422" y="3072407"/>
                  </a:lnTo>
                  <a:lnTo>
                    <a:pt x="3911044" y="3088477"/>
                  </a:lnTo>
                  <a:lnTo>
                    <a:pt x="3982667" y="3103919"/>
                  </a:lnTo>
                  <a:lnTo>
                    <a:pt x="4054289" y="3118758"/>
                  </a:lnTo>
                  <a:lnTo>
                    <a:pt x="4125912" y="3133017"/>
                  </a:lnTo>
                  <a:lnTo>
                    <a:pt x="4197534" y="3146719"/>
                  </a:lnTo>
                  <a:lnTo>
                    <a:pt x="4269157" y="3159886"/>
                  </a:lnTo>
                  <a:lnTo>
                    <a:pt x="4340779" y="3172538"/>
                  </a:lnTo>
                  <a:lnTo>
                    <a:pt x="4412402" y="3184696"/>
                  </a:lnTo>
                  <a:lnTo>
                    <a:pt x="4484024" y="3196379"/>
                  </a:lnTo>
                  <a:lnTo>
                    <a:pt x="4555647" y="3207606"/>
                  </a:lnTo>
                  <a:lnTo>
                    <a:pt x="4627269" y="3218394"/>
                  </a:lnTo>
                  <a:lnTo>
                    <a:pt x="4698892" y="3228760"/>
                  </a:lnTo>
                  <a:lnTo>
                    <a:pt x="4770515" y="3238722"/>
                  </a:lnTo>
                  <a:lnTo>
                    <a:pt x="4842137" y="3248294"/>
                  </a:lnTo>
                  <a:lnTo>
                    <a:pt x="4913760" y="3257493"/>
                  </a:lnTo>
                  <a:lnTo>
                    <a:pt x="4985382" y="3266332"/>
                  </a:lnTo>
                  <a:lnTo>
                    <a:pt x="5057005" y="3274826"/>
                  </a:lnTo>
                  <a:lnTo>
                    <a:pt x="5128627" y="3282988"/>
                  </a:lnTo>
                  <a:lnTo>
                    <a:pt x="5200250" y="3290831"/>
                  </a:lnTo>
                  <a:lnTo>
                    <a:pt x="5271872" y="3298367"/>
                  </a:lnTo>
                  <a:lnTo>
                    <a:pt x="5343495" y="3305610"/>
                  </a:lnTo>
                  <a:lnTo>
                    <a:pt x="5415117" y="3312569"/>
                  </a:lnTo>
                  <a:lnTo>
                    <a:pt x="5486740" y="3319256"/>
                  </a:lnTo>
                  <a:lnTo>
                    <a:pt x="5558362" y="3325683"/>
                  </a:lnTo>
                  <a:lnTo>
                    <a:pt x="5629985" y="3331858"/>
                  </a:lnTo>
                  <a:lnTo>
                    <a:pt x="5701607" y="3337792"/>
                  </a:lnTo>
                  <a:lnTo>
                    <a:pt x="5773230" y="3343494"/>
                  </a:lnTo>
                  <a:lnTo>
                    <a:pt x="5844852" y="3348973"/>
                  </a:lnTo>
                  <a:lnTo>
                    <a:pt x="5916475" y="3354238"/>
                  </a:lnTo>
                  <a:lnTo>
                    <a:pt x="5988097" y="3359298"/>
                  </a:lnTo>
                  <a:lnTo>
                    <a:pt x="6059720" y="3364159"/>
                  </a:lnTo>
                  <a:lnTo>
                    <a:pt x="6131343" y="3368831"/>
                  </a:lnTo>
                  <a:lnTo>
                    <a:pt x="6202965" y="3373321"/>
                  </a:lnTo>
                  <a:lnTo>
                    <a:pt x="6274588" y="3377635"/>
                  </a:lnTo>
                  <a:lnTo>
                    <a:pt x="6346210" y="3381780"/>
                  </a:lnTo>
                  <a:lnTo>
                    <a:pt x="6417833" y="338576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8146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5195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3575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1956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89033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7283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64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404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1.59 (0.98-2.60), p_Bonf = 0.372 (n = 6)  |  per IQR decline (Δ = 23.5 %): 2.99 (0.95-9.42)  |  IQR: [-19.6, 3.9] 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17517" y="1669789"/>
              <a:ext cx="37603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2026-10-09T15:12:31Z</dcterms:modified>
  <cp:category/>
</cp:coreProperties>
</file>