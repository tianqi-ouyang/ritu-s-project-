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17" y="1896563"/>
              <a:ext cx="629271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NA (NA-NA), p_Bonf = NA (n = 6)  |  per IQR decline (Δ = 27.2 %): NA (NA-NA)  |  IQR: [-12.3, 14.9] 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2026-10-09T13:21:28Z</dcterms:modified>
  <cp:category/>
</cp:coreProperties>
</file>