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698546"/>
              <a:ext cx="7090630" cy="2666228"/>
            </a:xfrm>
            <a:custGeom>
              <a:avLst/>
              <a:pathLst>
                <a:path w="7090630" h="2666228">
                  <a:moveTo>
                    <a:pt x="0" y="0"/>
                  </a:moveTo>
                  <a:lnTo>
                    <a:pt x="71622" y="76859"/>
                  </a:lnTo>
                  <a:lnTo>
                    <a:pt x="143245" y="151652"/>
                  </a:lnTo>
                  <a:lnTo>
                    <a:pt x="214867" y="224433"/>
                  </a:lnTo>
                  <a:lnTo>
                    <a:pt x="286490" y="295258"/>
                  </a:lnTo>
                  <a:lnTo>
                    <a:pt x="358112" y="364179"/>
                  </a:lnTo>
                  <a:lnTo>
                    <a:pt x="429735" y="431247"/>
                  </a:lnTo>
                  <a:lnTo>
                    <a:pt x="501357" y="496512"/>
                  </a:lnTo>
                  <a:lnTo>
                    <a:pt x="572980" y="560022"/>
                  </a:lnTo>
                  <a:lnTo>
                    <a:pt x="644602" y="621824"/>
                  </a:lnTo>
                  <a:lnTo>
                    <a:pt x="716225" y="681965"/>
                  </a:lnTo>
                  <a:lnTo>
                    <a:pt x="787847" y="740489"/>
                  </a:lnTo>
                  <a:lnTo>
                    <a:pt x="859470" y="797439"/>
                  </a:lnTo>
                  <a:lnTo>
                    <a:pt x="931092" y="852859"/>
                  </a:lnTo>
                  <a:lnTo>
                    <a:pt x="1002715" y="906788"/>
                  </a:lnTo>
                  <a:lnTo>
                    <a:pt x="1074337" y="959267"/>
                  </a:lnTo>
                  <a:lnTo>
                    <a:pt x="1145960" y="1010335"/>
                  </a:lnTo>
                  <a:lnTo>
                    <a:pt x="1217582" y="1060031"/>
                  </a:lnTo>
                  <a:lnTo>
                    <a:pt x="1289205" y="1108390"/>
                  </a:lnTo>
                  <a:lnTo>
                    <a:pt x="1360827" y="1155449"/>
                  </a:lnTo>
                  <a:lnTo>
                    <a:pt x="1432450" y="1201243"/>
                  </a:lnTo>
                  <a:lnTo>
                    <a:pt x="1504073" y="1245805"/>
                  </a:lnTo>
                  <a:lnTo>
                    <a:pt x="1575695" y="1289170"/>
                  </a:lnTo>
                  <a:lnTo>
                    <a:pt x="1647318" y="1331368"/>
                  </a:lnTo>
                  <a:lnTo>
                    <a:pt x="1718940" y="1372432"/>
                  </a:lnTo>
                  <a:lnTo>
                    <a:pt x="1790563" y="1412392"/>
                  </a:lnTo>
                  <a:lnTo>
                    <a:pt x="1862185" y="1451278"/>
                  </a:lnTo>
                  <a:lnTo>
                    <a:pt x="1933808" y="1489118"/>
                  </a:lnTo>
                  <a:lnTo>
                    <a:pt x="2005430" y="1525941"/>
                  </a:lnTo>
                  <a:lnTo>
                    <a:pt x="2077053" y="1561773"/>
                  </a:lnTo>
                  <a:lnTo>
                    <a:pt x="2148675" y="1596643"/>
                  </a:lnTo>
                  <a:lnTo>
                    <a:pt x="2220298" y="1630574"/>
                  </a:lnTo>
                  <a:lnTo>
                    <a:pt x="2291920" y="1663594"/>
                  </a:lnTo>
                  <a:lnTo>
                    <a:pt x="2363543" y="1695726"/>
                  </a:lnTo>
                  <a:lnTo>
                    <a:pt x="2435165" y="1726993"/>
                  </a:lnTo>
                  <a:lnTo>
                    <a:pt x="2506788" y="1757421"/>
                  </a:lnTo>
                  <a:lnTo>
                    <a:pt x="2578410" y="1787030"/>
                  </a:lnTo>
                  <a:lnTo>
                    <a:pt x="2650033" y="1815843"/>
                  </a:lnTo>
                  <a:lnTo>
                    <a:pt x="2721655" y="1843881"/>
                  </a:lnTo>
                  <a:lnTo>
                    <a:pt x="2793278" y="1871166"/>
                  </a:lnTo>
                  <a:lnTo>
                    <a:pt x="2864901" y="1897717"/>
                  </a:lnTo>
                  <a:lnTo>
                    <a:pt x="2936523" y="1923554"/>
                  </a:lnTo>
                  <a:lnTo>
                    <a:pt x="3008146" y="1948696"/>
                  </a:lnTo>
                  <a:lnTo>
                    <a:pt x="3079768" y="1973163"/>
                  </a:lnTo>
                  <a:lnTo>
                    <a:pt x="3151391" y="1996972"/>
                  </a:lnTo>
                  <a:lnTo>
                    <a:pt x="3223013" y="2020140"/>
                  </a:lnTo>
                  <a:lnTo>
                    <a:pt x="3294636" y="2028597"/>
                  </a:lnTo>
                  <a:lnTo>
                    <a:pt x="3366258" y="2027525"/>
                  </a:lnTo>
                  <a:lnTo>
                    <a:pt x="3437881" y="2026452"/>
                  </a:lnTo>
                  <a:lnTo>
                    <a:pt x="3509503" y="2025377"/>
                  </a:lnTo>
                  <a:lnTo>
                    <a:pt x="3581126" y="2024300"/>
                  </a:lnTo>
                  <a:lnTo>
                    <a:pt x="3652748" y="2023222"/>
                  </a:lnTo>
                  <a:lnTo>
                    <a:pt x="3724371" y="2022143"/>
                  </a:lnTo>
                  <a:lnTo>
                    <a:pt x="3795993" y="2021063"/>
                  </a:lnTo>
                  <a:lnTo>
                    <a:pt x="3867616" y="2019981"/>
                  </a:lnTo>
                  <a:lnTo>
                    <a:pt x="3939238" y="2018897"/>
                  </a:lnTo>
                  <a:lnTo>
                    <a:pt x="4010861" y="2017813"/>
                  </a:lnTo>
                  <a:lnTo>
                    <a:pt x="4082483" y="2016727"/>
                  </a:lnTo>
                  <a:lnTo>
                    <a:pt x="4154106" y="2015639"/>
                  </a:lnTo>
                  <a:lnTo>
                    <a:pt x="4225729" y="2014550"/>
                  </a:lnTo>
                  <a:lnTo>
                    <a:pt x="4297351" y="2013460"/>
                  </a:lnTo>
                  <a:lnTo>
                    <a:pt x="4368974" y="2012368"/>
                  </a:lnTo>
                  <a:lnTo>
                    <a:pt x="4440596" y="2011275"/>
                  </a:lnTo>
                  <a:lnTo>
                    <a:pt x="4512219" y="2010180"/>
                  </a:lnTo>
                  <a:lnTo>
                    <a:pt x="4583841" y="2009084"/>
                  </a:lnTo>
                  <a:lnTo>
                    <a:pt x="4655464" y="2007987"/>
                  </a:lnTo>
                  <a:lnTo>
                    <a:pt x="4727086" y="2006888"/>
                  </a:lnTo>
                  <a:lnTo>
                    <a:pt x="4798709" y="2005788"/>
                  </a:lnTo>
                  <a:lnTo>
                    <a:pt x="4870331" y="2004686"/>
                  </a:lnTo>
                  <a:lnTo>
                    <a:pt x="4941954" y="2003583"/>
                  </a:lnTo>
                  <a:lnTo>
                    <a:pt x="5013576" y="2002478"/>
                  </a:lnTo>
                  <a:lnTo>
                    <a:pt x="5085199" y="2001372"/>
                  </a:lnTo>
                  <a:lnTo>
                    <a:pt x="5156821" y="2000265"/>
                  </a:lnTo>
                  <a:lnTo>
                    <a:pt x="5228444" y="1999156"/>
                  </a:lnTo>
                  <a:lnTo>
                    <a:pt x="5300066" y="1998046"/>
                  </a:lnTo>
                  <a:lnTo>
                    <a:pt x="5371689" y="1996934"/>
                  </a:lnTo>
                  <a:lnTo>
                    <a:pt x="5443311" y="1995821"/>
                  </a:lnTo>
                  <a:lnTo>
                    <a:pt x="5514934" y="1994706"/>
                  </a:lnTo>
                  <a:lnTo>
                    <a:pt x="5586557" y="1993590"/>
                  </a:lnTo>
                  <a:lnTo>
                    <a:pt x="5658179" y="1992473"/>
                  </a:lnTo>
                  <a:lnTo>
                    <a:pt x="5729802" y="1991354"/>
                  </a:lnTo>
                  <a:lnTo>
                    <a:pt x="5801424" y="1990234"/>
                  </a:lnTo>
                  <a:lnTo>
                    <a:pt x="5873047" y="1989112"/>
                  </a:lnTo>
                  <a:lnTo>
                    <a:pt x="5944669" y="1987989"/>
                  </a:lnTo>
                  <a:lnTo>
                    <a:pt x="6016292" y="1986864"/>
                  </a:lnTo>
                  <a:lnTo>
                    <a:pt x="6087914" y="1985738"/>
                  </a:lnTo>
                  <a:lnTo>
                    <a:pt x="6159537" y="1984610"/>
                  </a:lnTo>
                  <a:lnTo>
                    <a:pt x="6231159" y="1983481"/>
                  </a:lnTo>
                  <a:lnTo>
                    <a:pt x="6302782" y="1982351"/>
                  </a:lnTo>
                  <a:lnTo>
                    <a:pt x="6374404" y="1981219"/>
                  </a:lnTo>
                  <a:lnTo>
                    <a:pt x="6446027" y="1980085"/>
                  </a:lnTo>
                  <a:lnTo>
                    <a:pt x="6517649" y="1978951"/>
                  </a:lnTo>
                  <a:lnTo>
                    <a:pt x="6589272" y="1977814"/>
                  </a:lnTo>
                  <a:lnTo>
                    <a:pt x="6660894" y="1976676"/>
                  </a:lnTo>
                  <a:lnTo>
                    <a:pt x="6732517" y="1975537"/>
                  </a:lnTo>
                  <a:lnTo>
                    <a:pt x="6804139" y="1974396"/>
                  </a:lnTo>
                  <a:lnTo>
                    <a:pt x="6875762" y="1973254"/>
                  </a:lnTo>
                  <a:lnTo>
                    <a:pt x="6947385" y="1972110"/>
                  </a:lnTo>
                  <a:lnTo>
                    <a:pt x="7019007" y="1970965"/>
                  </a:lnTo>
                  <a:lnTo>
                    <a:pt x="7090630" y="1969819"/>
                  </a:lnTo>
                  <a:lnTo>
                    <a:pt x="7090630" y="2666228"/>
                  </a:lnTo>
                  <a:lnTo>
                    <a:pt x="7019007" y="2660910"/>
                  </a:lnTo>
                  <a:lnTo>
                    <a:pt x="6947385" y="2655445"/>
                  </a:lnTo>
                  <a:lnTo>
                    <a:pt x="6875762" y="2649829"/>
                  </a:lnTo>
                  <a:lnTo>
                    <a:pt x="6804139" y="2644058"/>
                  </a:lnTo>
                  <a:lnTo>
                    <a:pt x="6732517" y="2638128"/>
                  </a:lnTo>
                  <a:lnTo>
                    <a:pt x="6660894" y="2632034"/>
                  </a:lnTo>
                  <a:lnTo>
                    <a:pt x="6589272" y="2625771"/>
                  </a:lnTo>
                  <a:lnTo>
                    <a:pt x="6517649" y="2619335"/>
                  </a:lnTo>
                  <a:lnTo>
                    <a:pt x="6446027" y="2612722"/>
                  </a:lnTo>
                  <a:lnTo>
                    <a:pt x="6374404" y="2605926"/>
                  </a:lnTo>
                  <a:lnTo>
                    <a:pt x="6302782" y="2598942"/>
                  </a:lnTo>
                  <a:lnTo>
                    <a:pt x="6231159" y="2591765"/>
                  </a:lnTo>
                  <a:lnTo>
                    <a:pt x="6159537" y="2584389"/>
                  </a:lnTo>
                  <a:lnTo>
                    <a:pt x="6087914" y="2576811"/>
                  </a:lnTo>
                  <a:lnTo>
                    <a:pt x="6016292" y="2569022"/>
                  </a:lnTo>
                  <a:lnTo>
                    <a:pt x="5944669" y="2561019"/>
                  </a:lnTo>
                  <a:lnTo>
                    <a:pt x="5873047" y="2552794"/>
                  </a:lnTo>
                  <a:lnTo>
                    <a:pt x="5801424" y="2544342"/>
                  </a:lnTo>
                  <a:lnTo>
                    <a:pt x="5729802" y="2535657"/>
                  </a:lnTo>
                  <a:lnTo>
                    <a:pt x="5658179" y="2526731"/>
                  </a:lnTo>
                  <a:lnTo>
                    <a:pt x="5586557" y="2517559"/>
                  </a:lnTo>
                  <a:lnTo>
                    <a:pt x="5514934" y="2508134"/>
                  </a:lnTo>
                  <a:lnTo>
                    <a:pt x="5443311" y="2498448"/>
                  </a:lnTo>
                  <a:lnTo>
                    <a:pt x="5371689" y="2488494"/>
                  </a:lnTo>
                  <a:lnTo>
                    <a:pt x="5300066" y="2478266"/>
                  </a:lnTo>
                  <a:lnTo>
                    <a:pt x="5228444" y="2467755"/>
                  </a:lnTo>
                  <a:lnTo>
                    <a:pt x="5156821" y="2456953"/>
                  </a:lnTo>
                  <a:lnTo>
                    <a:pt x="5085199" y="2445853"/>
                  </a:lnTo>
                  <a:lnTo>
                    <a:pt x="5013576" y="2434447"/>
                  </a:lnTo>
                  <a:lnTo>
                    <a:pt x="4941954" y="2422725"/>
                  </a:lnTo>
                  <a:lnTo>
                    <a:pt x="4870331" y="2410680"/>
                  </a:lnTo>
                  <a:lnTo>
                    <a:pt x="4798709" y="2398301"/>
                  </a:lnTo>
                  <a:lnTo>
                    <a:pt x="4727086" y="2385581"/>
                  </a:lnTo>
                  <a:lnTo>
                    <a:pt x="4655464" y="2372509"/>
                  </a:lnTo>
                  <a:lnTo>
                    <a:pt x="4583841" y="2359076"/>
                  </a:lnTo>
                  <a:lnTo>
                    <a:pt x="4512219" y="2345272"/>
                  </a:lnTo>
                  <a:lnTo>
                    <a:pt x="4440596" y="2331086"/>
                  </a:lnTo>
                  <a:lnTo>
                    <a:pt x="4368974" y="2316509"/>
                  </a:lnTo>
                  <a:lnTo>
                    <a:pt x="4297351" y="2301529"/>
                  </a:lnTo>
                  <a:lnTo>
                    <a:pt x="4225729" y="2286135"/>
                  </a:lnTo>
                  <a:lnTo>
                    <a:pt x="4154106" y="2270315"/>
                  </a:lnTo>
                  <a:lnTo>
                    <a:pt x="4082483" y="2254059"/>
                  </a:lnTo>
                  <a:lnTo>
                    <a:pt x="4010861" y="2237353"/>
                  </a:lnTo>
                  <a:lnTo>
                    <a:pt x="3939238" y="2220186"/>
                  </a:lnTo>
                  <a:lnTo>
                    <a:pt x="3867616" y="2202544"/>
                  </a:lnTo>
                  <a:lnTo>
                    <a:pt x="3795993" y="2184415"/>
                  </a:lnTo>
                  <a:lnTo>
                    <a:pt x="3724371" y="2165785"/>
                  </a:lnTo>
                  <a:lnTo>
                    <a:pt x="3652748" y="2146641"/>
                  </a:lnTo>
                  <a:lnTo>
                    <a:pt x="3581126" y="2126967"/>
                  </a:lnTo>
                  <a:lnTo>
                    <a:pt x="3509503" y="2106750"/>
                  </a:lnTo>
                  <a:lnTo>
                    <a:pt x="3437881" y="2085975"/>
                  </a:lnTo>
                  <a:lnTo>
                    <a:pt x="3366258" y="2064625"/>
                  </a:lnTo>
                  <a:lnTo>
                    <a:pt x="3294636" y="2042686"/>
                  </a:lnTo>
                  <a:lnTo>
                    <a:pt x="3223013" y="2029668"/>
                  </a:lnTo>
                  <a:lnTo>
                    <a:pt x="3151391" y="2030738"/>
                  </a:lnTo>
                  <a:lnTo>
                    <a:pt x="3079768" y="2031806"/>
                  </a:lnTo>
                  <a:lnTo>
                    <a:pt x="3008146" y="2032873"/>
                  </a:lnTo>
                  <a:lnTo>
                    <a:pt x="2936523" y="2033938"/>
                  </a:lnTo>
                  <a:lnTo>
                    <a:pt x="2864901" y="2035002"/>
                  </a:lnTo>
                  <a:lnTo>
                    <a:pt x="2793278" y="2036064"/>
                  </a:lnTo>
                  <a:lnTo>
                    <a:pt x="2721655" y="2037126"/>
                  </a:lnTo>
                  <a:lnTo>
                    <a:pt x="2650033" y="2038185"/>
                  </a:lnTo>
                  <a:lnTo>
                    <a:pt x="2578410" y="2039244"/>
                  </a:lnTo>
                  <a:lnTo>
                    <a:pt x="2506788" y="2040301"/>
                  </a:lnTo>
                  <a:lnTo>
                    <a:pt x="2435165" y="2041357"/>
                  </a:lnTo>
                  <a:lnTo>
                    <a:pt x="2363543" y="2042411"/>
                  </a:lnTo>
                  <a:lnTo>
                    <a:pt x="2291920" y="2043464"/>
                  </a:lnTo>
                  <a:lnTo>
                    <a:pt x="2220298" y="2044516"/>
                  </a:lnTo>
                  <a:lnTo>
                    <a:pt x="2148675" y="2045566"/>
                  </a:lnTo>
                  <a:lnTo>
                    <a:pt x="2077053" y="2046615"/>
                  </a:lnTo>
                  <a:lnTo>
                    <a:pt x="2005430" y="2047663"/>
                  </a:lnTo>
                  <a:lnTo>
                    <a:pt x="1933808" y="2048709"/>
                  </a:lnTo>
                  <a:lnTo>
                    <a:pt x="1862185" y="2049754"/>
                  </a:lnTo>
                  <a:lnTo>
                    <a:pt x="1790563" y="2050797"/>
                  </a:lnTo>
                  <a:lnTo>
                    <a:pt x="1718940" y="2051840"/>
                  </a:lnTo>
                  <a:lnTo>
                    <a:pt x="1647318" y="2052880"/>
                  </a:lnTo>
                  <a:lnTo>
                    <a:pt x="1575695" y="2053920"/>
                  </a:lnTo>
                  <a:lnTo>
                    <a:pt x="1504073" y="2054958"/>
                  </a:lnTo>
                  <a:lnTo>
                    <a:pt x="1432450" y="2055995"/>
                  </a:lnTo>
                  <a:lnTo>
                    <a:pt x="1360827" y="2057030"/>
                  </a:lnTo>
                  <a:lnTo>
                    <a:pt x="1289205" y="2058065"/>
                  </a:lnTo>
                  <a:lnTo>
                    <a:pt x="1217582" y="2059097"/>
                  </a:lnTo>
                  <a:lnTo>
                    <a:pt x="1145960" y="2060129"/>
                  </a:lnTo>
                  <a:lnTo>
                    <a:pt x="1074337" y="2061159"/>
                  </a:lnTo>
                  <a:lnTo>
                    <a:pt x="1002715" y="2062188"/>
                  </a:lnTo>
                  <a:lnTo>
                    <a:pt x="931092" y="2063215"/>
                  </a:lnTo>
                  <a:lnTo>
                    <a:pt x="859470" y="2064242"/>
                  </a:lnTo>
                  <a:lnTo>
                    <a:pt x="787847" y="2065266"/>
                  </a:lnTo>
                  <a:lnTo>
                    <a:pt x="716225" y="2066290"/>
                  </a:lnTo>
                  <a:lnTo>
                    <a:pt x="644602" y="2067312"/>
                  </a:lnTo>
                  <a:lnTo>
                    <a:pt x="572980" y="2068333"/>
                  </a:lnTo>
                  <a:lnTo>
                    <a:pt x="501357" y="2069353"/>
                  </a:lnTo>
                  <a:lnTo>
                    <a:pt x="429735" y="2070371"/>
                  </a:lnTo>
                  <a:lnTo>
                    <a:pt x="358112" y="2071388"/>
                  </a:lnTo>
                  <a:lnTo>
                    <a:pt x="286490" y="2072404"/>
                  </a:lnTo>
                  <a:lnTo>
                    <a:pt x="214867" y="2073418"/>
                  </a:lnTo>
                  <a:lnTo>
                    <a:pt x="143245" y="2074431"/>
                  </a:lnTo>
                  <a:lnTo>
                    <a:pt x="71622" y="2075443"/>
                  </a:lnTo>
                  <a:lnTo>
                    <a:pt x="0" y="207645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98546"/>
              <a:ext cx="7090630" cy="2028597"/>
            </a:xfrm>
            <a:custGeom>
              <a:avLst/>
              <a:pathLst>
                <a:path w="7090630" h="2028597">
                  <a:moveTo>
                    <a:pt x="0" y="0"/>
                  </a:moveTo>
                  <a:lnTo>
                    <a:pt x="71622" y="76859"/>
                  </a:lnTo>
                  <a:lnTo>
                    <a:pt x="143245" y="151652"/>
                  </a:lnTo>
                  <a:lnTo>
                    <a:pt x="214867" y="224433"/>
                  </a:lnTo>
                  <a:lnTo>
                    <a:pt x="286490" y="295258"/>
                  </a:lnTo>
                  <a:lnTo>
                    <a:pt x="358112" y="364179"/>
                  </a:lnTo>
                  <a:lnTo>
                    <a:pt x="429735" y="431247"/>
                  </a:lnTo>
                  <a:lnTo>
                    <a:pt x="501357" y="496512"/>
                  </a:lnTo>
                  <a:lnTo>
                    <a:pt x="572980" y="560022"/>
                  </a:lnTo>
                  <a:lnTo>
                    <a:pt x="644602" y="621824"/>
                  </a:lnTo>
                  <a:lnTo>
                    <a:pt x="716225" y="681965"/>
                  </a:lnTo>
                  <a:lnTo>
                    <a:pt x="787847" y="740489"/>
                  </a:lnTo>
                  <a:lnTo>
                    <a:pt x="859470" y="797439"/>
                  </a:lnTo>
                  <a:lnTo>
                    <a:pt x="931092" y="852859"/>
                  </a:lnTo>
                  <a:lnTo>
                    <a:pt x="1002715" y="906788"/>
                  </a:lnTo>
                  <a:lnTo>
                    <a:pt x="1074337" y="959267"/>
                  </a:lnTo>
                  <a:lnTo>
                    <a:pt x="1145960" y="1010335"/>
                  </a:lnTo>
                  <a:lnTo>
                    <a:pt x="1217582" y="1060031"/>
                  </a:lnTo>
                  <a:lnTo>
                    <a:pt x="1289205" y="1108390"/>
                  </a:lnTo>
                  <a:lnTo>
                    <a:pt x="1360827" y="1155449"/>
                  </a:lnTo>
                  <a:lnTo>
                    <a:pt x="1432450" y="1201243"/>
                  </a:lnTo>
                  <a:lnTo>
                    <a:pt x="1504073" y="1245805"/>
                  </a:lnTo>
                  <a:lnTo>
                    <a:pt x="1575695" y="1289170"/>
                  </a:lnTo>
                  <a:lnTo>
                    <a:pt x="1647318" y="1331368"/>
                  </a:lnTo>
                  <a:lnTo>
                    <a:pt x="1718940" y="1372432"/>
                  </a:lnTo>
                  <a:lnTo>
                    <a:pt x="1790563" y="1412392"/>
                  </a:lnTo>
                  <a:lnTo>
                    <a:pt x="1862185" y="1451278"/>
                  </a:lnTo>
                  <a:lnTo>
                    <a:pt x="1933808" y="1489118"/>
                  </a:lnTo>
                  <a:lnTo>
                    <a:pt x="2005430" y="1525941"/>
                  </a:lnTo>
                  <a:lnTo>
                    <a:pt x="2077053" y="1561773"/>
                  </a:lnTo>
                  <a:lnTo>
                    <a:pt x="2148675" y="1596643"/>
                  </a:lnTo>
                  <a:lnTo>
                    <a:pt x="2220298" y="1630574"/>
                  </a:lnTo>
                  <a:lnTo>
                    <a:pt x="2291920" y="1663594"/>
                  </a:lnTo>
                  <a:lnTo>
                    <a:pt x="2363543" y="1695726"/>
                  </a:lnTo>
                  <a:lnTo>
                    <a:pt x="2435165" y="1726993"/>
                  </a:lnTo>
                  <a:lnTo>
                    <a:pt x="2506788" y="1757421"/>
                  </a:lnTo>
                  <a:lnTo>
                    <a:pt x="2578410" y="1787030"/>
                  </a:lnTo>
                  <a:lnTo>
                    <a:pt x="2650033" y="1815843"/>
                  </a:lnTo>
                  <a:lnTo>
                    <a:pt x="2721655" y="1843881"/>
                  </a:lnTo>
                  <a:lnTo>
                    <a:pt x="2793278" y="1871166"/>
                  </a:lnTo>
                  <a:lnTo>
                    <a:pt x="2864901" y="1897717"/>
                  </a:lnTo>
                  <a:lnTo>
                    <a:pt x="2936523" y="1923554"/>
                  </a:lnTo>
                  <a:lnTo>
                    <a:pt x="3008146" y="1948696"/>
                  </a:lnTo>
                  <a:lnTo>
                    <a:pt x="3079768" y="1973163"/>
                  </a:lnTo>
                  <a:lnTo>
                    <a:pt x="3151391" y="1996972"/>
                  </a:lnTo>
                  <a:lnTo>
                    <a:pt x="3223013" y="2020140"/>
                  </a:lnTo>
                  <a:lnTo>
                    <a:pt x="3294636" y="2028597"/>
                  </a:lnTo>
                  <a:lnTo>
                    <a:pt x="3366258" y="2027525"/>
                  </a:lnTo>
                  <a:lnTo>
                    <a:pt x="3437881" y="2026452"/>
                  </a:lnTo>
                  <a:lnTo>
                    <a:pt x="3509503" y="2025377"/>
                  </a:lnTo>
                  <a:lnTo>
                    <a:pt x="3581126" y="2024300"/>
                  </a:lnTo>
                  <a:lnTo>
                    <a:pt x="3652748" y="2023222"/>
                  </a:lnTo>
                  <a:lnTo>
                    <a:pt x="3724371" y="2022143"/>
                  </a:lnTo>
                  <a:lnTo>
                    <a:pt x="3795993" y="2021063"/>
                  </a:lnTo>
                  <a:lnTo>
                    <a:pt x="3867616" y="2019981"/>
                  </a:lnTo>
                  <a:lnTo>
                    <a:pt x="3939238" y="2018897"/>
                  </a:lnTo>
                  <a:lnTo>
                    <a:pt x="4010861" y="2017813"/>
                  </a:lnTo>
                  <a:lnTo>
                    <a:pt x="4082483" y="2016727"/>
                  </a:lnTo>
                  <a:lnTo>
                    <a:pt x="4154106" y="2015639"/>
                  </a:lnTo>
                  <a:lnTo>
                    <a:pt x="4225729" y="2014550"/>
                  </a:lnTo>
                  <a:lnTo>
                    <a:pt x="4297351" y="2013460"/>
                  </a:lnTo>
                  <a:lnTo>
                    <a:pt x="4368974" y="2012368"/>
                  </a:lnTo>
                  <a:lnTo>
                    <a:pt x="4440596" y="2011275"/>
                  </a:lnTo>
                  <a:lnTo>
                    <a:pt x="4512219" y="2010180"/>
                  </a:lnTo>
                  <a:lnTo>
                    <a:pt x="4583841" y="2009084"/>
                  </a:lnTo>
                  <a:lnTo>
                    <a:pt x="4655464" y="2007987"/>
                  </a:lnTo>
                  <a:lnTo>
                    <a:pt x="4727086" y="2006888"/>
                  </a:lnTo>
                  <a:lnTo>
                    <a:pt x="4798709" y="2005788"/>
                  </a:lnTo>
                  <a:lnTo>
                    <a:pt x="4870331" y="2004686"/>
                  </a:lnTo>
                  <a:lnTo>
                    <a:pt x="4941954" y="2003583"/>
                  </a:lnTo>
                  <a:lnTo>
                    <a:pt x="5013576" y="2002478"/>
                  </a:lnTo>
                  <a:lnTo>
                    <a:pt x="5085199" y="2001372"/>
                  </a:lnTo>
                  <a:lnTo>
                    <a:pt x="5156821" y="2000265"/>
                  </a:lnTo>
                  <a:lnTo>
                    <a:pt x="5228444" y="1999156"/>
                  </a:lnTo>
                  <a:lnTo>
                    <a:pt x="5300066" y="1998046"/>
                  </a:lnTo>
                  <a:lnTo>
                    <a:pt x="5371689" y="1996934"/>
                  </a:lnTo>
                  <a:lnTo>
                    <a:pt x="5443311" y="1995821"/>
                  </a:lnTo>
                  <a:lnTo>
                    <a:pt x="5514934" y="1994706"/>
                  </a:lnTo>
                  <a:lnTo>
                    <a:pt x="5586557" y="1993590"/>
                  </a:lnTo>
                  <a:lnTo>
                    <a:pt x="5658179" y="1992473"/>
                  </a:lnTo>
                  <a:lnTo>
                    <a:pt x="5729802" y="1991354"/>
                  </a:lnTo>
                  <a:lnTo>
                    <a:pt x="5801424" y="1990234"/>
                  </a:lnTo>
                  <a:lnTo>
                    <a:pt x="5873047" y="1989112"/>
                  </a:lnTo>
                  <a:lnTo>
                    <a:pt x="5944669" y="1987989"/>
                  </a:lnTo>
                  <a:lnTo>
                    <a:pt x="6016292" y="1986864"/>
                  </a:lnTo>
                  <a:lnTo>
                    <a:pt x="6087914" y="1985738"/>
                  </a:lnTo>
                  <a:lnTo>
                    <a:pt x="6159537" y="1984610"/>
                  </a:lnTo>
                  <a:lnTo>
                    <a:pt x="6231159" y="1983481"/>
                  </a:lnTo>
                  <a:lnTo>
                    <a:pt x="6302782" y="1982351"/>
                  </a:lnTo>
                  <a:lnTo>
                    <a:pt x="6374404" y="1981219"/>
                  </a:lnTo>
                  <a:lnTo>
                    <a:pt x="6446027" y="1980085"/>
                  </a:lnTo>
                  <a:lnTo>
                    <a:pt x="6517649" y="1978951"/>
                  </a:lnTo>
                  <a:lnTo>
                    <a:pt x="6589272" y="1977814"/>
                  </a:lnTo>
                  <a:lnTo>
                    <a:pt x="6660894" y="1976676"/>
                  </a:lnTo>
                  <a:lnTo>
                    <a:pt x="6732517" y="1975537"/>
                  </a:lnTo>
                  <a:lnTo>
                    <a:pt x="6804139" y="1974396"/>
                  </a:lnTo>
                  <a:lnTo>
                    <a:pt x="6875762" y="1973254"/>
                  </a:lnTo>
                  <a:lnTo>
                    <a:pt x="6947385" y="1972110"/>
                  </a:lnTo>
                  <a:lnTo>
                    <a:pt x="7019007" y="1970965"/>
                  </a:lnTo>
                  <a:lnTo>
                    <a:pt x="7090630" y="19698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8214"/>
              <a:ext cx="7090630" cy="636559"/>
            </a:xfrm>
            <a:custGeom>
              <a:avLst/>
              <a:pathLst>
                <a:path w="7090630" h="636559">
                  <a:moveTo>
                    <a:pt x="7090630" y="636559"/>
                  </a:moveTo>
                  <a:lnTo>
                    <a:pt x="7019007" y="631241"/>
                  </a:lnTo>
                  <a:lnTo>
                    <a:pt x="6947385" y="625776"/>
                  </a:lnTo>
                  <a:lnTo>
                    <a:pt x="6875762" y="620160"/>
                  </a:lnTo>
                  <a:lnTo>
                    <a:pt x="6804139" y="614389"/>
                  </a:lnTo>
                  <a:lnTo>
                    <a:pt x="6732517" y="608459"/>
                  </a:lnTo>
                  <a:lnTo>
                    <a:pt x="6660894" y="602365"/>
                  </a:lnTo>
                  <a:lnTo>
                    <a:pt x="6589272" y="596102"/>
                  </a:lnTo>
                  <a:lnTo>
                    <a:pt x="6517649" y="589666"/>
                  </a:lnTo>
                  <a:lnTo>
                    <a:pt x="6446027" y="583053"/>
                  </a:lnTo>
                  <a:lnTo>
                    <a:pt x="6374404" y="576257"/>
                  </a:lnTo>
                  <a:lnTo>
                    <a:pt x="6302782" y="569273"/>
                  </a:lnTo>
                  <a:lnTo>
                    <a:pt x="6231159" y="562096"/>
                  </a:lnTo>
                  <a:lnTo>
                    <a:pt x="6159537" y="554721"/>
                  </a:lnTo>
                  <a:lnTo>
                    <a:pt x="6087914" y="547142"/>
                  </a:lnTo>
                  <a:lnTo>
                    <a:pt x="6016292" y="539353"/>
                  </a:lnTo>
                  <a:lnTo>
                    <a:pt x="5944669" y="531350"/>
                  </a:lnTo>
                  <a:lnTo>
                    <a:pt x="5873047" y="523125"/>
                  </a:lnTo>
                  <a:lnTo>
                    <a:pt x="5801424" y="514673"/>
                  </a:lnTo>
                  <a:lnTo>
                    <a:pt x="5729802" y="505988"/>
                  </a:lnTo>
                  <a:lnTo>
                    <a:pt x="5658179" y="497062"/>
                  </a:lnTo>
                  <a:lnTo>
                    <a:pt x="5586557" y="487890"/>
                  </a:lnTo>
                  <a:lnTo>
                    <a:pt x="5514934" y="478465"/>
                  </a:lnTo>
                  <a:lnTo>
                    <a:pt x="5443311" y="468779"/>
                  </a:lnTo>
                  <a:lnTo>
                    <a:pt x="5371689" y="458826"/>
                  </a:lnTo>
                  <a:lnTo>
                    <a:pt x="5300066" y="448597"/>
                  </a:lnTo>
                  <a:lnTo>
                    <a:pt x="5228444" y="438086"/>
                  </a:lnTo>
                  <a:lnTo>
                    <a:pt x="5156821" y="427285"/>
                  </a:lnTo>
                  <a:lnTo>
                    <a:pt x="5085199" y="416185"/>
                  </a:lnTo>
                  <a:lnTo>
                    <a:pt x="5013576" y="404778"/>
                  </a:lnTo>
                  <a:lnTo>
                    <a:pt x="4941954" y="393056"/>
                  </a:lnTo>
                  <a:lnTo>
                    <a:pt x="4870331" y="381011"/>
                  </a:lnTo>
                  <a:lnTo>
                    <a:pt x="4798709" y="368632"/>
                  </a:lnTo>
                  <a:lnTo>
                    <a:pt x="4727086" y="355912"/>
                  </a:lnTo>
                  <a:lnTo>
                    <a:pt x="4655464" y="342840"/>
                  </a:lnTo>
                  <a:lnTo>
                    <a:pt x="4583841" y="329407"/>
                  </a:lnTo>
                  <a:lnTo>
                    <a:pt x="4512219" y="315603"/>
                  </a:lnTo>
                  <a:lnTo>
                    <a:pt x="4440596" y="301418"/>
                  </a:lnTo>
                  <a:lnTo>
                    <a:pt x="4368974" y="286840"/>
                  </a:lnTo>
                  <a:lnTo>
                    <a:pt x="4297351" y="271860"/>
                  </a:lnTo>
                  <a:lnTo>
                    <a:pt x="4225729" y="256466"/>
                  </a:lnTo>
                  <a:lnTo>
                    <a:pt x="4154106" y="240646"/>
                  </a:lnTo>
                  <a:lnTo>
                    <a:pt x="4082483" y="224390"/>
                  </a:lnTo>
                  <a:lnTo>
                    <a:pt x="4010861" y="207684"/>
                  </a:lnTo>
                  <a:lnTo>
                    <a:pt x="3939238" y="190517"/>
                  </a:lnTo>
                  <a:lnTo>
                    <a:pt x="3867616" y="172875"/>
                  </a:lnTo>
                  <a:lnTo>
                    <a:pt x="3795993" y="154746"/>
                  </a:lnTo>
                  <a:lnTo>
                    <a:pt x="3724371" y="136117"/>
                  </a:lnTo>
                  <a:lnTo>
                    <a:pt x="3652748" y="116972"/>
                  </a:lnTo>
                  <a:lnTo>
                    <a:pt x="3581126" y="97299"/>
                  </a:lnTo>
                  <a:lnTo>
                    <a:pt x="3509503" y="77082"/>
                  </a:lnTo>
                  <a:lnTo>
                    <a:pt x="3437881" y="56306"/>
                  </a:lnTo>
                  <a:lnTo>
                    <a:pt x="3366258" y="34956"/>
                  </a:lnTo>
                  <a:lnTo>
                    <a:pt x="3294636" y="13017"/>
                  </a:lnTo>
                  <a:lnTo>
                    <a:pt x="3223013" y="0"/>
                  </a:lnTo>
                  <a:lnTo>
                    <a:pt x="3151391" y="1069"/>
                  </a:lnTo>
                  <a:lnTo>
                    <a:pt x="3079768" y="2137"/>
                  </a:lnTo>
                  <a:lnTo>
                    <a:pt x="3008146" y="3204"/>
                  </a:lnTo>
                  <a:lnTo>
                    <a:pt x="2936523" y="4269"/>
                  </a:lnTo>
                  <a:lnTo>
                    <a:pt x="2864901" y="5333"/>
                  </a:lnTo>
                  <a:lnTo>
                    <a:pt x="2793278" y="6396"/>
                  </a:lnTo>
                  <a:lnTo>
                    <a:pt x="2721655" y="7457"/>
                  </a:lnTo>
                  <a:lnTo>
                    <a:pt x="2650033" y="8517"/>
                  </a:lnTo>
                  <a:lnTo>
                    <a:pt x="2578410" y="9575"/>
                  </a:lnTo>
                  <a:lnTo>
                    <a:pt x="2506788" y="10632"/>
                  </a:lnTo>
                  <a:lnTo>
                    <a:pt x="2435165" y="11688"/>
                  </a:lnTo>
                  <a:lnTo>
                    <a:pt x="2363543" y="12742"/>
                  </a:lnTo>
                  <a:lnTo>
                    <a:pt x="2291920" y="13795"/>
                  </a:lnTo>
                  <a:lnTo>
                    <a:pt x="2220298" y="14847"/>
                  </a:lnTo>
                  <a:lnTo>
                    <a:pt x="2148675" y="15897"/>
                  </a:lnTo>
                  <a:lnTo>
                    <a:pt x="2077053" y="16946"/>
                  </a:lnTo>
                  <a:lnTo>
                    <a:pt x="2005430" y="17994"/>
                  </a:lnTo>
                  <a:lnTo>
                    <a:pt x="1933808" y="19040"/>
                  </a:lnTo>
                  <a:lnTo>
                    <a:pt x="1862185" y="20085"/>
                  </a:lnTo>
                  <a:lnTo>
                    <a:pt x="1790563" y="21129"/>
                  </a:lnTo>
                  <a:lnTo>
                    <a:pt x="1718940" y="22171"/>
                  </a:lnTo>
                  <a:lnTo>
                    <a:pt x="1647318" y="23212"/>
                  </a:lnTo>
                  <a:lnTo>
                    <a:pt x="1575695" y="24251"/>
                  </a:lnTo>
                  <a:lnTo>
                    <a:pt x="1504073" y="25289"/>
                  </a:lnTo>
                  <a:lnTo>
                    <a:pt x="1432450" y="26326"/>
                  </a:lnTo>
                  <a:lnTo>
                    <a:pt x="1360827" y="27362"/>
                  </a:lnTo>
                  <a:lnTo>
                    <a:pt x="1289205" y="28396"/>
                  </a:lnTo>
                  <a:lnTo>
                    <a:pt x="1217582" y="29429"/>
                  </a:lnTo>
                  <a:lnTo>
                    <a:pt x="1145960" y="30460"/>
                  </a:lnTo>
                  <a:lnTo>
                    <a:pt x="1074337" y="31490"/>
                  </a:lnTo>
                  <a:lnTo>
                    <a:pt x="1002715" y="32519"/>
                  </a:lnTo>
                  <a:lnTo>
                    <a:pt x="931092" y="33547"/>
                  </a:lnTo>
                  <a:lnTo>
                    <a:pt x="859470" y="34573"/>
                  </a:lnTo>
                  <a:lnTo>
                    <a:pt x="787847" y="35598"/>
                  </a:lnTo>
                  <a:lnTo>
                    <a:pt x="716225" y="36621"/>
                  </a:lnTo>
                  <a:lnTo>
                    <a:pt x="644602" y="37643"/>
                  </a:lnTo>
                  <a:lnTo>
                    <a:pt x="572980" y="38664"/>
                  </a:lnTo>
                  <a:lnTo>
                    <a:pt x="501357" y="39684"/>
                  </a:lnTo>
                  <a:lnTo>
                    <a:pt x="429735" y="40702"/>
                  </a:lnTo>
                  <a:lnTo>
                    <a:pt x="358112" y="41719"/>
                  </a:lnTo>
                  <a:lnTo>
                    <a:pt x="286490" y="42735"/>
                  </a:lnTo>
                  <a:lnTo>
                    <a:pt x="214867" y="43749"/>
                  </a:lnTo>
                  <a:lnTo>
                    <a:pt x="143245" y="44762"/>
                  </a:lnTo>
                  <a:lnTo>
                    <a:pt x="71622" y="45774"/>
                  </a:lnTo>
                  <a:lnTo>
                    <a:pt x="0" y="467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061849"/>
              <a:ext cx="7090630" cy="1081771"/>
            </a:xfrm>
            <a:custGeom>
              <a:avLst/>
              <a:pathLst>
                <a:path w="7090630" h="1081771">
                  <a:moveTo>
                    <a:pt x="0" y="0"/>
                  </a:moveTo>
                  <a:lnTo>
                    <a:pt x="71622" y="19287"/>
                  </a:lnTo>
                  <a:lnTo>
                    <a:pt x="143245" y="38325"/>
                  </a:lnTo>
                  <a:lnTo>
                    <a:pt x="214867" y="57118"/>
                  </a:lnTo>
                  <a:lnTo>
                    <a:pt x="286490" y="75669"/>
                  </a:lnTo>
                  <a:lnTo>
                    <a:pt x="358112" y="93980"/>
                  </a:lnTo>
                  <a:lnTo>
                    <a:pt x="429735" y="112055"/>
                  </a:lnTo>
                  <a:lnTo>
                    <a:pt x="501357" y="129897"/>
                  </a:lnTo>
                  <a:lnTo>
                    <a:pt x="572980" y="147509"/>
                  </a:lnTo>
                  <a:lnTo>
                    <a:pt x="644602" y="164894"/>
                  </a:lnTo>
                  <a:lnTo>
                    <a:pt x="716225" y="182054"/>
                  </a:lnTo>
                  <a:lnTo>
                    <a:pt x="787847" y="198993"/>
                  </a:lnTo>
                  <a:lnTo>
                    <a:pt x="859470" y="215714"/>
                  </a:lnTo>
                  <a:lnTo>
                    <a:pt x="931092" y="232219"/>
                  </a:lnTo>
                  <a:lnTo>
                    <a:pt x="1002715" y="248511"/>
                  </a:lnTo>
                  <a:lnTo>
                    <a:pt x="1074337" y="264593"/>
                  </a:lnTo>
                  <a:lnTo>
                    <a:pt x="1145960" y="280468"/>
                  </a:lnTo>
                  <a:lnTo>
                    <a:pt x="1217582" y="296138"/>
                  </a:lnTo>
                  <a:lnTo>
                    <a:pt x="1289205" y="311606"/>
                  </a:lnTo>
                  <a:lnTo>
                    <a:pt x="1360827" y="326874"/>
                  </a:lnTo>
                  <a:lnTo>
                    <a:pt x="1432450" y="341945"/>
                  </a:lnTo>
                  <a:lnTo>
                    <a:pt x="1504073" y="356822"/>
                  </a:lnTo>
                  <a:lnTo>
                    <a:pt x="1575695" y="371507"/>
                  </a:lnTo>
                  <a:lnTo>
                    <a:pt x="1647318" y="386003"/>
                  </a:lnTo>
                  <a:lnTo>
                    <a:pt x="1718940" y="400311"/>
                  </a:lnTo>
                  <a:lnTo>
                    <a:pt x="1790563" y="414436"/>
                  </a:lnTo>
                  <a:lnTo>
                    <a:pt x="1862185" y="428378"/>
                  </a:lnTo>
                  <a:lnTo>
                    <a:pt x="1933808" y="442140"/>
                  </a:lnTo>
                  <a:lnTo>
                    <a:pt x="2005430" y="455724"/>
                  </a:lnTo>
                  <a:lnTo>
                    <a:pt x="2077053" y="469134"/>
                  </a:lnTo>
                  <a:lnTo>
                    <a:pt x="2148675" y="482370"/>
                  </a:lnTo>
                  <a:lnTo>
                    <a:pt x="2220298" y="495436"/>
                  </a:lnTo>
                  <a:lnTo>
                    <a:pt x="2291920" y="508333"/>
                  </a:lnTo>
                  <a:lnTo>
                    <a:pt x="2363543" y="521064"/>
                  </a:lnTo>
                  <a:lnTo>
                    <a:pt x="2435165" y="533631"/>
                  </a:lnTo>
                  <a:lnTo>
                    <a:pt x="2506788" y="546036"/>
                  </a:lnTo>
                  <a:lnTo>
                    <a:pt x="2578410" y="558280"/>
                  </a:lnTo>
                  <a:lnTo>
                    <a:pt x="2650033" y="570367"/>
                  </a:lnTo>
                  <a:lnTo>
                    <a:pt x="2721655" y="582298"/>
                  </a:lnTo>
                  <a:lnTo>
                    <a:pt x="2793278" y="594075"/>
                  </a:lnTo>
                  <a:lnTo>
                    <a:pt x="2864901" y="605700"/>
                  </a:lnTo>
                  <a:lnTo>
                    <a:pt x="2936523" y="617175"/>
                  </a:lnTo>
                  <a:lnTo>
                    <a:pt x="3008146" y="628502"/>
                  </a:lnTo>
                  <a:lnTo>
                    <a:pt x="3079768" y="639683"/>
                  </a:lnTo>
                  <a:lnTo>
                    <a:pt x="3151391" y="650720"/>
                  </a:lnTo>
                  <a:lnTo>
                    <a:pt x="3223013" y="661614"/>
                  </a:lnTo>
                  <a:lnTo>
                    <a:pt x="3294636" y="672368"/>
                  </a:lnTo>
                  <a:lnTo>
                    <a:pt x="3366258" y="682983"/>
                  </a:lnTo>
                  <a:lnTo>
                    <a:pt x="3437881" y="693462"/>
                  </a:lnTo>
                  <a:lnTo>
                    <a:pt x="3509503" y="703805"/>
                  </a:lnTo>
                  <a:lnTo>
                    <a:pt x="3581126" y="714015"/>
                  </a:lnTo>
                  <a:lnTo>
                    <a:pt x="3652748" y="724093"/>
                  </a:lnTo>
                  <a:lnTo>
                    <a:pt x="3724371" y="734041"/>
                  </a:lnTo>
                  <a:lnTo>
                    <a:pt x="3795993" y="743861"/>
                  </a:lnTo>
                  <a:lnTo>
                    <a:pt x="3867616" y="753554"/>
                  </a:lnTo>
                  <a:lnTo>
                    <a:pt x="3939238" y="763122"/>
                  </a:lnTo>
                  <a:lnTo>
                    <a:pt x="4010861" y="772567"/>
                  </a:lnTo>
                  <a:lnTo>
                    <a:pt x="4082483" y="781890"/>
                  </a:lnTo>
                  <a:lnTo>
                    <a:pt x="4154106" y="791092"/>
                  </a:lnTo>
                  <a:lnTo>
                    <a:pt x="4225729" y="800176"/>
                  </a:lnTo>
                  <a:lnTo>
                    <a:pt x="4297351" y="809143"/>
                  </a:lnTo>
                  <a:lnTo>
                    <a:pt x="4368974" y="817994"/>
                  </a:lnTo>
                  <a:lnTo>
                    <a:pt x="4440596" y="826731"/>
                  </a:lnTo>
                  <a:lnTo>
                    <a:pt x="4512219" y="835355"/>
                  </a:lnTo>
                  <a:lnTo>
                    <a:pt x="4583841" y="843868"/>
                  </a:lnTo>
                  <a:lnTo>
                    <a:pt x="4655464" y="852272"/>
                  </a:lnTo>
                  <a:lnTo>
                    <a:pt x="4727086" y="860567"/>
                  </a:lnTo>
                  <a:lnTo>
                    <a:pt x="4798709" y="868755"/>
                  </a:lnTo>
                  <a:lnTo>
                    <a:pt x="4870331" y="876837"/>
                  </a:lnTo>
                  <a:lnTo>
                    <a:pt x="4941954" y="884815"/>
                  </a:lnTo>
                  <a:lnTo>
                    <a:pt x="5013576" y="892690"/>
                  </a:lnTo>
                  <a:lnTo>
                    <a:pt x="5085199" y="900464"/>
                  </a:lnTo>
                  <a:lnTo>
                    <a:pt x="5156821" y="908137"/>
                  </a:lnTo>
                  <a:lnTo>
                    <a:pt x="5228444" y="915711"/>
                  </a:lnTo>
                  <a:lnTo>
                    <a:pt x="5300066" y="923188"/>
                  </a:lnTo>
                  <a:lnTo>
                    <a:pt x="5371689" y="930568"/>
                  </a:lnTo>
                  <a:lnTo>
                    <a:pt x="5443311" y="937853"/>
                  </a:lnTo>
                  <a:lnTo>
                    <a:pt x="5514934" y="945044"/>
                  </a:lnTo>
                  <a:lnTo>
                    <a:pt x="5586557" y="952143"/>
                  </a:lnTo>
                  <a:lnTo>
                    <a:pt x="5658179" y="959149"/>
                  </a:lnTo>
                  <a:lnTo>
                    <a:pt x="5729802" y="966066"/>
                  </a:lnTo>
                  <a:lnTo>
                    <a:pt x="5801424" y="972893"/>
                  </a:lnTo>
                  <a:lnTo>
                    <a:pt x="5873047" y="979632"/>
                  </a:lnTo>
                  <a:lnTo>
                    <a:pt x="5944669" y="986284"/>
                  </a:lnTo>
                  <a:lnTo>
                    <a:pt x="6016292" y="992851"/>
                  </a:lnTo>
                  <a:lnTo>
                    <a:pt x="6087914" y="999333"/>
                  </a:lnTo>
                  <a:lnTo>
                    <a:pt x="6159537" y="1005731"/>
                  </a:lnTo>
                  <a:lnTo>
                    <a:pt x="6231159" y="1012046"/>
                  </a:lnTo>
                  <a:lnTo>
                    <a:pt x="6302782" y="1018280"/>
                  </a:lnTo>
                  <a:lnTo>
                    <a:pt x="6374404" y="1024434"/>
                  </a:lnTo>
                  <a:lnTo>
                    <a:pt x="6446027" y="1030509"/>
                  </a:lnTo>
                  <a:lnTo>
                    <a:pt x="6517649" y="1036505"/>
                  </a:lnTo>
                  <a:lnTo>
                    <a:pt x="6589272" y="1042423"/>
                  </a:lnTo>
                  <a:lnTo>
                    <a:pt x="6660894" y="1048266"/>
                  </a:lnTo>
                  <a:lnTo>
                    <a:pt x="6732517" y="1054033"/>
                  </a:lnTo>
                  <a:lnTo>
                    <a:pt x="6804139" y="1059725"/>
                  </a:lnTo>
                  <a:lnTo>
                    <a:pt x="6875762" y="1065345"/>
                  </a:lnTo>
                  <a:lnTo>
                    <a:pt x="6947385" y="1070891"/>
                  </a:lnTo>
                  <a:lnTo>
                    <a:pt x="7019007" y="1076366"/>
                  </a:lnTo>
                  <a:lnTo>
                    <a:pt x="7090630" y="10817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(0.99-1.38), p_Bonf = 0.448 (n = 6)  |  per IQR decline (Δ = 23.5 %): 1.43 (0.97-2.11)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2026-10-09T13:21:38Z</dcterms:modified>
  <cp:category/>
</cp:coreProperties>
</file>