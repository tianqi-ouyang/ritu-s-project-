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3938"/>
            </a:xfrm>
            <a:custGeom>
              <a:avLst/>
              <a:pathLst>
                <a:path w="7090630" h="3473938">
                  <a:moveTo>
                    <a:pt x="1981981" y="0"/>
                  </a:moveTo>
                  <a:lnTo>
                    <a:pt x="2005430" y="95193"/>
                  </a:lnTo>
                  <a:lnTo>
                    <a:pt x="2077053" y="362974"/>
                  </a:lnTo>
                  <a:lnTo>
                    <a:pt x="2148675" y="609593"/>
                  </a:lnTo>
                  <a:lnTo>
                    <a:pt x="2220298" y="836723"/>
                  </a:lnTo>
                  <a:lnTo>
                    <a:pt x="2291920" y="1045905"/>
                  </a:lnTo>
                  <a:lnTo>
                    <a:pt x="2363543" y="1238556"/>
                  </a:lnTo>
                  <a:lnTo>
                    <a:pt x="2435165" y="1415982"/>
                  </a:lnTo>
                  <a:lnTo>
                    <a:pt x="2506788" y="1579387"/>
                  </a:lnTo>
                  <a:lnTo>
                    <a:pt x="2578410" y="1729880"/>
                  </a:lnTo>
                  <a:lnTo>
                    <a:pt x="2650033" y="1868479"/>
                  </a:lnTo>
                  <a:lnTo>
                    <a:pt x="2721655" y="1996126"/>
                  </a:lnTo>
                  <a:lnTo>
                    <a:pt x="2793278" y="2113685"/>
                  </a:lnTo>
                  <a:lnTo>
                    <a:pt x="2864901" y="2221955"/>
                  </a:lnTo>
                  <a:lnTo>
                    <a:pt x="2936523" y="2321668"/>
                  </a:lnTo>
                  <a:lnTo>
                    <a:pt x="3008146" y="2413501"/>
                  </a:lnTo>
                  <a:lnTo>
                    <a:pt x="3079768" y="2498077"/>
                  </a:lnTo>
                  <a:lnTo>
                    <a:pt x="3151391" y="2575970"/>
                  </a:lnTo>
                  <a:lnTo>
                    <a:pt x="3223013" y="2647707"/>
                  </a:lnTo>
                  <a:lnTo>
                    <a:pt x="3294636" y="2652984"/>
                  </a:lnTo>
                  <a:lnTo>
                    <a:pt x="3366258" y="2651545"/>
                  </a:lnTo>
                  <a:lnTo>
                    <a:pt x="3437881" y="2650104"/>
                  </a:lnTo>
                  <a:lnTo>
                    <a:pt x="3509503" y="2648660"/>
                  </a:lnTo>
                  <a:lnTo>
                    <a:pt x="3581126" y="2647213"/>
                  </a:lnTo>
                  <a:lnTo>
                    <a:pt x="3652748" y="2645764"/>
                  </a:lnTo>
                  <a:lnTo>
                    <a:pt x="3724371" y="2644313"/>
                  </a:lnTo>
                  <a:lnTo>
                    <a:pt x="3795993" y="2642859"/>
                  </a:lnTo>
                  <a:lnTo>
                    <a:pt x="3867616" y="2641402"/>
                  </a:lnTo>
                  <a:lnTo>
                    <a:pt x="3939238" y="2639943"/>
                  </a:lnTo>
                  <a:lnTo>
                    <a:pt x="4010861" y="2638482"/>
                  </a:lnTo>
                  <a:lnTo>
                    <a:pt x="4082483" y="2637018"/>
                  </a:lnTo>
                  <a:lnTo>
                    <a:pt x="4154106" y="2635551"/>
                  </a:lnTo>
                  <a:lnTo>
                    <a:pt x="4225729" y="2634082"/>
                  </a:lnTo>
                  <a:lnTo>
                    <a:pt x="4297351" y="2632610"/>
                  </a:lnTo>
                  <a:lnTo>
                    <a:pt x="4368974" y="2631136"/>
                  </a:lnTo>
                  <a:lnTo>
                    <a:pt x="4440596" y="2629659"/>
                  </a:lnTo>
                  <a:lnTo>
                    <a:pt x="4512219" y="2628180"/>
                  </a:lnTo>
                  <a:lnTo>
                    <a:pt x="4583841" y="2626698"/>
                  </a:lnTo>
                  <a:lnTo>
                    <a:pt x="4655464" y="2625214"/>
                  </a:lnTo>
                  <a:lnTo>
                    <a:pt x="4727086" y="2623726"/>
                  </a:lnTo>
                  <a:lnTo>
                    <a:pt x="4798709" y="2622237"/>
                  </a:lnTo>
                  <a:lnTo>
                    <a:pt x="4870331" y="2620745"/>
                  </a:lnTo>
                  <a:lnTo>
                    <a:pt x="4941954" y="2619250"/>
                  </a:lnTo>
                  <a:lnTo>
                    <a:pt x="5013576" y="2617752"/>
                  </a:lnTo>
                  <a:lnTo>
                    <a:pt x="5085199" y="2616252"/>
                  </a:lnTo>
                  <a:lnTo>
                    <a:pt x="5156821" y="2614750"/>
                  </a:lnTo>
                  <a:lnTo>
                    <a:pt x="5228444" y="2613245"/>
                  </a:lnTo>
                  <a:lnTo>
                    <a:pt x="5300066" y="2611737"/>
                  </a:lnTo>
                  <a:lnTo>
                    <a:pt x="5371689" y="2610227"/>
                  </a:lnTo>
                  <a:lnTo>
                    <a:pt x="5443311" y="2608714"/>
                  </a:lnTo>
                  <a:lnTo>
                    <a:pt x="5514934" y="2607198"/>
                  </a:lnTo>
                  <a:lnTo>
                    <a:pt x="5586557" y="2605680"/>
                  </a:lnTo>
                  <a:lnTo>
                    <a:pt x="5658179" y="2604159"/>
                  </a:lnTo>
                  <a:lnTo>
                    <a:pt x="5729802" y="2602635"/>
                  </a:lnTo>
                  <a:lnTo>
                    <a:pt x="5801424" y="2601109"/>
                  </a:lnTo>
                  <a:lnTo>
                    <a:pt x="5873047" y="2599580"/>
                  </a:lnTo>
                  <a:lnTo>
                    <a:pt x="5944669" y="2598049"/>
                  </a:lnTo>
                  <a:lnTo>
                    <a:pt x="6016292" y="2596515"/>
                  </a:lnTo>
                  <a:lnTo>
                    <a:pt x="6087914" y="2594978"/>
                  </a:lnTo>
                  <a:lnTo>
                    <a:pt x="6159537" y="2593439"/>
                  </a:lnTo>
                  <a:lnTo>
                    <a:pt x="6231159" y="2591896"/>
                  </a:lnTo>
                  <a:lnTo>
                    <a:pt x="6302782" y="2590352"/>
                  </a:lnTo>
                  <a:lnTo>
                    <a:pt x="6374404" y="2588804"/>
                  </a:lnTo>
                  <a:lnTo>
                    <a:pt x="6446027" y="2587254"/>
                  </a:lnTo>
                  <a:lnTo>
                    <a:pt x="6517649" y="2585701"/>
                  </a:lnTo>
                  <a:lnTo>
                    <a:pt x="6589272" y="2584146"/>
                  </a:lnTo>
                  <a:lnTo>
                    <a:pt x="6660894" y="2582588"/>
                  </a:lnTo>
                  <a:lnTo>
                    <a:pt x="6732517" y="2581027"/>
                  </a:lnTo>
                  <a:lnTo>
                    <a:pt x="6804139" y="2579463"/>
                  </a:lnTo>
                  <a:lnTo>
                    <a:pt x="6875762" y="2577897"/>
                  </a:lnTo>
                  <a:lnTo>
                    <a:pt x="6947385" y="2576328"/>
                  </a:lnTo>
                  <a:lnTo>
                    <a:pt x="7019007" y="2574756"/>
                  </a:lnTo>
                  <a:lnTo>
                    <a:pt x="7090630" y="2573182"/>
                  </a:lnTo>
                  <a:lnTo>
                    <a:pt x="7090630" y="3473938"/>
                  </a:lnTo>
                  <a:lnTo>
                    <a:pt x="7019007" y="3473096"/>
                  </a:lnTo>
                  <a:lnTo>
                    <a:pt x="6947385" y="3472182"/>
                  </a:lnTo>
                  <a:lnTo>
                    <a:pt x="6875762" y="3471190"/>
                  </a:lnTo>
                  <a:lnTo>
                    <a:pt x="6804139" y="3470113"/>
                  </a:lnTo>
                  <a:lnTo>
                    <a:pt x="6732517" y="3468943"/>
                  </a:lnTo>
                  <a:lnTo>
                    <a:pt x="6660894" y="3467673"/>
                  </a:lnTo>
                  <a:lnTo>
                    <a:pt x="6589272" y="3466293"/>
                  </a:lnTo>
                  <a:lnTo>
                    <a:pt x="6517649" y="3464796"/>
                  </a:lnTo>
                  <a:lnTo>
                    <a:pt x="6446027" y="3463170"/>
                  </a:lnTo>
                  <a:lnTo>
                    <a:pt x="6374404" y="3461404"/>
                  </a:lnTo>
                  <a:lnTo>
                    <a:pt x="6302782" y="3459487"/>
                  </a:lnTo>
                  <a:lnTo>
                    <a:pt x="6231159" y="3457405"/>
                  </a:lnTo>
                  <a:lnTo>
                    <a:pt x="6159537" y="3455145"/>
                  </a:lnTo>
                  <a:lnTo>
                    <a:pt x="6087914" y="3452691"/>
                  </a:lnTo>
                  <a:lnTo>
                    <a:pt x="6016292" y="3450026"/>
                  </a:lnTo>
                  <a:lnTo>
                    <a:pt x="5944669" y="3447133"/>
                  </a:lnTo>
                  <a:lnTo>
                    <a:pt x="5873047" y="3443991"/>
                  </a:lnTo>
                  <a:lnTo>
                    <a:pt x="5801424" y="3440580"/>
                  </a:lnTo>
                  <a:lnTo>
                    <a:pt x="5729802" y="3436876"/>
                  </a:lnTo>
                  <a:lnTo>
                    <a:pt x="5658179" y="3432854"/>
                  </a:lnTo>
                  <a:lnTo>
                    <a:pt x="5586557" y="3428487"/>
                  </a:lnTo>
                  <a:lnTo>
                    <a:pt x="5514934" y="3423746"/>
                  </a:lnTo>
                  <a:lnTo>
                    <a:pt x="5443311" y="3418597"/>
                  </a:lnTo>
                  <a:lnTo>
                    <a:pt x="5371689" y="3413007"/>
                  </a:lnTo>
                  <a:lnTo>
                    <a:pt x="5300066" y="3406937"/>
                  </a:lnTo>
                  <a:lnTo>
                    <a:pt x="5228444" y="3400347"/>
                  </a:lnTo>
                  <a:lnTo>
                    <a:pt x="5156821" y="3393191"/>
                  </a:lnTo>
                  <a:lnTo>
                    <a:pt x="5085199" y="3385420"/>
                  </a:lnTo>
                  <a:lnTo>
                    <a:pt x="5013576" y="3376983"/>
                  </a:lnTo>
                  <a:lnTo>
                    <a:pt x="4941954" y="3367822"/>
                  </a:lnTo>
                  <a:lnTo>
                    <a:pt x="4870331" y="3357875"/>
                  </a:lnTo>
                  <a:lnTo>
                    <a:pt x="4798709" y="3347075"/>
                  </a:lnTo>
                  <a:lnTo>
                    <a:pt x="4727086" y="3335348"/>
                  </a:lnTo>
                  <a:lnTo>
                    <a:pt x="4655464" y="3322614"/>
                  </a:lnTo>
                  <a:lnTo>
                    <a:pt x="4583841" y="3308788"/>
                  </a:lnTo>
                  <a:lnTo>
                    <a:pt x="4512219" y="3293776"/>
                  </a:lnTo>
                  <a:lnTo>
                    <a:pt x="4440596" y="3277475"/>
                  </a:lnTo>
                  <a:lnTo>
                    <a:pt x="4368974" y="3259776"/>
                  </a:lnTo>
                  <a:lnTo>
                    <a:pt x="4297351" y="3240558"/>
                  </a:lnTo>
                  <a:lnTo>
                    <a:pt x="4225729" y="3219691"/>
                  </a:lnTo>
                  <a:lnTo>
                    <a:pt x="4154106" y="3197033"/>
                  </a:lnTo>
                  <a:lnTo>
                    <a:pt x="4082483" y="3172431"/>
                  </a:lnTo>
                  <a:lnTo>
                    <a:pt x="4010861" y="3145719"/>
                  </a:lnTo>
                  <a:lnTo>
                    <a:pt x="3939238" y="3116714"/>
                  </a:lnTo>
                  <a:lnTo>
                    <a:pt x="3867616" y="3085220"/>
                  </a:lnTo>
                  <a:lnTo>
                    <a:pt x="3795993" y="3051025"/>
                  </a:lnTo>
                  <a:lnTo>
                    <a:pt x="3724371" y="3013894"/>
                  </a:lnTo>
                  <a:lnTo>
                    <a:pt x="3652748" y="2973578"/>
                  </a:lnTo>
                  <a:lnTo>
                    <a:pt x="3581126" y="2929803"/>
                  </a:lnTo>
                  <a:lnTo>
                    <a:pt x="3509503" y="2882271"/>
                  </a:lnTo>
                  <a:lnTo>
                    <a:pt x="3437881" y="2830661"/>
                  </a:lnTo>
                  <a:lnTo>
                    <a:pt x="3366258" y="2774622"/>
                  </a:lnTo>
                  <a:lnTo>
                    <a:pt x="3294636" y="2713775"/>
                  </a:lnTo>
                  <a:lnTo>
                    <a:pt x="3223013" y="2654421"/>
                  </a:lnTo>
                  <a:lnTo>
                    <a:pt x="3151391" y="2655855"/>
                  </a:lnTo>
                  <a:lnTo>
                    <a:pt x="3079768" y="2657286"/>
                  </a:lnTo>
                  <a:lnTo>
                    <a:pt x="3008146" y="2658715"/>
                  </a:lnTo>
                  <a:lnTo>
                    <a:pt x="2936523" y="2660142"/>
                  </a:lnTo>
                  <a:lnTo>
                    <a:pt x="2864901" y="2661566"/>
                  </a:lnTo>
                  <a:lnTo>
                    <a:pt x="2793278" y="2662987"/>
                  </a:lnTo>
                  <a:lnTo>
                    <a:pt x="2721655" y="2664406"/>
                  </a:lnTo>
                  <a:lnTo>
                    <a:pt x="2650033" y="2665823"/>
                  </a:lnTo>
                  <a:lnTo>
                    <a:pt x="2578410" y="2667237"/>
                  </a:lnTo>
                  <a:lnTo>
                    <a:pt x="2506788" y="2668649"/>
                  </a:lnTo>
                  <a:lnTo>
                    <a:pt x="2435165" y="2670059"/>
                  </a:lnTo>
                  <a:lnTo>
                    <a:pt x="2363543" y="2671466"/>
                  </a:lnTo>
                  <a:lnTo>
                    <a:pt x="2291920" y="2672870"/>
                  </a:lnTo>
                  <a:lnTo>
                    <a:pt x="2220298" y="2674272"/>
                  </a:lnTo>
                  <a:lnTo>
                    <a:pt x="2148675" y="2675672"/>
                  </a:lnTo>
                  <a:lnTo>
                    <a:pt x="2077053" y="2677069"/>
                  </a:lnTo>
                  <a:lnTo>
                    <a:pt x="2005430" y="2678464"/>
                  </a:lnTo>
                  <a:lnTo>
                    <a:pt x="1933808" y="2679856"/>
                  </a:lnTo>
                  <a:lnTo>
                    <a:pt x="1862185" y="2681246"/>
                  </a:lnTo>
                  <a:lnTo>
                    <a:pt x="1790563" y="2682634"/>
                  </a:lnTo>
                  <a:lnTo>
                    <a:pt x="1718940" y="2684019"/>
                  </a:lnTo>
                  <a:lnTo>
                    <a:pt x="1647318" y="2685402"/>
                  </a:lnTo>
                  <a:lnTo>
                    <a:pt x="1575695" y="2686782"/>
                  </a:lnTo>
                  <a:lnTo>
                    <a:pt x="1504073" y="2688160"/>
                  </a:lnTo>
                  <a:lnTo>
                    <a:pt x="1432450" y="2689536"/>
                  </a:lnTo>
                  <a:lnTo>
                    <a:pt x="1360827" y="2690909"/>
                  </a:lnTo>
                  <a:lnTo>
                    <a:pt x="1289205" y="2692280"/>
                  </a:lnTo>
                  <a:lnTo>
                    <a:pt x="1217582" y="2693649"/>
                  </a:lnTo>
                  <a:lnTo>
                    <a:pt x="1145960" y="2695015"/>
                  </a:lnTo>
                  <a:lnTo>
                    <a:pt x="1074337" y="2696379"/>
                  </a:lnTo>
                  <a:lnTo>
                    <a:pt x="1002715" y="2697740"/>
                  </a:lnTo>
                  <a:lnTo>
                    <a:pt x="931092" y="2699099"/>
                  </a:lnTo>
                  <a:lnTo>
                    <a:pt x="859470" y="2700456"/>
                  </a:lnTo>
                  <a:lnTo>
                    <a:pt x="787847" y="2701810"/>
                  </a:lnTo>
                  <a:lnTo>
                    <a:pt x="716225" y="2703162"/>
                  </a:lnTo>
                  <a:lnTo>
                    <a:pt x="644602" y="2704512"/>
                  </a:lnTo>
                  <a:lnTo>
                    <a:pt x="572980" y="2705859"/>
                  </a:lnTo>
                  <a:lnTo>
                    <a:pt x="501357" y="2707204"/>
                  </a:lnTo>
                  <a:lnTo>
                    <a:pt x="429735" y="2708547"/>
                  </a:lnTo>
                  <a:lnTo>
                    <a:pt x="358112" y="2709888"/>
                  </a:lnTo>
                  <a:lnTo>
                    <a:pt x="286490" y="2711226"/>
                  </a:lnTo>
                  <a:lnTo>
                    <a:pt x="214867" y="2712561"/>
                  </a:lnTo>
                  <a:lnTo>
                    <a:pt x="143245" y="2713895"/>
                  </a:lnTo>
                  <a:lnTo>
                    <a:pt x="71622" y="2715226"/>
                  </a:lnTo>
                  <a:lnTo>
                    <a:pt x="0" y="27165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54031" y="2073503"/>
              <a:ext cx="5108648" cy="2652984"/>
            </a:xfrm>
            <a:custGeom>
              <a:avLst/>
              <a:pathLst>
                <a:path w="5108648" h="2652984">
                  <a:moveTo>
                    <a:pt x="0" y="0"/>
                  </a:moveTo>
                  <a:lnTo>
                    <a:pt x="23448" y="95193"/>
                  </a:lnTo>
                  <a:lnTo>
                    <a:pt x="95071" y="362974"/>
                  </a:lnTo>
                  <a:lnTo>
                    <a:pt x="166694" y="609593"/>
                  </a:lnTo>
                  <a:lnTo>
                    <a:pt x="238316" y="836723"/>
                  </a:lnTo>
                  <a:lnTo>
                    <a:pt x="309939" y="1045905"/>
                  </a:lnTo>
                  <a:lnTo>
                    <a:pt x="381561" y="1238556"/>
                  </a:lnTo>
                  <a:lnTo>
                    <a:pt x="453184" y="1415982"/>
                  </a:lnTo>
                  <a:lnTo>
                    <a:pt x="524806" y="1579387"/>
                  </a:lnTo>
                  <a:lnTo>
                    <a:pt x="596429" y="1729880"/>
                  </a:lnTo>
                  <a:lnTo>
                    <a:pt x="668051" y="1868479"/>
                  </a:lnTo>
                  <a:lnTo>
                    <a:pt x="739674" y="1996126"/>
                  </a:lnTo>
                  <a:lnTo>
                    <a:pt x="811296" y="2113685"/>
                  </a:lnTo>
                  <a:lnTo>
                    <a:pt x="882919" y="2221955"/>
                  </a:lnTo>
                  <a:lnTo>
                    <a:pt x="954541" y="2321668"/>
                  </a:lnTo>
                  <a:lnTo>
                    <a:pt x="1026164" y="2413501"/>
                  </a:lnTo>
                  <a:lnTo>
                    <a:pt x="1097786" y="2498077"/>
                  </a:lnTo>
                  <a:lnTo>
                    <a:pt x="1169409" y="2575970"/>
                  </a:lnTo>
                  <a:lnTo>
                    <a:pt x="1241031" y="2647707"/>
                  </a:lnTo>
                  <a:lnTo>
                    <a:pt x="1312654" y="2652984"/>
                  </a:lnTo>
                  <a:lnTo>
                    <a:pt x="1384276" y="2651545"/>
                  </a:lnTo>
                  <a:lnTo>
                    <a:pt x="1455899" y="2650104"/>
                  </a:lnTo>
                  <a:lnTo>
                    <a:pt x="1527522" y="2648660"/>
                  </a:lnTo>
                  <a:lnTo>
                    <a:pt x="1599144" y="2647213"/>
                  </a:lnTo>
                  <a:lnTo>
                    <a:pt x="1670767" y="2645764"/>
                  </a:lnTo>
                  <a:lnTo>
                    <a:pt x="1742389" y="2644313"/>
                  </a:lnTo>
                  <a:lnTo>
                    <a:pt x="1814012" y="2642859"/>
                  </a:lnTo>
                  <a:lnTo>
                    <a:pt x="1885634" y="2641402"/>
                  </a:lnTo>
                  <a:lnTo>
                    <a:pt x="1957257" y="2639943"/>
                  </a:lnTo>
                  <a:lnTo>
                    <a:pt x="2028879" y="2638482"/>
                  </a:lnTo>
                  <a:lnTo>
                    <a:pt x="2100502" y="2637018"/>
                  </a:lnTo>
                  <a:lnTo>
                    <a:pt x="2172124" y="2635551"/>
                  </a:lnTo>
                  <a:lnTo>
                    <a:pt x="2243747" y="2634082"/>
                  </a:lnTo>
                  <a:lnTo>
                    <a:pt x="2315369" y="2632610"/>
                  </a:lnTo>
                  <a:lnTo>
                    <a:pt x="2386992" y="2631136"/>
                  </a:lnTo>
                  <a:lnTo>
                    <a:pt x="2458614" y="2629659"/>
                  </a:lnTo>
                  <a:lnTo>
                    <a:pt x="2530237" y="2628180"/>
                  </a:lnTo>
                  <a:lnTo>
                    <a:pt x="2601859" y="2626698"/>
                  </a:lnTo>
                  <a:lnTo>
                    <a:pt x="2673482" y="2625214"/>
                  </a:lnTo>
                  <a:lnTo>
                    <a:pt x="2745104" y="2623726"/>
                  </a:lnTo>
                  <a:lnTo>
                    <a:pt x="2816727" y="2622237"/>
                  </a:lnTo>
                  <a:lnTo>
                    <a:pt x="2888350" y="2620745"/>
                  </a:lnTo>
                  <a:lnTo>
                    <a:pt x="2959972" y="2619250"/>
                  </a:lnTo>
                  <a:lnTo>
                    <a:pt x="3031595" y="2617752"/>
                  </a:lnTo>
                  <a:lnTo>
                    <a:pt x="3103217" y="2616252"/>
                  </a:lnTo>
                  <a:lnTo>
                    <a:pt x="3174840" y="2614750"/>
                  </a:lnTo>
                  <a:lnTo>
                    <a:pt x="3246462" y="2613245"/>
                  </a:lnTo>
                  <a:lnTo>
                    <a:pt x="3318085" y="2611737"/>
                  </a:lnTo>
                  <a:lnTo>
                    <a:pt x="3389707" y="2610227"/>
                  </a:lnTo>
                  <a:lnTo>
                    <a:pt x="3461330" y="2608714"/>
                  </a:lnTo>
                  <a:lnTo>
                    <a:pt x="3532952" y="2607198"/>
                  </a:lnTo>
                  <a:lnTo>
                    <a:pt x="3604575" y="2605680"/>
                  </a:lnTo>
                  <a:lnTo>
                    <a:pt x="3676197" y="2604159"/>
                  </a:lnTo>
                  <a:lnTo>
                    <a:pt x="3747820" y="2602635"/>
                  </a:lnTo>
                  <a:lnTo>
                    <a:pt x="3819442" y="2601109"/>
                  </a:lnTo>
                  <a:lnTo>
                    <a:pt x="3891065" y="2599580"/>
                  </a:lnTo>
                  <a:lnTo>
                    <a:pt x="3962687" y="2598049"/>
                  </a:lnTo>
                  <a:lnTo>
                    <a:pt x="4034310" y="2596515"/>
                  </a:lnTo>
                  <a:lnTo>
                    <a:pt x="4105932" y="2594978"/>
                  </a:lnTo>
                  <a:lnTo>
                    <a:pt x="4177555" y="2593439"/>
                  </a:lnTo>
                  <a:lnTo>
                    <a:pt x="4249178" y="2591896"/>
                  </a:lnTo>
                  <a:lnTo>
                    <a:pt x="4320800" y="2590352"/>
                  </a:lnTo>
                  <a:lnTo>
                    <a:pt x="4392423" y="2588804"/>
                  </a:lnTo>
                  <a:lnTo>
                    <a:pt x="4464045" y="2587254"/>
                  </a:lnTo>
                  <a:lnTo>
                    <a:pt x="4535668" y="2585701"/>
                  </a:lnTo>
                  <a:lnTo>
                    <a:pt x="4607290" y="2584146"/>
                  </a:lnTo>
                  <a:lnTo>
                    <a:pt x="4678913" y="2582588"/>
                  </a:lnTo>
                  <a:lnTo>
                    <a:pt x="4750535" y="2581027"/>
                  </a:lnTo>
                  <a:lnTo>
                    <a:pt x="4822158" y="2579463"/>
                  </a:lnTo>
                  <a:lnTo>
                    <a:pt x="4893780" y="2577897"/>
                  </a:lnTo>
                  <a:lnTo>
                    <a:pt x="4965403" y="2576328"/>
                  </a:lnTo>
                  <a:lnTo>
                    <a:pt x="5037025" y="2574756"/>
                  </a:lnTo>
                  <a:lnTo>
                    <a:pt x="5108648" y="2573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24"/>
              <a:ext cx="7090630" cy="819517"/>
            </a:xfrm>
            <a:custGeom>
              <a:avLst/>
              <a:pathLst>
                <a:path w="7090630" h="819517">
                  <a:moveTo>
                    <a:pt x="7090630" y="819517"/>
                  </a:moveTo>
                  <a:lnTo>
                    <a:pt x="7019007" y="818675"/>
                  </a:lnTo>
                  <a:lnTo>
                    <a:pt x="6947385" y="817761"/>
                  </a:lnTo>
                  <a:lnTo>
                    <a:pt x="6875762" y="816769"/>
                  </a:lnTo>
                  <a:lnTo>
                    <a:pt x="6804139" y="815692"/>
                  </a:lnTo>
                  <a:lnTo>
                    <a:pt x="6732517" y="814522"/>
                  </a:lnTo>
                  <a:lnTo>
                    <a:pt x="6660894" y="813252"/>
                  </a:lnTo>
                  <a:lnTo>
                    <a:pt x="6589272" y="811872"/>
                  </a:lnTo>
                  <a:lnTo>
                    <a:pt x="6517649" y="810375"/>
                  </a:lnTo>
                  <a:lnTo>
                    <a:pt x="6446027" y="808749"/>
                  </a:lnTo>
                  <a:lnTo>
                    <a:pt x="6374404" y="806983"/>
                  </a:lnTo>
                  <a:lnTo>
                    <a:pt x="6302782" y="805066"/>
                  </a:lnTo>
                  <a:lnTo>
                    <a:pt x="6231159" y="802984"/>
                  </a:lnTo>
                  <a:lnTo>
                    <a:pt x="6159537" y="800724"/>
                  </a:lnTo>
                  <a:lnTo>
                    <a:pt x="6087914" y="798270"/>
                  </a:lnTo>
                  <a:lnTo>
                    <a:pt x="6016292" y="795605"/>
                  </a:lnTo>
                  <a:lnTo>
                    <a:pt x="5944669" y="792712"/>
                  </a:lnTo>
                  <a:lnTo>
                    <a:pt x="5873047" y="789570"/>
                  </a:lnTo>
                  <a:lnTo>
                    <a:pt x="5801424" y="786159"/>
                  </a:lnTo>
                  <a:lnTo>
                    <a:pt x="5729802" y="782455"/>
                  </a:lnTo>
                  <a:lnTo>
                    <a:pt x="5658179" y="778433"/>
                  </a:lnTo>
                  <a:lnTo>
                    <a:pt x="5586557" y="774066"/>
                  </a:lnTo>
                  <a:lnTo>
                    <a:pt x="5514934" y="769325"/>
                  </a:lnTo>
                  <a:lnTo>
                    <a:pt x="5443311" y="764176"/>
                  </a:lnTo>
                  <a:lnTo>
                    <a:pt x="5371689" y="758586"/>
                  </a:lnTo>
                  <a:lnTo>
                    <a:pt x="5300066" y="752516"/>
                  </a:lnTo>
                  <a:lnTo>
                    <a:pt x="5228444" y="745926"/>
                  </a:lnTo>
                  <a:lnTo>
                    <a:pt x="5156821" y="738769"/>
                  </a:lnTo>
                  <a:lnTo>
                    <a:pt x="5085199" y="730999"/>
                  </a:lnTo>
                  <a:lnTo>
                    <a:pt x="5013576" y="722562"/>
                  </a:lnTo>
                  <a:lnTo>
                    <a:pt x="4941954" y="713401"/>
                  </a:lnTo>
                  <a:lnTo>
                    <a:pt x="4870331" y="703454"/>
                  </a:lnTo>
                  <a:lnTo>
                    <a:pt x="4798709" y="692654"/>
                  </a:lnTo>
                  <a:lnTo>
                    <a:pt x="4727086" y="680927"/>
                  </a:lnTo>
                  <a:lnTo>
                    <a:pt x="4655464" y="668193"/>
                  </a:lnTo>
                  <a:lnTo>
                    <a:pt x="4583841" y="654367"/>
                  </a:lnTo>
                  <a:lnTo>
                    <a:pt x="4512219" y="639355"/>
                  </a:lnTo>
                  <a:lnTo>
                    <a:pt x="4440596" y="623054"/>
                  </a:lnTo>
                  <a:lnTo>
                    <a:pt x="4368974" y="605355"/>
                  </a:lnTo>
                  <a:lnTo>
                    <a:pt x="4297351" y="586137"/>
                  </a:lnTo>
                  <a:lnTo>
                    <a:pt x="4225729" y="565270"/>
                  </a:lnTo>
                  <a:lnTo>
                    <a:pt x="4154106" y="542612"/>
                  </a:lnTo>
                  <a:lnTo>
                    <a:pt x="4082483" y="518010"/>
                  </a:lnTo>
                  <a:lnTo>
                    <a:pt x="4010861" y="491298"/>
                  </a:lnTo>
                  <a:lnTo>
                    <a:pt x="3939238" y="462293"/>
                  </a:lnTo>
                  <a:lnTo>
                    <a:pt x="3867616" y="430799"/>
                  </a:lnTo>
                  <a:lnTo>
                    <a:pt x="3795993" y="396603"/>
                  </a:lnTo>
                  <a:lnTo>
                    <a:pt x="3724371" y="359473"/>
                  </a:lnTo>
                  <a:lnTo>
                    <a:pt x="3652748" y="319157"/>
                  </a:lnTo>
                  <a:lnTo>
                    <a:pt x="3581126" y="275382"/>
                  </a:lnTo>
                  <a:lnTo>
                    <a:pt x="3509503" y="227850"/>
                  </a:lnTo>
                  <a:lnTo>
                    <a:pt x="3437881" y="176240"/>
                  </a:lnTo>
                  <a:lnTo>
                    <a:pt x="3366258" y="120201"/>
                  </a:lnTo>
                  <a:lnTo>
                    <a:pt x="3294636" y="59354"/>
                  </a:lnTo>
                  <a:lnTo>
                    <a:pt x="3223013" y="0"/>
                  </a:lnTo>
                  <a:lnTo>
                    <a:pt x="3151391" y="1433"/>
                  </a:lnTo>
                  <a:lnTo>
                    <a:pt x="3079768" y="2865"/>
                  </a:lnTo>
                  <a:lnTo>
                    <a:pt x="3008146" y="4294"/>
                  </a:lnTo>
                  <a:lnTo>
                    <a:pt x="2936523" y="5721"/>
                  </a:lnTo>
                  <a:lnTo>
                    <a:pt x="2864901" y="7145"/>
                  </a:lnTo>
                  <a:lnTo>
                    <a:pt x="2793278" y="8566"/>
                  </a:lnTo>
                  <a:lnTo>
                    <a:pt x="2721655" y="9985"/>
                  </a:lnTo>
                  <a:lnTo>
                    <a:pt x="2650033" y="11402"/>
                  </a:lnTo>
                  <a:lnTo>
                    <a:pt x="2578410" y="12816"/>
                  </a:lnTo>
                  <a:lnTo>
                    <a:pt x="2506788" y="14228"/>
                  </a:lnTo>
                  <a:lnTo>
                    <a:pt x="2435165" y="15638"/>
                  </a:lnTo>
                  <a:lnTo>
                    <a:pt x="2363543" y="17045"/>
                  </a:lnTo>
                  <a:lnTo>
                    <a:pt x="2291920" y="18449"/>
                  </a:lnTo>
                  <a:lnTo>
                    <a:pt x="2220298" y="19851"/>
                  </a:lnTo>
                  <a:lnTo>
                    <a:pt x="2148675" y="21251"/>
                  </a:lnTo>
                  <a:lnTo>
                    <a:pt x="2077053" y="22648"/>
                  </a:lnTo>
                  <a:lnTo>
                    <a:pt x="2005430" y="24043"/>
                  </a:lnTo>
                  <a:lnTo>
                    <a:pt x="1933808" y="25435"/>
                  </a:lnTo>
                  <a:lnTo>
                    <a:pt x="1862185" y="26825"/>
                  </a:lnTo>
                  <a:lnTo>
                    <a:pt x="1790563" y="28213"/>
                  </a:lnTo>
                  <a:lnTo>
                    <a:pt x="1718940" y="29598"/>
                  </a:lnTo>
                  <a:lnTo>
                    <a:pt x="1647318" y="30981"/>
                  </a:lnTo>
                  <a:lnTo>
                    <a:pt x="1575695" y="32361"/>
                  </a:lnTo>
                  <a:lnTo>
                    <a:pt x="1504073" y="33739"/>
                  </a:lnTo>
                  <a:lnTo>
                    <a:pt x="1432450" y="35115"/>
                  </a:lnTo>
                  <a:lnTo>
                    <a:pt x="1360827" y="36488"/>
                  </a:lnTo>
                  <a:lnTo>
                    <a:pt x="1289205" y="37859"/>
                  </a:lnTo>
                  <a:lnTo>
                    <a:pt x="1217582" y="39228"/>
                  </a:lnTo>
                  <a:lnTo>
                    <a:pt x="1145960" y="40594"/>
                  </a:lnTo>
                  <a:lnTo>
                    <a:pt x="1074337" y="41958"/>
                  </a:lnTo>
                  <a:lnTo>
                    <a:pt x="1002715" y="43319"/>
                  </a:lnTo>
                  <a:lnTo>
                    <a:pt x="931092" y="44678"/>
                  </a:lnTo>
                  <a:lnTo>
                    <a:pt x="859470" y="46035"/>
                  </a:lnTo>
                  <a:lnTo>
                    <a:pt x="787847" y="47389"/>
                  </a:lnTo>
                  <a:lnTo>
                    <a:pt x="716225" y="48741"/>
                  </a:lnTo>
                  <a:lnTo>
                    <a:pt x="644602" y="50091"/>
                  </a:lnTo>
                  <a:lnTo>
                    <a:pt x="572980" y="51438"/>
                  </a:lnTo>
                  <a:lnTo>
                    <a:pt x="501357" y="52783"/>
                  </a:lnTo>
                  <a:lnTo>
                    <a:pt x="429735" y="54126"/>
                  </a:lnTo>
                  <a:lnTo>
                    <a:pt x="358112" y="55466"/>
                  </a:lnTo>
                  <a:lnTo>
                    <a:pt x="286490" y="56805"/>
                  </a:lnTo>
                  <a:lnTo>
                    <a:pt x="214867" y="58140"/>
                  </a:lnTo>
                  <a:lnTo>
                    <a:pt x="143245" y="59474"/>
                  </a:lnTo>
                  <a:lnTo>
                    <a:pt x="71622" y="60805"/>
                  </a:lnTo>
                  <a:lnTo>
                    <a:pt x="0" y="62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51557" y="2073503"/>
              <a:ext cx="6411122" cy="3389241"/>
            </a:xfrm>
            <a:custGeom>
              <a:avLst/>
              <a:pathLst>
                <a:path w="6411122" h="3389241">
                  <a:moveTo>
                    <a:pt x="0" y="0"/>
                  </a:moveTo>
                  <a:lnTo>
                    <a:pt x="36717" y="71919"/>
                  </a:lnTo>
                  <a:lnTo>
                    <a:pt x="108339" y="206669"/>
                  </a:lnTo>
                  <a:lnTo>
                    <a:pt x="179962" y="336097"/>
                  </a:lnTo>
                  <a:lnTo>
                    <a:pt x="251584" y="460413"/>
                  </a:lnTo>
                  <a:lnTo>
                    <a:pt x="323207" y="579819"/>
                  </a:lnTo>
                  <a:lnTo>
                    <a:pt x="394829" y="694509"/>
                  </a:lnTo>
                  <a:lnTo>
                    <a:pt x="466452" y="804670"/>
                  </a:lnTo>
                  <a:lnTo>
                    <a:pt x="538074" y="910480"/>
                  </a:lnTo>
                  <a:lnTo>
                    <a:pt x="609697" y="1012111"/>
                  </a:lnTo>
                  <a:lnTo>
                    <a:pt x="681319" y="1109728"/>
                  </a:lnTo>
                  <a:lnTo>
                    <a:pt x="752942" y="1203489"/>
                  </a:lnTo>
                  <a:lnTo>
                    <a:pt x="824564" y="1293548"/>
                  </a:lnTo>
                  <a:lnTo>
                    <a:pt x="896187" y="1380049"/>
                  </a:lnTo>
                  <a:lnTo>
                    <a:pt x="967810" y="1463135"/>
                  </a:lnTo>
                  <a:lnTo>
                    <a:pt x="1039432" y="1542938"/>
                  </a:lnTo>
                  <a:lnTo>
                    <a:pt x="1111055" y="1619590"/>
                  </a:lnTo>
                  <a:lnTo>
                    <a:pt x="1182677" y="1693215"/>
                  </a:lnTo>
                  <a:lnTo>
                    <a:pt x="1254300" y="1763932"/>
                  </a:lnTo>
                  <a:lnTo>
                    <a:pt x="1325922" y="1831856"/>
                  </a:lnTo>
                  <a:lnTo>
                    <a:pt x="1397545" y="1897097"/>
                  </a:lnTo>
                  <a:lnTo>
                    <a:pt x="1469167" y="1959761"/>
                  </a:lnTo>
                  <a:lnTo>
                    <a:pt x="1540790" y="2019951"/>
                  </a:lnTo>
                  <a:lnTo>
                    <a:pt x="1612412" y="2077763"/>
                  </a:lnTo>
                  <a:lnTo>
                    <a:pt x="1684035" y="2133293"/>
                  </a:lnTo>
                  <a:lnTo>
                    <a:pt x="1755657" y="2186629"/>
                  </a:lnTo>
                  <a:lnTo>
                    <a:pt x="1827280" y="2237858"/>
                  </a:lnTo>
                  <a:lnTo>
                    <a:pt x="1898902" y="2287064"/>
                  </a:lnTo>
                  <a:lnTo>
                    <a:pt x="1970525" y="2334327"/>
                  </a:lnTo>
                  <a:lnTo>
                    <a:pt x="2042147" y="2379723"/>
                  </a:lnTo>
                  <a:lnTo>
                    <a:pt x="2113770" y="2423327"/>
                  </a:lnTo>
                  <a:lnTo>
                    <a:pt x="2185392" y="2465208"/>
                  </a:lnTo>
                  <a:lnTo>
                    <a:pt x="2257015" y="2505435"/>
                  </a:lnTo>
                  <a:lnTo>
                    <a:pt x="2328638" y="2544073"/>
                  </a:lnTo>
                  <a:lnTo>
                    <a:pt x="2400260" y="2581185"/>
                  </a:lnTo>
                  <a:lnTo>
                    <a:pt x="2471883" y="2616832"/>
                  </a:lnTo>
                  <a:lnTo>
                    <a:pt x="2543505" y="2651071"/>
                  </a:lnTo>
                  <a:lnTo>
                    <a:pt x="2615128" y="2683957"/>
                  </a:lnTo>
                  <a:lnTo>
                    <a:pt x="2686750" y="2715545"/>
                  </a:lnTo>
                  <a:lnTo>
                    <a:pt x="2758373" y="2745885"/>
                  </a:lnTo>
                  <a:lnTo>
                    <a:pt x="2829995" y="2775026"/>
                  </a:lnTo>
                  <a:lnTo>
                    <a:pt x="2901618" y="2803017"/>
                  </a:lnTo>
                  <a:lnTo>
                    <a:pt x="2973240" y="2829903"/>
                  </a:lnTo>
                  <a:lnTo>
                    <a:pt x="3044863" y="2855726"/>
                  </a:lnTo>
                  <a:lnTo>
                    <a:pt x="3116485" y="2880530"/>
                  </a:lnTo>
                  <a:lnTo>
                    <a:pt x="3188108" y="2904354"/>
                  </a:lnTo>
                  <a:lnTo>
                    <a:pt x="3259730" y="2927237"/>
                  </a:lnTo>
                  <a:lnTo>
                    <a:pt x="3331353" y="2949216"/>
                  </a:lnTo>
                  <a:lnTo>
                    <a:pt x="3402975" y="2970327"/>
                  </a:lnTo>
                  <a:lnTo>
                    <a:pt x="3474598" y="2990605"/>
                  </a:lnTo>
                  <a:lnTo>
                    <a:pt x="3546220" y="3010081"/>
                  </a:lnTo>
                  <a:lnTo>
                    <a:pt x="3617843" y="3028789"/>
                  </a:lnTo>
                  <a:lnTo>
                    <a:pt x="3689466" y="3046757"/>
                  </a:lnTo>
                  <a:lnTo>
                    <a:pt x="3761088" y="3064016"/>
                  </a:lnTo>
                  <a:lnTo>
                    <a:pt x="3832711" y="3080593"/>
                  </a:lnTo>
                  <a:lnTo>
                    <a:pt x="3904333" y="3096516"/>
                  </a:lnTo>
                  <a:lnTo>
                    <a:pt x="3975956" y="3111809"/>
                  </a:lnTo>
                  <a:lnTo>
                    <a:pt x="4047578" y="3126499"/>
                  </a:lnTo>
                  <a:lnTo>
                    <a:pt x="4119201" y="3140608"/>
                  </a:lnTo>
                  <a:lnTo>
                    <a:pt x="4190823" y="3154161"/>
                  </a:lnTo>
                  <a:lnTo>
                    <a:pt x="4262446" y="3167177"/>
                  </a:lnTo>
                  <a:lnTo>
                    <a:pt x="4334068" y="3179680"/>
                  </a:lnTo>
                  <a:lnTo>
                    <a:pt x="4405691" y="3191689"/>
                  </a:lnTo>
                  <a:lnTo>
                    <a:pt x="4477313" y="3203224"/>
                  </a:lnTo>
                  <a:lnTo>
                    <a:pt x="4548936" y="3214303"/>
                  </a:lnTo>
                  <a:lnTo>
                    <a:pt x="4620558" y="3224945"/>
                  </a:lnTo>
                  <a:lnTo>
                    <a:pt x="4692181" y="3235166"/>
                  </a:lnTo>
                  <a:lnTo>
                    <a:pt x="4763803" y="3244984"/>
                  </a:lnTo>
                  <a:lnTo>
                    <a:pt x="4835426" y="3254414"/>
                  </a:lnTo>
                  <a:lnTo>
                    <a:pt x="4907048" y="3263471"/>
                  </a:lnTo>
                  <a:lnTo>
                    <a:pt x="4978671" y="3272171"/>
                  </a:lnTo>
                  <a:lnTo>
                    <a:pt x="5050294" y="3280527"/>
                  </a:lnTo>
                  <a:lnTo>
                    <a:pt x="5121916" y="3288553"/>
                  </a:lnTo>
                  <a:lnTo>
                    <a:pt x="5193539" y="3296262"/>
                  </a:lnTo>
                  <a:lnTo>
                    <a:pt x="5265161" y="3303667"/>
                  </a:lnTo>
                  <a:lnTo>
                    <a:pt x="5336784" y="3310779"/>
                  </a:lnTo>
                  <a:lnTo>
                    <a:pt x="5408406" y="3317611"/>
                  </a:lnTo>
                  <a:lnTo>
                    <a:pt x="5480029" y="3324172"/>
                  </a:lnTo>
                  <a:lnTo>
                    <a:pt x="5551651" y="3330474"/>
                  </a:lnTo>
                  <a:lnTo>
                    <a:pt x="5623274" y="3336528"/>
                  </a:lnTo>
                  <a:lnTo>
                    <a:pt x="5694896" y="3342342"/>
                  </a:lnTo>
                  <a:lnTo>
                    <a:pt x="5766519" y="3347927"/>
                  </a:lnTo>
                  <a:lnTo>
                    <a:pt x="5838141" y="3353291"/>
                  </a:lnTo>
                  <a:lnTo>
                    <a:pt x="5909764" y="3358444"/>
                  </a:lnTo>
                  <a:lnTo>
                    <a:pt x="5981386" y="3363392"/>
                  </a:lnTo>
                  <a:lnTo>
                    <a:pt x="6053009" y="3368146"/>
                  </a:lnTo>
                  <a:lnTo>
                    <a:pt x="6124631" y="3372711"/>
                  </a:lnTo>
                  <a:lnTo>
                    <a:pt x="6196254" y="3377097"/>
                  </a:lnTo>
                  <a:lnTo>
                    <a:pt x="6267876" y="3381309"/>
                  </a:lnTo>
                  <a:lnTo>
                    <a:pt x="6339499" y="3385355"/>
                  </a:lnTo>
                  <a:lnTo>
                    <a:pt x="6411122" y="33892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1.60 (0.98-2.62), p_Bonf = 0.361 (n = 6)  |  per IQR decline (Δ = 22.9 %): 2.95 (0.95-9.15)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2026-07-29T17:42:41Z</dcterms:modified>
  <cp:category/>
</cp:coreProperties>
</file>