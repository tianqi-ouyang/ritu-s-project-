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2291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22.9 %): NA (NA-NA)  |  IQR: [-19.2, 3.7]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43093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2026-08-06T10:35:07Z</dcterms:modified>
  <cp:category/>
</cp:coreProperties>
</file>