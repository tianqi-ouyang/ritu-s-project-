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22916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NA (NA-NA), p_Bonf = NA (n = 6)  |  per IQR decline (Δ = 23.5 %): NA (NA-NA)  |  IQR: [-19.6, 3.9]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43093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2026-10-09T11:58:02Z</dcterms:modified>
  <cp:category/>
</cp:coreProperties>
</file>