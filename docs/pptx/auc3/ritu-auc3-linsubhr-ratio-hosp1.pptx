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03876"/>
            </a:xfrm>
            <a:custGeom>
              <a:avLst/>
              <a:pathLst>
                <a:path w="7090630" h="3403876">
                  <a:moveTo>
                    <a:pt x="488871" y="0"/>
                  </a:moveTo>
                  <a:lnTo>
                    <a:pt x="501357" y="25208"/>
                  </a:lnTo>
                  <a:lnTo>
                    <a:pt x="572980" y="164003"/>
                  </a:lnTo>
                  <a:lnTo>
                    <a:pt x="644602" y="297229"/>
                  </a:lnTo>
                  <a:lnTo>
                    <a:pt x="716225" y="425107"/>
                  </a:lnTo>
                  <a:lnTo>
                    <a:pt x="787847" y="547854"/>
                  </a:lnTo>
                  <a:lnTo>
                    <a:pt x="859470" y="665675"/>
                  </a:lnTo>
                  <a:lnTo>
                    <a:pt x="931092" y="778768"/>
                  </a:lnTo>
                  <a:lnTo>
                    <a:pt x="1002715" y="887322"/>
                  </a:lnTo>
                  <a:lnTo>
                    <a:pt x="1074337" y="991520"/>
                  </a:lnTo>
                  <a:lnTo>
                    <a:pt x="1145960" y="1091536"/>
                  </a:lnTo>
                  <a:lnTo>
                    <a:pt x="1217582" y="1187538"/>
                  </a:lnTo>
                  <a:lnTo>
                    <a:pt x="1289205" y="1279688"/>
                  </a:lnTo>
                  <a:lnTo>
                    <a:pt x="1360827" y="1368140"/>
                  </a:lnTo>
                  <a:lnTo>
                    <a:pt x="1432450" y="1453041"/>
                  </a:lnTo>
                  <a:lnTo>
                    <a:pt x="1504073" y="1534536"/>
                  </a:lnTo>
                  <a:lnTo>
                    <a:pt x="1575695" y="1612760"/>
                  </a:lnTo>
                  <a:lnTo>
                    <a:pt x="1647318" y="1687845"/>
                  </a:lnTo>
                  <a:lnTo>
                    <a:pt x="1718940" y="1759917"/>
                  </a:lnTo>
                  <a:lnTo>
                    <a:pt x="1790563" y="1829097"/>
                  </a:lnTo>
                  <a:lnTo>
                    <a:pt x="1862185" y="1895500"/>
                  </a:lnTo>
                  <a:lnTo>
                    <a:pt x="1933808" y="1959238"/>
                  </a:lnTo>
                  <a:lnTo>
                    <a:pt x="2005430" y="2020418"/>
                  </a:lnTo>
                  <a:lnTo>
                    <a:pt x="2077053" y="2079144"/>
                  </a:lnTo>
                  <a:lnTo>
                    <a:pt x="2148675" y="2135512"/>
                  </a:lnTo>
                  <a:lnTo>
                    <a:pt x="2220298" y="2189618"/>
                  </a:lnTo>
                  <a:lnTo>
                    <a:pt x="2291920" y="2241553"/>
                  </a:lnTo>
                  <a:lnTo>
                    <a:pt x="2363543" y="2291404"/>
                  </a:lnTo>
                  <a:lnTo>
                    <a:pt x="2435165" y="2339254"/>
                  </a:lnTo>
                  <a:lnTo>
                    <a:pt x="2506788" y="2385184"/>
                  </a:lnTo>
                  <a:lnTo>
                    <a:pt x="2578410" y="2429271"/>
                  </a:lnTo>
                  <a:lnTo>
                    <a:pt x="2650033" y="2471588"/>
                  </a:lnTo>
                  <a:lnTo>
                    <a:pt x="2721655" y="2512207"/>
                  </a:lnTo>
                  <a:lnTo>
                    <a:pt x="2793278" y="2551196"/>
                  </a:lnTo>
                  <a:lnTo>
                    <a:pt x="2864901" y="2588621"/>
                  </a:lnTo>
                  <a:lnTo>
                    <a:pt x="2936523" y="2624543"/>
                  </a:lnTo>
                  <a:lnTo>
                    <a:pt x="3008146" y="2648957"/>
                  </a:lnTo>
                  <a:lnTo>
                    <a:pt x="3079768" y="2609894"/>
                  </a:lnTo>
                  <a:lnTo>
                    <a:pt x="3151391" y="2569004"/>
                  </a:lnTo>
                  <a:lnTo>
                    <a:pt x="3223013" y="2526200"/>
                  </a:lnTo>
                  <a:lnTo>
                    <a:pt x="3294636" y="2481394"/>
                  </a:lnTo>
                  <a:lnTo>
                    <a:pt x="3366258" y="2434490"/>
                  </a:lnTo>
                  <a:lnTo>
                    <a:pt x="3437881" y="2385392"/>
                  </a:lnTo>
                  <a:lnTo>
                    <a:pt x="3509503" y="2333997"/>
                  </a:lnTo>
                  <a:lnTo>
                    <a:pt x="3581126" y="2280197"/>
                  </a:lnTo>
                  <a:lnTo>
                    <a:pt x="3652748" y="2223879"/>
                  </a:lnTo>
                  <a:lnTo>
                    <a:pt x="3724371" y="2164925"/>
                  </a:lnTo>
                  <a:lnTo>
                    <a:pt x="3795993" y="2103213"/>
                  </a:lnTo>
                  <a:lnTo>
                    <a:pt x="3867616" y="2038614"/>
                  </a:lnTo>
                  <a:lnTo>
                    <a:pt x="3939238" y="1970992"/>
                  </a:lnTo>
                  <a:lnTo>
                    <a:pt x="4010861" y="1900205"/>
                  </a:lnTo>
                  <a:lnTo>
                    <a:pt x="4082483" y="1826106"/>
                  </a:lnTo>
                  <a:lnTo>
                    <a:pt x="4154106" y="1748540"/>
                  </a:lnTo>
                  <a:lnTo>
                    <a:pt x="4225729" y="1667344"/>
                  </a:lnTo>
                  <a:lnTo>
                    <a:pt x="4297351" y="1582349"/>
                  </a:lnTo>
                  <a:lnTo>
                    <a:pt x="4368974" y="1493376"/>
                  </a:lnTo>
                  <a:lnTo>
                    <a:pt x="4440596" y="1400240"/>
                  </a:lnTo>
                  <a:lnTo>
                    <a:pt x="4512219" y="1302746"/>
                  </a:lnTo>
                  <a:lnTo>
                    <a:pt x="4583841" y="1200690"/>
                  </a:lnTo>
                  <a:lnTo>
                    <a:pt x="4655464" y="1093859"/>
                  </a:lnTo>
                  <a:lnTo>
                    <a:pt x="4727086" y="982028"/>
                  </a:lnTo>
                  <a:lnTo>
                    <a:pt x="4798709" y="864965"/>
                  </a:lnTo>
                  <a:lnTo>
                    <a:pt x="4870331" y="742424"/>
                  </a:lnTo>
                  <a:lnTo>
                    <a:pt x="4941954" y="614149"/>
                  </a:lnTo>
                  <a:lnTo>
                    <a:pt x="5013576" y="479871"/>
                  </a:lnTo>
                  <a:lnTo>
                    <a:pt x="5085199" y="339310"/>
                  </a:lnTo>
                  <a:lnTo>
                    <a:pt x="5156821" y="192172"/>
                  </a:lnTo>
                  <a:lnTo>
                    <a:pt x="5228444" y="38149"/>
                  </a:lnTo>
                  <a:lnTo>
                    <a:pt x="5245391" y="0"/>
                  </a:lnTo>
                  <a:lnTo>
                    <a:pt x="7090630" y="0"/>
                  </a:lnTo>
                  <a:lnTo>
                    <a:pt x="7090630" y="3403876"/>
                  </a:lnTo>
                  <a:lnTo>
                    <a:pt x="7019007" y="3400537"/>
                  </a:lnTo>
                  <a:lnTo>
                    <a:pt x="6947385" y="3397058"/>
                  </a:lnTo>
                  <a:lnTo>
                    <a:pt x="6875762" y="3393434"/>
                  </a:lnTo>
                  <a:lnTo>
                    <a:pt x="6804139" y="3389658"/>
                  </a:lnTo>
                  <a:lnTo>
                    <a:pt x="6732517" y="3385724"/>
                  </a:lnTo>
                  <a:lnTo>
                    <a:pt x="6660894" y="3381626"/>
                  </a:lnTo>
                  <a:lnTo>
                    <a:pt x="6589272" y="3377356"/>
                  </a:lnTo>
                  <a:lnTo>
                    <a:pt x="6517649" y="3372908"/>
                  </a:lnTo>
                  <a:lnTo>
                    <a:pt x="6446027" y="3368274"/>
                  </a:lnTo>
                  <a:lnTo>
                    <a:pt x="6374404" y="3363447"/>
                  </a:lnTo>
                  <a:lnTo>
                    <a:pt x="6302782" y="3358417"/>
                  </a:lnTo>
                  <a:lnTo>
                    <a:pt x="6231159" y="3353177"/>
                  </a:lnTo>
                  <a:lnTo>
                    <a:pt x="6159537" y="3347718"/>
                  </a:lnTo>
                  <a:lnTo>
                    <a:pt x="6087914" y="3342031"/>
                  </a:lnTo>
                  <a:lnTo>
                    <a:pt x="6016292" y="3336106"/>
                  </a:lnTo>
                  <a:lnTo>
                    <a:pt x="5944669" y="3329933"/>
                  </a:lnTo>
                  <a:lnTo>
                    <a:pt x="5873047" y="3323502"/>
                  </a:lnTo>
                  <a:lnTo>
                    <a:pt x="5801424" y="3316803"/>
                  </a:lnTo>
                  <a:lnTo>
                    <a:pt x="5729802" y="3309823"/>
                  </a:lnTo>
                  <a:lnTo>
                    <a:pt x="5658179" y="3302551"/>
                  </a:lnTo>
                  <a:lnTo>
                    <a:pt x="5586557" y="3294976"/>
                  </a:lnTo>
                  <a:lnTo>
                    <a:pt x="5514934" y="3287083"/>
                  </a:lnTo>
                  <a:lnTo>
                    <a:pt x="5443311" y="3278861"/>
                  </a:lnTo>
                  <a:lnTo>
                    <a:pt x="5371689" y="3270295"/>
                  </a:lnTo>
                  <a:lnTo>
                    <a:pt x="5300066" y="3261371"/>
                  </a:lnTo>
                  <a:lnTo>
                    <a:pt x="5228444" y="3252073"/>
                  </a:lnTo>
                  <a:lnTo>
                    <a:pt x="5156821" y="3242387"/>
                  </a:lnTo>
                  <a:lnTo>
                    <a:pt x="5085199" y="3232296"/>
                  </a:lnTo>
                  <a:lnTo>
                    <a:pt x="5013576" y="3221783"/>
                  </a:lnTo>
                  <a:lnTo>
                    <a:pt x="4941954" y="3210831"/>
                  </a:lnTo>
                  <a:lnTo>
                    <a:pt x="4870331" y="3199421"/>
                  </a:lnTo>
                  <a:lnTo>
                    <a:pt x="4798709" y="3187533"/>
                  </a:lnTo>
                  <a:lnTo>
                    <a:pt x="4727086" y="3175149"/>
                  </a:lnTo>
                  <a:lnTo>
                    <a:pt x="4655464" y="3162247"/>
                  </a:lnTo>
                  <a:lnTo>
                    <a:pt x="4583841" y="3148805"/>
                  </a:lnTo>
                  <a:lnTo>
                    <a:pt x="4512219" y="3134802"/>
                  </a:lnTo>
                  <a:lnTo>
                    <a:pt x="4440596" y="3120212"/>
                  </a:lnTo>
                  <a:lnTo>
                    <a:pt x="4368974" y="3105013"/>
                  </a:lnTo>
                  <a:lnTo>
                    <a:pt x="4297351" y="3089179"/>
                  </a:lnTo>
                  <a:lnTo>
                    <a:pt x="4225729" y="3072682"/>
                  </a:lnTo>
                  <a:lnTo>
                    <a:pt x="4154106" y="3055496"/>
                  </a:lnTo>
                  <a:lnTo>
                    <a:pt x="4082483" y="3037592"/>
                  </a:lnTo>
                  <a:lnTo>
                    <a:pt x="4010861" y="3018938"/>
                  </a:lnTo>
                  <a:lnTo>
                    <a:pt x="3939238" y="2999505"/>
                  </a:lnTo>
                  <a:lnTo>
                    <a:pt x="3867616" y="2979259"/>
                  </a:lnTo>
                  <a:lnTo>
                    <a:pt x="3795993" y="2958167"/>
                  </a:lnTo>
                  <a:lnTo>
                    <a:pt x="3724371" y="2936193"/>
                  </a:lnTo>
                  <a:lnTo>
                    <a:pt x="3652748" y="2913300"/>
                  </a:lnTo>
                  <a:lnTo>
                    <a:pt x="3581126" y="2889451"/>
                  </a:lnTo>
                  <a:lnTo>
                    <a:pt x="3509503" y="2864604"/>
                  </a:lnTo>
                  <a:lnTo>
                    <a:pt x="3437881" y="2838718"/>
                  </a:lnTo>
                  <a:lnTo>
                    <a:pt x="3366258" y="2811750"/>
                  </a:lnTo>
                  <a:lnTo>
                    <a:pt x="3294636" y="2783654"/>
                  </a:lnTo>
                  <a:lnTo>
                    <a:pt x="3223013" y="2754384"/>
                  </a:lnTo>
                  <a:lnTo>
                    <a:pt x="3151391" y="2723890"/>
                  </a:lnTo>
                  <a:lnTo>
                    <a:pt x="3079768" y="2692121"/>
                  </a:lnTo>
                  <a:lnTo>
                    <a:pt x="3008146" y="2659024"/>
                  </a:lnTo>
                  <a:lnTo>
                    <a:pt x="2936523" y="2686273"/>
                  </a:lnTo>
                  <a:lnTo>
                    <a:pt x="2864901" y="2721921"/>
                  </a:lnTo>
                  <a:lnTo>
                    <a:pt x="2793278" y="2755976"/>
                  </a:lnTo>
                  <a:lnTo>
                    <a:pt x="2721655" y="2788509"/>
                  </a:lnTo>
                  <a:lnTo>
                    <a:pt x="2650033" y="2819587"/>
                  </a:lnTo>
                  <a:lnTo>
                    <a:pt x="2578410" y="2849276"/>
                  </a:lnTo>
                  <a:lnTo>
                    <a:pt x="2506788" y="2877637"/>
                  </a:lnTo>
                  <a:lnTo>
                    <a:pt x="2435165" y="2904731"/>
                  </a:lnTo>
                  <a:lnTo>
                    <a:pt x="2363543" y="2930614"/>
                  </a:lnTo>
                  <a:lnTo>
                    <a:pt x="2291920" y="2955340"/>
                  </a:lnTo>
                  <a:lnTo>
                    <a:pt x="2220298" y="2978961"/>
                  </a:lnTo>
                  <a:lnTo>
                    <a:pt x="2148675" y="3001525"/>
                  </a:lnTo>
                  <a:lnTo>
                    <a:pt x="2077053" y="3023081"/>
                  </a:lnTo>
                  <a:lnTo>
                    <a:pt x="2005430" y="3043674"/>
                  </a:lnTo>
                  <a:lnTo>
                    <a:pt x="1933808" y="3063346"/>
                  </a:lnTo>
                  <a:lnTo>
                    <a:pt x="1862185" y="3082138"/>
                  </a:lnTo>
                  <a:lnTo>
                    <a:pt x="1790563" y="3100091"/>
                  </a:lnTo>
                  <a:lnTo>
                    <a:pt x="1718940" y="3117241"/>
                  </a:lnTo>
                  <a:lnTo>
                    <a:pt x="1647318" y="3133624"/>
                  </a:lnTo>
                  <a:lnTo>
                    <a:pt x="1575695" y="3149275"/>
                  </a:lnTo>
                  <a:lnTo>
                    <a:pt x="1504073" y="3164226"/>
                  </a:lnTo>
                  <a:lnTo>
                    <a:pt x="1432450" y="3178509"/>
                  </a:lnTo>
                  <a:lnTo>
                    <a:pt x="1360827" y="3192154"/>
                  </a:lnTo>
                  <a:lnTo>
                    <a:pt x="1289205" y="3205188"/>
                  </a:lnTo>
                  <a:lnTo>
                    <a:pt x="1217582" y="3217640"/>
                  </a:lnTo>
                  <a:lnTo>
                    <a:pt x="1145960" y="3229536"/>
                  </a:lnTo>
                  <a:lnTo>
                    <a:pt x="1074337" y="3240899"/>
                  </a:lnTo>
                  <a:lnTo>
                    <a:pt x="1002715" y="3251755"/>
                  </a:lnTo>
                  <a:lnTo>
                    <a:pt x="931092" y="3262125"/>
                  </a:lnTo>
                  <a:lnTo>
                    <a:pt x="859470" y="3272032"/>
                  </a:lnTo>
                  <a:lnTo>
                    <a:pt x="787847" y="3281496"/>
                  </a:lnTo>
                  <a:lnTo>
                    <a:pt x="716225" y="3290537"/>
                  </a:lnTo>
                  <a:lnTo>
                    <a:pt x="644602" y="3299174"/>
                  </a:lnTo>
                  <a:lnTo>
                    <a:pt x="572980" y="3307424"/>
                  </a:lnTo>
                  <a:lnTo>
                    <a:pt x="501357" y="3315306"/>
                  </a:lnTo>
                  <a:lnTo>
                    <a:pt x="429735" y="3322836"/>
                  </a:lnTo>
                  <a:lnTo>
                    <a:pt x="358112" y="3330029"/>
                  </a:lnTo>
                  <a:lnTo>
                    <a:pt x="286490" y="3336900"/>
                  </a:lnTo>
                  <a:lnTo>
                    <a:pt x="214867" y="3343464"/>
                  </a:lnTo>
                  <a:lnTo>
                    <a:pt x="143245" y="3349735"/>
                  </a:lnTo>
                  <a:lnTo>
                    <a:pt x="71622" y="3355726"/>
                  </a:lnTo>
                  <a:lnTo>
                    <a:pt x="0" y="3361448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60920" y="2073503"/>
              <a:ext cx="4756519" cy="2648957"/>
            </a:xfrm>
            <a:custGeom>
              <a:avLst/>
              <a:pathLst>
                <a:path w="4756519" h="2648957">
                  <a:moveTo>
                    <a:pt x="0" y="0"/>
                  </a:moveTo>
                  <a:lnTo>
                    <a:pt x="12486" y="25208"/>
                  </a:lnTo>
                  <a:lnTo>
                    <a:pt x="84108" y="164003"/>
                  </a:lnTo>
                  <a:lnTo>
                    <a:pt x="155731" y="297229"/>
                  </a:lnTo>
                  <a:lnTo>
                    <a:pt x="227353" y="425107"/>
                  </a:lnTo>
                  <a:lnTo>
                    <a:pt x="298976" y="547854"/>
                  </a:lnTo>
                  <a:lnTo>
                    <a:pt x="370598" y="665675"/>
                  </a:lnTo>
                  <a:lnTo>
                    <a:pt x="442221" y="778768"/>
                  </a:lnTo>
                  <a:lnTo>
                    <a:pt x="513843" y="887322"/>
                  </a:lnTo>
                  <a:lnTo>
                    <a:pt x="585466" y="991520"/>
                  </a:lnTo>
                  <a:lnTo>
                    <a:pt x="657088" y="1091536"/>
                  </a:lnTo>
                  <a:lnTo>
                    <a:pt x="728711" y="1187538"/>
                  </a:lnTo>
                  <a:lnTo>
                    <a:pt x="800333" y="1279688"/>
                  </a:lnTo>
                  <a:lnTo>
                    <a:pt x="871956" y="1368140"/>
                  </a:lnTo>
                  <a:lnTo>
                    <a:pt x="943578" y="1453041"/>
                  </a:lnTo>
                  <a:lnTo>
                    <a:pt x="1015201" y="1534536"/>
                  </a:lnTo>
                  <a:lnTo>
                    <a:pt x="1086824" y="1612760"/>
                  </a:lnTo>
                  <a:lnTo>
                    <a:pt x="1158446" y="1687845"/>
                  </a:lnTo>
                  <a:lnTo>
                    <a:pt x="1230069" y="1759917"/>
                  </a:lnTo>
                  <a:lnTo>
                    <a:pt x="1301691" y="1829097"/>
                  </a:lnTo>
                  <a:lnTo>
                    <a:pt x="1373314" y="1895500"/>
                  </a:lnTo>
                  <a:lnTo>
                    <a:pt x="1444936" y="1959238"/>
                  </a:lnTo>
                  <a:lnTo>
                    <a:pt x="1516559" y="2020418"/>
                  </a:lnTo>
                  <a:lnTo>
                    <a:pt x="1588181" y="2079144"/>
                  </a:lnTo>
                  <a:lnTo>
                    <a:pt x="1659804" y="2135512"/>
                  </a:lnTo>
                  <a:lnTo>
                    <a:pt x="1731426" y="2189618"/>
                  </a:lnTo>
                  <a:lnTo>
                    <a:pt x="1803049" y="2241553"/>
                  </a:lnTo>
                  <a:lnTo>
                    <a:pt x="1874671" y="2291404"/>
                  </a:lnTo>
                  <a:lnTo>
                    <a:pt x="1946294" y="2339254"/>
                  </a:lnTo>
                  <a:lnTo>
                    <a:pt x="2017916" y="2385184"/>
                  </a:lnTo>
                  <a:lnTo>
                    <a:pt x="2089539" y="2429271"/>
                  </a:lnTo>
                  <a:lnTo>
                    <a:pt x="2161161" y="2471588"/>
                  </a:lnTo>
                  <a:lnTo>
                    <a:pt x="2232784" y="2512207"/>
                  </a:lnTo>
                  <a:lnTo>
                    <a:pt x="2304406" y="2551196"/>
                  </a:lnTo>
                  <a:lnTo>
                    <a:pt x="2376029" y="2588621"/>
                  </a:lnTo>
                  <a:lnTo>
                    <a:pt x="2447652" y="2624543"/>
                  </a:lnTo>
                  <a:lnTo>
                    <a:pt x="2519274" y="2648957"/>
                  </a:lnTo>
                  <a:lnTo>
                    <a:pt x="2590897" y="2609894"/>
                  </a:lnTo>
                  <a:lnTo>
                    <a:pt x="2662519" y="2569004"/>
                  </a:lnTo>
                  <a:lnTo>
                    <a:pt x="2734142" y="2526200"/>
                  </a:lnTo>
                  <a:lnTo>
                    <a:pt x="2805764" y="2481394"/>
                  </a:lnTo>
                  <a:lnTo>
                    <a:pt x="2877387" y="2434490"/>
                  </a:lnTo>
                  <a:lnTo>
                    <a:pt x="2949009" y="2385392"/>
                  </a:lnTo>
                  <a:lnTo>
                    <a:pt x="3020632" y="2333997"/>
                  </a:lnTo>
                  <a:lnTo>
                    <a:pt x="3092254" y="2280197"/>
                  </a:lnTo>
                  <a:lnTo>
                    <a:pt x="3163877" y="2223879"/>
                  </a:lnTo>
                  <a:lnTo>
                    <a:pt x="3235499" y="2164925"/>
                  </a:lnTo>
                  <a:lnTo>
                    <a:pt x="3307122" y="2103213"/>
                  </a:lnTo>
                  <a:lnTo>
                    <a:pt x="3378744" y="2038614"/>
                  </a:lnTo>
                  <a:lnTo>
                    <a:pt x="3450367" y="1970992"/>
                  </a:lnTo>
                  <a:lnTo>
                    <a:pt x="3521989" y="1900205"/>
                  </a:lnTo>
                  <a:lnTo>
                    <a:pt x="3593612" y="1826106"/>
                  </a:lnTo>
                  <a:lnTo>
                    <a:pt x="3665234" y="1748540"/>
                  </a:lnTo>
                  <a:lnTo>
                    <a:pt x="3736857" y="1667344"/>
                  </a:lnTo>
                  <a:lnTo>
                    <a:pt x="3808480" y="1582349"/>
                  </a:lnTo>
                  <a:lnTo>
                    <a:pt x="3880102" y="1493376"/>
                  </a:lnTo>
                  <a:lnTo>
                    <a:pt x="3951725" y="1400240"/>
                  </a:lnTo>
                  <a:lnTo>
                    <a:pt x="4023347" y="1302746"/>
                  </a:lnTo>
                  <a:lnTo>
                    <a:pt x="4094970" y="1200690"/>
                  </a:lnTo>
                  <a:lnTo>
                    <a:pt x="4166592" y="1093859"/>
                  </a:lnTo>
                  <a:lnTo>
                    <a:pt x="4238215" y="982028"/>
                  </a:lnTo>
                  <a:lnTo>
                    <a:pt x="4309837" y="864965"/>
                  </a:lnTo>
                  <a:lnTo>
                    <a:pt x="4381460" y="742424"/>
                  </a:lnTo>
                  <a:lnTo>
                    <a:pt x="4453082" y="614149"/>
                  </a:lnTo>
                  <a:lnTo>
                    <a:pt x="4524705" y="479871"/>
                  </a:lnTo>
                  <a:lnTo>
                    <a:pt x="4596327" y="339310"/>
                  </a:lnTo>
                  <a:lnTo>
                    <a:pt x="4667950" y="192172"/>
                  </a:lnTo>
                  <a:lnTo>
                    <a:pt x="4739572" y="38149"/>
                  </a:lnTo>
                  <a:lnTo>
                    <a:pt x="4756519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2527"/>
              <a:ext cx="7090630" cy="744852"/>
            </a:xfrm>
            <a:custGeom>
              <a:avLst/>
              <a:pathLst>
                <a:path w="7090630" h="744852">
                  <a:moveTo>
                    <a:pt x="7090630" y="744852"/>
                  </a:moveTo>
                  <a:lnTo>
                    <a:pt x="7019007" y="741512"/>
                  </a:lnTo>
                  <a:lnTo>
                    <a:pt x="6947385" y="738034"/>
                  </a:lnTo>
                  <a:lnTo>
                    <a:pt x="6875762" y="734409"/>
                  </a:lnTo>
                  <a:lnTo>
                    <a:pt x="6804139" y="730633"/>
                  </a:lnTo>
                  <a:lnTo>
                    <a:pt x="6732517" y="726700"/>
                  </a:lnTo>
                  <a:lnTo>
                    <a:pt x="6660894" y="722601"/>
                  </a:lnTo>
                  <a:lnTo>
                    <a:pt x="6589272" y="718332"/>
                  </a:lnTo>
                  <a:lnTo>
                    <a:pt x="6517649" y="713884"/>
                  </a:lnTo>
                  <a:lnTo>
                    <a:pt x="6446027" y="709250"/>
                  </a:lnTo>
                  <a:lnTo>
                    <a:pt x="6374404" y="704422"/>
                  </a:lnTo>
                  <a:lnTo>
                    <a:pt x="6302782" y="699392"/>
                  </a:lnTo>
                  <a:lnTo>
                    <a:pt x="6231159" y="694152"/>
                  </a:lnTo>
                  <a:lnTo>
                    <a:pt x="6159537" y="688693"/>
                  </a:lnTo>
                  <a:lnTo>
                    <a:pt x="6087914" y="683006"/>
                  </a:lnTo>
                  <a:lnTo>
                    <a:pt x="6016292" y="677081"/>
                  </a:lnTo>
                  <a:lnTo>
                    <a:pt x="5944669" y="670908"/>
                  </a:lnTo>
                  <a:lnTo>
                    <a:pt x="5873047" y="664478"/>
                  </a:lnTo>
                  <a:lnTo>
                    <a:pt x="5801424" y="657778"/>
                  </a:lnTo>
                  <a:lnTo>
                    <a:pt x="5729802" y="650798"/>
                  </a:lnTo>
                  <a:lnTo>
                    <a:pt x="5658179" y="643527"/>
                  </a:lnTo>
                  <a:lnTo>
                    <a:pt x="5586557" y="635951"/>
                  </a:lnTo>
                  <a:lnTo>
                    <a:pt x="5514934" y="628059"/>
                  </a:lnTo>
                  <a:lnTo>
                    <a:pt x="5443311" y="619836"/>
                  </a:lnTo>
                  <a:lnTo>
                    <a:pt x="5371689" y="611270"/>
                  </a:lnTo>
                  <a:lnTo>
                    <a:pt x="5300066" y="602346"/>
                  </a:lnTo>
                  <a:lnTo>
                    <a:pt x="5228444" y="593049"/>
                  </a:lnTo>
                  <a:lnTo>
                    <a:pt x="5156821" y="583363"/>
                  </a:lnTo>
                  <a:lnTo>
                    <a:pt x="5085199" y="573272"/>
                  </a:lnTo>
                  <a:lnTo>
                    <a:pt x="5013576" y="562759"/>
                  </a:lnTo>
                  <a:lnTo>
                    <a:pt x="4941954" y="551806"/>
                  </a:lnTo>
                  <a:lnTo>
                    <a:pt x="4870331" y="540396"/>
                  </a:lnTo>
                  <a:lnTo>
                    <a:pt x="4798709" y="528509"/>
                  </a:lnTo>
                  <a:lnTo>
                    <a:pt x="4727086" y="516124"/>
                  </a:lnTo>
                  <a:lnTo>
                    <a:pt x="4655464" y="503222"/>
                  </a:lnTo>
                  <a:lnTo>
                    <a:pt x="4583841" y="489781"/>
                  </a:lnTo>
                  <a:lnTo>
                    <a:pt x="4512219" y="475777"/>
                  </a:lnTo>
                  <a:lnTo>
                    <a:pt x="4440596" y="461188"/>
                  </a:lnTo>
                  <a:lnTo>
                    <a:pt x="4368974" y="445989"/>
                  </a:lnTo>
                  <a:lnTo>
                    <a:pt x="4297351" y="430154"/>
                  </a:lnTo>
                  <a:lnTo>
                    <a:pt x="4225729" y="413658"/>
                  </a:lnTo>
                  <a:lnTo>
                    <a:pt x="4154106" y="396472"/>
                  </a:lnTo>
                  <a:lnTo>
                    <a:pt x="4082483" y="378567"/>
                  </a:lnTo>
                  <a:lnTo>
                    <a:pt x="4010861" y="359914"/>
                  </a:lnTo>
                  <a:lnTo>
                    <a:pt x="3939238" y="340480"/>
                  </a:lnTo>
                  <a:lnTo>
                    <a:pt x="3867616" y="320235"/>
                  </a:lnTo>
                  <a:lnTo>
                    <a:pt x="3795993" y="299143"/>
                  </a:lnTo>
                  <a:lnTo>
                    <a:pt x="3724371" y="277169"/>
                  </a:lnTo>
                  <a:lnTo>
                    <a:pt x="3652748" y="254276"/>
                  </a:lnTo>
                  <a:lnTo>
                    <a:pt x="3581126" y="230426"/>
                  </a:lnTo>
                  <a:lnTo>
                    <a:pt x="3509503" y="205579"/>
                  </a:lnTo>
                  <a:lnTo>
                    <a:pt x="3437881" y="179693"/>
                  </a:lnTo>
                  <a:lnTo>
                    <a:pt x="3366258" y="152725"/>
                  </a:lnTo>
                  <a:lnTo>
                    <a:pt x="3294636" y="124630"/>
                  </a:lnTo>
                  <a:lnTo>
                    <a:pt x="3223013" y="95359"/>
                  </a:lnTo>
                  <a:lnTo>
                    <a:pt x="3151391" y="64866"/>
                  </a:lnTo>
                  <a:lnTo>
                    <a:pt x="3079768" y="33097"/>
                  </a:lnTo>
                  <a:lnTo>
                    <a:pt x="3008146" y="0"/>
                  </a:lnTo>
                  <a:lnTo>
                    <a:pt x="2936523" y="27249"/>
                  </a:lnTo>
                  <a:lnTo>
                    <a:pt x="2864901" y="62897"/>
                  </a:lnTo>
                  <a:lnTo>
                    <a:pt x="2793278" y="96952"/>
                  </a:lnTo>
                  <a:lnTo>
                    <a:pt x="2721655" y="129484"/>
                  </a:lnTo>
                  <a:lnTo>
                    <a:pt x="2650033" y="160562"/>
                  </a:lnTo>
                  <a:lnTo>
                    <a:pt x="2578410" y="190251"/>
                  </a:lnTo>
                  <a:lnTo>
                    <a:pt x="2506788" y="218613"/>
                  </a:lnTo>
                  <a:lnTo>
                    <a:pt x="2435165" y="245707"/>
                  </a:lnTo>
                  <a:lnTo>
                    <a:pt x="2363543" y="271590"/>
                  </a:lnTo>
                  <a:lnTo>
                    <a:pt x="2291920" y="296315"/>
                  </a:lnTo>
                  <a:lnTo>
                    <a:pt x="2220298" y="319936"/>
                  </a:lnTo>
                  <a:lnTo>
                    <a:pt x="2148675" y="342501"/>
                  </a:lnTo>
                  <a:lnTo>
                    <a:pt x="2077053" y="364057"/>
                  </a:lnTo>
                  <a:lnTo>
                    <a:pt x="2005430" y="384649"/>
                  </a:lnTo>
                  <a:lnTo>
                    <a:pt x="1933808" y="404321"/>
                  </a:lnTo>
                  <a:lnTo>
                    <a:pt x="1862185" y="423113"/>
                  </a:lnTo>
                  <a:lnTo>
                    <a:pt x="1790563" y="441066"/>
                  </a:lnTo>
                  <a:lnTo>
                    <a:pt x="1718940" y="458216"/>
                  </a:lnTo>
                  <a:lnTo>
                    <a:pt x="1647318" y="474599"/>
                  </a:lnTo>
                  <a:lnTo>
                    <a:pt x="1575695" y="490250"/>
                  </a:lnTo>
                  <a:lnTo>
                    <a:pt x="1504073" y="505202"/>
                  </a:lnTo>
                  <a:lnTo>
                    <a:pt x="1432450" y="519485"/>
                  </a:lnTo>
                  <a:lnTo>
                    <a:pt x="1360827" y="533129"/>
                  </a:lnTo>
                  <a:lnTo>
                    <a:pt x="1289205" y="546164"/>
                  </a:lnTo>
                  <a:lnTo>
                    <a:pt x="1217582" y="558616"/>
                  </a:lnTo>
                  <a:lnTo>
                    <a:pt x="1145960" y="570511"/>
                  </a:lnTo>
                  <a:lnTo>
                    <a:pt x="1074337" y="581875"/>
                  </a:lnTo>
                  <a:lnTo>
                    <a:pt x="1002715" y="592730"/>
                  </a:lnTo>
                  <a:lnTo>
                    <a:pt x="931092" y="603101"/>
                  </a:lnTo>
                  <a:lnTo>
                    <a:pt x="859470" y="613007"/>
                  </a:lnTo>
                  <a:lnTo>
                    <a:pt x="787847" y="622471"/>
                  </a:lnTo>
                  <a:lnTo>
                    <a:pt x="716225" y="631512"/>
                  </a:lnTo>
                  <a:lnTo>
                    <a:pt x="644602" y="640149"/>
                  </a:lnTo>
                  <a:lnTo>
                    <a:pt x="572980" y="648400"/>
                  </a:lnTo>
                  <a:lnTo>
                    <a:pt x="501357" y="656282"/>
                  </a:lnTo>
                  <a:lnTo>
                    <a:pt x="429735" y="663811"/>
                  </a:lnTo>
                  <a:lnTo>
                    <a:pt x="358112" y="671004"/>
                  </a:lnTo>
                  <a:lnTo>
                    <a:pt x="286490" y="677875"/>
                  </a:lnTo>
                  <a:lnTo>
                    <a:pt x="214867" y="684440"/>
                  </a:lnTo>
                  <a:lnTo>
                    <a:pt x="143245" y="690711"/>
                  </a:lnTo>
                  <a:lnTo>
                    <a:pt x="71622" y="696701"/>
                  </a:lnTo>
                  <a:lnTo>
                    <a:pt x="0" y="70242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606610"/>
              <a:ext cx="7090630" cy="200028"/>
            </a:xfrm>
            <a:custGeom>
              <a:avLst/>
              <a:pathLst>
                <a:path w="7090630" h="200028">
                  <a:moveTo>
                    <a:pt x="0" y="200028"/>
                  </a:moveTo>
                  <a:lnTo>
                    <a:pt x="71622" y="198235"/>
                  </a:lnTo>
                  <a:lnTo>
                    <a:pt x="143245" y="196437"/>
                  </a:lnTo>
                  <a:lnTo>
                    <a:pt x="214867" y="194635"/>
                  </a:lnTo>
                  <a:lnTo>
                    <a:pt x="286490" y="192829"/>
                  </a:lnTo>
                  <a:lnTo>
                    <a:pt x="358112" y="191019"/>
                  </a:lnTo>
                  <a:lnTo>
                    <a:pt x="429735" y="189204"/>
                  </a:lnTo>
                  <a:lnTo>
                    <a:pt x="501357" y="187385"/>
                  </a:lnTo>
                  <a:lnTo>
                    <a:pt x="572980" y="185561"/>
                  </a:lnTo>
                  <a:lnTo>
                    <a:pt x="644602" y="183733"/>
                  </a:lnTo>
                  <a:lnTo>
                    <a:pt x="716225" y="181901"/>
                  </a:lnTo>
                  <a:lnTo>
                    <a:pt x="787847" y="180064"/>
                  </a:lnTo>
                  <a:lnTo>
                    <a:pt x="859470" y="178223"/>
                  </a:lnTo>
                  <a:lnTo>
                    <a:pt x="931092" y="176378"/>
                  </a:lnTo>
                  <a:lnTo>
                    <a:pt x="1002715" y="174528"/>
                  </a:lnTo>
                  <a:lnTo>
                    <a:pt x="1074337" y="172674"/>
                  </a:lnTo>
                  <a:lnTo>
                    <a:pt x="1145960" y="170815"/>
                  </a:lnTo>
                  <a:lnTo>
                    <a:pt x="1217582" y="168952"/>
                  </a:lnTo>
                  <a:lnTo>
                    <a:pt x="1289205" y="167084"/>
                  </a:lnTo>
                  <a:lnTo>
                    <a:pt x="1360827" y="165212"/>
                  </a:lnTo>
                  <a:lnTo>
                    <a:pt x="1432450" y="163335"/>
                  </a:lnTo>
                  <a:lnTo>
                    <a:pt x="1504073" y="161454"/>
                  </a:lnTo>
                  <a:lnTo>
                    <a:pt x="1575695" y="159569"/>
                  </a:lnTo>
                  <a:lnTo>
                    <a:pt x="1647318" y="157679"/>
                  </a:lnTo>
                  <a:lnTo>
                    <a:pt x="1718940" y="155784"/>
                  </a:lnTo>
                  <a:lnTo>
                    <a:pt x="1790563" y="153885"/>
                  </a:lnTo>
                  <a:lnTo>
                    <a:pt x="1862185" y="151982"/>
                  </a:lnTo>
                  <a:lnTo>
                    <a:pt x="1933808" y="150074"/>
                  </a:lnTo>
                  <a:lnTo>
                    <a:pt x="2005430" y="148161"/>
                  </a:lnTo>
                  <a:lnTo>
                    <a:pt x="2077053" y="146244"/>
                  </a:lnTo>
                  <a:lnTo>
                    <a:pt x="2148675" y="144322"/>
                  </a:lnTo>
                  <a:lnTo>
                    <a:pt x="2220298" y="142395"/>
                  </a:lnTo>
                  <a:lnTo>
                    <a:pt x="2291920" y="140464"/>
                  </a:lnTo>
                  <a:lnTo>
                    <a:pt x="2363543" y="138529"/>
                  </a:lnTo>
                  <a:lnTo>
                    <a:pt x="2435165" y="136588"/>
                  </a:lnTo>
                  <a:lnTo>
                    <a:pt x="2506788" y="134643"/>
                  </a:lnTo>
                  <a:lnTo>
                    <a:pt x="2578410" y="132694"/>
                  </a:lnTo>
                  <a:lnTo>
                    <a:pt x="2650033" y="130740"/>
                  </a:lnTo>
                  <a:lnTo>
                    <a:pt x="2721655" y="128781"/>
                  </a:lnTo>
                  <a:lnTo>
                    <a:pt x="2793278" y="126817"/>
                  </a:lnTo>
                  <a:lnTo>
                    <a:pt x="2864901" y="124849"/>
                  </a:lnTo>
                  <a:lnTo>
                    <a:pt x="2936523" y="122876"/>
                  </a:lnTo>
                  <a:lnTo>
                    <a:pt x="3008146" y="120898"/>
                  </a:lnTo>
                  <a:lnTo>
                    <a:pt x="3079768" y="118916"/>
                  </a:lnTo>
                  <a:lnTo>
                    <a:pt x="3151391" y="116929"/>
                  </a:lnTo>
                  <a:lnTo>
                    <a:pt x="3223013" y="114937"/>
                  </a:lnTo>
                  <a:lnTo>
                    <a:pt x="3294636" y="112940"/>
                  </a:lnTo>
                  <a:lnTo>
                    <a:pt x="3366258" y="110939"/>
                  </a:lnTo>
                  <a:lnTo>
                    <a:pt x="3437881" y="108932"/>
                  </a:lnTo>
                  <a:lnTo>
                    <a:pt x="3509503" y="106921"/>
                  </a:lnTo>
                  <a:lnTo>
                    <a:pt x="3581126" y="104906"/>
                  </a:lnTo>
                  <a:lnTo>
                    <a:pt x="3652748" y="102885"/>
                  </a:lnTo>
                  <a:lnTo>
                    <a:pt x="3724371" y="100860"/>
                  </a:lnTo>
                  <a:lnTo>
                    <a:pt x="3795993" y="98829"/>
                  </a:lnTo>
                  <a:lnTo>
                    <a:pt x="3867616" y="96794"/>
                  </a:lnTo>
                  <a:lnTo>
                    <a:pt x="3939238" y="94754"/>
                  </a:lnTo>
                  <a:lnTo>
                    <a:pt x="4010861" y="92709"/>
                  </a:lnTo>
                  <a:lnTo>
                    <a:pt x="4082483" y="90660"/>
                  </a:lnTo>
                  <a:lnTo>
                    <a:pt x="4154106" y="88605"/>
                  </a:lnTo>
                  <a:lnTo>
                    <a:pt x="4225729" y="86545"/>
                  </a:lnTo>
                  <a:lnTo>
                    <a:pt x="4297351" y="84481"/>
                  </a:lnTo>
                  <a:lnTo>
                    <a:pt x="4368974" y="82411"/>
                  </a:lnTo>
                  <a:lnTo>
                    <a:pt x="4440596" y="80337"/>
                  </a:lnTo>
                  <a:lnTo>
                    <a:pt x="4512219" y="78258"/>
                  </a:lnTo>
                  <a:lnTo>
                    <a:pt x="4583841" y="76173"/>
                  </a:lnTo>
                  <a:lnTo>
                    <a:pt x="4655464" y="74084"/>
                  </a:lnTo>
                  <a:lnTo>
                    <a:pt x="4727086" y="71990"/>
                  </a:lnTo>
                  <a:lnTo>
                    <a:pt x="4798709" y="69891"/>
                  </a:lnTo>
                  <a:lnTo>
                    <a:pt x="4870331" y="67786"/>
                  </a:lnTo>
                  <a:lnTo>
                    <a:pt x="4941954" y="65677"/>
                  </a:lnTo>
                  <a:lnTo>
                    <a:pt x="5013576" y="63563"/>
                  </a:lnTo>
                  <a:lnTo>
                    <a:pt x="5085199" y="61443"/>
                  </a:lnTo>
                  <a:lnTo>
                    <a:pt x="5156821" y="59319"/>
                  </a:lnTo>
                  <a:lnTo>
                    <a:pt x="5228444" y="57189"/>
                  </a:lnTo>
                  <a:lnTo>
                    <a:pt x="5300066" y="55055"/>
                  </a:lnTo>
                  <a:lnTo>
                    <a:pt x="5371689" y="52915"/>
                  </a:lnTo>
                  <a:lnTo>
                    <a:pt x="5443311" y="50770"/>
                  </a:lnTo>
                  <a:lnTo>
                    <a:pt x="5514934" y="48620"/>
                  </a:lnTo>
                  <a:lnTo>
                    <a:pt x="5586557" y="46465"/>
                  </a:lnTo>
                  <a:lnTo>
                    <a:pt x="5658179" y="44305"/>
                  </a:lnTo>
                  <a:lnTo>
                    <a:pt x="5729802" y="42139"/>
                  </a:lnTo>
                  <a:lnTo>
                    <a:pt x="5801424" y="39969"/>
                  </a:lnTo>
                  <a:lnTo>
                    <a:pt x="5873047" y="37793"/>
                  </a:lnTo>
                  <a:lnTo>
                    <a:pt x="5944669" y="35612"/>
                  </a:lnTo>
                  <a:lnTo>
                    <a:pt x="6016292" y="33426"/>
                  </a:lnTo>
                  <a:lnTo>
                    <a:pt x="6087914" y="31235"/>
                  </a:lnTo>
                  <a:lnTo>
                    <a:pt x="6159537" y="29038"/>
                  </a:lnTo>
                  <a:lnTo>
                    <a:pt x="6231159" y="26836"/>
                  </a:lnTo>
                  <a:lnTo>
                    <a:pt x="6302782" y="24629"/>
                  </a:lnTo>
                  <a:lnTo>
                    <a:pt x="6374404" y="22416"/>
                  </a:lnTo>
                  <a:lnTo>
                    <a:pt x="6446027" y="20199"/>
                  </a:lnTo>
                  <a:lnTo>
                    <a:pt x="6517649" y="17976"/>
                  </a:lnTo>
                  <a:lnTo>
                    <a:pt x="6589272" y="15747"/>
                  </a:lnTo>
                  <a:lnTo>
                    <a:pt x="6660894" y="13514"/>
                  </a:lnTo>
                  <a:lnTo>
                    <a:pt x="6732517" y="11275"/>
                  </a:lnTo>
                  <a:lnTo>
                    <a:pt x="6804139" y="9031"/>
                  </a:lnTo>
                  <a:lnTo>
                    <a:pt x="6875762" y="6781"/>
                  </a:lnTo>
                  <a:lnTo>
                    <a:pt x="6947385" y="4526"/>
                  </a:lnTo>
                  <a:lnTo>
                    <a:pt x="7019007" y="2265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0.97 (0.56-1.67), p = 0.914  |  per IQR decline (Δ = 27.2 %): 0.92 (0.21-4.07)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19244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Nausea/Vomiting/GI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2026-10-09T15:12:25Z</dcterms:modified>
  <cp:category/>
</cp:coreProperties>
</file>