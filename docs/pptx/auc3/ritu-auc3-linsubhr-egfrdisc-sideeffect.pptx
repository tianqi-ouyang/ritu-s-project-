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0403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5209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700164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2806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7613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24198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72049" y="2073503"/>
              <a:ext cx="7090630" cy="3309219"/>
            </a:xfrm>
            <a:custGeom>
              <a:avLst/>
              <a:pathLst>
                <a:path w="7090630" h="3309219">
                  <a:moveTo>
                    <a:pt x="2277187" y="0"/>
                  </a:moveTo>
                  <a:lnTo>
                    <a:pt x="2291920" y="32339"/>
                  </a:lnTo>
                  <a:lnTo>
                    <a:pt x="2363543" y="182705"/>
                  </a:lnTo>
                  <a:lnTo>
                    <a:pt x="2435165" y="326520"/>
                  </a:lnTo>
                  <a:lnTo>
                    <a:pt x="2506788" y="464070"/>
                  </a:lnTo>
                  <a:lnTo>
                    <a:pt x="2578410" y="595627"/>
                  </a:lnTo>
                  <a:lnTo>
                    <a:pt x="2650033" y="721452"/>
                  </a:lnTo>
                  <a:lnTo>
                    <a:pt x="2721655" y="841796"/>
                  </a:lnTo>
                  <a:lnTo>
                    <a:pt x="2793278" y="956897"/>
                  </a:lnTo>
                  <a:lnTo>
                    <a:pt x="2864901" y="1066983"/>
                  </a:lnTo>
                  <a:lnTo>
                    <a:pt x="2936523" y="1172273"/>
                  </a:lnTo>
                  <a:lnTo>
                    <a:pt x="3008146" y="1272976"/>
                  </a:lnTo>
                  <a:lnTo>
                    <a:pt x="3079768" y="1369292"/>
                  </a:lnTo>
                  <a:lnTo>
                    <a:pt x="3151391" y="1461411"/>
                  </a:lnTo>
                  <a:lnTo>
                    <a:pt x="3223013" y="1549518"/>
                  </a:lnTo>
                  <a:lnTo>
                    <a:pt x="3294636" y="1633785"/>
                  </a:lnTo>
                  <a:lnTo>
                    <a:pt x="3366258" y="1714382"/>
                  </a:lnTo>
                  <a:lnTo>
                    <a:pt x="3437881" y="1791467"/>
                  </a:lnTo>
                  <a:lnTo>
                    <a:pt x="3509503" y="1865194"/>
                  </a:lnTo>
                  <a:lnTo>
                    <a:pt x="3581126" y="1935709"/>
                  </a:lnTo>
                  <a:lnTo>
                    <a:pt x="3652748" y="2003151"/>
                  </a:lnTo>
                  <a:lnTo>
                    <a:pt x="3724371" y="2067656"/>
                  </a:lnTo>
                  <a:lnTo>
                    <a:pt x="3795993" y="2129350"/>
                  </a:lnTo>
                  <a:lnTo>
                    <a:pt x="3867616" y="2188357"/>
                  </a:lnTo>
                  <a:lnTo>
                    <a:pt x="3939238" y="2244792"/>
                  </a:lnTo>
                  <a:lnTo>
                    <a:pt x="4010861" y="2298769"/>
                  </a:lnTo>
                  <a:lnTo>
                    <a:pt x="4082483" y="2350395"/>
                  </a:lnTo>
                  <a:lnTo>
                    <a:pt x="4154106" y="2399771"/>
                  </a:lnTo>
                  <a:lnTo>
                    <a:pt x="4225729" y="2446996"/>
                  </a:lnTo>
                  <a:lnTo>
                    <a:pt x="4297351" y="2492164"/>
                  </a:lnTo>
                  <a:lnTo>
                    <a:pt x="4368974" y="2535364"/>
                  </a:lnTo>
                  <a:lnTo>
                    <a:pt x="4440596" y="2576681"/>
                  </a:lnTo>
                  <a:lnTo>
                    <a:pt x="4512219" y="2616199"/>
                  </a:lnTo>
                  <a:lnTo>
                    <a:pt x="4583841" y="2653995"/>
                  </a:lnTo>
                  <a:lnTo>
                    <a:pt x="4655464" y="2637560"/>
                  </a:lnTo>
                  <a:lnTo>
                    <a:pt x="4727086" y="2620366"/>
                  </a:lnTo>
                  <a:lnTo>
                    <a:pt x="4798709" y="2602822"/>
                  </a:lnTo>
                  <a:lnTo>
                    <a:pt x="4870331" y="2584921"/>
                  </a:lnTo>
                  <a:lnTo>
                    <a:pt x="4941954" y="2566657"/>
                  </a:lnTo>
                  <a:lnTo>
                    <a:pt x="5013576" y="2548021"/>
                  </a:lnTo>
                  <a:lnTo>
                    <a:pt x="5085199" y="2529007"/>
                  </a:lnTo>
                  <a:lnTo>
                    <a:pt x="5156821" y="2509607"/>
                  </a:lnTo>
                  <a:lnTo>
                    <a:pt x="5228444" y="2489812"/>
                  </a:lnTo>
                  <a:lnTo>
                    <a:pt x="5300066" y="2469615"/>
                  </a:lnTo>
                  <a:lnTo>
                    <a:pt x="5371689" y="2449007"/>
                  </a:lnTo>
                  <a:lnTo>
                    <a:pt x="5443311" y="2427981"/>
                  </a:lnTo>
                  <a:lnTo>
                    <a:pt x="5514934" y="2406528"/>
                  </a:lnTo>
                  <a:lnTo>
                    <a:pt x="5586557" y="2384638"/>
                  </a:lnTo>
                  <a:lnTo>
                    <a:pt x="5658179" y="2362304"/>
                  </a:lnTo>
                  <a:lnTo>
                    <a:pt x="5729802" y="2339516"/>
                  </a:lnTo>
                  <a:lnTo>
                    <a:pt x="5801424" y="2316265"/>
                  </a:lnTo>
                  <a:lnTo>
                    <a:pt x="5873047" y="2292542"/>
                  </a:lnTo>
                  <a:lnTo>
                    <a:pt x="5944669" y="2268336"/>
                  </a:lnTo>
                  <a:lnTo>
                    <a:pt x="6016292" y="2243639"/>
                  </a:lnTo>
                  <a:lnTo>
                    <a:pt x="6087914" y="2218440"/>
                  </a:lnTo>
                  <a:lnTo>
                    <a:pt x="6159537" y="2192728"/>
                  </a:lnTo>
                  <a:lnTo>
                    <a:pt x="6231159" y="2166494"/>
                  </a:lnTo>
                  <a:lnTo>
                    <a:pt x="6302782" y="2139727"/>
                  </a:lnTo>
                  <a:lnTo>
                    <a:pt x="6374404" y="2112417"/>
                  </a:lnTo>
                  <a:lnTo>
                    <a:pt x="6446027" y="2084551"/>
                  </a:lnTo>
                  <a:lnTo>
                    <a:pt x="6517649" y="2056119"/>
                  </a:lnTo>
                  <a:lnTo>
                    <a:pt x="6589272" y="2027109"/>
                  </a:lnTo>
                  <a:lnTo>
                    <a:pt x="6660894" y="1997510"/>
                  </a:lnTo>
                  <a:lnTo>
                    <a:pt x="6732517" y="1967309"/>
                  </a:lnTo>
                  <a:lnTo>
                    <a:pt x="6804139" y="1936495"/>
                  </a:lnTo>
                  <a:lnTo>
                    <a:pt x="6875762" y="1905054"/>
                  </a:lnTo>
                  <a:lnTo>
                    <a:pt x="6947385" y="1872975"/>
                  </a:lnTo>
                  <a:lnTo>
                    <a:pt x="7019007" y="1840244"/>
                  </a:lnTo>
                  <a:lnTo>
                    <a:pt x="7090630" y="1806847"/>
                  </a:lnTo>
                  <a:lnTo>
                    <a:pt x="7090630" y="3309219"/>
                  </a:lnTo>
                  <a:lnTo>
                    <a:pt x="7019007" y="3301269"/>
                  </a:lnTo>
                  <a:lnTo>
                    <a:pt x="6947385" y="3292957"/>
                  </a:lnTo>
                  <a:lnTo>
                    <a:pt x="6875762" y="3284266"/>
                  </a:lnTo>
                  <a:lnTo>
                    <a:pt x="6804139" y="3275180"/>
                  </a:lnTo>
                  <a:lnTo>
                    <a:pt x="6732517" y="3265679"/>
                  </a:lnTo>
                  <a:lnTo>
                    <a:pt x="6660894" y="3255746"/>
                  </a:lnTo>
                  <a:lnTo>
                    <a:pt x="6589272" y="3245360"/>
                  </a:lnTo>
                  <a:lnTo>
                    <a:pt x="6517649" y="3234502"/>
                  </a:lnTo>
                  <a:lnTo>
                    <a:pt x="6446027" y="3223148"/>
                  </a:lnTo>
                  <a:lnTo>
                    <a:pt x="6374404" y="3211278"/>
                  </a:lnTo>
                  <a:lnTo>
                    <a:pt x="6302782" y="3198867"/>
                  </a:lnTo>
                  <a:lnTo>
                    <a:pt x="6231159" y="3185890"/>
                  </a:lnTo>
                  <a:lnTo>
                    <a:pt x="6159537" y="3172322"/>
                  </a:lnTo>
                  <a:lnTo>
                    <a:pt x="6087914" y="3158137"/>
                  </a:lnTo>
                  <a:lnTo>
                    <a:pt x="6016292" y="3143305"/>
                  </a:lnTo>
                  <a:lnTo>
                    <a:pt x="5944669" y="3127797"/>
                  </a:lnTo>
                  <a:lnTo>
                    <a:pt x="5873047" y="3111583"/>
                  </a:lnTo>
                  <a:lnTo>
                    <a:pt x="5801424" y="3094631"/>
                  </a:lnTo>
                  <a:lnTo>
                    <a:pt x="5729802" y="3076906"/>
                  </a:lnTo>
                  <a:lnTo>
                    <a:pt x="5658179" y="3058374"/>
                  </a:lnTo>
                  <a:lnTo>
                    <a:pt x="5586557" y="3038998"/>
                  </a:lnTo>
                  <a:lnTo>
                    <a:pt x="5514934" y="3018739"/>
                  </a:lnTo>
                  <a:lnTo>
                    <a:pt x="5443311" y="2997558"/>
                  </a:lnTo>
                  <a:lnTo>
                    <a:pt x="5371689" y="2975411"/>
                  </a:lnTo>
                  <a:lnTo>
                    <a:pt x="5300066" y="2952256"/>
                  </a:lnTo>
                  <a:lnTo>
                    <a:pt x="5228444" y="2928046"/>
                  </a:lnTo>
                  <a:lnTo>
                    <a:pt x="5156821" y="2902733"/>
                  </a:lnTo>
                  <a:lnTo>
                    <a:pt x="5085199" y="2876268"/>
                  </a:lnTo>
                  <a:lnTo>
                    <a:pt x="5013576" y="2848596"/>
                  </a:lnTo>
                  <a:lnTo>
                    <a:pt x="4941954" y="2819665"/>
                  </a:lnTo>
                  <a:lnTo>
                    <a:pt x="4870331" y="2789415"/>
                  </a:lnTo>
                  <a:lnTo>
                    <a:pt x="4798709" y="2757787"/>
                  </a:lnTo>
                  <a:lnTo>
                    <a:pt x="4727086" y="2724719"/>
                  </a:lnTo>
                  <a:lnTo>
                    <a:pt x="4655464" y="2690145"/>
                  </a:lnTo>
                  <a:lnTo>
                    <a:pt x="4583841" y="2654413"/>
                  </a:lnTo>
                  <a:lnTo>
                    <a:pt x="4512219" y="2670929"/>
                  </a:lnTo>
                  <a:lnTo>
                    <a:pt x="4440596" y="2687117"/>
                  </a:lnTo>
                  <a:lnTo>
                    <a:pt x="4368974" y="2702982"/>
                  </a:lnTo>
                  <a:lnTo>
                    <a:pt x="4297351" y="2718532"/>
                  </a:lnTo>
                  <a:lnTo>
                    <a:pt x="4225729" y="2733771"/>
                  </a:lnTo>
                  <a:lnTo>
                    <a:pt x="4154106" y="2748708"/>
                  </a:lnTo>
                  <a:lnTo>
                    <a:pt x="4082483" y="2763346"/>
                  </a:lnTo>
                  <a:lnTo>
                    <a:pt x="4010861" y="2777693"/>
                  </a:lnTo>
                  <a:lnTo>
                    <a:pt x="3939238" y="2791755"/>
                  </a:lnTo>
                  <a:lnTo>
                    <a:pt x="3867616" y="2805536"/>
                  </a:lnTo>
                  <a:lnTo>
                    <a:pt x="3795993" y="2819043"/>
                  </a:lnTo>
                  <a:lnTo>
                    <a:pt x="3724371" y="2832281"/>
                  </a:lnTo>
                  <a:lnTo>
                    <a:pt x="3652748" y="2845255"/>
                  </a:lnTo>
                  <a:lnTo>
                    <a:pt x="3581126" y="2857971"/>
                  </a:lnTo>
                  <a:lnTo>
                    <a:pt x="3509503" y="2870434"/>
                  </a:lnTo>
                  <a:lnTo>
                    <a:pt x="3437881" y="2882648"/>
                  </a:lnTo>
                  <a:lnTo>
                    <a:pt x="3366258" y="2894620"/>
                  </a:lnTo>
                  <a:lnTo>
                    <a:pt x="3294636" y="2906352"/>
                  </a:lnTo>
                  <a:lnTo>
                    <a:pt x="3223013" y="2917852"/>
                  </a:lnTo>
                  <a:lnTo>
                    <a:pt x="3151391" y="2929122"/>
                  </a:lnTo>
                  <a:lnTo>
                    <a:pt x="3079768" y="2940167"/>
                  </a:lnTo>
                  <a:lnTo>
                    <a:pt x="3008146" y="2950993"/>
                  </a:lnTo>
                  <a:lnTo>
                    <a:pt x="2936523" y="2961603"/>
                  </a:lnTo>
                  <a:lnTo>
                    <a:pt x="2864901" y="2972002"/>
                  </a:lnTo>
                  <a:lnTo>
                    <a:pt x="2793278" y="2982194"/>
                  </a:lnTo>
                  <a:lnTo>
                    <a:pt x="2721655" y="2992182"/>
                  </a:lnTo>
                  <a:lnTo>
                    <a:pt x="2650033" y="3001972"/>
                  </a:lnTo>
                  <a:lnTo>
                    <a:pt x="2578410" y="3011567"/>
                  </a:lnTo>
                  <a:lnTo>
                    <a:pt x="2506788" y="3020971"/>
                  </a:lnTo>
                  <a:lnTo>
                    <a:pt x="2435165" y="3030187"/>
                  </a:lnTo>
                  <a:lnTo>
                    <a:pt x="2363543" y="3039220"/>
                  </a:lnTo>
                  <a:lnTo>
                    <a:pt x="2291920" y="3048073"/>
                  </a:lnTo>
                  <a:lnTo>
                    <a:pt x="2220298" y="3056750"/>
                  </a:lnTo>
                  <a:lnTo>
                    <a:pt x="2148675" y="3065253"/>
                  </a:lnTo>
                  <a:lnTo>
                    <a:pt x="2077053" y="3073588"/>
                  </a:lnTo>
                  <a:lnTo>
                    <a:pt x="2005430" y="3081757"/>
                  </a:lnTo>
                  <a:lnTo>
                    <a:pt x="1933808" y="3089762"/>
                  </a:lnTo>
                  <a:lnTo>
                    <a:pt x="1862185" y="3097609"/>
                  </a:lnTo>
                  <a:lnTo>
                    <a:pt x="1790563" y="3105299"/>
                  </a:lnTo>
                  <a:lnTo>
                    <a:pt x="1718940" y="3112836"/>
                  </a:lnTo>
                  <a:lnTo>
                    <a:pt x="1647318" y="3120223"/>
                  </a:lnTo>
                  <a:lnTo>
                    <a:pt x="1575695" y="3127463"/>
                  </a:lnTo>
                  <a:lnTo>
                    <a:pt x="1504073" y="3134558"/>
                  </a:lnTo>
                  <a:lnTo>
                    <a:pt x="1432450" y="3141512"/>
                  </a:lnTo>
                  <a:lnTo>
                    <a:pt x="1360827" y="3148328"/>
                  </a:lnTo>
                  <a:lnTo>
                    <a:pt x="1289205" y="3155008"/>
                  </a:lnTo>
                  <a:lnTo>
                    <a:pt x="1217582" y="3161555"/>
                  </a:lnTo>
                  <a:lnTo>
                    <a:pt x="1145960" y="3167972"/>
                  </a:lnTo>
                  <a:lnTo>
                    <a:pt x="1074337" y="3174261"/>
                  </a:lnTo>
                  <a:lnTo>
                    <a:pt x="1002715" y="3180424"/>
                  </a:lnTo>
                  <a:lnTo>
                    <a:pt x="931092" y="3186465"/>
                  </a:lnTo>
                  <a:lnTo>
                    <a:pt x="859470" y="3192386"/>
                  </a:lnTo>
                  <a:lnTo>
                    <a:pt x="787847" y="3198188"/>
                  </a:lnTo>
                  <a:lnTo>
                    <a:pt x="716225" y="3203875"/>
                  </a:lnTo>
                  <a:lnTo>
                    <a:pt x="644602" y="3209449"/>
                  </a:lnTo>
                  <a:lnTo>
                    <a:pt x="572980" y="3214912"/>
                  </a:lnTo>
                  <a:lnTo>
                    <a:pt x="501357" y="3220266"/>
                  </a:lnTo>
                  <a:lnTo>
                    <a:pt x="429735" y="3225513"/>
                  </a:lnTo>
                  <a:lnTo>
                    <a:pt x="358112" y="3230656"/>
                  </a:lnTo>
                  <a:lnTo>
                    <a:pt x="286490" y="3235697"/>
                  </a:lnTo>
                  <a:lnTo>
                    <a:pt x="214867" y="3240637"/>
                  </a:lnTo>
                  <a:lnTo>
                    <a:pt x="143245" y="3245478"/>
                  </a:lnTo>
                  <a:lnTo>
                    <a:pt x="71622" y="3250223"/>
                  </a:lnTo>
                  <a:lnTo>
                    <a:pt x="0" y="325487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449237" y="2073503"/>
              <a:ext cx="4813442" cy="2653995"/>
            </a:xfrm>
            <a:custGeom>
              <a:avLst/>
              <a:pathLst>
                <a:path w="4813442" h="2653995">
                  <a:moveTo>
                    <a:pt x="0" y="0"/>
                  </a:moveTo>
                  <a:lnTo>
                    <a:pt x="14733" y="32339"/>
                  </a:lnTo>
                  <a:lnTo>
                    <a:pt x="86355" y="182705"/>
                  </a:lnTo>
                  <a:lnTo>
                    <a:pt x="157978" y="326520"/>
                  </a:lnTo>
                  <a:lnTo>
                    <a:pt x="229600" y="464070"/>
                  </a:lnTo>
                  <a:lnTo>
                    <a:pt x="301223" y="595627"/>
                  </a:lnTo>
                  <a:lnTo>
                    <a:pt x="372845" y="721452"/>
                  </a:lnTo>
                  <a:lnTo>
                    <a:pt x="444468" y="841796"/>
                  </a:lnTo>
                  <a:lnTo>
                    <a:pt x="516090" y="956897"/>
                  </a:lnTo>
                  <a:lnTo>
                    <a:pt x="587713" y="1066983"/>
                  </a:lnTo>
                  <a:lnTo>
                    <a:pt x="659335" y="1172273"/>
                  </a:lnTo>
                  <a:lnTo>
                    <a:pt x="730958" y="1272976"/>
                  </a:lnTo>
                  <a:lnTo>
                    <a:pt x="802580" y="1369292"/>
                  </a:lnTo>
                  <a:lnTo>
                    <a:pt x="874203" y="1461411"/>
                  </a:lnTo>
                  <a:lnTo>
                    <a:pt x="945825" y="1549518"/>
                  </a:lnTo>
                  <a:lnTo>
                    <a:pt x="1017448" y="1633785"/>
                  </a:lnTo>
                  <a:lnTo>
                    <a:pt x="1089070" y="1714382"/>
                  </a:lnTo>
                  <a:lnTo>
                    <a:pt x="1160693" y="1791467"/>
                  </a:lnTo>
                  <a:lnTo>
                    <a:pt x="1232315" y="1865194"/>
                  </a:lnTo>
                  <a:lnTo>
                    <a:pt x="1303938" y="1935709"/>
                  </a:lnTo>
                  <a:lnTo>
                    <a:pt x="1375561" y="2003151"/>
                  </a:lnTo>
                  <a:lnTo>
                    <a:pt x="1447183" y="2067656"/>
                  </a:lnTo>
                  <a:lnTo>
                    <a:pt x="1518806" y="2129350"/>
                  </a:lnTo>
                  <a:lnTo>
                    <a:pt x="1590428" y="2188357"/>
                  </a:lnTo>
                  <a:lnTo>
                    <a:pt x="1662051" y="2244792"/>
                  </a:lnTo>
                  <a:lnTo>
                    <a:pt x="1733673" y="2298769"/>
                  </a:lnTo>
                  <a:lnTo>
                    <a:pt x="1805296" y="2350395"/>
                  </a:lnTo>
                  <a:lnTo>
                    <a:pt x="1876918" y="2399771"/>
                  </a:lnTo>
                  <a:lnTo>
                    <a:pt x="1948541" y="2446996"/>
                  </a:lnTo>
                  <a:lnTo>
                    <a:pt x="2020163" y="2492164"/>
                  </a:lnTo>
                  <a:lnTo>
                    <a:pt x="2091786" y="2535364"/>
                  </a:lnTo>
                  <a:lnTo>
                    <a:pt x="2163408" y="2576681"/>
                  </a:lnTo>
                  <a:lnTo>
                    <a:pt x="2235031" y="2616199"/>
                  </a:lnTo>
                  <a:lnTo>
                    <a:pt x="2306653" y="2653995"/>
                  </a:lnTo>
                  <a:lnTo>
                    <a:pt x="2378276" y="2637560"/>
                  </a:lnTo>
                  <a:lnTo>
                    <a:pt x="2449898" y="2620366"/>
                  </a:lnTo>
                  <a:lnTo>
                    <a:pt x="2521521" y="2602822"/>
                  </a:lnTo>
                  <a:lnTo>
                    <a:pt x="2593143" y="2584921"/>
                  </a:lnTo>
                  <a:lnTo>
                    <a:pt x="2664766" y="2566657"/>
                  </a:lnTo>
                  <a:lnTo>
                    <a:pt x="2736389" y="2548021"/>
                  </a:lnTo>
                  <a:lnTo>
                    <a:pt x="2808011" y="2529007"/>
                  </a:lnTo>
                  <a:lnTo>
                    <a:pt x="2879634" y="2509607"/>
                  </a:lnTo>
                  <a:lnTo>
                    <a:pt x="2951256" y="2489812"/>
                  </a:lnTo>
                  <a:lnTo>
                    <a:pt x="3022879" y="2469615"/>
                  </a:lnTo>
                  <a:lnTo>
                    <a:pt x="3094501" y="2449007"/>
                  </a:lnTo>
                  <a:lnTo>
                    <a:pt x="3166124" y="2427981"/>
                  </a:lnTo>
                  <a:lnTo>
                    <a:pt x="3237746" y="2406528"/>
                  </a:lnTo>
                  <a:lnTo>
                    <a:pt x="3309369" y="2384638"/>
                  </a:lnTo>
                  <a:lnTo>
                    <a:pt x="3380991" y="2362304"/>
                  </a:lnTo>
                  <a:lnTo>
                    <a:pt x="3452614" y="2339516"/>
                  </a:lnTo>
                  <a:lnTo>
                    <a:pt x="3524236" y="2316265"/>
                  </a:lnTo>
                  <a:lnTo>
                    <a:pt x="3595859" y="2292542"/>
                  </a:lnTo>
                  <a:lnTo>
                    <a:pt x="3667481" y="2268336"/>
                  </a:lnTo>
                  <a:lnTo>
                    <a:pt x="3739104" y="2243639"/>
                  </a:lnTo>
                  <a:lnTo>
                    <a:pt x="3810726" y="2218440"/>
                  </a:lnTo>
                  <a:lnTo>
                    <a:pt x="3882349" y="2192728"/>
                  </a:lnTo>
                  <a:lnTo>
                    <a:pt x="3953971" y="2166494"/>
                  </a:lnTo>
                  <a:lnTo>
                    <a:pt x="4025594" y="2139727"/>
                  </a:lnTo>
                  <a:lnTo>
                    <a:pt x="4097216" y="2112417"/>
                  </a:lnTo>
                  <a:lnTo>
                    <a:pt x="4168839" y="2084551"/>
                  </a:lnTo>
                  <a:lnTo>
                    <a:pt x="4240462" y="2056119"/>
                  </a:lnTo>
                  <a:lnTo>
                    <a:pt x="4312084" y="2027109"/>
                  </a:lnTo>
                  <a:lnTo>
                    <a:pt x="4383707" y="1997510"/>
                  </a:lnTo>
                  <a:lnTo>
                    <a:pt x="4455329" y="1967309"/>
                  </a:lnTo>
                  <a:lnTo>
                    <a:pt x="4526952" y="1936495"/>
                  </a:lnTo>
                  <a:lnTo>
                    <a:pt x="4598574" y="1905054"/>
                  </a:lnTo>
                  <a:lnTo>
                    <a:pt x="4670197" y="1872975"/>
                  </a:lnTo>
                  <a:lnTo>
                    <a:pt x="4741819" y="1840244"/>
                  </a:lnTo>
                  <a:lnTo>
                    <a:pt x="4813442" y="180684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4727916"/>
              <a:ext cx="7090630" cy="654806"/>
            </a:xfrm>
            <a:custGeom>
              <a:avLst/>
              <a:pathLst>
                <a:path w="7090630" h="654806">
                  <a:moveTo>
                    <a:pt x="7090630" y="654806"/>
                  </a:moveTo>
                  <a:lnTo>
                    <a:pt x="7019007" y="646856"/>
                  </a:lnTo>
                  <a:lnTo>
                    <a:pt x="6947385" y="638544"/>
                  </a:lnTo>
                  <a:lnTo>
                    <a:pt x="6875762" y="629853"/>
                  </a:lnTo>
                  <a:lnTo>
                    <a:pt x="6804139" y="620766"/>
                  </a:lnTo>
                  <a:lnTo>
                    <a:pt x="6732517" y="611266"/>
                  </a:lnTo>
                  <a:lnTo>
                    <a:pt x="6660894" y="601333"/>
                  </a:lnTo>
                  <a:lnTo>
                    <a:pt x="6589272" y="590947"/>
                  </a:lnTo>
                  <a:lnTo>
                    <a:pt x="6517649" y="580088"/>
                  </a:lnTo>
                  <a:lnTo>
                    <a:pt x="6446027" y="568735"/>
                  </a:lnTo>
                  <a:lnTo>
                    <a:pt x="6374404" y="556865"/>
                  </a:lnTo>
                  <a:lnTo>
                    <a:pt x="6302782" y="544453"/>
                  </a:lnTo>
                  <a:lnTo>
                    <a:pt x="6231159" y="531477"/>
                  </a:lnTo>
                  <a:lnTo>
                    <a:pt x="6159537" y="517909"/>
                  </a:lnTo>
                  <a:lnTo>
                    <a:pt x="6087914" y="503723"/>
                  </a:lnTo>
                  <a:lnTo>
                    <a:pt x="6016292" y="488891"/>
                  </a:lnTo>
                  <a:lnTo>
                    <a:pt x="5944669" y="473384"/>
                  </a:lnTo>
                  <a:lnTo>
                    <a:pt x="5873047" y="457170"/>
                  </a:lnTo>
                  <a:lnTo>
                    <a:pt x="5801424" y="440218"/>
                  </a:lnTo>
                  <a:lnTo>
                    <a:pt x="5729802" y="422493"/>
                  </a:lnTo>
                  <a:lnTo>
                    <a:pt x="5658179" y="403961"/>
                  </a:lnTo>
                  <a:lnTo>
                    <a:pt x="5586557" y="384585"/>
                  </a:lnTo>
                  <a:lnTo>
                    <a:pt x="5514934" y="364326"/>
                  </a:lnTo>
                  <a:lnTo>
                    <a:pt x="5443311" y="343144"/>
                  </a:lnTo>
                  <a:lnTo>
                    <a:pt x="5371689" y="320998"/>
                  </a:lnTo>
                  <a:lnTo>
                    <a:pt x="5300066" y="297843"/>
                  </a:lnTo>
                  <a:lnTo>
                    <a:pt x="5228444" y="273633"/>
                  </a:lnTo>
                  <a:lnTo>
                    <a:pt x="5156821" y="248320"/>
                  </a:lnTo>
                  <a:lnTo>
                    <a:pt x="5085199" y="221854"/>
                  </a:lnTo>
                  <a:lnTo>
                    <a:pt x="5013576" y="194183"/>
                  </a:lnTo>
                  <a:lnTo>
                    <a:pt x="4941954" y="165251"/>
                  </a:lnTo>
                  <a:lnTo>
                    <a:pt x="4870331" y="135002"/>
                  </a:lnTo>
                  <a:lnTo>
                    <a:pt x="4798709" y="103374"/>
                  </a:lnTo>
                  <a:lnTo>
                    <a:pt x="4727086" y="70306"/>
                  </a:lnTo>
                  <a:lnTo>
                    <a:pt x="4655464" y="35731"/>
                  </a:lnTo>
                  <a:lnTo>
                    <a:pt x="4583841" y="0"/>
                  </a:lnTo>
                  <a:lnTo>
                    <a:pt x="4512219" y="16516"/>
                  </a:lnTo>
                  <a:lnTo>
                    <a:pt x="4440596" y="32704"/>
                  </a:lnTo>
                  <a:lnTo>
                    <a:pt x="4368974" y="48569"/>
                  </a:lnTo>
                  <a:lnTo>
                    <a:pt x="4297351" y="64119"/>
                  </a:lnTo>
                  <a:lnTo>
                    <a:pt x="4225729" y="79358"/>
                  </a:lnTo>
                  <a:lnTo>
                    <a:pt x="4154106" y="94294"/>
                  </a:lnTo>
                  <a:lnTo>
                    <a:pt x="4082483" y="108933"/>
                  </a:lnTo>
                  <a:lnTo>
                    <a:pt x="4010861" y="123280"/>
                  </a:lnTo>
                  <a:lnTo>
                    <a:pt x="3939238" y="137342"/>
                  </a:lnTo>
                  <a:lnTo>
                    <a:pt x="3867616" y="151123"/>
                  </a:lnTo>
                  <a:lnTo>
                    <a:pt x="3795993" y="164630"/>
                  </a:lnTo>
                  <a:lnTo>
                    <a:pt x="3724371" y="177868"/>
                  </a:lnTo>
                  <a:lnTo>
                    <a:pt x="3652748" y="190842"/>
                  </a:lnTo>
                  <a:lnTo>
                    <a:pt x="3581126" y="203558"/>
                  </a:lnTo>
                  <a:lnTo>
                    <a:pt x="3509503" y="216021"/>
                  </a:lnTo>
                  <a:lnTo>
                    <a:pt x="3437881" y="228235"/>
                  </a:lnTo>
                  <a:lnTo>
                    <a:pt x="3366258" y="240206"/>
                  </a:lnTo>
                  <a:lnTo>
                    <a:pt x="3294636" y="251939"/>
                  </a:lnTo>
                  <a:lnTo>
                    <a:pt x="3223013" y="263438"/>
                  </a:lnTo>
                  <a:lnTo>
                    <a:pt x="3151391" y="274708"/>
                  </a:lnTo>
                  <a:lnTo>
                    <a:pt x="3079768" y="285754"/>
                  </a:lnTo>
                  <a:lnTo>
                    <a:pt x="3008146" y="296580"/>
                  </a:lnTo>
                  <a:lnTo>
                    <a:pt x="2936523" y="307190"/>
                  </a:lnTo>
                  <a:lnTo>
                    <a:pt x="2864901" y="317589"/>
                  </a:lnTo>
                  <a:lnTo>
                    <a:pt x="2793278" y="327780"/>
                  </a:lnTo>
                  <a:lnTo>
                    <a:pt x="2721655" y="337769"/>
                  </a:lnTo>
                  <a:lnTo>
                    <a:pt x="2650033" y="347559"/>
                  </a:lnTo>
                  <a:lnTo>
                    <a:pt x="2578410" y="357154"/>
                  </a:lnTo>
                  <a:lnTo>
                    <a:pt x="2506788" y="366557"/>
                  </a:lnTo>
                  <a:lnTo>
                    <a:pt x="2435165" y="375774"/>
                  </a:lnTo>
                  <a:lnTo>
                    <a:pt x="2363543" y="384807"/>
                  </a:lnTo>
                  <a:lnTo>
                    <a:pt x="2291920" y="393660"/>
                  </a:lnTo>
                  <a:lnTo>
                    <a:pt x="2220298" y="402336"/>
                  </a:lnTo>
                  <a:lnTo>
                    <a:pt x="2148675" y="410840"/>
                  </a:lnTo>
                  <a:lnTo>
                    <a:pt x="2077053" y="419175"/>
                  </a:lnTo>
                  <a:lnTo>
                    <a:pt x="2005430" y="427343"/>
                  </a:lnTo>
                  <a:lnTo>
                    <a:pt x="1933808" y="435349"/>
                  </a:lnTo>
                  <a:lnTo>
                    <a:pt x="1862185" y="443196"/>
                  </a:lnTo>
                  <a:lnTo>
                    <a:pt x="1790563" y="450886"/>
                  </a:lnTo>
                  <a:lnTo>
                    <a:pt x="1718940" y="458423"/>
                  </a:lnTo>
                  <a:lnTo>
                    <a:pt x="1647318" y="465810"/>
                  </a:lnTo>
                  <a:lnTo>
                    <a:pt x="1575695" y="473049"/>
                  </a:lnTo>
                  <a:lnTo>
                    <a:pt x="1504073" y="480145"/>
                  </a:lnTo>
                  <a:lnTo>
                    <a:pt x="1432450" y="487099"/>
                  </a:lnTo>
                  <a:lnTo>
                    <a:pt x="1360827" y="493915"/>
                  </a:lnTo>
                  <a:lnTo>
                    <a:pt x="1289205" y="500595"/>
                  </a:lnTo>
                  <a:lnTo>
                    <a:pt x="1217582" y="507142"/>
                  </a:lnTo>
                  <a:lnTo>
                    <a:pt x="1145960" y="513559"/>
                  </a:lnTo>
                  <a:lnTo>
                    <a:pt x="1074337" y="519847"/>
                  </a:lnTo>
                  <a:lnTo>
                    <a:pt x="1002715" y="526011"/>
                  </a:lnTo>
                  <a:lnTo>
                    <a:pt x="931092" y="532052"/>
                  </a:lnTo>
                  <a:lnTo>
                    <a:pt x="859470" y="537972"/>
                  </a:lnTo>
                  <a:lnTo>
                    <a:pt x="787847" y="543775"/>
                  </a:lnTo>
                  <a:lnTo>
                    <a:pt x="716225" y="549462"/>
                  </a:lnTo>
                  <a:lnTo>
                    <a:pt x="644602" y="555036"/>
                  </a:lnTo>
                  <a:lnTo>
                    <a:pt x="572980" y="560499"/>
                  </a:lnTo>
                  <a:lnTo>
                    <a:pt x="501357" y="565853"/>
                  </a:lnTo>
                  <a:lnTo>
                    <a:pt x="429735" y="571100"/>
                  </a:lnTo>
                  <a:lnTo>
                    <a:pt x="358112" y="576243"/>
                  </a:lnTo>
                  <a:lnTo>
                    <a:pt x="286490" y="581283"/>
                  </a:lnTo>
                  <a:lnTo>
                    <a:pt x="214867" y="586223"/>
                  </a:lnTo>
                  <a:lnTo>
                    <a:pt x="143245" y="591065"/>
                  </a:lnTo>
                  <a:lnTo>
                    <a:pt x="71622" y="595810"/>
                  </a:lnTo>
                  <a:lnTo>
                    <a:pt x="0" y="60046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3744579"/>
              <a:ext cx="7090630" cy="1271684"/>
            </a:xfrm>
            <a:custGeom>
              <a:avLst/>
              <a:pathLst>
                <a:path w="7090630" h="1271684">
                  <a:moveTo>
                    <a:pt x="0" y="0"/>
                  </a:moveTo>
                  <a:lnTo>
                    <a:pt x="71622" y="22004"/>
                  </a:lnTo>
                  <a:lnTo>
                    <a:pt x="143245" y="43742"/>
                  </a:lnTo>
                  <a:lnTo>
                    <a:pt x="214867" y="65216"/>
                  </a:lnTo>
                  <a:lnTo>
                    <a:pt x="286490" y="86429"/>
                  </a:lnTo>
                  <a:lnTo>
                    <a:pt x="358112" y="107385"/>
                  </a:lnTo>
                  <a:lnTo>
                    <a:pt x="429735" y="128086"/>
                  </a:lnTo>
                  <a:lnTo>
                    <a:pt x="501357" y="148536"/>
                  </a:lnTo>
                  <a:lnTo>
                    <a:pt x="572980" y="168738"/>
                  </a:lnTo>
                  <a:lnTo>
                    <a:pt x="644602" y="188694"/>
                  </a:lnTo>
                  <a:lnTo>
                    <a:pt x="716225" y="208409"/>
                  </a:lnTo>
                  <a:lnTo>
                    <a:pt x="787847" y="227884"/>
                  </a:lnTo>
                  <a:lnTo>
                    <a:pt x="859470" y="247122"/>
                  </a:lnTo>
                  <a:lnTo>
                    <a:pt x="931092" y="266127"/>
                  </a:lnTo>
                  <a:lnTo>
                    <a:pt x="1002715" y="284901"/>
                  </a:lnTo>
                  <a:lnTo>
                    <a:pt x="1074337" y="303448"/>
                  </a:lnTo>
                  <a:lnTo>
                    <a:pt x="1145960" y="321769"/>
                  </a:lnTo>
                  <a:lnTo>
                    <a:pt x="1217582" y="339868"/>
                  </a:lnTo>
                  <a:lnTo>
                    <a:pt x="1289205" y="357747"/>
                  </a:lnTo>
                  <a:lnTo>
                    <a:pt x="1360827" y="375409"/>
                  </a:lnTo>
                  <a:lnTo>
                    <a:pt x="1432450" y="392856"/>
                  </a:lnTo>
                  <a:lnTo>
                    <a:pt x="1504073" y="410092"/>
                  </a:lnTo>
                  <a:lnTo>
                    <a:pt x="1575695" y="427119"/>
                  </a:lnTo>
                  <a:lnTo>
                    <a:pt x="1647318" y="443939"/>
                  </a:lnTo>
                  <a:lnTo>
                    <a:pt x="1718940" y="460554"/>
                  </a:lnTo>
                  <a:lnTo>
                    <a:pt x="1790563" y="476968"/>
                  </a:lnTo>
                  <a:lnTo>
                    <a:pt x="1862185" y="493183"/>
                  </a:lnTo>
                  <a:lnTo>
                    <a:pt x="1933808" y="509201"/>
                  </a:lnTo>
                  <a:lnTo>
                    <a:pt x="2005430" y="525024"/>
                  </a:lnTo>
                  <a:lnTo>
                    <a:pt x="2077053" y="540656"/>
                  </a:lnTo>
                  <a:lnTo>
                    <a:pt x="2148675" y="556097"/>
                  </a:lnTo>
                  <a:lnTo>
                    <a:pt x="2220298" y="571351"/>
                  </a:lnTo>
                  <a:lnTo>
                    <a:pt x="2291920" y="586420"/>
                  </a:lnTo>
                  <a:lnTo>
                    <a:pt x="2363543" y="601307"/>
                  </a:lnTo>
                  <a:lnTo>
                    <a:pt x="2435165" y="616012"/>
                  </a:lnTo>
                  <a:lnTo>
                    <a:pt x="2506788" y="630539"/>
                  </a:lnTo>
                  <a:lnTo>
                    <a:pt x="2578410" y="644889"/>
                  </a:lnTo>
                  <a:lnTo>
                    <a:pt x="2650033" y="659065"/>
                  </a:lnTo>
                  <a:lnTo>
                    <a:pt x="2721655" y="673070"/>
                  </a:lnTo>
                  <a:lnTo>
                    <a:pt x="2793278" y="686904"/>
                  </a:lnTo>
                  <a:lnTo>
                    <a:pt x="2864901" y="700570"/>
                  </a:lnTo>
                  <a:lnTo>
                    <a:pt x="2936523" y="714070"/>
                  </a:lnTo>
                  <a:lnTo>
                    <a:pt x="3008146" y="727407"/>
                  </a:lnTo>
                  <a:lnTo>
                    <a:pt x="3079768" y="740581"/>
                  </a:lnTo>
                  <a:lnTo>
                    <a:pt x="3151391" y="753596"/>
                  </a:lnTo>
                  <a:lnTo>
                    <a:pt x="3223013" y="766452"/>
                  </a:lnTo>
                  <a:lnTo>
                    <a:pt x="3294636" y="779153"/>
                  </a:lnTo>
                  <a:lnTo>
                    <a:pt x="3366258" y="791699"/>
                  </a:lnTo>
                  <a:lnTo>
                    <a:pt x="3437881" y="804093"/>
                  </a:lnTo>
                  <a:lnTo>
                    <a:pt x="3509503" y="816337"/>
                  </a:lnTo>
                  <a:lnTo>
                    <a:pt x="3581126" y="828432"/>
                  </a:lnTo>
                  <a:lnTo>
                    <a:pt x="3652748" y="840380"/>
                  </a:lnTo>
                  <a:lnTo>
                    <a:pt x="3724371" y="852183"/>
                  </a:lnTo>
                  <a:lnTo>
                    <a:pt x="3795993" y="863843"/>
                  </a:lnTo>
                  <a:lnTo>
                    <a:pt x="3867616" y="875361"/>
                  </a:lnTo>
                  <a:lnTo>
                    <a:pt x="3939238" y="886740"/>
                  </a:lnTo>
                  <a:lnTo>
                    <a:pt x="4010861" y="897980"/>
                  </a:lnTo>
                  <a:lnTo>
                    <a:pt x="4082483" y="909084"/>
                  </a:lnTo>
                  <a:lnTo>
                    <a:pt x="4154106" y="920053"/>
                  </a:lnTo>
                  <a:lnTo>
                    <a:pt x="4225729" y="930889"/>
                  </a:lnTo>
                  <a:lnTo>
                    <a:pt x="4297351" y="941593"/>
                  </a:lnTo>
                  <a:lnTo>
                    <a:pt x="4368974" y="952168"/>
                  </a:lnTo>
                  <a:lnTo>
                    <a:pt x="4440596" y="962614"/>
                  </a:lnTo>
                  <a:lnTo>
                    <a:pt x="4512219" y="972933"/>
                  </a:lnTo>
                  <a:lnTo>
                    <a:pt x="4583841" y="983127"/>
                  </a:lnTo>
                  <a:lnTo>
                    <a:pt x="4655464" y="993197"/>
                  </a:lnTo>
                  <a:lnTo>
                    <a:pt x="4727086" y="1003145"/>
                  </a:lnTo>
                  <a:lnTo>
                    <a:pt x="4798709" y="1012972"/>
                  </a:lnTo>
                  <a:lnTo>
                    <a:pt x="4870331" y="1022680"/>
                  </a:lnTo>
                  <a:lnTo>
                    <a:pt x="4941954" y="1032270"/>
                  </a:lnTo>
                  <a:lnTo>
                    <a:pt x="5013576" y="1041744"/>
                  </a:lnTo>
                  <a:lnTo>
                    <a:pt x="5085199" y="1051103"/>
                  </a:lnTo>
                  <a:lnTo>
                    <a:pt x="5156821" y="1060348"/>
                  </a:lnTo>
                  <a:lnTo>
                    <a:pt x="5228444" y="1069481"/>
                  </a:lnTo>
                  <a:lnTo>
                    <a:pt x="5300066" y="1078503"/>
                  </a:lnTo>
                  <a:lnTo>
                    <a:pt x="5371689" y="1087415"/>
                  </a:lnTo>
                  <a:lnTo>
                    <a:pt x="5443311" y="1096219"/>
                  </a:lnTo>
                  <a:lnTo>
                    <a:pt x="5514934" y="1104917"/>
                  </a:lnTo>
                  <a:lnTo>
                    <a:pt x="5586557" y="1113508"/>
                  </a:lnTo>
                  <a:lnTo>
                    <a:pt x="5658179" y="1121996"/>
                  </a:lnTo>
                  <a:lnTo>
                    <a:pt x="5729802" y="1130380"/>
                  </a:lnTo>
                  <a:lnTo>
                    <a:pt x="5801424" y="1138663"/>
                  </a:lnTo>
                  <a:lnTo>
                    <a:pt x="5873047" y="1146845"/>
                  </a:lnTo>
                  <a:lnTo>
                    <a:pt x="5944669" y="1154928"/>
                  </a:lnTo>
                  <a:lnTo>
                    <a:pt x="6016292" y="1162912"/>
                  </a:lnTo>
                  <a:lnTo>
                    <a:pt x="6087914" y="1170800"/>
                  </a:lnTo>
                  <a:lnTo>
                    <a:pt x="6159537" y="1178592"/>
                  </a:lnTo>
                  <a:lnTo>
                    <a:pt x="6231159" y="1186289"/>
                  </a:lnTo>
                  <a:lnTo>
                    <a:pt x="6302782" y="1193893"/>
                  </a:lnTo>
                  <a:lnTo>
                    <a:pt x="6374404" y="1201405"/>
                  </a:lnTo>
                  <a:lnTo>
                    <a:pt x="6446027" y="1208825"/>
                  </a:lnTo>
                  <a:lnTo>
                    <a:pt x="6517649" y="1216156"/>
                  </a:lnTo>
                  <a:lnTo>
                    <a:pt x="6589272" y="1223397"/>
                  </a:lnTo>
                  <a:lnTo>
                    <a:pt x="6660894" y="1230551"/>
                  </a:lnTo>
                  <a:lnTo>
                    <a:pt x="6732517" y="1237617"/>
                  </a:lnTo>
                  <a:lnTo>
                    <a:pt x="6804139" y="1244598"/>
                  </a:lnTo>
                  <a:lnTo>
                    <a:pt x="6875762" y="1251494"/>
                  </a:lnTo>
                  <a:lnTo>
                    <a:pt x="6947385" y="1258307"/>
                  </a:lnTo>
                  <a:lnTo>
                    <a:pt x="7019007" y="1265036"/>
                  </a:lnTo>
                  <a:lnTo>
                    <a:pt x="7090630" y="127168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575644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6931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8726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319986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73022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817980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1.18 (0.76-1.85), p_Bonf = 1.000 (n = 6)  |  per IQR decline (Δ = 24.2): 1.51 (0.51-4.46)  |  IQR: [-13.0, 11.2]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411434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2026-08-06T10:34:56Z</dcterms:modified>
  <cp:category/>
</cp:coreProperties>
</file>