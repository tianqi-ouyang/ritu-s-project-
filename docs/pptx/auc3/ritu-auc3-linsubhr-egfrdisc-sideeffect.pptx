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304934"/>
            </a:xfrm>
            <a:custGeom>
              <a:avLst/>
              <a:pathLst>
                <a:path w="7090630" h="3304934">
                  <a:moveTo>
                    <a:pt x="2246276" y="0"/>
                  </a:moveTo>
                  <a:lnTo>
                    <a:pt x="2291920" y="96867"/>
                  </a:lnTo>
                  <a:lnTo>
                    <a:pt x="2363543" y="242336"/>
                  </a:lnTo>
                  <a:lnTo>
                    <a:pt x="2435165" y="381557"/>
                  </a:lnTo>
                  <a:lnTo>
                    <a:pt x="2506788" y="514798"/>
                  </a:lnTo>
                  <a:lnTo>
                    <a:pt x="2578410" y="642317"/>
                  </a:lnTo>
                  <a:lnTo>
                    <a:pt x="2650033" y="764358"/>
                  </a:lnTo>
                  <a:lnTo>
                    <a:pt x="2721655" y="881158"/>
                  </a:lnTo>
                  <a:lnTo>
                    <a:pt x="2793278" y="992941"/>
                  </a:lnTo>
                  <a:lnTo>
                    <a:pt x="2864901" y="1099923"/>
                  </a:lnTo>
                  <a:lnTo>
                    <a:pt x="2936523" y="1202310"/>
                  </a:lnTo>
                  <a:lnTo>
                    <a:pt x="3008146" y="1300299"/>
                  </a:lnTo>
                  <a:lnTo>
                    <a:pt x="3079768" y="1394080"/>
                  </a:lnTo>
                  <a:lnTo>
                    <a:pt x="3151391" y="1483833"/>
                  </a:lnTo>
                  <a:lnTo>
                    <a:pt x="3223013" y="1569730"/>
                  </a:lnTo>
                  <a:lnTo>
                    <a:pt x="3294636" y="1651939"/>
                  </a:lnTo>
                  <a:lnTo>
                    <a:pt x="3366258" y="1730616"/>
                  </a:lnTo>
                  <a:lnTo>
                    <a:pt x="3437881" y="1805915"/>
                  </a:lnTo>
                  <a:lnTo>
                    <a:pt x="3509503" y="1877979"/>
                  </a:lnTo>
                  <a:lnTo>
                    <a:pt x="3581126" y="1946948"/>
                  </a:lnTo>
                  <a:lnTo>
                    <a:pt x="3652748" y="2012954"/>
                  </a:lnTo>
                  <a:lnTo>
                    <a:pt x="3724371" y="2076126"/>
                  </a:lnTo>
                  <a:lnTo>
                    <a:pt x="3795993" y="2136584"/>
                  </a:lnTo>
                  <a:lnTo>
                    <a:pt x="3867616" y="2194446"/>
                  </a:lnTo>
                  <a:lnTo>
                    <a:pt x="3939238" y="2249822"/>
                  </a:lnTo>
                  <a:lnTo>
                    <a:pt x="4010861" y="2302820"/>
                  </a:lnTo>
                  <a:lnTo>
                    <a:pt x="4082483" y="2353542"/>
                  </a:lnTo>
                  <a:lnTo>
                    <a:pt x="4154106" y="2402085"/>
                  </a:lnTo>
                  <a:lnTo>
                    <a:pt x="4225729" y="2448543"/>
                  </a:lnTo>
                  <a:lnTo>
                    <a:pt x="4297351" y="2493006"/>
                  </a:lnTo>
                  <a:lnTo>
                    <a:pt x="4368974" y="2535559"/>
                  </a:lnTo>
                  <a:lnTo>
                    <a:pt x="4440596" y="2576284"/>
                  </a:lnTo>
                  <a:lnTo>
                    <a:pt x="4512219" y="2615260"/>
                  </a:lnTo>
                  <a:lnTo>
                    <a:pt x="4583841" y="2652563"/>
                  </a:lnTo>
                  <a:lnTo>
                    <a:pt x="4655464" y="2637252"/>
                  </a:lnTo>
                  <a:lnTo>
                    <a:pt x="4727086" y="2619000"/>
                  </a:lnTo>
                  <a:lnTo>
                    <a:pt x="4798709" y="2600356"/>
                  </a:lnTo>
                  <a:lnTo>
                    <a:pt x="4870331" y="2581309"/>
                  </a:lnTo>
                  <a:lnTo>
                    <a:pt x="4941954" y="2561852"/>
                  </a:lnTo>
                  <a:lnTo>
                    <a:pt x="5013576" y="2541975"/>
                  </a:lnTo>
                  <a:lnTo>
                    <a:pt x="5085199" y="2521669"/>
                  </a:lnTo>
                  <a:lnTo>
                    <a:pt x="5156821" y="2500926"/>
                  </a:lnTo>
                  <a:lnTo>
                    <a:pt x="5228444" y="2479736"/>
                  </a:lnTo>
                  <a:lnTo>
                    <a:pt x="5300066" y="2458088"/>
                  </a:lnTo>
                  <a:lnTo>
                    <a:pt x="5371689" y="2435974"/>
                  </a:lnTo>
                  <a:lnTo>
                    <a:pt x="5443311" y="2413383"/>
                  </a:lnTo>
                  <a:lnTo>
                    <a:pt x="5514934" y="2390305"/>
                  </a:lnTo>
                  <a:lnTo>
                    <a:pt x="5586557" y="2366730"/>
                  </a:lnTo>
                  <a:lnTo>
                    <a:pt x="5658179" y="2342646"/>
                  </a:lnTo>
                  <a:lnTo>
                    <a:pt x="5729802" y="2318043"/>
                  </a:lnTo>
                  <a:lnTo>
                    <a:pt x="5801424" y="2292909"/>
                  </a:lnTo>
                  <a:lnTo>
                    <a:pt x="5873047" y="2267234"/>
                  </a:lnTo>
                  <a:lnTo>
                    <a:pt x="5944669" y="2241005"/>
                  </a:lnTo>
                  <a:lnTo>
                    <a:pt x="6016292" y="2214210"/>
                  </a:lnTo>
                  <a:lnTo>
                    <a:pt x="6087914" y="2186838"/>
                  </a:lnTo>
                  <a:lnTo>
                    <a:pt x="6159537" y="2158875"/>
                  </a:lnTo>
                  <a:lnTo>
                    <a:pt x="6231159" y="2130310"/>
                  </a:lnTo>
                  <a:lnTo>
                    <a:pt x="6302782" y="2101129"/>
                  </a:lnTo>
                  <a:lnTo>
                    <a:pt x="6374404" y="2071318"/>
                  </a:lnTo>
                  <a:lnTo>
                    <a:pt x="6446027" y="2040865"/>
                  </a:lnTo>
                  <a:lnTo>
                    <a:pt x="6517649" y="2009755"/>
                  </a:lnTo>
                  <a:lnTo>
                    <a:pt x="6589272" y="1977975"/>
                  </a:lnTo>
                  <a:lnTo>
                    <a:pt x="6660894" y="1945509"/>
                  </a:lnTo>
                  <a:lnTo>
                    <a:pt x="6732517" y="1912343"/>
                  </a:lnTo>
                  <a:lnTo>
                    <a:pt x="6804139" y="1878462"/>
                  </a:lnTo>
                  <a:lnTo>
                    <a:pt x="6875762" y="1843851"/>
                  </a:lnTo>
                  <a:lnTo>
                    <a:pt x="6947385" y="1808493"/>
                  </a:lnTo>
                  <a:lnTo>
                    <a:pt x="7019007" y="1772374"/>
                  </a:lnTo>
                  <a:lnTo>
                    <a:pt x="7090630" y="1735475"/>
                  </a:lnTo>
                  <a:lnTo>
                    <a:pt x="7090630" y="3304934"/>
                  </a:lnTo>
                  <a:lnTo>
                    <a:pt x="7019007" y="3296909"/>
                  </a:lnTo>
                  <a:lnTo>
                    <a:pt x="6947385" y="3288524"/>
                  </a:lnTo>
                  <a:lnTo>
                    <a:pt x="6875762" y="3279763"/>
                  </a:lnTo>
                  <a:lnTo>
                    <a:pt x="6804139" y="3270609"/>
                  </a:lnTo>
                  <a:lnTo>
                    <a:pt x="6732517" y="3261044"/>
                  </a:lnTo>
                  <a:lnTo>
                    <a:pt x="6660894" y="3251049"/>
                  </a:lnTo>
                  <a:lnTo>
                    <a:pt x="6589272" y="3240606"/>
                  </a:lnTo>
                  <a:lnTo>
                    <a:pt x="6517649" y="3229694"/>
                  </a:lnTo>
                  <a:lnTo>
                    <a:pt x="6446027" y="3218293"/>
                  </a:lnTo>
                  <a:lnTo>
                    <a:pt x="6374404" y="3206380"/>
                  </a:lnTo>
                  <a:lnTo>
                    <a:pt x="6302782" y="3193932"/>
                  </a:lnTo>
                  <a:lnTo>
                    <a:pt x="6231159" y="3180926"/>
                  </a:lnTo>
                  <a:lnTo>
                    <a:pt x="6159537" y="3167335"/>
                  </a:lnTo>
                  <a:lnTo>
                    <a:pt x="6087914" y="3153135"/>
                  </a:lnTo>
                  <a:lnTo>
                    <a:pt x="6016292" y="3138298"/>
                  </a:lnTo>
                  <a:lnTo>
                    <a:pt x="5944669" y="3122795"/>
                  </a:lnTo>
                  <a:lnTo>
                    <a:pt x="5873047" y="3106596"/>
                  </a:lnTo>
                  <a:lnTo>
                    <a:pt x="5801424" y="3089670"/>
                  </a:lnTo>
                  <a:lnTo>
                    <a:pt x="5729802" y="3071985"/>
                  </a:lnTo>
                  <a:lnTo>
                    <a:pt x="5658179" y="3053506"/>
                  </a:lnTo>
                  <a:lnTo>
                    <a:pt x="5586557" y="3034197"/>
                  </a:lnTo>
                  <a:lnTo>
                    <a:pt x="5514934" y="3014022"/>
                  </a:lnTo>
                  <a:lnTo>
                    <a:pt x="5443311" y="2992942"/>
                  </a:lnTo>
                  <a:lnTo>
                    <a:pt x="5371689" y="2970915"/>
                  </a:lnTo>
                  <a:lnTo>
                    <a:pt x="5300066" y="2947900"/>
                  </a:lnTo>
                  <a:lnTo>
                    <a:pt x="5228444" y="2923853"/>
                  </a:lnTo>
                  <a:lnTo>
                    <a:pt x="5156821" y="2898725"/>
                  </a:lnTo>
                  <a:lnTo>
                    <a:pt x="5085199" y="2872471"/>
                  </a:lnTo>
                  <a:lnTo>
                    <a:pt x="5013576" y="2845038"/>
                  </a:lnTo>
                  <a:lnTo>
                    <a:pt x="4941954" y="2816374"/>
                  </a:lnTo>
                  <a:lnTo>
                    <a:pt x="4870331" y="2786423"/>
                  </a:lnTo>
                  <a:lnTo>
                    <a:pt x="4798709" y="2755128"/>
                  </a:lnTo>
                  <a:lnTo>
                    <a:pt x="4727086" y="2722429"/>
                  </a:lnTo>
                  <a:lnTo>
                    <a:pt x="4655464" y="2688263"/>
                  </a:lnTo>
                  <a:lnTo>
                    <a:pt x="4583841" y="2655117"/>
                  </a:lnTo>
                  <a:lnTo>
                    <a:pt x="4512219" y="2672606"/>
                  </a:lnTo>
                  <a:lnTo>
                    <a:pt x="4440596" y="2689726"/>
                  </a:lnTo>
                  <a:lnTo>
                    <a:pt x="4368974" y="2706485"/>
                  </a:lnTo>
                  <a:lnTo>
                    <a:pt x="4297351" y="2722889"/>
                  </a:lnTo>
                  <a:lnTo>
                    <a:pt x="4225729" y="2738948"/>
                  </a:lnTo>
                  <a:lnTo>
                    <a:pt x="4154106" y="2754667"/>
                  </a:lnTo>
                  <a:lnTo>
                    <a:pt x="4082483" y="2770055"/>
                  </a:lnTo>
                  <a:lnTo>
                    <a:pt x="4010861" y="2785118"/>
                  </a:lnTo>
                  <a:lnTo>
                    <a:pt x="3939238" y="2799863"/>
                  </a:lnTo>
                  <a:lnTo>
                    <a:pt x="3867616" y="2814297"/>
                  </a:lnTo>
                  <a:lnTo>
                    <a:pt x="3795993" y="2828427"/>
                  </a:lnTo>
                  <a:lnTo>
                    <a:pt x="3724371" y="2842258"/>
                  </a:lnTo>
                  <a:lnTo>
                    <a:pt x="3652748" y="2855797"/>
                  </a:lnTo>
                  <a:lnTo>
                    <a:pt x="3581126" y="2869050"/>
                  </a:lnTo>
                  <a:lnTo>
                    <a:pt x="3509503" y="2882024"/>
                  </a:lnTo>
                  <a:lnTo>
                    <a:pt x="3437881" y="2894724"/>
                  </a:lnTo>
                  <a:lnTo>
                    <a:pt x="3366258" y="2907155"/>
                  </a:lnTo>
                  <a:lnTo>
                    <a:pt x="3294636" y="2919325"/>
                  </a:lnTo>
                  <a:lnTo>
                    <a:pt x="3223013" y="2931237"/>
                  </a:lnTo>
                  <a:lnTo>
                    <a:pt x="3151391" y="2942899"/>
                  </a:lnTo>
                  <a:lnTo>
                    <a:pt x="3079768" y="2954314"/>
                  </a:lnTo>
                  <a:lnTo>
                    <a:pt x="3008146" y="2965488"/>
                  </a:lnTo>
                  <a:lnTo>
                    <a:pt x="2936523" y="2976426"/>
                  </a:lnTo>
                  <a:lnTo>
                    <a:pt x="2864901" y="2987133"/>
                  </a:lnTo>
                  <a:lnTo>
                    <a:pt x="2793278" y="2997615"/>
                  </a:lnTo>
                  <a:lnTo>
                    <a:pt x="2721655" y="3007875"/>
                  </a:lnTo>
                  <a:lnTo>
                    <a:pt x="2650033" y="3017919"/>
                  </a:lnTo>
                  <a:lnTo>
                    <a:pt x="2578410" y="3027750"/>
                  </a:lnTo>
                  <a:lnTo>
                    <a:pt x="2506788" y="3037375"/>
                  </a:lnTo>
                  <a:lnTo>
                    <a:pt x="2435165" y="3046796"/>
                  </a:lnTo>
                  <a:lnTo>
                    <a:pt x="2363543" y="3056018"/>
                  </a:lnTo>
                  <a:lnTo>
                    <a:pt x="2291920" y="3065045"/>
                  </a:lnTo>
                  <a:lnTo>
                    <a:pt x="2220298" y="3073882"/>
                  </a:lnTo>
                  <a:lnTo>
                    <a:pt x="2148675" y="3082533"/>
                  </a:lnTo>
                  <a:lnTo>
                    <a:pt x="2077053" y="3091001"/>
                  </a:lnTo>
                  <a:lnTo>
                    <a:pt x="2005430" y="3099290"/>
                  </a:lnTo>
                  <a:lnTo>
                    <a:pt x="1933808" y="3107404"/>
                  </a:lnTo>
                  <a:lnTo>
                    <a:pt x="1862185" y="3115347"/>
                  </a:lnTo>
                  <a:lnTo>
                    <a:pt x="1790563" y="3123123"/>
                  </a:lnTo>
                  <a:lnTo>
                    <a:pt x="1718940" y="3130734"/>
                  </a:lnTo>
                  <a:lnTo>
                    <a:pt x="1647318" y="3138185"/>
                  </a:lnTo>
                  <a:lnTo>
                    <a:pt x="1575695" y="3145478"/>
                  </a:lnTo>
                  <a:lnTo>
                    <a:pt x="1504073" y="3152617"/>
                  </a:lnTo>
                  <a:lnTo>
                    <a:pt x="1432450" y="3159606"/>
                  </a:lnTo>
                  <a:lnTo>
                    <a:pt x="1360827" y="3166447"/>
                  </a:lnTo>
                  <a:lnTo>
                    <a:pt x="1289205" y="3173144"/>
                  </a:lnTo>
                  <a:lnTo>
                    <a:pt x="1217582" y="3179700"/>
                  </a:lnTo>
                  <a:lnTo>
                    <a:pt x="1145960" y="3186117"/>
                  </a:lnTo>
                  <a:lnTo>
                    <a:pt x="1074337" y="3192399"/>
                  </a:lnTo>
                  <a:lnTo>
                    <a:pt x="1002715" y="3198548"/>
                  </a:lnTo>
                  <a:lnTo>
                    <a:pt x="931092" y="3204567"/>
                  </a:lnTo>
                  <a:lnTo>
                    <a:pt x="859470" y="3210459"/>
                  </a:lnTo>
                  <a:lnTo>
                    <a:pt x="787847" y="3216227"/>
                  </a:lnTo>
                  <a:lnTo>
                    <a:pt x="716225" y="3221874"/>
                  </a:lnTo>
                  <a:lnTo>
                    <a:pt x="644602" y="3227401"/>
                  </a:lnTo>
                  <a:lnTo>
                    <a:pt x="572980" y="3232811"/>
                  </a:lnTo>
                  <a:lnTo>
                    <a:pt x="501357" y="3238107"/>
                  </a:lnTo>
                  <a:lnTo>
                    <a:pt x="429735" y="3243292"/>
                  </a:lnTo>
                  <a:lnTo>
                    <a:pt x="358112" y="3248367"/>
                  </a:lnTo>
                  <a:lnTo>
                    <a:pt x="286490" y="3253334"/>
                  </a:lnTo>
                  <a:lnTo>
                    <a:pt x="214867" y="3258197"/>
                  </a:lnTo>
                  <a:lnTo>
                    <a:pt x="143245" y="3262958"/>
                  </a:lnTo>
                  <a:lnTo>
                    <a:pt x="71622" y="3267618"/>
                  </a:lnTo>
                  <a:lnTo>
                    <a:pt x="0" y="327217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418325" y="2073503"/>
              <a:ext cx="4844353" cy="2652563"/>
            </a:xfrm>
            <a:custGeom>
              <a:avLst/>
              <a:pathLst>
                <a:path w="4844353" h="2652563">
                  <a:moveTo>
                    <a:pt x="0" y="0"/>
                  </a:moveTo>
                  <a:lnTo>
                    <a:pt x="45644" y="96867"/>
                  </a:lnTo>
                  <a:lnTo>
                    <a:pt x="117267" y="242336"/>
                  </a:lnTo>
                  <a:lnTo>
                    <a:pt x="188889" y="381557"/>
                  </a:lnTo>
                  <a:lnTo>
                    <a:pt x="260512" y="514798"/>
                  </a:lnTo>
                  <a:lnTo>
                    <a:pt x="332134" y="642317"/>
                  </a:lnTo>
                  <a:lnTo>
                    <a:pt x="403757" y="764358"/>
                  </a:lnTo>
                  <a:lnTo>
                    <a:pt x="475379" y="881158"/>
                  </a:lnTo>
                  <a:lnTo>
                    <a:pt x="547002" y="992941"/>
                  </a:lnTo>
                  <a:lnTo>
                    <a:pt x="618624" y="1099923"/>
                  </a:lnTo>
                  <a:lnTo>
                    <a:pt x="690247" y="1202310"/>
                  </a:lnTo>
                  <a:lnTo>
                    <a:pt x="761870" y="1300299"/>
                  </a:lnTo>
                  <a:lnTo>
                    <a:pt x="833492" y="1394080"/>
                  </a:lnTo>
                  <a:lnTo>
                    <a:pt x="905115" y="1483833"/>
                  </a:lnTo>
                  <a:lnTo>
                    <a:pt x="976737" y="1569730"/>
                  </a:lnTo>
                  <a:lnTo>
                    <a:pt x="1048360" y="1651939"/>
                  </a:lnTo>
                  <a:lnTo>
                    <a:pt x="1119982" y="1730616"/>
                  </a:lnTo>
                  <a:lnTo>
                    <a:pt x="1191605" y="1805915"/>
                  </a:lnTo>
                  <a:lnTo>
                    <a:pt x="1263227" y="1877979"/>
                  </a:lnTo>
                  <a:lnTo>
                    <a:pt x="1334850" y="1946948"/>
                  </a:lnTo>
                  <a:lnTo>
                    <a:pt x="1406472" y="2012954"/>
                  </a:lnTo>
                  <a:lnTo>
                    <a:pt x="1478095" y="2076126"/>
                  </a:lnTo>
                  <a:lnTo>
                    <a:pt x="1549717" y="2136584"/>
                  </a:lnTo>
                  <a:lnTo>
                    <a:pt x="1621340" y="2194446"/>
                  </a:lnTo>
                  <a:lnTo>
                    <a:pt x="1692962" y="2249822"/>
                  </a:lnTo>
                  <a:lnTo>
                    <a:pt x="1764585" y="2302820"/>
                  </a:lnTo>
                  <a:lnTo>
                    <a:pt x="1836207" y="2353542"/>
                  </a:lnTo>
                  <a:lnTo>
                    <a:pt x="1907830" y="2402085"/>
                  </a:lnTo>
                  <a:lnTo>
                    <a:pt x="1979452" y="2448543"/>
                  </a:lnTo>
                  <a:lnTo>
                    <a:pt x="2051075" y="2493006"/>
                  </a:lnTo>
                  <a:lnTo>
                    <a:pt x="2122698" y="2535559"/>
                  </a:lnTo>
                  <a:lnTo>
                    <a:pt x="2194320" y="2576284"/>
                  </a:lnTo>
                  <a:lnTo>
                    <a:pt x="2265943" y="2615260"/>
                  </a:lnTo>
                  <a:lnTo>
                    <a:pt x="2337565" y="2652563"/>
                  </a:lnTo>
                  <a:lnTo>
                    <a:pt x="2409188" y="2637252"/>
                  </a:lnTo>
                  <a:lnTo>
                    <a:pt x="2480810" y="2619000"/>
                  </a:lnTo>
                  <a:lnTo>
                    <a:pt x="2552433" y="2600356"/>
                  </a:lnTo>
                  <a:lnTo>
                    <a:pt x="2624055" y="2581309"/>
                  </a:lnTo>
                  <a:lnTo>
                    <a:pt x="2695678" y="2561852"/>
                  </a:lnTo>
                  <a:lnTo>
                    <a:pt x="2767300" y="2541975"/>
                  </a:lnTo>
                  <a:lnTo>
                    <a:pt x="2838923" y="2521669"/>
                  </a:lnTo>
                  <a:lnTo>
                    <a:pt x="2910545" y="2500926"/>
                  </a:lnTo>
                  <a:lnTo>
                    <a:pt x="2982168" y="2479736"/>
                  </a:lnTo>
                  <a:lnTo>
                    <a:pt x="3053790" y="2458088"/>
                  </a:lnTo>
                  <a:lnTo>
                    <a:pt x="3125413" y="2435974"/>
                  </a:lnTo>
                  <a:lnTo>
                    <a:pt x="3197035" y="2413383"/>
                  </a:lnTo>
                  <a:lnTo>
                    <a:pt x="3268658" y="2390305"/>
                  </a:lnTo>
                  <a:lnTo>
                    <a:pt x="3340280" y="2366730"/>
                  </a:lnTo>
                  <a:lnTo>
                    <a:pt x="3411903" y="2342646"/>
                  </a:lnTo>
                  <a:lnTo>
                    <a:pt x="3483525" y="2318043"/>
                  </a:lnTo>
                  <a:lnTo>
                    <a:pt x="3555148" y="2292909"/>
                  </a:lnTo>
                  <a:lnTo>
                    <a:pt x="3626771" y="2267234"/>
                  </a:lnTo>
                  <a:lnTo>
                    <a:pt x="3698393" y="2241005"/>
                  </a:lnTo>
                  <a:lnTo>
                    <a:pt x="3770016" y="2214210"/>
                  </a:lnTo>
                  <a:lnTo>
                    <a:pt x="3841638" y="2186838"/>
                  </a:lnTo>
                  <a:lnTo>
                    <a:pt x="3913261" y="2158875"/>
                  </a:lnTo>
                  <a:lnTo>
                    <a:pt x="3984883" y="2130310"/>
                  </a:lnTo>
                  <a:lnTo>
                    <a:pt x="4056506" y="2101129"/>
                  </a:lnTo>
                  <a:lnTo>
                    <a:pt x="4128128" y="2071318"/>
                  </a:lnTo>
                  <a:lnTo>
                    <a:pt x="4199751" y="2040865"/>
                  </a:lnTo>
                  <a:lnTo>
                    <a:pt x="4271373" y="2009755"/>
                  </a:lnTo>
                  <a:lnTo>
                    <a:pt x="4342996" y="1977975"/>
                  </a:lnTo>
                  <a:lnTo>
                    <a:pt x="4414618" y="1945509"/>
                  </a:lnTo>
                  <a:lnTo>
                    <a:pt x="4486241" y="1912343"/>
                  </a:lnTo>
                  <a:lnTo>
                    <a:pt x="4557863" y="1878462"/>
                  </a:lnTo>
                  <a:lnTo>
                    <a:pt x="4629486" y="1843851"/>
                  </a:lnTo>
                  <a:lnTo>
                    <a:pt x="4701108" y="1808493"/>
                  </a:lnTo>
                  <a:lnTo>
                    <a:pt x="4772731" y="1772374"/>
                  </a:lnTo>
                  <a:lnTo>
                    <a:pt x="4844353" y="17354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621"/>
              <a:ext cx="7090630" cy="649816"/>
            </a:xfrm>
            <a:custGeom>
              <a:avLst/>
              <a:pathLst>
                <a:path w="7090630" h="649816">
                  <a:moveTo>
                    <a:pt x="7090630" y="649816"/>
                  </a:moveTo>
                  <a:lnTo>
                    <a:pt x="7019007" y="641791"/>
                  </a:lnTo>
                  <a:lnTo>
                    <a:pt x="6947385" y="633406"/>
                  </a:lnTo>
                  <a:lnTo>
                    <a:pt x="6875762" y="624645"/>
                  </a:lnTo>
                  <a:lnTo>
                    <a:pt x="6804139" y="615491"/>
                  </a:lnTo>
                  <a:lnTo>
                    <a:pt x="6732517" y="605926"/>
                  </a:lnTo>
                  <a:lnTo>
                    <a:pt x="6660894" y="595931"/>
                  </a:lnTo>
                  <a:lnTo>
                    <a:pt x="6589272" y="585488"/>
                  </a:lnTo>
                  <a:lnTo>
                    <a:pt x="6517649" y="574576"/>
                  </a:lnTo>
                  <a:lnTo>
                    <a:pt x="6446027" y="563175"/>
                  </a:lnTo>
                  <a:lnTo>
                    <a:pt x="6374404" y="551262"/>
                  </a:lnTo>
                  <a:lnTo>
                    <a:pt x="6302782" y="538814"/>
                  </a:lnTo>
                  <a:lnTo>
                    <a:pt x="6231159" y="525808"/>
                  </a:lnTo>
                  <a:lnTo>
                    <a:pt x="6159537" y="512217"/>
                  </a:lnTo>
                  <a:lnTo>
                    <a:pt x="6087914" y="498017"/>
                  </a:lnTo>
                  <a:lnTo>
                    <a:pt x="6016292" y="483180"/>
                  </a:lnTo>
                  <a:lnTo>
                    <a:pt x="5944669" y="467677"/>
                  </a:lnTo>
                  <a:lnTo>
                    <a:pt x="5873047" y="451478"/>
                  </a:lnTo>
                  <a:lnTo>
                    <a:pt x="5801424" y="434552"/>
                  </a:lnTo>
                  <a:lnTo>
                    <a:pt x="5729802" y="416867"/>
                  </a:lnTo>
                  <a:lnTo>
                    <a:pt x="5658179" y="398388"/>
                  </a:lnTo>
                  <a:lnTo>
                    <a:pt x="5586557" y="379079"/>
                  </a:lnTo>
                  <a:lnTo>
                    <a:pt x="5514934" y="358904"/>
                  </a:lnTo>
                  <a:lnTo>
                    <a:pt x="5443311" y="337824"/>
                  </a:lnTo>
                  <a:lnTo>
                    <a:pt x="5371689" y="315797"/>
                  </a:lnTo>
                  <a:lnTo>
                    <a:pt x="5300066" y="292782"/>
                  </a:lnTo>
                  <a:lnTo>
                    <a:pt x="5228444" y="268735"/>
                  </a:lnTo>
                  <a:lnTo>
                    <a:pt x="5156821" y="243607"/>
                  </a:lnTo>
                  <a:lnTo>
                    <a:pt x="5085199" y="217353"/>
                  </a:lnTo>
                  <a:lnTo>
                    <a:pt x="5013576" y="189920"/>
                  </a:lnTo>
                  <a:lnTo>
                    <a:pt x="4941954" y="161256"/>
                  </a:lnTo>
                  <a:lnTo>
                    <a:pt x="4870331" y="131305"/>
                  </a:lnTo>
                  <a:lnTo>
                    <a:pt x="4798709" y="100010"/>
                  </a:lnTo>
                  <a:lnTo>
                    <a:pt x="4727086" y="67311"/>
                  </a:lnTo>
                  <a:lnTo>
                    <a:pt x="4655464" y="33145"/>
                  </a:lnTo>
                  <a:lnTo>
                    <a:pt x="4583841" y="0"/>
                  </a:lnTo>
                  <a:lnTo>
                    <a:pt x="4512219" y="17488"/>
                  </a:lnTo>
                  <a:lnTo>
                    <a:pt x="4440596" y="34608"/>
                  </a:lnTo>
                  <a:lnTo>
                    <a:pt x="4368974" y="51367"/>
                  </a:lnTo>
                  <a:lnTo>
                    <a:pt x="4297351" y="67771"/>
                  </a:lnTo>
                  <a:lnTo>
                    <a:pt x="4225729" y="83830"/>
                  </a:lnTo>
                  <a:lnTo>
                    <a:pt x="4154106" y="99549"/>
                  </a:lnTo>
                  <a:lnTo>
                    <a:pt x="4082483" y="114937"/>
                  </a:lnTo>
                  <a:lnTo>
                    <a:pt x="4010861" y="130000"/>
                  </a:lnTo>
                  <a:lnTo>
                    <a:pt x="3939238" y="144745"/>
                  </a:lnTo>
                  <a:lnTo>
                    <a:pt x="3867616" y="159179"/>
                  </a:lnTo>
                  <a:lnTo>
                    <a:pt x="3795993" y="173309"/>
                  </a:lnTo>
                  <a:lnTo>
                    <a:pt x="3724371" y="187140"/>
                  </a:lnTo>
                  <a:lnTo>
                    <a:pt x="3652748" y="200679"/>
                  </a:lnTo>
                  <a:lnTo>
                    <a:pt x="3581126" y="213932"/>
                  </a:lnTo>
                  <a:lnTo>
                    <a:pt x="3509503" y="226906"/>
                  </a:lnTo>
                  <a:lnTo>
                    <a:pt x="3437881" y="239606"/>
                  </a:lnTo>
                  <a:lnTo>
                    <a:pt x="3366258" y="252037"/>
                  </a:lnTo>
                  <a:lnTo>
                    <a:pt x="3294636" y="264207"/>
                  </a:lnTo>
                  <a:lnTo>
                    <a:pt x="3223013" y="276119"/>
                  </a:lnTo>
                  <a:lnTo>
                    <a:pt x="3151391" y="287781"/>
                  </a:lnTo>
                  <a:lnTo>
                    <a:pt x="3079768" y="299196"/>
                  </a:lnTo>
                  <a:lnTo>
                    <a:pt x="3008146" y="310370"/>
                  </a:lnTo>
                  <a:lnTo>
                    <a:pt x="2936523" y="321308"/>
                  </a:lnTo>
                  <a:lnTo>
                    <a:pt x="2864901" y="332015"/>
                  </a:lnTo>
                  <a:lnTo>
                    <a:pt x="2793278" y="342497"/>
                  </a:lnTo>
                  <a:lnTo>
                    <a:pt x="2721655" y="352757"/>
                  </a:lnTo>
                  <a:lnTo>
                    <a:pt x="2650033" y="362801"/>
                  </a:lnTo>
                  <a:lnTo>
                    <a:pt x="2578410" y="372632"/>
                  </a:lnTo>
                  <a:lnTo>
                    <a:pt x="2506788" y="382257"/>
                  </a:lnTo>
                  <a:lnTo>
                    <a:pt x="2435165" y="391678"/>
                  </a:lnTo>
                  <a:lnTo>
                    <a:pt x="2363543" y="400900"/>
                  </a:lnTo>
                  <a:lnTo>
                    <a:pt x="2291920" y="409927"/>
                  </a:lnTo>
                  <a:lnTo>
                    <a:pt x="2220298" y="418764"/>
                  </a:lnTo>
                  <a:lnTo>
                    <a:pt x="2148675" y="427415"/>
                  </a:lnTo>
                  <a:lnTo>
                    <a:pt x="2077053" y="435883"/>
                  </a:lnTo>
                  <a:lnTo>
                    <a:pt x="2005430" y="444172"/>
                  </a:lnTo>
                  <a:lnTo>
                    <a:pt x="1933808" y="452286"/>
                  </a:lnTo>
                  <a:lnTo>
                    <a:pt x="1862185" y="460229"/>
                  </a:lnTo>
                  <a:lnTo>
                    <a:pt x="1790563" y="468005"/>
                  </a:lnTo>
                  <a:lnTo>
                    <a:pt x="1718940" y="475616"/>
                  </a:lnTo>
                  <a:lnTo>
                    <a:pt x="1647318" y="483067"/>
                  </a:lnTo>
                  <a:lnTo>
                    <a:pt x="1575695" y="490360"/>
                  </a:lnTo>
                  <a:lnTo>
                    <a:pt x="1504073" y="497499"/>
                  </a:lnTo>
                  <a:lnTo>
                    <a:pt x="1432450" y="504488"/>
                  </a:lnTo>
                  <a:lnTo>
                    <a:pt x="1360827" y="511329"/>
                  </a:lnTo>
                  <a:lnTo>
                    <a:pt x="1289205" y="518026"/>
                  </a:lnTo>
                  <a:lnTo>
                    <a:pt x="1217582" y="524582"/>
                  </a:lnTo>
                  <a:lnTo>
                    <a:pt x="1145960" y="530999"/>
                  </a:lnTo>
                  <a:lnTo>
                    <a:pt x="1074337" y="537281"/>
                  </a:lnTo>
                  <a:lnTo>
                    <a:pt x="1002715" y="543430"/>
                  </a:lnTo>
                  <a:lnTo>
                    <a:pt x="931092" y="549449"/>
                  </a:lnTo>
                  <a:lnTo>
                    <a:pt x="859470" y="555341"/>
                  </a:lnTo>
                  <a:lnTo>
                    <a:pt x="787847" y="561109"/>
                  </a:lnTo>
                  <a:lnTo>
                    <a:pt x="716225" y="566756"/>
                  </a:lnTo>
                  <a:lnTo>
                    <a:pt x="644602" y="572283"/>
                  </a:lnTo>
                  <a:lnTo>
                    <a:pt x="572980" y="577693"/>
                  </a:lnTo>
                  <a:lnTo>
                    <a:pt x="501357" y="582989"/>
                  </a:lnTo>
                  <a:lnTo>
                    <a:pt x="429735" y="588174"/>
                  </a:lnTo>
                  <a:lnTo>
                    <a:pt x="358112" y="593249"/>
                  </a:lnTo>
                  <a:lnTo>
                    <a:pt x="286490" y="598216"/>
                  </a:lnTo>
                  <a:lnTo>
                    <a:pt x="214867" y="603080"/>
                  </a:lnTo>
                  <a:lnTo>
                    <a:pt x="143245" y="607840"/>
                  </a:lnTo>
                  <a:lnTo>
                    <a:pt x="71622" y="612500"/>
                  </a:lnTo>
                  <a:lnTo>
                    <a:pt x="0" y="6170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848513"/>
              <a:ext cx="7090630" cy="1149619"/>
            </a:xfrm>
            <a:custGeom>
              <a:avLst/>
              <a:pathLst>
                <a:path w="7090630" h="1149619">
                  <a:moveTo>
                    <a:pt x="0" y="0"/>
                  </a:moveTo>
                  <a:lnTo>
                    <a:pt x="71622" y="19173"/>
                  </a:lnTo>
                  <a:lnTo>
                    <a:pt x="143245" y="38132"/>
                  </a:lnTo>
                  <a:lnTo>
                    <a:pt x="214867" y="56877"/>
                  </a:lnTo>
                  <a:lnTo>
                    <a:pt x="286490" y="75413"/>
                  </a:lnTo>
                  <a:lnTo>
                    <a:pt x="358112" y="93740"/>
                  </a:lnTo>
                  <a:lnTo>
                    <a:pt x="429735" y="111862"/>
                  </a:lnTo>
                  <a:lnTo>
                    <a:pt x="501357" y="129780"/>
                  </a:lnTo>
                  <a:lnTo>
                    <a:pt x="572980" y="147497"/>
                  </a:lnTo>
                  <a:lnTo>
                    <a:pt x="644602" y="165016"/>
                  </a:lnTo>
                  <a:lnTo>
                    <a:pt x="716225" y="182338"/>
                  </a:lnTo>
                  <a:lnTo>
                    <a:pt x="787847" y="199466"/>
                  </a:lnTo>
                  <a:lnTo>
                    <a:pt x="859470" y="216401"/>
                  </a:lnTo>
                  <a:lnTo>
                    <a:pt x="931092" y="233146"/>
                  </a:lnTo>
                  <a:lnTo>
                    <a:pt x="1002715" y="249704"/>
                  </a:lnTo>
                  <a:lnTo>
                    <a:pt x="1074337" y="266075"/>
                  </a:lnTo>
                  <a:lnTo>
                    <a:pt x="1145960" y="282263"/>
                  </a:lnTo>
                  <a:lnTo>
                    <a:pt x="1217582" y="298270"/>
                  </a:lnTo>
                  <a:lnTo>
                    <a:pt x="1289205" y="314096"/>
                  </a:lnTo>
                  <a:lnTo>
                    <a:pt x="1360827" y="329746"/>
                  </a:lnTo>
                  <a:lnTo>
                    <a:pt x="1432450" y="345219"/>
                  </a:lnTo>
                  <a:lnTo>
                    <a:pt x="1504073" y="360519"/>
                  </a:lnTo>
                  <a:lnTo>
                    <a:pt x="1575695" y="375647"/>
                  </a:lnTo>
                  <a:lnTo>
                    <a:pt x="1647318" y="390606"/>
                  </a:lnTo>
                  <a:lnTo>
                    <a:pt x="1718940" y="405396"/>
                  </a:lnTo>
                  <a:lnTo>
                    <a:pt x="1790563" y="420021"/>
                  </a:lnTo>
                  <a:lnTo>
                    <a:pt x="1862185" y="434482"/>
                  </a:lnTo>
                  <a:lnTo>
                    <a:pt x="1933808" y="448780"/>
                  </a:lnTo>
                  <a:lnTo>
                    <a:pt x="2005430" y="462918"/>
                  </a:lnTo>
                  <a:lnTo>
                    <a:pt x="2077053" y="476897"/>
                  </a:lnTo>
                  <a:lnTo>
                    <a:pt x="2148675" y="490719"/>
                  </a:lnTo>
                  <a:lnTo>
                    <a:pt x="2220298" y="504387"/>
                  </a:lnTo>
                  <a:lnTo>
                    <a:pt x="2291920" y="517901"/>
                  </a:lnTo>
                  <a:lnTo>
                    <a:pt x="2363543" y="531263"/>
                  </a:lnTo>
                  <a:lnTo>
                    <a:pt x="2435165" y="544475"/>
                  </a:lnTo>
                  <a:lnTo>
                    <a:pt x="2506788" y="557539"/>
                  </a:lnTo>
                  <a:lnTo>
                    <a:pt x="2578410" y="570457"/>
                  </a:lnTo>
                  <a:lnTo>
                    <a:pt x="2650033" y="583229"/>
                  </a:lnTo>
                  <a:lnTo>
                    <a:pt x="2721655" y="595859"/>
                  </a:lnTo>
                  <a:lnTo>
                    <a:pt x="2793278" y="608346"/>
                  </a:lnTo>
                  <a:lnTo>
                    <a:pt x="2864901" y="620693"/>
                  </a:lnTo>
                  <a:lnTo>
                    <a:pt x="2936523" y="632902"/>
                  </a:lnTo>
                  <a:lnTo>
                    <a:pt x="3008146" y="644974"/>
                  </a:lnTo>
                  <a:lnTo>
                    <a:pt x="3079768" y="656910"/>
                  </a:lnTo>
                  <a:lnTo>
                    <a:pt x="3151391" y="668713"/>
                  </a:lnTo>
                  <a:lnTo>
                    <a:pt x="3223013" y="680383"/>
                  </a:lnTo>
                  <a:lnTo>
                    <a:pt x="3294636" y="691922"/>
                  </a:lnTo>
                  <a:lnTo>
                    <a:pt x="3366258" y="703332"/>
                  </a:lnTo>
                  <a:lnTo>
                    <a:pt x="3437881" y="714613"/>
                  </a:lnTo>
                  <a:lnTo>
                    <a:pt x="3509503" y="725768"/>
                  </a:lnTo>
                  <a:lnTo>
                    <a:pt x="3581126" y="736798"/>
                  </a:lnTo>
                  <a:lnTo>
                    <a:pt x="3652748" y="747704"/>
                  </a:lnTo>
                  <a:lnTo>
                    <a:pt x="3724371" y="758488"/>
                  </a:lnTo>
                  <a:lnTo>
                    <a:pt x="3795993" y="769150"/>
                  </a:lnTo>
                  <a:lnTo>
                    <a:pt x="3867616" y="779693"/>
                  </a:lnTo>
                  <a:lnTo>
                    <a:pt x="3939238" y="790118"/>
                  </a:lnTo>
                  <a:lnTo>
                    <a:pt x="4010861" y="800426"/>
                  </a:lnTo>
                  <a:lnTo>
                    <a:pt x="4082483" y="810618"/>
                  </a:lnTo>
                  <a:lnTo>
                    <a:pt x="4154106" y="820696"/>
                  </a:lnTo>
                  <a:lnTo>
                    <a:pt x="4225729" y="830660"/>
                  </a:lnTo>
                  <a:lnTo>
                    <a:pt x="4297351" y="840513"/>
                  </a:lnTo>
                  <a:lnTo>
                    <a:pt x="4368974" y="850255"/>
                  </a:lnTo>
                  <a:lnTo>
                    <a:pt x="4440596" y="859888"/>
                  </a:lnTo>
                  <a:lnTo>
                    <a:pt x="4512219" y="869413"/>
                  </a:lnTo>
                  <a:lnTo>
                    <a:pt x="4583841" y="878831"/>
                  </a:lnTo>
                  <a:lnTo>
                    <a:pt x="4655464" y="888143"/>
                  </a:lnTo>
                  <a:lnTo>
                    <a:pt x="4727086" y="897351"/>
                  </a:lnTo>
                  <a:lnTo>
                    <a:pt x="4798709" y="906456"/>
                  </a:lnTo>
                  <a:lnTo>
                    <a:pt x="4870331" y="915458"/>
                  </a:lnTo>
                  <a:lnTo>
                    <a:pt x="4941954" y="924359"/>
                  </a:lnTo>
                  <a:lnTo>
                    <a:pt x="5013576" y="933161"/>
                  </a:lnTo>
                  <a:lnTo>
                    <a:pt x="5085199" y="941863"/>
                  </a:lnTo>
                  <a:lnTo>
                    <a:pt x="5156821" y="950468"/>
                  </a:lnTo>
                  <a:lnTo>
                    <a:pt x="5228444" y="958977"/>
                  </a:lnTo>
                  <a:lnTo>
                    <a:pt x="5300066" y="967390"/>
                  </a:lnTo>
                  <a:lnTo>
                    <a:pt x="5371689" y="975708"/>
                  </a:lnTo>
                  <a:lnTo>
                    <a:pt x="5443311" y="983934"/>
                  </a:lnTo>
                  <a:lnTo>
                    <a:pt x="5514934" y="992067"/>
                  </a:lnTo>
                  <a:lnTo>
                    <a:pt x="5586557" y="1000108"/>
                  </a:lnTo>
                  <a:lnTo>
                    <a:pt x="5658179" y="1008060"/>
                  </a:lnTo>
                  <a:lnTo>
                    <a:pt x="5729802" y="1015922"/>
                  </a:lnTo>
                  <a:lnTo>
                    <a:pt x="5801424" y="1023696"/>
                  </a:lnTo>
                  <a:lnTo>
                    <a:pt x="5873047" y="1031383"/>
                  </a:lnTo>
                  <a:lnTo>
                    <a:pt x="5944669" y="1038983"/>
                  </a:lnTo>
                  <a:lnTo>
                    <a:pt x="6016292" y="1046499"/>
                  </a:lnTo>
                  <a:lnTo>
                    <a:pt x="6087914" y="1053929"/>
                  </a:lnTo>
                  <a:lnTo>
                    <a:pt x="6159537" y="1061277"/>
                  </a:lnTo>
                  <a:lnTo>
                    <a:pt x="6231159" y="1068542"/>
                  </a:lnTo>
                  <a:lnTo>
                    <a:pt x="6302782" y="1075726"/>
                  </a:lnTo>
                  <a:lnTo>
                    <a:pt x="6374404" y="1082829"/>
                  </a:lnTo>
                  <a:lnTo>
                    <a:pt x="6446027" y="1089852"/>
                  </a:lnTo>
                  <a:lnTo>
                    <a:pt x="6517649" y="1096796"/>
                  </a:lnTo>
                  <a:lnTo>
                    <a:pt x="6589272" y="1103663"/>
                  </a:lnTo>
                  <a:lnTo>
                    <a:pt x="6660894" y="1110452"/>
                  </a:lnTo>
                  <a:lnTo>
                    <a:pt x="6732517" y="1117166"/>
                  </a:lnTo>
                  <a:lnTo>
                    <a:pt x="6804139" y="1123804"/>
                  </a:lnTo>
                  <a:lnTo>
                    <a:pt x="6875762" y="1130367"/>
                  </a:lnTo>
                  <a:lnTo>
                    <a:pt x="6947385" y="1136857"/>
                  </a:lnTo>
                  <a:lnTo>
                    <a:pt x="7019007" y="1143274"/>
                  </a:lnTo>
                  <a:lnTo>
                    <a:pt x="7090630" y="114961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1.17 (0.74-1.84), p_Bonf = 1.000 (n = 6)  |  per IQR decline (Δ = 23.9): 1.45 (0.49-4.27)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2026-10-09T13:21:30Z</dcterms:modified>
  <cp:category/>
</cp:coreProperties>
</file>