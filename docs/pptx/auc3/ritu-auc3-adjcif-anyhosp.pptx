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03371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394029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2846870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83022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401957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0892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39827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48700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393581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292489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5114249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303600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60991" y="3969744"/>
              <a:ext cx="7005923" cy="1549598"/>
            </a:xfrm>
            <a:custGeom>
              <a:avLst/>
              <a:pathLst>
                <a:path w="7005923" h="1549598">
                  <a:moveTo>
                    <a:pt x="0" y="1549598"/>
                  </a:moveTo>
                  <a:lnTo>
                    <a:pt x="175148" y="1549598"/>
                  </a:lnTo>
                  <a:lnTo>
                    <a:pt x="175148" y="1489108"/>
                  </a:lnTo>
                  <a:lnTo>
                    <a:pt x="262722" y="1489108"/>
                  </a:lnTo>
                  <a:lnTo>
                    <a:pt x="262722" y="1429024"/>
                  </a:lnTo>
                  <a:lnTo>
                    <a:pt x="350296" y="1429024"/>
                  </a:lnTo>
                  <a:lnTo>
                    <a:pt x="350296" y="1369607"/>
                  </a:lnTo>
                  <a:lnTo>
                    <a:pt x="700592" y="1369607"/>
                  </a:lnTo>
                  <a:lnTo>
                    <a:pt x="700592" y="1310729"/>
                  </a:lnTo>
                  <a:lnTo>
                    <a:pt x="788166" y="1310729"/>
                  </a:lnTo>
                  <a:lnTo>
                    <a:pt x="788166" y="1252011"/>
                  </a:lnTo>
                  <a:lnTo>
                    <a:pt x="1488758" y="1252011"/>
                  </a:lnTo>
                  <a:lnTo>
                    <a:pt x="1488758" y="1193812"/>
                  </a:lnTo>
                  <a:lnTo>
                    <a:pt x="1663906" y="1193812"/>
                  </a:lnTo>
                  <a:lnTo>
                    <a:pt x="1663906" y="1134172"/>
                  </a:lnTo>
                  <a:lnTo>
                    <a:pt x="1926628" y="1134172"/>
                  </a:lnTo>
                  <a:lnTo>
                    <a:pt x="1926628" y="1017224"/>
                  </a:lnTo>
                  <a:lnTo>
                    <a:pt x="3065091" y="1017224"/>
                  </a:lnTo>
                  <a:lnTo>
                    <a:pt x="3065091" y="953350"/>
                  </a:lnTo>
                  <a:lnTo>
                    <a:pt x="3240239" y="953350"/>
                  </a:lnTo>
                  <a:lnTo>
                    <a:pt x="3240239" y="884769"/>
                  </a:lnTo>
                  <a:lnTo>
                    <a:pt x="3502961" y="884769"/>
                  </a:lnTo>
                  <a:lnTo>
                    <a:pt x="3502961" y="816909"/>
                  </a:lnTo>
                  <a:lnTo>
                    <a:pt x="4028405" y="816909"/>
                  </a:lnTo>
                  <a:lnTo>
                    <a:pt x="4028405" y="748664"/>
                  </a:lnTo>
                  <a:lnTo>
                    <a:pt x="4641424" y="748664"/>
                  </a:lnTo>
                  <a:lnTo>
                    <a:pt x="4641424" y="681007"/>
                  </a:lnTo>
                  <a:lnTo>
                    <a:pt x="5342016" y="681007"/>
                  </a:lnTo>
                  <a:lnTo>
                    <a:pt x="5342016" y="613557"/>
                  </a:lnTo>
                  <a:lnTo>
                    <a:pt x="5429590" y="613557"/>
                  </a:lnTo>
                  <a:lnTo>
                    <a:pt x="5429590" y="544660"/>
                  </a:lnTo>
                  <a:lnTo>
                    <a:pt x="5692312" y="544660"/>
                  </a:lnTo>
                  <a:lnTo>
                    <a:pt x="5692312" y="476744"/>
                  </a:lnTo>
                  <a:lnTo>
                    <a:pt x="5779886" y="476744"/>
                  </a:lnTo>
                  <a:lnTo>
                    <a:pt x="5779886" y="409434"/>
                  </a:lnTo>
                  <a:lnTo>
                    <a:pt x="5867460" y="409434"/>
                  </a:lnTo>
                  <a:lnTo>
                    <a:pt x="5867460" y="341948"/>
                  </a:lnTo>
                  <a:lnTo>
                    <a:pt x="6130182" y="341948"/>
                  </a:lnTo>
                  <a:lnTo>
                    <a:pt x="6130182" y="274328"/>
                  </a:lnTo>
                  <a:lnTo>
                    <a:pt x="6305331" y="274328"/>
                  </a:lnTo>
                  <a:lnTo>
                    <a:pt x="6305331" y="206267"/>
                  </a:lnTo>
                  <a:lnTo>
                    <a:pt x="6480479" y="206267"/>
                  </a:lnTo>
                  <a:lnTo>
                    <a:pt x="6480479" y="136857"/>
                  </a:lnTo>
                  <a:lnTo>
                    <a:pt x="6568053" y="136857"/>
                  </a:lnTo>
                  <a:lnTo>
                    <a:pt x="6568053" y="68039"/>
                  </a:lnTo>
                  <a:lnTo>
                    <a:pt x="7005923" y="68039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60991" y="2861938"/>
              <a:ext cx="7005923" cy="2599726"/>
            </a:xfrm>
            <a:custGeom>
              <a:avLst/>
              <a:pathLst>
                <a:path w="7005923" h="2599726">
                  <a:moveTo>
                    <a:pt x="0" y="2599726"/>
                  </a:moveTo>
                  <a:lnTo>
                    <a:pt x="175148" y="2599726"/>
                  </a:lnTo>
                  <a:lnTo>
                    <a:pt x="175148" y="2483956"/>
                  </a:lnTo>
                  <a:lnTo>
                    <a:pt x="262722" y="2483956"/>
                  </a:lnTo>
                  <a:lnTo>
                    <a:pt x="262722" y="2370660"/>
                  </a:lnTo>
                  <a:lnTo>
                    <a:pt x="350296" y="2370660"/>
                  </a:lnTo>
                  <a:lnTo>
                    <a:pt x="350296" y="2260187"/>
                  </a:lnTo>
                  <a:lnTo>
                    <a:pt x="700592" y="2260187"/>
                  </a:lnTo>
                  <a:lnTo>
                    <a:pt x="700592" y="2152160"/>
                  </a:lnTo>
                  <a:lnTo>
                    <a:pt x="788166" y="2152160"/>
                  </a:lnTo>
                  <a:lnTo>
                    <a:pt x="788166" y="2045773"/>
                  </a:lnTo>
                  <a:lnTo>
                    <a:pt x="1488758" y="2045773"/>
                  </a:lnTo>
                  <a:lnTo>
                    <a:pt x="1488758" y="1941577"/>
                  </a:lnTo>
                  <a:lnTo>
                    <a:pt x="1663906" y="1941577"/>
                  </a:lnTo>
                  <a:lnTo>
                    <a:pt x="1663906" y="1836019"/>
                  </a:lnTo>
                  <a:lnTo>
                    <a:pt x="1926628" y="1836019"/>
                  </a:lnTo>
                  <a:lnTo>
                    <a:pt x="1926628" y="1632356"/>
                  </a:lnTo>
                  <a:lnTo>
                    <a:pt x="3065091" y="1632356"/>
                  </a:lnTo>
                  <a:lnTo>
                    <a:pt x="3065091" y="1522849"/>
                  </a:lnTo>
                  <a:lnTo>
                    <a:pt x="3240239" y="1522849"/>
                  </a:lnTo>
                  <a:lnTo>
                    <a:pt x="3240239" y="1406535"/>
                  </a:lnTo>
                  <a:lnTo>
                    <a:pt x="3502961" y="1406535"/>
                  </a:lnTo>
                  <a:lnTo>
                    <a:pt x="3502961" y="1292663"/>
                  </a:lnTo>
                  <a:lnTo>
                    <a:pt x="4028405" y="1292663"/>
                  </a:lnTo>
                  <a:lnTo>
                    <a:pt x="4028405" y="1179304"/>
                  </a:lnTo>
                  <a:lnTo>
                    <a:pt x="4641424" y="1179304"/>
                  </a:lnTo>
                  <a:lnTo>
                    <a:pt x="4641424" y="1068016"/>
                  </a:lnTo>
                  <a:lnTo>
                    <a:pt x="5342016" y="1068016"/>
                  </a:lnTo>
                  <a:lnTo>
                    <a:pt x="5342016" y="958101"/>
                  </a:lnTo>
                  <a:lnTo>
                    <a:pt x="5429590" y="958101"/>
                  </a:lnTo>
                  <a:lnTo>
                    <a:pt x="5429590" y="846850"/>
                  </a:lnTo>
                  <a:lnTo>
                    <a:pt x="5692312" y="846850"/>
                  </a:lnTo>
                  <a:lnTo>
                    <a:pt x="5692312" y="738157"/>
                  </a:lnTo>
                  <a:lnTo>
                    <a:pt x="5779886" y="738157"/>
                  </a:lnTo>
                  <a:lnTo>
                    <a:pt x="5779886" y="631351"/>
                  </a:lnTo>
                  <a:lnTo>
                    <a:pt x="5867460" y="631351"/>
                  </a:lnTo>
                  <a:lnTo>
                    <a:pt x="5867460" y="525158"/>
                  </a:lnTo>
                  <a:lnTo>
                    <a:pt x="6130182" y="525158"/>
                  </a:lnTo>
                  <a:lnTo>
                    <a:pt x="6130182" y="419624"/>
                  </a:lnTo>
                  <a:lnTo>
                    <a:pt x="6305331" y="419624"/>
                  </a:lnTo>
                  <a:lnTo>
                    <a:pt x="6305331" y="314257"/>
                  </a:lnTo>
                  <a:lnTo>
                    <a:pt x="6480479" y="314257"/>
                  </a:lnTo>
                  <a:lnTo>
                    <a:pt x="6480479" y="207668"/>
                  </a:lnTo>
                  <a:lnTo>
                    <a:pt x="6568053" y="207668"/>
                  </a:lnTo>
                  <a:lnTo>
                    <a:pt x="6568053" y="102834"/>
                  </a:lnTo>
                  <a:lnTo>
                    <a:pt x="7005923" y="102834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tx19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692708" y="444695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92708" y="3353530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286271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50520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24142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6" name="tx26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27" name="pl27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910695" y="1896563"/>
              <a:ext cx="3913906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1.96 (95% CI 0.61-6.31), p = 0.259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910695" y="1669789"/>
              <a:ext cx="166667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2026-10-09T11:57:58Z</dcterms:modified>
  <cp:category/>
</cp:coreProperties>
</file>