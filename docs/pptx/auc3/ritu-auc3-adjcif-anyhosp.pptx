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123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328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344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20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836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78926"/>
              <a:ext cx="7005923" cy="1540600"/>
            </a:xfrm>
            <a:custGeom>
              <a:avLst/>
              <a:pathLst>
                <a:path w="7005923" h="1540600">
                  <a:moveTo>
                    <a:pt x="0" y="1540600"/>
                  </a:moveTo>
                  <a:lnTo>
                    <a:pt x="175148" y="1540600"/>
                  </a:lnTo>
                  <a:lnTo>
                    <a:pt x="175148" y="1480287"/>
                  </a:lnTo>
                  <a:lnTo>
                    <a:pt x="262722" y="1480287"/>
                  </a:lnTo>
                  <a:lnTo>
                    <a:pt x="262722" y="1420381"/>
                  </a:lnTo>
                  <a:lnTo>
                    <a:pt x="350296" y="1420381"/>
                  </a:lnTo>
                  <a:lnTo>
                    <a:pt x="350296" y="1361148"/>
                  </a:lnTo>
                  <a:lnTo>
                    <a:pt x="700592" y="1361148"/>
                  </a:lnTo>
                  <a:lnTo>
                    <a:pt x="700592" y="1302459"/>
                  </a:lnTo>
                  <a:lnTo>
                    <a:pt x="788166" y="1302459"/>
                  </a:lnTo>
                  <a:lnTo>
                    <a:pt x="788166" y="1243922"/>
                  </a:lnTo>
                  <a:lnTo>
                    <a:pt x="1488758" y="1243922"/>
                  </a:lnTo>
                  <a:lnTo>
                    <a:pt x="1488758" y="1185898"/>
                  </a:lnTo>
                  <a:lnTo>
                    <a:pt x="1663906" y="1185898"/>
                  </a:lnTo>
                  <a:lnTo>
                    <a:pt x="1663906" y="1126511"/>
                  </a:lnTo>
                  <a:lnTo>
                    <a:pt x="1926628" y="1126511"/>
                  </a:lnTo>
                  <a:lnTo>
                    <a:pt x="1926628" y="1010067"/>
                  </a:lnTo>
                  <a:lnTo>
                    <a:pt x="3065091" y="1010067"/>
                  </a:lnTo>
                  <a:lnTo>
                    <a:pt x="3065091" y="946776"/>
                  </a:lnTo>
                  <a:lnTo>
                    <a:pt x="3240239" y="946776"/>
                  </a:lnTo>
                  <a:lnTo>
                    <a:pt x="3240239" y="878803"/>
                  </a:lnTo>
                  <a:lnTo>
                    <a:pt x="3502961" y="878803"/>
                  </a:lnTo>
                  <a:lnTo>
                    <a:pt x="3502961" y="811541"/>
                  </a:lnTo>
                  <a:lnTo>
                    <a:pt x="4028405" y="811541"/>
                  </a:lnTo>
                  <a:lnTo>
                    <a:pt x="4028405" y="743857"/>
                  </a:lnTo>
                  <a:lnTo>
                    <a:pt x="4641424" y="743857"/>
                  </a:lnTo>
                  <a:lnTo>
                    <a:pt x="4641424" y="676761"/>
                  </a:lnTo>
                  <a:lnTo>
                    <a:pt x="5342016" y="676761"/>
                  </a:lnTo>
                  <a:lnTo>
                    <a:pt x="5342016" y="609840"/>
                  </a:lnTo>
                  <a:lnTo>
                    <a:pt x="5429590" y="609840"/>
                  </a:lnTo>
                  <a:lnTo>
                    <a:pt x="5429590" y="541375"/>
                  </a:lnTo>
                  <a:lnTo>
                    <a:pt x="5692312" y="541375"/>
                  </a:lnTo>
                  <a:lnTo>
                    <a:pt x="5692312" y="473883"/>
                  </a:lnTo>
                  <a:lnTo>
                    <a:pt x="5779886" y="473883"/>
                  </a:lnTo>
                  <a:lnTo>
                    <a:pt x="5779886" y="406989"/>
                  </a:lnTo>
                  <a:lnTo>
                    <a:pt x="5867460" y="406989"/>
                  </a:lnTo>
                  <a:lnTo>
                    <a:pt x="5867460" y="339894"/>
                  </a:lnTo>
                  <a:lnTo>
                    <a:pt x="6130182" y="339894"/>
                  </a:lnTo>
                  <a:lnTo>
                    <a:pt x="6130182" y="272655"/>
                  </a:lnTo>
                  <a:lnTo>
                    <a:pt x="6305331" y="272655"/>
                  </a:lnTo>
                  <a:lnTo>
                    <a:pt x="6305331" y="204992"/>
                  </a:lnTo>
                  <a:lnTo>
                    <a:pt x="6480479" y="204992"/>
                  </a:lnTo>
                  <a:lnTo>
                    <a:pt x="6480479" y="136013"/>
                  </a:lnTo>
                  <a:lnTo>
                    <a:pt x="6568053" y="136013"/>
                  </a:lnTo>
                  <a:lnTo>
                    <a:pt x="6568053" y="67618"/>
                  </a:lnTo>
                  <a:lnTo>
                    <a:pt x="7005923" y="676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171"/>
            </a:xfrm>
            <a:custGeom>
              <a:avLst/>
              <a:pathLst>
                <a:path w="7005923" h="2599171">
                  <a:moveTo>
                    <a:pt x="0" y="2599171"/>
                  </a:moveTo>
                  <a:lnTo>
                    <a:pt x="175148" y="2599171"/>
                  </a:lnTo>
                  <a:lnTo>
                    <a:pt x="175148" y="2482877"/>
                  </a:lnTo>
                  <a:lnTo>
                    <a:pt x="262722" y="2482877"/>
                  </a:lnTo>
                  <a:lnTo>
                    <a:pt x="262722" y="2369098"/>
                  </a:lnTo>
                  <a:lnTo>
                    <a:pt x="350296" y="2369098"/>
                  </a:lnTo>
                  <a:lnTo>
                    <a:pt x="350296" y="2258191"/>
                  </a:lnTo>
                  <a:lnTo>
                    <a:pt x="700592" y="2258191"/>
                  </a:lnTo>
                  <a:lnTo>
                    <a:pt x="700592" y="2149773"/>
                  </a:lnTo>
                  <a:lnTo>
                    <a:pt x="788166" y="2149773"/>
                  </a:lnTo>
                  <a:lnTo>
                    <a:pt x="788166" y="2043005"/>
                  </a:lnTo>
                  <a:lnTo>
                    <a:pt x="1488758" y="2043005"/>
                  </a:lnTo>
                  <a:lnTo>
                    <a:pt x="1488758" y="1938446"/>
                  </a:lnTo>
                  <a:lnTo>
                    <a:pt x="1663906" y="1938446"/>
                  </a:lnTo>
                  <a:lnTo>
                    <a:pt x="1663906" y="1832671"/>
                  </a:lnTo>
                  <a:lnTo>
                    <a:pt x="1926628" y="1832671"/>
                  </a:lnTo>
                  <a:lnTo>
                    <a:pt x="1926628" y="1628650"/>
                  </a:lnTo>
                  <a:lnTo>
                    <a:pt x="3065091" y="1628650"/>
                  </a:lnTo>
                  <a:lnTo>
                    <a:pt x="3065091" y="1519504"/>
                  </a:lnTo>
                  <a:lnTo>
                    <a:pt x="3240239" y="1519504"/>
                  </a:lnTo>
                  <a:lnTo>
                    <a:pt x="3240239" y="1403558"/>
                  </a:lnTo>
                  <a:lnTo>
                    <a:pt x="3502961" y="1403558"/>
                  </a:lnTo>
                  <a:lnTo>
                    <a:pt x="3502961" y="1290054"/>
                  </a:lnTo>
                  <a:lnTo>
                    <a:pt x="4028405" y="1290054"/>
                  </a:lnTo>
                  <a:lnTo>
                    <a:pt x="4028405" y="1177011"/>
                  </a:lnTo>
                  <a:lnTo>
                    <a:pt x="4641424" y="1177011"/>
                  </a:lnTo>
                  <a:lnTo>
                    <a:pt x="4641424" y="1066056"/>
                  </a:lnTo>
                  <a:lnTo>
                    <a:pt x="5342016" y="1066056"/>
                  </a:lnTo>
                  <a:lnTo>
                    <a:pt x="5342016" y="956440"/>
                  </a:lnTo>
                  <a:lnTo>
                    <a:pt x="5429590" y="956440"/>
                  </a:lnTo>
                  <a:lnTo>
                    <a:pt x="5429590" y="845334"/>
                  </a:lnTo>
                  <a:lnTo>
                    <a:pt x="5692312" y="845334"/>
                  </a:lnTo>
                  <a:lnTo>
                    <a:pt x="5692312" y="736795"/>
                  </a:lnTo>
                  <a:lnTo>
                    <a:pt x="5779886" y="736795"/>
                  </a:lnTo>
                  <a:lnTo>
                    <a:pt x="5779886" y="630155"/>
                  </a:lnTo>
                  <a:lnTo>
                    <a:pt x="5867460" y="630155"/>
                  </a:lnTo>
                  <a:lnTo>
                    <a:pt x="5867460" y="524102"/>
                  </a:lnTo>
                  <a:lnTo>
                    <a:pt x="6130182" y="524102"/>
                  </a:lnTo>
                  <a:lnTo>
                    <a:pt x="6130182" y="418708"/>
                  </a:lnTo>
                  <a:lnTo>
                    <a:pt x="6305331" y="418708"/>
                  </a:lnTo>
                  <a:lnTo>
                    <a:pt x="6305331" y="313521"/>
                  </a:lnTo>
                  <a:lnTo>
                    <a:pt x="6480479" y="313521"/>
                  </a:lnTo>
                  <a:lnTo>
                    <a:pt x="6480479" y="207169"/>
                  </a:lnTo>
                  <a:lnTo>
                    <a:pt x="6568053" y="207169"/>
                  </a:lnTo>
                  <a:lnTo>
                    <a:pt x="6568053" y="102576"/>
                  </a:lnTo>
                  <a:lnTo>
                    <a:pt x="7005923" y="10257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19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436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1.98 (95% CI 0.61-6.38), p = 0.255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2026-10-08T10:13:08Z</dcterms:modified>
  <cp:category/>
</cp:coreProperties>
</file>