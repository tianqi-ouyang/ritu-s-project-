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2839383" y="2073503"/>
              <a:ext cx="5423296" cy="3483714"/>
            </a:xfrm>
            <a:custGeom>
              <a:avLst/>
              <a:pathLst>
                <a:path w="5423296" h="3483714">
                  <a:moveTo>
                    <a:pt x="747207" y="0"/>
                  </a:moveTo>
                  <a:lnTo>
                    <a:pt x="767832" y="184340"/>
                  </a:lnTo>
                  <a:lnTo>
                    <a:pt x="839454" y="720463"/>
                  </a:lnTo>
                  <a:lnTo>
                    <a:pt x="911077" y="1169471"/>
                  </a:lnTo>
                  <a:lnTo>
                    <a:pt x="982699" y="1545520"/>
                  </a:lnTo>
                  <a:lnTo>
                    <a:pt x="1054322" y="1860464"/>
                  </a:lnTo>
                  <a:lnTo>
                    <a:pt x="1125944" y="2124232"/>
                  </a:lnTo>
                  <a:lnTo>
                    <a:pt x="1197567" y="2345141"/>
                  </a:lnTo>
                  <a:lnTo>
                    <a:pt x="1269189" y="2530154"/>
                  </a:lnTo>
                  <a:lnTo>
                    <a:pt x="1340812" y="2667899"/>
                  </a:lnTo>
                  <a:lnTo>
                    <a:pt x="1412434" y="2728747"/>
                  </a:lnTo>
                  <a:lnTo>
                    <a:pt x="1484057" y="2785057"/>
                  </a:lnTo>
                  <a:lnTo>
                    <a:pt x="1555679" y="2837167"/>
                  </a:lnTo>
                  <a:lnTo>
                    <a:pt x="1627302" y="2885391"/>
                  </a:lnTo>
                  <a:lnTo>
                    <a:pt x="1698925" y="2930018"/>
                  </a:lnTo>
                  <a:lnTo>
                    <a:pt x="1770547" y="2971316"/>
                  </a:lnTo>
                  <a:lnTo>
                    <a:pt x="1842170" y="3009535"/>
                  </a:lnTo>
                  <a:lnTo>
                    <a:pt x="1913792" y="3044903"/>
                  </a:lnTo>
                  <a:lnTo>
                    <a:pt x="1985415" y="3077633"/>
                  </a:lnTo>
                  <a:lnTo>
                    <a:pt x="2057037" y="3107922"/>
                  </a:lnTo>
                  <a:lnTo>
                    <a:pt x="2128660" y="3135952"/>
                  </a:lnTo>
                  <a:lnTo>
                    <a:pt x="2200282" y="3161891"/>
                  </a:lnTo>
                  <a:lnTo>
                    <a:pt x="2271905" y="3185896"/>
                  </a:lnTo>
                  <a:lnTo>
                    <a:pt x="2343527" y="3208111"/>
                  </a:lnTo>
                  <a:lnTo>
                    <a:pt x="2415150" y="3228668"/>
                  </a:lnTo>
                  <a:lnTo>
                    <a:pt x="2486772" y="3247693"/>
                  </a:lnTo>
                  <a:lnTo>
                    <a:pt x="2558395" y="3265298"/>
                  </a:lnTo>
                  <a:lnTo>
                    <a:pt x="2630017" y="3281591"/>
                  </a:lnTo>
                  <a:lnTo>
                    <a:pt x="2701640" y="3296668"/>
                  </a:lnTo>
                  <a:lnTo>
                    <a:pt x="2773262" y="3310621"/>
                  </a:lnTo>
                  <a:lnTo>
                    <a:pt x="2844885" y="3323533"/>
                  </a:lnTo>
                  <a:lnTo>
                    <a:pt x="2916507" y="3335482"/>
                  </a:lnTo>
                  <a:lnTo>
                    <a:pt x="2988130" y="3346540"/>
                  </a:lnTo>
                  <a:lnTo>
                    <a:pt x="3059753" y="3356773"/>
                  </a:lnTo>
                  <a:lnTo>
                    <a:pt x="3131375" y="3366243"/>
                  </a:lnTo>
                  <a:lnTo>
                    <a:pt x="3202998" y="3375007"/>
                  </a:lnTo>
                  <a:lnTo>
                    <a:pt x="3274620" y="3383117"/>
                  </a:lnTo>
                  <a:lnTo>
                    <a:pt x="3346243" y="3390622"/>
                  </a:lnTo>
                  <a:lnTo>
                    <a:pt x="3417865" y="3397568"/>
                  </a:lnTo>
                  <a:lnTo>
                    <a:pt x="3489488" y="3403995"/>
                  </a:lnTo>
                  <a:lnTo>
                    <a:pt x="3561110" y="3409943"/>
                  </a:lnTo>
                  <a:lnTo>
                    <a:pt x="3632733" y="3415448"/>
                  </a:lnTo>
                  <a:lnTo>
                    <a:pt x="3704355" y="3420542"/>
                  </a:lnTo>
                  <a:lnTo>
                    <a:pt x="3775978" y="3425256"/>
                  </a:lnTo>
                  <a:lnTo>
                    <a:pt x="3847600" y="3429618"/>
                  </a:lnTo>
                  <a:lnTo>
                    <a:pt x="3919223" y="3433655"/>
                  </a:lnTo>
                  <a:lnTo>
                    <a:pt x="3990845" y="3437391"/>
                  </a:lnTo>
                  <a:lnTo>
                    <a:pt x="4062468" y="3440848"/>
                  </a:lnTo>
                  <a:lnTo>
                    <a:pt x="4134090" y="3444048"/>
                  </a:lnTo>
                  <a:lnTo>
                    <a:pt x="4205713" y="3447009"/>
                  </a:lnTo>
                  <a:lnTo>
                    <a:pt x="4277335" y="3449749"/>
                  </a:lnTo>
                  <a:lnTo>
                    <a:pt x="4348958" y="3452284"/>
                  </a:lnTo>
                  <a:lnTo>
                    <a:pt x="4420581" y="3454631"/>
                  </a:lnTo>
                  <a:lnTo>
                    <a:pt x="4492203" y="3456802"/>
                  </a:lnTo>
                  <a:lnTo>
                    <a:pt x="4563826" y="3458812"/>
                  </a:lnTo>
                  <a:lnTo>
                    <a:pt x="4635448" y="3460672"/>
                  </a:lnTo>
                  <a:lnTo>
                    <a:pt x="4707071" y="3462393"/>
                  </a:lnTo>
                  <a:lnTo>
                    <a:pt x="4778693" y="3463985"/>
                  </a:lnTo>
                  <a:lnTo>
                    <a:pt x="4850316" y="3465459"/>
                  </a:lnTo>
                  <a:lnTo>
                    <a:pt x="4921938" y="3466823"/>
                  </a:lnTo>
                  <a:lnTo>
                    <a:pt x="4993561" y="3468085"/>
                  </a:lnTo>
                  <a:lnTo>
                    <a:pt x="5065183" y="3469253"/>
                  </a:lnTo>
                  <a:lnTo>
                    <a:pt x="5136806" y="3470334"/>
                  </a:lnTo>
                  <a:lnTo>
                    <a:pt x="5208428" y="3471334"/>
                  </a:lnTo>
                  <a:lnTo>
                    <a:pt x="5280051" y="3472260"/>
                  </a:lnTo>
                  <a:lnTo>
                    <a:pt x="5351673" y="3473117"/>
                  </a:lnTo>
                  <a:lnTo>
                    <a:pt x="5423296" y="3473910"/>
                  </a:lnTo>
                  <a:lnTo>
                    <a:pt x="5423296" y="3483714"/>
                  </a:lnTo>
                  <a:lnTo>
                    <a:pt x="5351673" y="3483708"/>
                  </a:lnTo>
                  <a:lnTo>
                    <a:pt x="5280051" y="3483700"/>
                  </a:lnTo>
                  <a:lnTo>
                    <a:pt x="5208428" y="3483691"/>
                  </a:lnTo>
                  <a:lnTo>
                    <a:pt x="5136806" y="3483680"/>
                  </a:lnTo>
                  <a:lnTo>
                    <a:pt x="5065183" y="3483667"/>
                  </a:lnTo>
                  <a:lnTo>
                    <a:pt x="4993561" y="3483652"/>
                  </a:lnTo>
                  <a:lnTo>
                    <a:pt x="4921938" y="3483634"/>
                  </a:lnTo>
                  <a:lnTo>
                    <a:pt x="4850316" y="3483612"/>
                  </a:lnTo>
                  <a:lnTo>
                    <a:pt x="4778693" y="3483586"/>
                  </a:lnTo>
                  <a:lnTo>
                    <a:pt x="4707071" y="3483555"/>
                  </a:lnTo>
                  <a:lnTo>
                    <a:pt x="4635448" y="3483517"/>
                  </a:lnTo>
                  <a:lnTo>
                    <a:pt x="4563826" y="3483473"/>
                  </a:lnTo>
                  <a:lnTo>
                    <a:pt x="4492203" y="3483420"/>
                  </a:lnTo>
                  <a:lnTo>
                    <a:pt x="4420581" y="3483357"/>
                  </a:lnTo>
                  <a:lnTo>
                    <a:pt x="4348958" y="3483281"/>
                  </a:lnTo>
                  <a:lnTo>
                    <a:pt x="4277335" y="3483191"/>
                  </a:lnTo>
                  <a:lnTo>
                    <a:pt x="4205713" y="3483083"/>
                  </a:lnTo>
                  <a:lnTo>
                    <a:pt x="4134090" y="3482954"/>
                  </a:lnTo>
                  <a:lnTo>
                    <a:pt x="4062468" y="3482800"/>
                  </a:lnTo>
                  <a:lnTo>
                    <a:pt x="3990845" y="3482617"/>
                  </a:lnTo>
                  <a:lnTo>
                    <a:pt x="3919223" y="3482398"/>
                  </a:lnTo>
                  <a:lnTo>
                    <a:pt x="3847600" y="3482136"/>
                  </a:lnTo>
                  <a:lnTo>
                    <a:pt x="3775978" y="3481823"/>
                  </a:lnTo>
                  <a:lnTo>
                    <a:pt x="3704355" y="3481450"/>
                  </a:lnTo>
                  <a:lnTo>
                    <a:pt x="3632733" y="3481005"/>
                  </a:lnTo>
                  <a:lnTo>
                    <a:pt x="3561110" y="3480473"/>
                  </a:lnTo>
                  <a:lnTo>
                    <a:pt x="3489488" y="3479838"/>
                  </a:lnTo>
                  <a:lnTo>
                    <a:pt x="3417865" y="3479079"/>
                  </a:lnTo>
                  <a:lnTo>
                    <a:pt x="3346243" y="3478174"/>
                  </a:lnTo>
                  <a:lnTo>
                    <a:pt x="3274620" y="3477093"/>
                  </a:lnTo>
                  <a:lnTo>
                    <a:pt x="3202998" y="3475802"/>
                  </a:lnTo>
                  <a:lnTo>
                    <a:pt x="3131375" y="3474260"/>
                  </a:lnTo>
                  <a:lnTo>
                    <a:pt x="3059753" y="3472420"/>
                  </a:lnTo>
                  <a:lnTo>
                    <a:pt x="2988130" y="3470222"/>
                  </a:lnTo>
                  <a:lnTo>
                    <a:pt x="2916507" y="3467598"/>
                  </a:lnTo>
                  <a:lnTo>
                    <a:pt x="2844885" y="3464465"/>
                  </a:lnTo>
                  <a:lnTo>
                    <a:pt x="2773262" y="3460724"/>
                  </a:lnTo>
                  <a:lnTo>
                    <a:pt x="2701640" y="3456258"/>
                  </a:lnTo>
                  <a:lnTo>
                    <a:pt x="2630017" y="3450924"/>
                  </a:lnTo>
                  <a:lnTo>
                    <a:pt x="2558395" y="3444556"/>
                  </a:lnTo>
                  <a:lnTo>
                    <a:pt x="2486772" y="3436953"/>
                  </a:lnTo>
                  <a:lnTo>
                    <a:pt x="2415150" y="3427874"/>
                  </a:lnTo>
                  <a:lnTo>
                    <a:pt x="2343527" y="3417034"/>
                  </a:lnTo>
                  <a:lnTo>
                    <a:pt x="2271905" y="3404091"/>
                  </a:lnTo>
                  <a:lnTo>
                    <a:pt x="2200282" y="3388636"/>
                  </a:lnTo>
                  <a:lnTo>
                    <a:pt x="2128660" y="3370183"/>
                  </a:lnTo>
                  <a:lnTo>
                    <a:pt x="2057037" y="3348150"/>
                  </a:lnTo>
                  <a:lnTo>
                    <a:pt x="1985415" y="3321842"/>
                  </a:lnTo>
                  <a:lnTo>
                    <a:pt x="1913792" y="3290430"/>
                  </a:lnTo>
                  <a:lnTo>
                    <a:pt x="1842170" y="3252923"/>
                  </a:lnTo>
                  <a:lnTo>
                    <a:pt x="1770547" y="3208140"/>
                  </a:lnTo>
                  <a:lnTo>
                    <a:pt x="1698925" y="3154667"/>
                  </a:lnTo>
                  <a:lnTo>
                    <a:pt x="1627302" y="3090820"/>
                  </a:lnTo>
                  <a:lnTo>
                    <a:pt x="1555679" y="3014586"/>
                  </a:lnTo>
                  <a:lnTo>
                    <a:pt x="1484057" y="2923561"/>
                  </a:lnTo>
                  <a:lnTo>
                    <a:pt x="1412434" y="2814876"/>
                  </a:lnTo>
                  <a:lnTo>
                    <a:pt x="1340812" y="2685104"/>
                  </a:lnTo>
                  <a:lnTo>
                    <a:pt x="1269189" y="2602147"/>
                  </a:lnTo>
                  <a:lnTo>
                    <a:pt x="1197567" y="2531096"/>
                  </a:lnTo>
                  <a:lnTo>
                    <a:pt x="1125944" y="2454318"/>
                  </a:lnTo>
                  <a:lnTo>
                    <a:pt x="1054322" y="2371353"/>
                  </a:lnTo>
                  <a:lnTo>
                    <a:pt x="982699" y="2281701"/>
                  </a:lnTo>
                  <a:lnTo>
                    <a:pt x="911077" y="2184824"/>
                  </a:lnTo>
                  <a:lnTo>
                    <a:pt x="839454" y="2080139"/>
                  </a:lnTo>
                  <a:lnTo>
                    <a:pt x="767832" y="1967017"/>
                  </a:lnTo>
                  <a:lnTo>
                    <a:pt x="696209" y="1844779"/>
                  </a:lnTo>
                  <a:lnTo>
                    <a:pt x="624587" y="1712688"/>
                  </a:lnTo>
                  <a:lnTo>
                    <a:pt x="552964" y="1569953"/>
                  </a:lnTo>
                  <a:lnTo>
                    <a:pt x="481342" y="1415713"/>
                  </a:lnTo>
                  <a:lnTo>
                    <a:pt x="409719" y="1249043"/>
                  </a:lnTo>
                  <a:lnTo>
                    <a:pt x="338097" y="1068940"/>
                  </a:lnTo>
                  <a:lnTo>
                    <a:pt x="266474" y="874322"/>
                  </a:lnTo>
                  <a:lnTo>
                    <a:pt x="194851" y="664019"/>
                  </a:lnTo>
                  <a:lnTo>
                    <a:pt x="123229" y="436768"/>
                  </a:lnTo>
                  <a:lnTo>
                    <a:pt x="51606" y="191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586590" y="2073503"/>
              <a:ext cx="4676089" cy="3473910"/>
            </a:xfrm>
            <a:custGeom>
              <a:avLst/>
              <a:pathLst>
                <a:path w="4676089" h="3473910">
                  <a:moveTo>
                    <a:pt x="0" y="0"/>
                  </a:moveTo>
                  <a:lnTo>
                    <a:pt x="20625" y="184340"/>
                  </a:lnTo>
                  <a:lnTo>
                    <a:pt x="92247" y="720463"/>
                  </a:lnTo>
                  <a:lnTo>
                    <a:pt x="163870" y="1169471"/>
                  </a:lnTo>
                  <a:lnTo>
                    <a:pt x="235492" y="1545520"/>
                  </a:lnTo>
                  <a:lnTo>
                    <a:pt x="307115" y="1860464"/>
                  </a:lnTo>
                  <a:lnTo>
                    <a:pt x="378737" y="2124232"/>
                  </a:lnTo>
                  <a:lnTo>
                    <a:pt x="450360" y="2345141"/>
                  </a:lnTo>
                  <a:lnTo>
                    <a:pt x="521982" y="2530154"/>
                  </a:lnTo>
                  <a:lnTo>
                    <a:pt x="593605" y="2667899"/>
                  </a:lnTo>
                  <a:lnTo>
                    <a:pt x="665227" y="2728747"/>
                  </a:lnTo>
                  <a:lnTo>
                    <a:pt x="736850" y="2785057"/>
                  </a:lnTo>
                  <a:lnTo>
                    <a:pt x="808472" y="2837167"/>
                  </a:lnTo>
                  <a:lnTo>
                    <a:pt x="880095" y="2885391"/>
                  </a:lnTo>
                  <a:lnTo>
                    <a:pt x="951717" y="2930018"/>
                  </a:lnTo>
                  <a:lnTo>
                    <a:pt x="1023340" y="2971316"/>
                  </a:lnTo>
                  <a:lnTo>
                    <a:pt x="1094962" y="3009535"/>
                  </a:lnTo>
                  <a:lnTo>
                    <a:pt x="1166585" y="3044903"/>
                  </a:lnTo>
                  <a:lnTo>
                    <a:pt x="1238208" y="3077633"/>
                  </a:lnTo>
                  <a:lnTo>
                    <a:pt x="1309830" y="3107922"/>
                  </a:lnTo>
                  <a:lnTo>
                    <a:pt x="1381453" y="3135952"/>
                  </a:lnTo>
                  <a:lnTo>
                    <a:pt x="1453075" y="3161891"/>
                  </a:lnTo>
                  <a:lnTo>
                    <a:pt x="1524698" y="3185896"/>
                  </a:lnTo>
                  <a:lnTo>
                    <a:pt x="1596320" y="3208111"/>
                  </a:lnTo>
                  <a:lnTo>
                    <a:pt x="1667943" y="3228668"/>
                  </a:lnTo>
                  <a:lnTo>
                    <a:pt x="1739565" y="3247693"/>
                  </a:lnTo>
                  <a:lnTo>
                    <a:pt x="1811188" y="3265298"/>
                  </a:lnTo>
                  <a:lnTo>
                    <a:pt x="1882810" y="3281591"/>
                  </a:lnTo>
                  <a:lnTo>
                    <a:pt x="1954433" y="3296668"/>
                  </a:lnTo>
                  <a:lnTo>
                    <a:pt x="2026055" y="3310621"/>
                  </a:lnTo>
                  <a:lnTo>
                    <a:pt x="2097678" y="3323533"/>
                  </a:lnTo>
                  <a:lnTo>
                    <a:pt x="2169300" y="3335482"/>
                  </a:lnTo>
                  <a:lnTo>
                    <a:pt x="2240923" y="3346540"/>
                  </a:lnTo>
                  <a:lnTo>
                    <a:pt x="2312545" y="3356773"/>
                  </a:lnTo>
                  <a:lnTo>
                    <a:pt x="2384168" y="3366243"/>
                  </a:lnTo>
                  <a:lnTo>
                    <a:pt x="2455790" y="3375007"/>
                  </a:lnTo>
                  <a:lnTo>
                    <a:pt x="2527413" y="3383117"/>
                  </a:lnTo>
                  <a:lnTo>
                    <a:pt x="2599035" y="3390622"/>
                  </a:lnTo>
                  <a:lnTo>
                    <a:pt x="2670658" y="3397568"/>
                  </a:lnTo>
                  <a:lnTo>
                    <a:pt x="2742281" y="3403995"/>
                  </a:lnTo>
                  <a:lnTo>
                    <a:pt x="2813903" y="3409943"/>
                  </a:lnTo>
                  <a:lnTo>
                    <a:pt x="2885526" y="3415448"/>
                  </a:lnTo>
                  <a:lnTo>
                    <a:pt x="2957148" y="3420542"/>
                  </a:lnTo>
                  <a:lnTo>
                    <a:pt x="3028771" y="3425256"/>
                  </a:lnTo>
                  <a:lnTo>
                    <a:pt x="3100393" y="3429618"/>
                  </a:lnTo>
                  <a:lnTo>
                    <a:pt x="3172016" y="3433655"/>
                  </a:lnTo>
                  <a:lnTo>
                    <a:pt x="3243638" y="3437391"/>
                  </a:lnTo>
                  <a:lnTo>
                    <a:pt x="3315261" y="3440848"/>
                  </a:lnTo>
                  <a:lnTo>
                    <a:pt x="3386883" y="3444048"/>
                  </a:lnTo>
                  <a:lnTo>
                    <a:pt x="3458506" y="3447009"/>
                  </a:lnTo>
                  <a:lnTo>
                    <a:pt x="3530128" y="3449749"/>
                  </a:lnTo>
                  <a:lnTo>
                    <a:pt x="3601751" y="3452284"/>
                  </a:lnTo>
                  <a:lnTo>
                    <a:pt x="3673373" y="3454631"/>
                  </a:lnTo>
                  <a:lnTo>
                    <a:pt x="3744996" y="3456802"/>
                  </a:lnTo>
                  <a:lnTo>
                    <a:pt x="3816618" y="3458812"/>
                  </a:lnTo>
                  <a:lnTo>
                    <a:pt x="3888241" y="3460672"/>
                  </a:lnTo>
                  <a:lnTo>
                    <a:pt x="3959863" y="3462393"/>
                  </a:lnTo>
                  <a:lnTo>
                    <a:pt x="4031486" y="3463985"/>
                  </a:lnTo>
                  <a:lnTo>
                    <a:pt x="4103109" y="3465459"/>
                  </a:lnTo>
                  <a:lnTo>
                    <a:pt x="4174731" y="3466823"/>
                  </a:lnTo>
                  <a:lnTo>
                    <a:pt x="4246354" y="3468085"/>
                  </a:lnTo>
                  <a:lnTo>
                    <a:pt x="4317976" y="3469253"/>
                  </a:lnTo>
                  <a:lnTo>
                    <a:pt x="4389599" y="3470334"/>
                  </a:lnTo>
                  <a:lnTo>
                    <a:pt x="4461221" y="3471334"/>
                  </a:lnTo>
                  <a:lnTo>
                    <a:pt x="4532844" y="3472260"/>
                  </a:lnTo>
                  <a:lnTo>
                    <a:pt x="4604466" y="3473117"/>
                  </a:lnTo>
                  <a:lnTo>
                    <a:pt x="4676089" y="34739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839383" y="2073503"/>
              <a:ext cx="5423296" cy="3483714"/>
            </a:xfrm>
            <a:custGeom>
              <a:avLst/>
              <a:pathLst>
                <a:path w="5423296" h="3483714">
                  <a:moveTo>
                    <a:pt x="5423296" y="3483714"/>
                  </a:moveTo>
                  <a:lnTo>
                    <a:pt x="5351673" y="3483708"/>
                  </a:lnTo>
                  <a:lnTo>
                    <a:pt x="5280051" y="3483700"/>
                  </a:lnTo>
                  <a:lnTo>
                    <a:pt x="5208428" y="3483691"/>
                  </a:lnTo>
                  <a:lnTo>
                    <a:pt x="5136806" y="3483680"/>
                  </a:lnTo>
                  <a:lnTo>
                    <a:pt x="5065183" y="3483667"/>
                  </a:lnTo>
                  <a:lnTo>
                    <a:pt x="4993561" y="3483652"/>
                  </a:lnTo>
                  <a:lnTo>
                    <a:pt x="4921938" y="3483634"/>
                  </a:lnTo>
                  <a:lnTo>
                    <a:pt x="4850316" y="3483612"/>
                  </a:lnTo>
                  <a:lnTo>
                    <a:pt x="4778693" y="3483586"/>
                  </a:lnTo>
                  <a:lnTo>
                    <a:pt x="4707071" y="3483555"/>
                  </a:lnTo>
                  <a:lnTo>
                    <a:pt x="4635448" y="3483517"/>
                  </a:lnTo>
                  <a:lnTo>
                    <a:pt x="4563826" y="3483473"/>
                  </a:lnTo>
                  <a:lnTo>
                    <a:pt x="4492203" y="3483420"/>
                  </a:lnTo>
                  <a:lnTo>
                    <a:pt x="4420581" y="3483357"/>
                  </a:lnTo>
                  <a:lnTo>
                    <a:pt x="4348958" y="3483281"/>
                  </a:lnTo>
                  <a:lnTo>
                    <a:pt x="4277335" y="3483191"/>
                  </a:lnTo>
                  <a:lnTo>
                    <a:pt x="4205713" y="3483083"/>
                  </a:lnTo>
                  <a:lnTo>
                    <a:pt x="4134090" y="3482954"/>
                  </a:lnTo>
                  <a:lnTo>
                    <a:pt x="4062468" y="3482800"/>
                  </a:lnTo>
                  <a:lnTo>
                    <a:pt x="3990845" y="3482617"/>
                  </a:lnTo>
                  <a:lnTo>
                    <a:pt x="3919223" y="3482398"/>
                  </a:lnTo>
                  <a:lnTo>
                    <a:pt x="3847600" y="3482136"/>
                  </a:lnTo>
                  <a:lnTo>
                    <a:pt x="3775978" y="3481823"/>
                  </a:lnTo>
                  <a:lnTo>
                    <a:pt x="3704355" y="3481450"/>
                  </a:lnTo>
                  <a:lnTo>
                    <a:pt x="3632733" y="3481005"/>
                  </a:lnTo>
                  <a:lnTo>
                    <a:pt x="3561110" y="3480473"/>
                  </a:lnTo>
                  <a:lnTo>
                    <a:pt x="3489488" y="3479838"/>
                  </a:lnTo>
                  <a:lnTo>
                    <a:pt x="3417865" y="3479079"/>
                  </a:lnTo>
                  <a:lnTo>
                    <a:pt x="3346243" y="3478174"/>
                  </a:lnTo>
                  <a:lnTo>
                    <a:pt x="3274620" y="3477093"/>
                  </a:lnTo>
                  <a:lnTo>
                    <a:pt x="3202998" y="3475802"/>
                  </a:lnTo>
                  <a:lnTo>
                    <a:pt x="3131375" y="3474260"/>
                  </a:lnTo>
                  <a:lnTo>
                    <a:pt x="3059753" y="3472420"/>
                  </a:lnTo>
                  <a:lnTo>
                    <a:pt x="2988130" y="3470222"/>
                  </a:lnTo>
                  <a:lnTo>
                    <a:pt x="2916507" y="3467598"/>
                  </a:lnTo>
                  <a:lnTo>
                    <a:pt x="2844885" y="3464465"/>
                  </a:lnTo>
                  <a:lnTo>
                    <a:pt x="2773262" y="3460724"/>
                  </a:lnTo>
                  <a:lnTo>
                    <a:pt x="2701640" y="3456258"/>
                  </a:lnTo>
                  <a:lnTo>
                    <a:pt x="2630017" y="3450924"/>
                  </a:lnTo>
                  <a:lnTo>
                    <a:pt x="2558395" y="3444556"/>
                  </a:lnTo>
                  <a:lnTo>
                    <a:pt x="2486772" y="3436953"/>
                  </a:lnTo>
                  <a:lnTo>
                    <a:pt x="2415150" y="3427874"/>
                  </a:lnTo>
                  <a:lnTo>
                    <a:pt x="2343527" y="3417034"/>
                  </a:lnTo>
                  <a:lnTo>
                    <a:pt x="2271905" y="3404091"/>
                  </a:lnTo>
                  <a:lnTo>
                    <a:pt x="2200282" y="3388636"/>
                  </a:lnTo>
                  <a:lnTo>
                    <a:pt x="2128660" y="3370183"/>
                  </a:lnTo>
                  <a:lnTo>
                    <a:pt x="2057037" y="3348150"/>
                  </a:lnTo>
                  <a:lnTo>
                    <a:pt x="1985415" y="3321842"/>
                  </a:lnTo>
                  <a:lnTo>
                    <a:pt x="1913792" y="3290430"/>
                  </a:lnTo>
                  <a:lnTo>
                    <a:pt x="1842170" y="3252923"/>
                  </a:lnTo>
                  <a:lnTo>
                    <a:pt x="1770547" y="3208140"/>
                  </a:lnTo>
                  <a:lnTo>
                    <a:pt x="1698925" y="3154667"/>
                  </a:lnTo>
                  <a:lnTo>
                    <a:pt x="1627302" y="3090820"/>
                  </a:lnTo>
                  <a:lnTo>
                    <a:pt x="1555679" y="3014586"/>
                  </a:lnTo>
                  <a:lnTo>
                    <a:pt x="1484057" y="2923561"/>
                  </a:lnTo>
                  <a:lnTo>
                    <a:pt x="1412434" y="2814876"/>
                  </a:lnTo>
                  <a:lnTo>
                    <a:pt x="1340812" y="2685104"/>
                  </a:lnTo>
                  <a:lnTo>
                    <a:pt x="1269189" y="2602147"/>
                  </a:lnTo>
                  <a:lnTo>
                    <a:pt x="1197567" y="2531096"/>
                  </a:lnTo>
                  <a:lnTo>
                    <a:pt x="1125944" y="2454318"/>
                  </a:lnTo>
                  <a:lnTo>
                    <a:pt x="1054322" y="2371353"/>
                  </a:lnTo>
                  <a:lnTo>
                    <a:pt x="982699" y="2281701"/>
                  </a:lnTo>
                  <a:lnTo>
                    <a:pt x="911077" y="2184824"/>
                  </a:lnTo>
                  <a:lnTo>
                    <a:pt x="839454" y="2080139"/>
                  </a:lnTo>
                  <a:lnTo>
                    <a:pt x="767832" y="1967017"/>
                  </a:lnTo>
                  <a:lnTo>
                    <a:pt x="696209" y="1844779"/>
                  </a:lnTo>
                  <a:lnTo>
                    <a:pt x="624587" y="1712688"/>
                  </a:lnTo>
                  <a:lnTo>
                    <a:pt x="552964" y="1569953"/>
                  </a:lnTo>
                  <a:lnTo>
                    <a:pt x="481342" y="1415713"/>
                  </a:lnTo>
                  <a:lnTo>
                    <a:pt x="409719" y="1249043"/>
                  </a:lnTo>
                  <a:lnTo>
                    <a:pt x="338097" y="1068940"/>
                  </a:lnTo>
                  <a:lnTo>
                    <a:pt x="266474" y="874322"/>
                  </a:lnTo>
                  <a:lnTo>
                    <a:pt x="194851" y="664019"/>
                  </a:lnTo>
                  <a:lnTo>
                    <a:pt x="123229" y="436768"/>
                  </a:lnTo>
                  <a:lnTo>
                    <a:pt x="51606" y="1912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359359" y="2073503"/>
              <a:ext cx="4903320" cy="3483180"/>
            </a:xfrm>
            <a:custGeom>
              <a:avLst/>
              <a:pathLst>
                <a:path w="4903320" h="3483180">
                  <a:moveTo>
                    <a:pt x="0" y="0"/>
                  </a:moveTo>
                  <a:lnTo>
                    <a:pt x="32988" y="205202"/>
                  </a:lnTo>
                  <a:lnTo>
                    <a:pt x="104610" y="597425"/>
                  </a:lnTo>
                  <a:lnTo>
                    <a:pt x="176233" y="942725"/>
                  </a:lnTo>
                  <a:lnTo>
                    <a:pt x="247856" y="1246716"/>
                  </a:lnTo>
                  <a:lnTo>
                    <a:pt x="319478" y="1514339"/>
                  </a:lnTo>
                  <a:lnTo>
                    <a:pt x="391101" y="1749946"/>
                  </a:lnTo>
                  <a:lnTo>
                    <a:pt x="462723" y="1957366"/>
                  </a:lnTo>
                  <a:lnTo>
                    <a:pt x="534346" y="2139972"/>
                  </a:lnTo>
                  <a:lnTo>
                    <a:pt x="605968" y="2300732"/>
                  </a:lnTo>
                  <a:lnTo>
                    <a:pt x="677591" y="2442260"/>
                  </a:lnTo>
                  <a:lnTo>
                    <a:pt x="749213" y="2566857"/>
                  </a:lnTo>
                  <a:lnTo>
                    <a:pt x="820836" y="2676547"/>
                  </a:lnTo>
                  <a:lnTo>
                    <a:pt x="892458" y="2773115"/>
                  </a:lnTo>
                  <a:lnTo>
                    <a:pt x="964081" y="2858130"/>
                  </a:lnTo>
                  <a:lnTo>
                    <a:pt x="1035703" y="2932975"/>
                  </a:lnTo>
                  <a:lnTo>
                    <a:pt x="1107326" y="2998865"/>
                  </a:lnTo>
                  <a:lnTo>
                    <a:pt x="1178948" y="3056873"/>
                  </a:lnTo>
                  <a:lnTo>
                    <a:pt x="1250571" y="3107942"/>
                  </a:lnTo>
                  <a:lnTo>
                    <a:pt x="1322193" y="3152900"/>
                  </a:lnTo>
                  <a:lnTo>
                    <a:pt x="1393816" y="3192481"/>
                  </a:lnTo>
                  <a:lnTo>
                    <a:pt x="1465438" y="3227326"/>
                  </a:lnTo>
                  <a:lnTo>
                    <a:pt x="1537061" y="3258002"/>
                  </a:lnTo>
                  <a:lnTo>
                    <a:pt x="1608684" y="3285009"/>
                  </a:lnTo>
                  <a:lnTo>
                    <a:pt x="1680306" y="3308784"/>
                  </a:lnTo>
                  <a:lnTo>
                    <a:pt x="1751929" y="3329716"/>
                  </a:lnTo>
                  <a:lnTo>
                    <a:pt x="1823551" y="3348143"/>
                  </a:lnTo>
                  <a:lnTo>
                    <a:pt x="1895174" y="3364366"/>
                  </a:lnTo>
                  <a:lnTo>
                    <a:pt x="1966796" y="3378647"/>
                  </a:lnTo>
                  <a:lnTo>
                    <a:pt x="2038419" y="3391221"/>
                  </a:lnTo>
                  <a:lnTo>
                    <a:pt x="2110041" y="3402290"/>
                  </a:lnTo>
                  <a:lnTo>
                    <a:pt x="2181664" y="3412035"/>
                  </a:lnTo>
                  <a:lnTo>
                    <a:pt x="2253286" y="3420614"/>
                  </a:lnTo>
                  <a:lnTo>
                    <a:pt x="2324909" y="3428167"/>
                  </a:lnTo>
                  <a:lnTo>
                    <a:pt x="2396531" y="3434816"/>
                  </a:lnTo>
                  <a:lnTo>
                    <a:pt x="2468154" y="3440670"/>
                  </a:lnTo>
                  <a:lnTo>
                    <a:pt x="2539776" y="3445823"/>
                  </a:lnTo>
                  <a:lnTo>
                    <a:pt x="2611399" y="3450360"/>
                  </a:lnTo>
                  <a:lnTo>
                    <a:pt x="2683021" y="3454354"/>
                  </a:lnTo>
                  <a:lnTo>
                    <a:pt x="2754644" y="3457870"/>
                  </a:lnTo>
                  <a:lnTo>
                    <a:pt x="2826266" y="3460966"/>
                  </a:lnTo>
                  <a:lnTo>
                    <a:pt x="2897889" y="3463691"/>
                  </a:lnTo>
                  <a:lnTo>
                    <a:pt x="2969512" y="3466091"/>
                  </a:lnTo>
                  <a:lnTo>
                    <a:pt x="3041134" y="3468203"/>
                  </a:lnTo>
                  <a:lnTo>
                    <a:pt x="3112757" y="3470062"/>
                  </a:lnTo>
                  <a:lnTo>
                    <a:pt x="3184379" y="3471699"/>
                  </a:lnTo>
                  <a:lnTo>
                    <a:pt x="3256002" y="3473141"/>
                  </a:lnTo>
                  <a:lnTo>
                    <a:pt x="3327624" y="3474409"/>
                  </a:lnTo>
                  <a:lnTo>
                    <a:pt x="3399247" y="3475526"/>
                  </a:lnTo>
                  <a:lnTo>
                    <a:pt x="3470869" y="3476510"/>
                  </a:lnTo>
                  <a:lnTo>
                    <a:pt x="3542492" y="3477376"/>
                  </a:lnTo>
                  <a:lnTo>
                    <a:pt x="3614114" y="3478138"/>
                  </a:lnTo>
                  <a:lnTo>
                    <a:pt x="3685737" y="3478809"/>
                  </a:lnTo>
                  <a:lnTo>
                    <a:pt x="3757359" y="3479399"/>
                  </a:lnTo>
                  <a:lnTo>
                    <a:pt x="3828982" y="3479919"/>
                  </a:lnTo>
                  <a:lnTo>
                    <a:pt x="3900604" y="3480377"/>
                  </a:lnTo>
                  <a:lnTo>
                    <a:pt x="3972227" y="3480780"/>
                  </a:lnTo>
                  <a:lnTo>
                    <a:pt x="4043849" y="3481135"/>
                  </a:lnTo>
                  <a:lnTo>
                    <a:pt x="4115472" y="3481448"/>
                  </a:lnTo>
                  <a:lnTo>
                    <a:pt x="4187094" y="3481723"/>
                  </a:lnTo>
                  <a:lnTo>
                    <a:pt x="4258717" y="3481965"/>
                  </a:lnTo>
                  <a:lnTo>
                    <a:pt x="4330340" y="3482178"/>
                  </a:lnTo>
                  <a:lnTo>
                    <a:pt x="4401962" y="3482366"/>
                  </a:lnTo>
                  <a:lnTo>
                    <a:pt x="4473585" y="3482531"/>
                  </a:lnTo>
                  <a:lnTo>
                    <a:pt x="4545207" y="3482676"/>
                  </a:lnTo>
                  <a:lnTo>
                    <a:pt x="4616830" y="3482804"/>
                  </a:lnTo>
                  <a:lnTo>
                    <a:pt x="4688452" y="3482917"/>
                  </a:lnTo>
                  <a:lnTo>
                    <a:pt x="4760075" y="3483016"/>
                  </a:lnTo>
                  <a:lnTo>
                    <a:pt x="4831697" y="3483104"/>
                  </a:lnTo>
                  <a:lnTo>
                    <a:pt x="4903320" y="34831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6425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4.98 (2.65-9.33), p = &lt;0.001  |  per IQR decline (Δ = 27.4 %): 81.88 (14.58-459.72)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2026-08-17T08:31:31Z</dcterms:modified>
  <cp:category/>
</cp:coreProperties>
</file>