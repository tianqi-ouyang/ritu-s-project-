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01332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19152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8172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7191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62110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5230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2499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2694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2888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642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36624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26818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17013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0720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740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87596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77791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2842429" y="2073503"/>
              <a:ext cx="5420250" cy="3483715"/>
            </a:xfrm>
            <a:custGeom>
              <a:avLst/>
              <a:pathLst>
                <a:path w="5420250" h="3483715">
                  <a:moveTo>
                    <a:pt x="751477" y="0"/>
                  </a:moveTo>
                  <a:lnTo>
                    <a:pt x="764786" y="121748"/>
                  </a:lnTo>
                  <a:lnTo>
                    <a:pt x="836408" y="670099"/>
                  </a:lnTo>
                  <a:lnTo>
                    <a:pt x="908031" y="1129012"/>
                  </a:lnTo>
                  <a:lnTo>
                    <a:pt x="979653" y="1513076"/>
                  </a:lnTo>
                  <a:lnTo>
                    <a:pt x="1051276" y="1834498"/>
                  </a:lnTo>
                  <a:lnTo>
                    <a:pt x="1122898" y="2103495"/>
                  </a:lnTo>
                  <a:lnTo>
                    <a:pt x="1194521" y="2328617"/>
                  </a:lnTo>
                  <a:lnTo>
                    <a:pt x="1266143" y="2517022"/>
                  </a:lnTo>
                  <a:lnTo>
                    <a:pt x="1337766" y="2663217"/>
                  </a:lnTo>
                  <a:lnTo>
                    <a:pt x="1409388" y="2724314"/>
                  </a:lnTo>
                  <a:lnTo>
                    <a:pt x="1481011" y="2780861"/>
                  </a:lnTo>
                  <a:lnTo>
                    <a:pt x="1552633" y="2833198"/>
                  </a:lnTo>
                  <a:lnTo>
                    <a:pt x="1624256" y="2881638"/>
                  </a:lnTo>
                  <a:lnTo>
                    <a:pt x="1695879" y="2926471"/>
                  </a:lnTo>
                  <a:lnTo>
                    <a:pt x="1767501" y="2967966"/>
                  </a:lnTo>
                  <a:lnTo>
                    <a:pt x="1839124" y="3006371"/>
                  </a:lnTo>
                  <a:lnTo>
                    <a:pt x="1910746" y="3041916"/>
                  </a:lnTo>
                  <a:lnTo>
                    <a:pt x="1982369" y="3074815"/>
                  </a:lnTo>
                  <a:lnTo>
                    <a:pt x="2053991" y="3105264"/>
                  </a:lnTo>
                  <a:lnTo>
                    <a:pt x="2125614" y="3133446"/>
                  </a:lnTo>
                  <a:lnTo>
                    <a:pt x="2197236" y="3159529"/>
                  </a:lnTo>
                  <a:lnTo>
                    <a:pt x="2268859" y="3183670"/>
                  </a:lnTo>
                  <a:lnTo>
                    <a:pt x="2340481" y="3206014"/>
                  </a:lnTo>
                  <a:lnTo>
                    <a:pt x="2412104" y="3226694"/>
                  </a:lnTo>
                  <a:lnTo>
                    <a:pt x="2483726" y="3245834"/>
                  </a:lnTo>
                  <a:lnTo>
                    <a:pt x="2555349" y="3263549"/>
                  </a:lnTo>
                  <a:lnTo>
                    <a:pt x="2626971" y="3279945"/>
                  </a:lnTo>
                  <a:lnTo>
                    <a:pt x="2698594" y="3295120"/>
                  </a:lnTo>
                  <a:lnTo>
                    <a:pt x="2770216" y="3309165"/>
                  </a:lnTo>
                  <a:lnTo>
                    <a:pt x="2841839" y="3322164"/>
                  </a:lnTo>
                  <a:lnTo>
                    <a:pt x="2913461" y="3334196"/>
                  </a:lnTo>
                  <a:lnTo>
                    <a:pt x="2985084" y="3345331"/>
                  </a:lnTo>
                  <a:lnTo>
                    <a:pt x="3056707" y="3355638"/>
                  </a:lnTo>
                  <a:lnTo>
                    <a:pt x="3128329" y="3365177"/>
                  </a:lnTo>
                  <a:lnTo>
                    <a:pt x="3199952" y="3374005"/>
                  </a:lnTo>
                  <a:lnTo>
                    <a:pt x="3271574" y="3382177"/>
                  </a:lnTo>
                  <a:lnTo>
                    <a:pt x="3343197" y="3389740"/>
                  </a:lnTo>
                  <a:lnTo>
                    <a:pt x="3414819" y="3396739"/>
                  </a:lnTo>
                  <a:lnTo>
                    <a:pt x="3486442" y="3403218"/>
                  </a:lnTo>
                  <a:lnTo>
                    <a:pt x="3558064" y="3409214"/>
                  </a:lnTo>
                  <a:lnTo>
                    <a:pt x="3629687" y="3414764"/>
                  </a:lnTo>
                  <a:lnTo>
                    <a:pt x="3701309" y="3419900"/>
                  </a:lnTo>
                  <a:lnTo>
                    <a:pt x="3772932" y="3424654"/>
                  </a:lnTo>
                  <a:lnTo>
                    <a:pt x="3844554" y="3429054"/>
                  </a:lnTo>
                  <a:lnTo>
                    <a:pt x="3916177" y="3433127"/>
                  </a:lnTo>
                  <a:lnTo>
                    <a:pt x="3987799" y="3436896"/>
                  </a:lnTo>
                  <a:lnTo>
                    <a:pt x="4059422" y="3440384"/>
                  </a:lnTo>
                  <a:lnTo>
                    <a:pt x="4131044" y="3443613"/>
                  </a:lnTo>
                  <a:lnTo>
                    <a:pt x="4202667" y="3446601"/>
                  </a:lnTo>
                  <a:lnTo>
                    <a:pt x="4274289" y="3449367"/>
                  </a:lnTo>
                  <a:lnTo>
                    <a:pt x="4345912" y="3451927"/>
                  </a:lnTo>
                  <a:lnTo>
                    <a:pt x="4417535" y="3454296"/>
                  </a:lnTo>
                  <a:lnTo>
                    <a:pt x="4489157" y="3456489"/>
                  </a:lnTo>
                  <a:lnTo>
                    <a:pt x="4560780" y="3458519"/>
                  </a:lnTo>
                  <a:lnTo>
                    <a:pt x="4632402" y="3460397"/>
                  </a:lnTo>
                  <a:lnTo>
                    <a:pt x="4704025" y="3462136"/>
                  </a:lnTo>
                  <a:lnTo>
                    <a:pt x="4775647" y="3463745"/>
                  </a:lnTo>
                  <a:lnTo>
                    <a:pt x="4847270" y="3465234"/>
                  </a:lnTo>
                  <a:lnTo>
                    <a:pt x="4918892" y="3466613"/>
                  </a:lnTo>
                  <a:lnTo>
                    <a:pt x="4990515" y="3467888"/>
                  </a:lnTo>
                  <a:lnTo>
                    <a:pt x="5062137" y="3469069"/>
                  </a:lnTo>
                  <a:lnTo>
                    <a:pt x="5133760" y="3470162"/>
                  </a:lnTo>
                  <a:lnTo>
                    <a:pt x="5205382" y="3471174"/>
                  </a:lnTo>
                  <a:lnTo>
                    <a:pt x="5277005" y="3472110"/>
                  </a:lnTo>
                  <a:lnTo>
                    <a:pt x="5348627" y="3472976"/>
                  </a:lnTo>
                  <a:lnTo>
                    <a:pt x="5420250" y="3473778"/>
                  </a:lnTo>
                  <a:lnTo>
                    <a:pt x="5420250" y="3483715"/>
                  </a:lnTo>
                  <a:lnTo>
                    <a:pt x="5348627" y="3483709"/>
                  </a:lnTo>
                  <a:lnTo>
                    <a:pt x="5277005" y="3483701"/>
                  </a:lnTo>
                  <a:lnTo>
                    <a:pt x="5205382" y="3483692"/>
                  </a:lnTo>
                  <a:lnTo>
                    <a:pt x="5133760" y="3483682"/>
                  </a:lnTo>
                  <a:lnTo>
                    <a:pt x="5062137" y="3483669"/>
                  </a:lnTo>
                  <a:lnTo>
                    <a:pt x="4990515" y="3483654"/>
                  </a:lnTo>
                  <a:lnTo>
                    <a:pt x="4918892" y="3483636"/>
                  </a:lnTo>
                  <a:lnTo>
                    <a:pt x="4847270" y="3483615"/>
                  </a:lnTo>
                  <a:lnTo>
                    <a:pt x="4775647" y="3483589"/>
                  </a:lnTo>
                  <a:lnTo>
                    <a:pt x="4704025" y="3483559"/>
                  </a:lnTo>
                  <a:lnTo>
                    <a:pt x="4632402" y="3483522"/>
                  </a:lnTo>
                  <a:lnTo>
                    <a:pt x="4560780" y="3483478"/>
                  </a:lnTo>
                  <a:lnTo>
                    <a:pt x="4489157" y="3483426"/>
                  </a:lnTo>
                  <a:lnTo>
                    <a:pt x="4417535" y="3483364"/>
                  </a:lnTo>
                  <a:lnTo>
                    <a:pt x="4345912" y="3483289"/>
                  </a:lnTo>
                  <a:lnTo>
                    <a:pt x="4274289" y="3483200"/>
                  </a:lnTo>
                  <a:lnTo>
                    <a:pt x="4202667" y="3483093"/>
                  </a:lnTo>
                  <a:lnTo>
                    <a:pt x="4131044" y="3482966"/>
                  </a:lnTo>
                  <a:lnTo>
                    <a:pt x="4059422" y="3482814"/>
                  </a:lnTo>
                  <a:lnTo>
                    <a:pt x="3987799" y="3482633"/>
                  </a:lnTo>
                  <a:lnTo>
                    <a:pt x="3916177" y="3482415"/>
                  </a:lnTo>
                  <a:lnTo>
                    <a:pt x="3844554" y="3482156"/>
                  </a:lnTo>
                  <a:lnTo>
                    <a:pt x="3772932" y="3481846"/>
                  </a:lnTo>
                  <a:lnTo>
                    <a:pt x="3701309" y="3481476"/>
                  </a:lnTo>
                  <a:lnTo>
                    <a:pt x="3629687" y="3481033"/>
                  </a:lnTo>
                  <a:lnTo>
                    <a:pt x="3558064" y="3480504"/>
                  </a:lnTo>
                  <a:lnTo>
                    <a:pt x="3486442" y="3479873"/>
                  </a:lnTo>
                  <a:lnTo>
                    <a:pt x="3414819" y="3479118"/>
                  </a:lnTo>
                  <a:lnTo>
                    <a:pt x="3343197" y="3478216"/>
                  </a:lnTo>
                  <a:lnTo>
                    <a:pt x="3271574" y="3477138"/>
                  </a:lnTo>
                  <a:lnTo>
                    <a:pt x="3199952" y="3475850"/>
                  </a:lnTo>
                  <a:lnTo>
                    <a:pt x="3128329" y="3474311"/>
                  </a:lnTo>
                  <a:lnTo>
                    <a:pt x="3056707" y="3472472"/>
                  </a:lnTo>
                  <a:lnTo>
                    <a:pt x="2985084" y="3470274"/>
                  </a:lnTo>
                  <a:lnTo>
                    <a:pt x="2913461" y="3467649"/>
                  </a:lnTo>
                  <a:lnTo>
                    <a:pt x="2841839" y="3464512"/>
                  </a:lnTo>
                  <a:lnTo>
                    <a:pt x="2770216" y="3460763"/>
                  </a:lnTo>
                  <a:lnTo>
                    <a:pt x="2698594" y="3456284"/>
                  </a:lnTo>
                  <a:lnTo>
                    <a:pt x="2626971" y="3450931"/>
                  </a:lnTo>
                  <a:lnTo>
                    <a:pt x="2555349" y="3444536"/>
                  </a:lnTo>
                  <a:lnTo>
                    <a:pt x="2483726" y="3436894"/>
                  </a:lnTo>
                  <a:lnTo>
                    <a:pt x="2412104" y="3427763"/>
                  </a:lnTo>
                  <a:lnTo>
                    <a:pt x="2340481" y="3416853"/>
                  </a:lnTo>
                  <a:lnTo>
                    <a:pt x="2268859" y="3403816"/>
                  </a:lnTo>
                  <a:lnTo>
                    <a:pt x="2197236" y="3388238"/>
                  </a:lnTo>
                  <a:lnTo>
                    <a:pt x="2125614" y="3369625"/>
                  </a:lnTo>
                  <a:lnTo>
                    <a:pt x="2053991" y="3347383"/>
                  </a:lnTo>
                  <a:lnTo>
                    <a:pt x="1982369" y="3320808"/>
                  </a:lnTo>
                  <a:lnTo>
                    <a:pt x="1910746" y="3289053"/>
                  </a:lnTo>
                  <a:lnTo>
                    <a:pt x="1839124" y="3251109"/>
                  </a:lnTo>
                  <a:lnTo>
                    <a:pt x="1767501" y="3205770"/>
                  </a:lnTo>
                  <a:lnTo>
                    <a:pt x="1695879" y="3151595"/>
                  </a:lnTo>
                  <a:lnTo>
                    <a:pt x="1624256" y="3086863"/>
                  </a:lnTo>
                  <a:lnTo>
                    <a:pt x="1552633" y="3009514"/>
                  </a:lnTo>
                  <a:lnTo>
                    <a:pt x="1481011" y="2917091"/>
                  </a:lnTo>
                  <a:lnTo>
                    <a:pt x="1409388" y="2806656"/>
                  </a:lnTo>
                  <a:lnTo>
                    <a:pt x="1337766" y="2674698"/>
                  </a:lnTo>
                  <a:lnTo>
                    <a:pt x="1266143" y="2597205"/>
                  </a:lnTo>
                  <a:lnTo>
                    <a:pt x="1194521" y="2525883"/>
                  </a:lnTo>
                  <a:lnTo>
                    <a:pt x="1122898" y="2448822"/>
                  </a:lnTo>
                  <a:lnTo>
                    <a:pt x="1051276" y="2365562"/>
                  </a:lnTo>
                  <a:lnTo>
                    <a:pt x="979653" y="2275604"/>
                  </a:lnTo>
                  <a:lnTo>
                    <a:pt x="908031" y="2178408"/>
                  </a:lnTo>
                  <a:lnTo>
                    <a:pt x="836408" y="2073393"/>
                  </a:lnTo>
                  <a:lnTo>
                    <a:pt x="764786" y="1959930"/>
                  </a:lnTo>
                  <a:lnTo>
                    <a:pt x="693163" y="1837338"/>
                  </a:lnTo>
                  <a:lnTo>
                    <a:pt x="621541" y="1704884"/>
                  </a:lnTo>
                  <a:lnTo>
                    <a:pt x="549918" y="1561774"/>
                  </a:lnTo>
                  <a:lnTo>
                    <a:pt x="478296" y="1407151"/>
                  </a:lnTo>
                  <a:lnTo>
                    <a:pt x="406673" y="1240088"/>
                  </a:lnTo>
                  <a:lnTo>
                    <a:pt x="335051" y="1059584"/>
                  </a:lnTo>
                  <a:lnTo>
                    <a:pt x="263428" y="864560"/>
                  </a:lnTo>
                  <a:lnTo>
                    <a:pt x="191805" y="653845"/>
                  </a:lnTo>
                  <a:lnTo>
                    <a:pt x="120183" y="426178"/>
                  </a:lnTo>
                  <a:lnTo>
                    <a:pt x="48560" y="1801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593906" y="2073503"/>
              <a:ext cx="4668772" cy="3473778"/>
            </a:xfrm>
            <a:custGeom>
              <a:avLst/>
              <a:pathLst>
                <a:path w="4668772" h="3473778">
                  <a:moveTo>
                    <a:pt x="0" y="0"/>
                  </a:moveTo>
                  <a:lnTo>
                    <a:pt x="13308" y="121748"/>
                  </a:lnTo>
                  <a:lnTo>
                    <a:pt x="84930" y="670099"/>
                  </a:lnTo>
                  <a:lnTo>
                    <a:pt x="156553" y="1129012"/>
                  </a:lnTo>
                  <a:lnTo>
                    <a:pt x="228175" y="1513076"/>
                  </a:lnTo>
                  <a:lnTo>
                    <a:pt x="299798" y="1834498"/>
                  </a:lnTo>
                  <a:lnTo>
                    <a:pt x="371421" y="2103495"/>
                  </a:lnTo>
                  <a:lnTo>
                    <a:pt x="443043" y="2328617"/>
                  </a:lnTo>
                  <a:lnTo>
                    <a:pt x="514666" y="2517022"/>
                  </a:lnTo>
                  <a:lnTo>
                    <a:pt x="586288" y="2663217"/>
                  </a:lnTo>
                  <a:lnTo>
                    <a:pt x="657911" y="2724314"/>
                  </a:lnTo>
                  <a:lnTo>
                    <a:pt x="729533" y="2780861"/>
                  </a:lnTo>
                  <a:lnTo>
                    <a:pt x="801156" y="2833198"/>
                  </a:lnTo>
                  <a:lnTo>
                    <a:pt x="872778" y="2881638"/>
                  </a:lnTo>
                  <a:lnTo>
                    <a:pt x="944401" y="2926471"/>
                  </a:lnTo>
                  <a:lnTo>
                    <a:pt x="1016023" y="2967966"/>
                  </a:lnTo>
                  <a:lnTo>
                    <a:pt x="1087646" y="3006371"/>
                  </a:lnTo>
                  <a:lnTo>
                    <a:pt x="1159268" y="3041916"/>
                  </a:lnTo>
                  <a:lnTo>
                    <a:pt x="1230891" y="3074815"/>
                  </a:lnTo>
                  <a:lnTo>
                    <a:pt x="1302513" y="3105264"/>
                  </a:lnTo>
                  <a:lnTo>
                    <a:pt x="1374136" y="3133446"/>
                  </a:lnTo>
                  <a:lnTo>
                    <a:pt x="1445758" y="3159529"/>
                  </a:lnTo>
                  <a:lnTo>
                    <a:pt x="1517381" y="3183670"/>
                  </a:lnTo>
                  <a:lnTo>
                    <a:pt x="1589003" y="3206014"/>
                  </a:lnTo>
                  <a:lnTo>
                    <a:pt x="1660626" y="3226694"/>
                  </a:lnTo>
                  <a:lnTo>
                    <a:pt x="1732249" y="3245834"/>
                  </a:lnTo>
                  <a:lnTo>
                    <a:pt x="1803871" y="3263549"/>
                  </a:lnTo>
                  <a:lnTo>
                    <a:pt x="1875494" y="3279945"/>
                  </a:lnTo>
                  <a:lnTo>
                    <a:pt x="1947116" y="3295120"/>
                  </a:lnTo>
                  <a:lnTo>
                    <a:pt x="2018739" y="3309165"/>
                  </a:lnTo>
                  <a:lnTo>
                    <a:pt x="2090361" y="3322164"/>
                  </a:lnTo>
                  <a:lnTo>
                    <a:pt x="2161984" y="3334196"/>
                  </a:lnTo>
                  <a:lnTo>
                    <a:pt x="2233606" y="3345331"/>
                  </a:lnTo>
                  <a:lnTo>
                    <a:pt x="2305229" y="3355638"/>
                  </a:lnTo>
                  <a:lnTo>
                    <a:pt x="2376851" y="3365177"/>
                  </a:lnTo>
                  <a:lnTo>
                    <a:pt x="2448474" y="3374005"/>
                  </a:lnTo>
                  <a:lnTo>
                    <a:pt x="2520096" y="3382177"/>
                  </a:lnTo>
                  <a:lnTo>
                    <a:pt x="2591719" y="3389740"/>
                  </a:lnTo>
                  <a:lnTo>
                    <a:pt x="2663341" y="3396739"/>
                  </a:lnTo>
                  <a:lnTo>
                    <a:pt x="2734964" y="3403218"/>
                  </a:lnTo>
                  <a:lnTo>
                    <a:pt x="2806586" y="3409214"/>
                  </a:lnTo>
                  <a:lnTo>
                    <a:pt x="2878209" y="3414764"/>
                  </a:lnTo>
                  <a:lnTo>
                    <a:pt x="2949831" y="3419900"/>
                  </a:lnTo>
                  <a:lnTo>
                    <a:pt x="3021454" y="3424654"/>
                  </a:lnTo>
                  <a:lnTo>
                    <a:pt x="3093077" y="3429054"/>
                  </a:lnTo>
                  <a:lnTo>
                    <a:pt x="3164699" y="3433127"/>
                  </a:lnTo>
                  <a:lnTo>
                    <a:pt x="3236322" y="3436896"/>
                  </a:lnTo>
                  <a:lnTo>
                    <a:pt x="3307944" y="3440384"/>
                  </a:lnTo>
                  <a:lnTo>
                    <a:pt x="3379567" y="3443613"/>
                  </a:lnTo>
                  <a:lnTo>
                    <a:pt x="3451189" y="3446601"/>
                  </a:lnTo>
                  <a:lnTo>
                    <a:pt x="3522812" y="3449367"/>
                  </a:lnTo>
                  <a:lnTo>
                    <a:pt x="3594434" y="3451927"/>
                  </a:lnTo>
                  <a:lnTo>
                    <a:pt x="3666057" y="3454296"/>
                  </a:lnTo>
                  <a:lnTo>
                    <a:pt x="3737679" y="3456489"/>
                  </a:lnTo>
                  <a:lnTo>
                    <a:pt x="3809302" y="3458519"/>
                  </a:lnTo>
                  <a:lnTo>
                    <a:pt x="3880924" y="3460397"/>
                  </a:lnTo>
                  <a:lnTo>
                    <a:pt x="3952547" y="3462136"/>
                  </a:lnTo>
                  <a:lnTo>
                    <a:pt x="4024169" y="3463745"/>
                  </a:lnTo>
                  <a:lnTo>
                    <a:pt x="4095792" y="3465234"/>
                  </a:lnTo>
                  <a:lnTo>
                    <a:pt x="4167414" y="3466613"/>
                  </a:lnTo>
                  <a:lnTo>
                    <a:pt x="4239037" y="3467888"/>
                  </a:lnTo>
                  <a:lnTo>
                    <a:pt x="4310659" y="3469069"/>
                  </a:lnTo>
                  <a:lnTo>
                    <a:pt x="4382282" y="3470162"/>
                  </a:lnTo>
                  <a:lnTo>
                    <a:pt x="4453905" y="3471174"/>
                  </a:lnTo>
                  <a:lnTo>
                    <a:pt x="4525527" y="3472110"/>
                  </a:lnTo>
                  <a:lnTo>
                    <a:pt x="4597150" y="3472976"/>
                  </a:lnTo>
                  <a:lnTo>
                    <a:pt x="4668772" y="347377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842429" y="2073503"/>
              <a:ext cx="5420250" cy="3483715"/>
            </a:xfrm>
            <a:custGeom>
              <a:avLst/>
              <a:pathLst>
                <a:path w="5420250" h="3483715">
                  <a:moveTo>
                    <a:pt x="5420250" y="3483715"/>
                  </a:moveTo>
                  <a:lnTo>
                    <a:pt x="5348627" y="3483709"/>
                  </a:lnTo>
                  <a:lnTo>
                    <a:pt x="5277005" y="3483701"/>
                  </a:lnTo>
                  <a:lnTo>
                    <a:pt x="5205382" y="3483692"/>
                  </a:lnTo>
                  <a:lnTo>
                    <a:pt x="5133760" y="3483682"/>
                  </a:lnTo>
                  <a:lnTo>
                    <a:pt x="5062137" y="3483669"/>
                  </a:lnTo>
                  <a:lnTo>
                    <a:pt x="4990515" y="3483654"/>
                  </a:lnTo>
                  <a:lnTo>
                    <a:pt x="4918892" y="3483636"/>
                  </a:lnTo>
                  <a:lnTo>
                    <a:pt x="4847270" y="3483615"/>
                  </a:lnTo>
                  <a:lnTo>
                    <a:pt x="4775647" y="3483589"/>
                  </a:lnTo>
                  <a:lnTo>
                    <a:pt x="4704025" y="3483559"/>
                  </a:lnTo>
                  <a:lnTo>
                    <a:pt x="4632402" y="3483522"/>
                  </a:lnTo>
                  <a:lnTo>
                    <a:pt x="4560780" y="3483478"/>
                  </a:lnTo>
                  <a:lnTo>
                    <a:pt x="4489157" y="3483426"/>
                  </a:lnTo>
                  <a:lnTo>
                    <a:pt x="4417535" y="3483364"/>
                  </a:lnTo>
                  <a:lnTo>
                    <a:pt x="4345912" y="3483289"/>
                  </a:lnTo>
                  <a:lnTo>
                    <a:pt x="4274289" y="3483200"/>
                  </a:lnTo>
                  <a:lnTo>
                    <a:pt x="4202667" y="3483093"/>
                  </a:lnTo>
                  <a:lnTo>
                    <a:pt x="4131044" y="3482966"/>
                  </a:lnTo>
                  <a:lnTo>
                    <a:pt x="4059422" y="3482814"/>
                  </a:lnTo>
                  <a:lnTo>
                    <a:pt x="3987799" y="3482633"/>
                  </a:lnTo>
                  <a:lnTo>
                    <a:pt x="3916177" y="3482415"/>
                  </a:lnTo>
                  <a:lnTo>
                    <a:pt x="3844554" y="3482156"/>
                  </a:lnTo>
                  <a:lnTo>
                    <a:pt x="3772932" y="3481846"/>
                  </a:lnTo>
                  <a:lnTo>
                    <a:pt x="3701309" y="3481476"/>
                  </a:lnTo>
                  <a:lnTo>
                    <a:pt x="3629687" y="3481033"/>
                  </a:lnTo>
                  <a:lnTo>
                    <a:pt x="3558064" y="3480504"/>
                  </a:lnTo>
                  <a:lnTo>
                    <a:pt x="3486442" y="3479873"/>
                  </a:lnTo>
                  <a:lnTo>
                    <a:pt x="3414819" y="3479118"/>
                  </a:lnTo>
                  <a:lnTo>
                    <a:pt x="3343197" y="3478216"/>
                  </a:lnTo>
                  <a:lnTo>
                    <a:pt x="3271574" y="3477138"/>
                  </a:lnTo>
                  <a:lnTo>
                    <a:pt x="3199952" y="3475850"/>
                  </a:lnTo>
                  <a:lnTo>
                    <a:pt x="3128329" y="3474311"/>
                  </a:lnTo>
                  <a:lnTo>
                    <a:pt x="3056707" y="3472472"/>
                  </a:lnTo>
                  <a:lnTo>
                    <a:pt x="2985084" y="3470274"/>
                  </a:lnTo>
                  <a:lnTo>
                    <a:pt x="2913461" y="3467649"/>
                  </a:lnTo>
                  <a:lnTo>
                    <a:pt x="2841839" y="3464512"/>
                  </a:lnTo>
                  <a:lnTo>
                    <a:pt x="2770216" y="3460763"/>
                  </a:lnTo>
                  <a:lnTo>
                    <a:pt x="2698594" y="3456284"/>
                  </a:lnTo>
                  <a:lnTo>
                    <a:pt x="2626971" y="3450931"/>
                  </a:lnTo>
                  <a:lnTo>
                    <a:pt x="2555349" y="3444536"/>
                  </a:lnTo>
                  <a:lnTo>
                    <a:pt x="2483726" y="3436894"/>
                  </a:lnTo>
                  <a:lnTo>
                    <a:pt x="2412104" y="3427763"/>
                  </a:lnTo>
                  <a:lnTo>
                    <a:pt x="2340481" y="3416853"/>
                  </a:lnTo>
                  <a:lnTo>
                    <a:pt x="2268859" y="3403816"/>
                  </a:lnTo>
                  <a:lnTo>
                    <a:pt x="2197236" y="3388238"/>
                  </a:lnTo>
                  <a:lnTo>
                    <a:pt x="2125614" y="3369625"/>
                  </a:lnTo>
                  <a:lnTo>
                    <a:pt x="2053991" y="3347383"/>
                  </a:lnTo>
                  <a:lnTo>
                    <a:pt x="1982369" y="3320808"/>
                  </a:lnTo>
                  <a:lnTo>
                    <a:pt x="1910746" y="3289053"/>
                  </a:lnTo>
                  <a:lnTo>
                    <a:pt x="1839124" y="3251109"/>
                  </a:lnTo>
                  <a:lnTo>
                    <a:pt x="1767501" y="3205770"/>
                  </a:lnTo>
                  <a:lnTo>
                    <a:pt x="1695879" y="3151595"/>
                  </a:lnTo>
                  <a:lnTo>
                    <a:pt x="1624256" y="3086863"/>
                  </a:lnTo>
                  <a:lnTo>
                    <a:pt x="1552633" y="3009514"/>
                  </a:lnTo>
                  <a:lnTo>
                    <a:pt x="1481011" y="2917091"/>
                  </a:lnTo>
                  <a:lnTo>
                    <a:pt x="1409388" y="2806656"/>
                  </a:lnTo>
                  <a:lnTo>
                    <a:pt x="1337766" y="2674698"/>
                  </a:lnTo>
                  <a:lnTo>
                    <a:pt x="1266143" y="2597205"/>
                  </a:lnTo>
                  <a:lnTo>
                    <a:pt x="1194521" y="2525883"/>
                  </a:lnTo>
                  <a:lnTo>
                    <a:pt x="1122898" y="2448822"/>
                  </a:lnTo>
                  <a:lnTo>
                    <a:pt x="1051276" y="2365562"/>
                  </a:lnTo>
                  <a:lnTo>
                    <a:pt x="979653" y="2275604"/>
                  </a:lnTo>
                  <a:lnTo>
                    <a:pt x="908031" y="2178408"/>
                  </a:lnTo>
                  <a:lnTo>
                    <a:pt x="836408" y="2073393"/>
                  </a:lnTo>
                  <a:lnTo>
                    <a:pt x="764786" y="1959930"/>
                  </a:lnTo>
                  <a:lnTo>
                    <a:pt x="693163" y="1837338"/>
                  </a:lnTo>
                  <a:lnTo>
                    <a:pt x="621541" y="1704884"/>
                  </a:lnTo>
                  <a:lnTo>
                    <a:pt x="549918" y="1561774"/>
                  </a:lnTo>
                  <a:lnTo>
                    <a:pt x="478296" y="1407151"/>
                  </a:lnTo>
                  <a:lnTo>
                    <a:pt x="406673" y="1240088"/>
                  </a:lnTo>
                  <a:lnTo>
                    <a:pt x="335051" y="1059584"/>
                  </a:lnTo>
                  <a:lnTo>
                    <a:pt x="263428" y="864560"/>
                  </a:lnTo>
                  <a:lnTo>
                    <a:pt x="191805" y="653845"/>
                  </a:lnTo>
                  <a:lnTo>
                    <a:pt x="120183" y="426178"/>
                  </a:lnTo>
                  <a:lnTo>
                    <a:pt x="48560" y="180196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3366450" y="2073503"/>
              <a:ext cx="4896229" cy="3483185"/>
            </a:xfrm>
            <a:custGeom>
              <a:avLst/>
              <a:pathLst>
                <a:path w="4896229" h="3483185">
                  <a:moveTo>
                    <a:pt x="0" y="0"/>
                  </a:moveTo>
                  <a:lnTo>
                    <a:pt x="25897" y="163547"/>
                  </a:lnTo>
                  <a:lnTo>
                    <a:pt x="97519" y="561628"/>
                  </a:lnTo>
                  <a:lnTo>
                    <a:pt x="169142" y="911980"/>
                  </a:lnTo>
                  <a:lnTo>
                    <a:pt x="240765" y="1220327"/>
                  </a:lnTo>
                  <a:lnTo>
                    <a:pt x="312387" y="1491703"/>
                  </a:lnTo>
                  <a:lnTo>
                    <a:pt x="384010" y="1730542"/>
                  </a:lnTo>
                  <a:lnTo>
                    <a:pt x="455632" y="1940746"/>
                  </a:lnTo>
                  <a:lnTo>
                    <a:pt x="527255" y="2125746"/>
                  </a:lnTo>
                  <a:lnTo>
                    <a:pt x="598877" y="2288566"/>
                  </a:lnTo>
                  <a:lnTo>
                    <a:pt x="670500" y="2431864"/>
                  </a:lnTo>
                  <a:lnTo>
                    <a:pt x="742122" y="2557981"/>
                  </a:lnTo>
                  <a:lnTo>
                    <a:pt x="813745" y="2668978"/>
                  </a:lnTo>
                  <a:lnTo>
                    <a:pt x="885367" y="2766666"/>
                  </a:lnTo>
                  <a:lnTo>
                    <a:pt x="956990" y="2852641"/>
                  </a:lnTo>
                  <a:lnTo>
                    <a:pt x="1028612" y="2928309"/>
                  </a:lnTo>
                  <a:lnTo>
                    <a:pt x="1100235" y="2994904"/>
                  </a:lnTo>
                  <a:lnTo>
                    <a:pt x="1171857" y="3053514"/>
                  </a:lnTo>
                  <a:lnTo>
                    <a:pt x="1243480" y="3105098"/>
                  </a:lnTo>
                  <a:lnTo>
                    <a:pt x="1315102" y="3150496"/>
                  </a:lnTo>
                  <a:lnTo>
                    <a:pt x="1386725" y="3190452"/>
                  </a:lnTo>
                  <a:lnTo>
                    <a:pt x="1458347" y="3225617"/>
                  </a:lnTo>
                  <a:lnTo>
                    <a:pt x="1529970" y="3256566"/>
                  </a:lnTo>
                  <a:lnTo>
                    <a:pt x="1601593" y="3283804"/>
                  </a:lnTo>
                  <a:lnTo>
                    <a:pt x="1673215" y="3307777"/>
                  </a:lnTo>
                  <a:lnTo>
                    <a:pt x="1744838" y="3328875"/>
                  </a:lnTo>
                  <a:lnTo>
                    <a:pt x="1816460" y="3347443"/>
                  </a:lnTo>
                  <a:lnTo>
                    <a:pt x="1888083" y="3363786"/>
                  </a:lnTo>
                  <a:lnTo>
                    <a:pt x="1959705" y="3378169"/>
                  </a:lnTo>
                  <a:lnTo>
                    <a:pt x="2031328" y="3390827"/>
                  </a:lnTo>
                  <a:lnTo>
                    <a:pt x="2102950" y="3401968"/>
                  </a:lnTo>
                  <a:lnTo>
                    <a:pt x="2174573" y="3411773"/>
                  </a:lnTo>
                  <a:lnTo>
                    <a:pt x="2246195" y="3420402"/>
                  </a:lnTo>
                  <a:lnTo>
                    <a:pt x="2317818" y="3427997"/>
                  </a:lnTo>
                  <a:lnTo>
                    <a:pt x="2389440" y="3434681"/>
                  </a:lnTo>
                  <a:lnTo>
                    <a:pt x="2461063" y="3440564"/>
                  </a:lnTo>
                  <a:lnTo>
                    <a:pt x="2532685" y="3445741"/>
                  </a:lnTo>
                  <a:lnTo>
                    <a:pt x="2604308" y="3450298"/>
                  </a:lnTo>
                  <a:lnTo>
                    <a:pt x="2675930" y="3454308"/>
                  </a:lnTo>
                  <a:lnTo>
                    <a:pt x="2747553" y="3457838"/>
                  </a:lnTo>
                  <a:lnTo>
                    <a:pt x="2819175" y="3460944"/>
                  </a:lnTo>
                  <a:lnTo>
                    <a:pt x="2890798" y="3463678"/>
                  </a:lnTo>
                  <a:lnTo>
                    <a:pt x="2962421" y="3466084"/>
                  </a:lnTo>
                  <a:lnTo>
                    <a:pt x="3034043" y="3468202"/>
                  </a:lnTo>
                  <a:lnTo>
                    <a:pt x="3105666" y="3470066"/>
                  </a:lnTo>
                  <a:lnTo>
                    <a:pt x="3177288" y="3471706"/>
                  </a:lnTo>
                  <a:lnTo>
                    <a:pt x="3248911" y="3473150"/>
                  </a:lnTo>
                  <a:lnTo>
                    <a:pt x="3320533" y="3474420"/>
                  </a:lnTo>
                  <a:lnTo>
                    <a:pt x="3392156" y="3475538"/>
                  </a:lnTo>
                  <a:lnTo>
                    <a:pt x="3463778" y="3476522"/>
                  </a:lnTo>
                  <a:lnTo>
                    <a:pt x="3535401" y="3477389"/>
                  </a:lnTo>
                  <a:lnTo>
                    <a:pt x="3607023" y="3478151"/>
                  </a:lnTo>
                  <a:lnTo>
                    <a:pt x="3678646" y="3478822"/>
                  </a:lnTo>
                  <a:lnTo>
                    <a:pt x="3750268" y="3479412"/>
                  </a:lnTo>
                  <a:lnTo>
                    <a:pt x="3821891" y="3479932"/>
                  </a:lnTo>
                  <a:lnTo>
                    <a:pt x="3893513" y="3480389"/>
                  </a:lnTo>
                  <a:lnTo>
                    <a:pt x="3965136" y="3480792"/>
                  </a:lnTo>
                  <a:lnTo>
                    <a:pt x="4036758" y="3481146"/>
                  </a:lnTo>
                  <a:lnTo>
                    <a:pt x="4108381" y="3481458"/>
                  </a:lnTo>
                  <a:lnTo>
                    <a:pt x="4180003" y="3481732"/>
                  </a:lnTo>
                  <a:lnTo>
                    <a:pt x="4251626" y="3481974"/>
                  </a:lnTo>
                  <a:lnTo>
                    <a:pt x="4323249" y="3482186"/>
                  </a:lnTo>
                  <a:lnTo>
                    <a:pt x="4394871" y="3482373"/>
                  </a:lnTo>
                  <a:lnTo>
                    <a:pt x="4466494" y="3482538"/>
                  </a:lnTo>
                  <a:lnTo>
                    <a:pt x="4538116" y="3482683"/>
                  </a:lnTo>
                  <a:lnTo>
                    <a:pt x="4609739" y="3482810"/>
                  </a:lnTo>
                  <a:lnTo>
                    <a:pt x="4681361" y="3482923"/>
                  </a:lnTo>
                  <a:lnTo>
                    <a:pt x="4752984" y="3483021"/>
                  </a:lnTo>
                  <a:lnTo>
                    <a:pt x="4824606" y="3483108"/>
                  </a:lnTo>
                  <a:lnTo>
                    <a:pt x="4896229" y="348318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1701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38351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28545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187401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139043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0989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118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1378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1573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664256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4.99 (2.65-9.41), p = &lt;0.001  |  per IQR decline (Δ = 27.2 %): 79.63 (14.18-447.05)  |  IQR: [-12.3, 14.9]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447665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Cytopenia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2026-10-09T15:12:26Z</dcterms:modified>
  <cp:category/>
</cp:coreProperties>
</file>