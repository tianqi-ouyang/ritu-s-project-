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6" name="tx46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817517" y="1896563"/>
              <a:ext cx="62927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27.4 %): NA (NA-NA)  |  IQR: [-12.6, 14.8] 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2026-08-19T20:32:06Z</dcterms:modified>
  <cp:category/>
</cp:coreProperties>
</file>