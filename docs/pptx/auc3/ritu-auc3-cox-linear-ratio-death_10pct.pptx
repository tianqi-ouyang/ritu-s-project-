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23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45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67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89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3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54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76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98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382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1870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50100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81440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46" name="tx46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817517" y="1896563"/>
              <a:ext cx="629271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NA (NA-NA), p_Bonf = NA (n = 6)  |  per IQR decline (Δ = 27.4 %): NA (NA-NA)  |  IQR: [-12.6, 14.8] %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817517" y="1669789"/>
              <a:ext cx="3462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2026-08-17T08:31:26Z</dcterms:modified>
  <cp:category/>
</cp:coreProperties>
</file>