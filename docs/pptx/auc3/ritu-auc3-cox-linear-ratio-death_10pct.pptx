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01332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9152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8172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7191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62110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52305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42499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32694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2888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4642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3662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26818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1701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0720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9740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8759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77791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1701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2" name="tx32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138351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228545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318740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4139043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500989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591184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681378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771573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46" name="tx46"/>
            <p:cNvSpPr/>
            <p:nvPr/>
          </p:nvSpPr>
          <p:spPr>
            <a:xfrm rot="-5400000">
              <a:off x="181100" y="3848213"/>
              <a:ext cx="79159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HR (95% CI)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817517" y="1896563"/>
              <a:ext cx="629271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HR per 10 % decline: NA (NA-NA), p_Bonf = NA (n = 6)  |  per IQR decline (Δ = 27.2 %): NA (NA-NA)  |  IQR: [-12.3, 14.9] %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817517" y="1669789"/>
              <a:ext cx="346219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90-Day Death (Cox PH)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2026-10-09T13:21:28Z</dcterms:modified>
  <cp:category/>
</cp:coreProperties>
</file>