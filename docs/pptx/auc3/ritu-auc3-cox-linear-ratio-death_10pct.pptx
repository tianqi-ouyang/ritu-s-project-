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27.2 %): NA (NA-NA)  |  IQR: [-12.3, 14.9]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2026-10-09T11:57:49Z</dcterms:modified>
  <cp:category/>
</cp:coreProperties>
</file>