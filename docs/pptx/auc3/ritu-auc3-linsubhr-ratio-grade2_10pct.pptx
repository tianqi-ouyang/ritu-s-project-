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392612"/>
            </a:xfrm>
            <a:custGeom>
              <a:avLst/>
              <a:pathLst>
                <a:path w="7090630" h="3392612">
                  <a:moveTo>
                    <a:pt x="339006" y="0"/>
                  </a:moveTo>
                  <a:lnTo>
                    <a:pt x="358112" y="36241"/>
                  </a:lnTo>
                  <a:lnTo>
                    <a:pt x="429735" y="166943"/>
                  </a:lnTo>
                  <a:lnTo>
                    <a:pt x="501357" y="292691"/>
                  </a:lnTo>
                  <a:lnTo>
                    <a:pt x="572980" y="413671"/>
                  </a:lnTo>
                  <a:lnTo>
                    <a:pt x="644602" y="530065"/>
                  </a:lnTo>
                  <a:lnTo>
                    <a:pt x="716225" y="642045"/>
                  </a:lnTo>
                  <a:lnTo>
                    <a:pt x="787847" y="749781"/>
                  </a:lnTo>
                  <a:lnTo>
                    <a:pt x="859470" y="853432"/>
                  </a:lnTo>
                  <a:lnTo>
                    <a:pt x="931092" y="953153"/>
                  </a:lnTo>
                  <a:lnTo>
                    <a:pt x="1002715" y="1049093"/>
                  </a:lnTo>
                  <a:lnTo>
                    <a:pt x="1074337" y="1141396"/>
                  </a:lnTo>
                  <a:lnTo>
                    <a:pt x="1145960" y="1230200"/>
                  </a:lnTo>
                  <a:lnTo>
                    <a:pt x="1217582" y="1315637"/>
                  </a:lnTo>
                  <a:lnTo>
                    <a:pt x="1289205" y="1397835"/>
                  </a:lnTo>
                  <a:lnTo>
                    <a:pt x="1360827" y="1476917"/>
                  </a:lnTo>
                  <a:lnTo>
                    <a:pt x="1432450" y="1553000"/>
                  </a:lnTo>
                  <a:lnTo>
                    <a:pt x="1504073" y="1626199"/>
                  </a:lnTo>
                  <a:lnTo>
                    <a:pt x="1575695" y="1696623"/>
                  </a:lnTo>
                  <a:lnTo>
                    <a:pt x="1647318" y="1764377"/>
                  </a:lnTo>
                  <a:lnTo>
                    <a:pt x="1718940" y="1829562"/>
                  </a:lnTo>
                  <a:lnTo>
                    <a:pt x="1790563" y="1892276"/>
                  </a:lnTo>
                  <a:lnTo>
                    <a:pt x="1862185" y="1952612"/>
                  </a:lnTo>
                  <a:lnTo>
                    <a:pt x="1933808" y="2010661"/>
                  </a:lnTo>
                  <a:lnTo>
                    <a:pt x="2005430" y="2066509"/>
                  </a:lnTo>
                  <a:lnTo>
                    <a:pt x="2077053" y="2120240"/>
                  </a:lnTo>
                  <a:lnTo>
                    <a:pt x="2148675" y="2171933"/>
                  </a:lnTo>
                  <a:lnTo>
                    <a:pt x="2220298" y="2221667"/>
                  </a:lnTo>
                  <a:lnTo>
                    <a:pt x="2291920" y="2269515"/>
                  </a:lnTo>
                  <a:lnTo>
                    <a:pt x="2363543" y="2315550"/>
                  </a:lnTo>
                  <a:lnTo>
                    <a:pt x="2435165" y="2359839"/>
                  </a:lnTo>
                  <a:lnTo>
                    <a:pt x="2506788" y="2402449"/>
                  </a:lnTo>
                  <a:lnTo>
                    <a:pt x="2578410" y="2443443"/>
                  </a:lnTo>
                  <a:lnTo>
                    <a:pt x="2650033" y="2482883"/>
                  </a:lnTo>
                  <a:lnTo>
                    <a:pt x="2721655" y="2520828"/>
                  </a:lnTo>
                  <a:lnTo>
                    <a:pt x="2793278" y="2557335"/>
                  </a:lnTo>
                  <a:lnTo>
                    <a:pt x="2864901" y="2592457"/>
                  </a:lnTo>
                  <a:lnTo>
                    <a:pt x="2936523" y="2626248"/>
                  </a:lnTo>
                  <a:lnTo>
                    <a:pt x="3008146" y="2654876"/>
                  </a:lnTo>
                  <a:lnTo>
                    <a:pt x="3079768" y="2659103"/>
                  </a:lnTo>
                  <a:lnTo>
                    <a:pt x="3151391" y="2663308"/>
                  </a:lnTo>
                  <a:lnTo>
                    <a:pt x="3223013" y="2667492"/>
                  </a:lnTo>
                  <a:lnTo>
                    <a:pt x="3294636" y="2671655"/>
                  </a:lnTo>
                  <a:lnTo>
                    <a:pt x="3366258" y="2675796"/>
                  </a:lnTo>
                  <a:lnTo>
                    <a:pt x="3437881" y="2679916"/>
                  </a:lnTo>
                  <a:lnTo>
                    <a:pt x="3509503" y="2684016"/>
                  </a:lnTo>
                  <a:lnTo>
                    <a:pt x="3581126" y="2688094"/>
                  </a:lnTo>
                  <a:lnTo>
                    <a:pt x="3652748" y="2692151"/>
                  </a:lnTo>
                  <a:lnTo>
                    <a:pt x="3724371" y="2696188"/>
                  </a:lnTo>
                  <a:lnTo>
                    <a:pt x="3795993" y="2700205"/>
                  </a:lnTo>
                  <a:lnTo>
                    <a:pt x="3867616" y="2704200"/>
                  </a:lnTo>
                  <a:lnTo>
                    <a:pt x="3939238" y="2708176"/>
                  </a:lnTo>
                  <a:lnTo>
                    <a:pt x="4010861" y="2712131"/>
                  </a:lnTo>
                  <a:lnTo>
                    <a:pt x="4082483" y="2716066"/>
                  </a:lnTo>
                  <a:lnTo>
                    <a:pt x="4154106" y="2719981"/>
                  </a:lnTo>
                  <a:lnTo>
                    <a:pt x="4225729" y="2723875"/>
                  </a:lnTo>
                  <a:lnTo>
                    <a:pt x="4297351" y="2727750"/>
                  </a:lnTo>
                  <a:lnTo>
                    <a:pt x="4368974" y="2731606"/>
                  </a:lnTo>
                  <a:lnTo>
                    <a:pt x="4440596" y="2735441"/>
                  </a:lnTo>
                  <a:lnTo>
                    <a:pt x="4512219" y="2739257"/>
                  </a:lnTo>
                  <a:lnTo>
                    <a:pt x="4583841" y="2743054"/>
                  </a:lnTo>
                  <a:lnTo>
                    <a:pt x="4655464" y="2746831"/>
                  </a:lnTo>
                  <a:lnTo>
                    <a:pt x="4727086" y="2750589"/>
                  </a:lnTo>
                  <a:lnTo>
                    <a:pt x="4798709" y="2754328"/>
                  </a:lnTo>
                  <a:lnTo>
                    <a:pt x="4870331" y="2758048"/>
                  </a:lnTo>
                  <a:lnTo>
                    <a:pt x="4941954" y="2761748"/>
                  </a:lnTo>
                  <a:lnTo>
                    <a:pt x="5013576" y="2765430"/>
                  </a:lnTo>
                  <a:lnTo>
                    <a:pt x="5085199" y="2769094"/>
                  </a:lnTo>
                  <a:lnTo>
                    <a:pt x="5156821" y="2772738"/>
                  </a:lnTo>
                  <a:lnTo>
                    <a:pt x="5228444" y="2776364"/>
                  </a:lnTo>
                  <a:lnTo>
                    <a:pt x="5300066" y="2779971"/>
                  </a:lnTo>
                  <a:lnTo>
                    <a:pt x="5371689" y="2783560"/>
                  </a:lnTo>
                  <a:lnTo>
                    <a:pt x="5443311" y="2787131"/>
                  </a:lnTo>
                  <a:lnTo>
                    <a:pt x="5514934" y="2790683"/>
                  </a:lnTo>
                  <a:lnTo>
                    <a:pt x="5586557" y="2794218"/>
                  </a:lnTo>
                  <a:lnTo>
                    <a:pt x="5658179" y="2797734"/>
                  </a:lnTo>
                  <a:lnTo>
                    <a:pt x="5729802" y="2801232"/>
                  </a:lnTo>
                  <a:lnTo>
                    <a:pt x="5801424" y="2804713"/>
                  </a:lnTo>
                  <a:lnTo>
                    <a:pt x="5873047" y="2808176"/>
                  </a:lnTo>
                  <a:lnTo>
                    <a:pt x="5944669" y="2811621"/>
                  </a:lnTo>
                  <a:lnTo>
                    <a:pt x="6016292" y="2815048"/>
                  </a:lnTo>
                  <a:lnTo>
                    <a:pt x="6087914" y="2818458"/>
                  </a:lnTo>
                  <a:lnTo>
                    <a:pt x="6159537" y="2821851"/>
                  </a:lnTo>
                  <a:lnTo>
                    <a:pt x="6231159" y="2825227"/>
                  </a:lnTo>
                  <a:lnTo>
                    <a:pt x="6302782" y="2828585"/>
                  </a:lnTo>
                  <a:lnTo>
                    <a:pt x="6374404" y="2831926"/>
                  </a:lnTo>
                  <a:lnTo>
                    <a:pt x="6446027" y="2835250"/>
                  </a:lnTo>
                  <a:lnTo>
                    <a:pt x="6517649" y="2838557"/>
                  </a:lnTo>
                  <a:lnTo>
                    <a:pt x="6589272" y="2841847"/>
                  </a:lnTo>
                  <a:lnTo>
                    <a:pt x="6660894" y="2845121"/>
                  </a:lnTo>
                  <a:lnTo>
                    <a:pt x="6732517" y="2848377"/>
                  </a:lnTo>
                  <a:lnTo>
                    <a:pt x="6804139" y="2851617"/>
                  </a:lnTo>
                  <a:lnTo>
                    <a:pt x="6875762" y="2854841"/>
                  </a:lnTo>
                  <a:lnTo>
                    <a:pt x="6947385" y="2858048"/>
                  </a:lnTo>
                  <a:lnTo>
                    <a:pt x="7019007" y="2861239"/>
                  </a:lnTo>
                  <a:lnTo>
                    <a:pt x="7090630" y="2864413"/>
                  </a:lnTo>
                  <a:lnTo>
                    <a:pt x="7090630" y="3392612"/>
                  </a:lnTo>
                  <a:lnTo>
                    <a:pt x="7019007" y="3389020"/>
                  </a:lnTo>
                  <a:lnTo>
                    <a:pt x="6947385" y="3385287"/>
                  </a:lnTo>
                  <a:lnTo>
                    <a:pt x="6875762" y="3381408"/>
                  </a:lnTo>
                  <a:lnTo>
                    <a:pt x="6804139" y="3377375"/>
                  </a:lnTo>
                  <a:lnTo>
                    <a:pt x="6732517" y="3373183"/>
                  </a:lnTo>
                  <a:lnTo>
                    <a:pt x="6660894" y="3368826"/>
                  </a:lnTo>
                  <a:lnTo>
                    <a:pt x="6589272" y="3364298"/>
                  </a:lnTo>
                  <a:lnTo>
                    <a:pt x="6517649" y="3359591"/>
                  </a:lnTo>
                  <a:lnTo>
                    <a:pt x="6446027" y="3354698"/>
                  </a:lnTo>
                  <a:lnTo>
                    <a:pt x="6374404" y="3349613"/>
                  </a:lnTo>
                  <a:lnTo>
                    <a:pt x="6302782" y="3344327"/>
                  </a:lnTo>
                  <a:lnTo>
                    <a:pt x="6231159" y="3338833"/>
                  </a:lnTo>
                  <a:lnTo>
                    <a:pt x="6159537" y="3333122"/>
                  </a:lnTo>
                  <a:lnTo>
                    <a:pt x="6087914" y="3327187"/>
                  </a:lnTo>
                  <a:lnTo>
                    <a:pt x="6016292" y="3321018"/>
                  </a:lnTo>
                  <a:lnTo>
                    <a:pt x="5944669" y="3314605"/>
                  </a:lnTo>
                  <a:lnTo>
                    <a:pt x="5873047" y="3307940"/>
                  </a:lnTo>
                  <a:lnTo>
                    <a:pt x="5801424" y="3301012"/>
                  </a:lnTo>
                  <a:lnTo>
                    <a:pt x="5729802" y="3293811"/>
                  </a:lnTo>
                  <a:lnTo>
                    <a:pt x="5658179" y="3286326"/>
                  </a:lnTo>
                  <a:lnTo>
                    <a:pt x="5586557" y="3278547"/>
                  </a:lnTo>
                  <a:lnTo>
                    <a:pt x="5514934" y="3270461"/>
                  </a:lnTo>
                  <a:lnTo>
                    <a:pt x="5443311" y="3262056"/>
                  </a:lnTo>
                  <a:lnTo>
                    <a:pt x="5371689" y="3253320"/>
                  </a:lnTo>
                  <a:lnTo>
                    <a:pt x="5300066" y="3244240"/>
                  </a:lnTo>
                  <a:lnTo>
                    <a:pt x="5228444" y="3234802"/>
                  </a:lnTo>
                  <a:lnTo>
                    <a:pt x="5156821" y="3224992"/>
                  </a:lnTo>
                  <a:lnTo>
                    <a:pt x="5085199" y="3214795"/>
                  </a:lnTo>
                  <a:lnTo>
                    <a:pt x="5013576" y="3204197"/>
                  </a:lnTo>
                  <a:lnTo>
                    <a:pt x="4941954" y="3193181"/>
                  </a:lnTo>
                  <a:lnTo>
                    <a:pt x="4870331" y="3181731"/>
                  </a:lnTo>
                  <a:lnTo>
                    <a:pt x="4798709" y="3169829"/>
                  </a:lnTo>
                  <a:lnTo>
                    <a:pt x="4727086" y="3157459"/>
                  </a:lnTo>
                  <a:lnTo>
                    <a:pt x="4655464" y="3144601"/>
                  </a:lnTo>
                  <a:lnTo>
                    <a:pt x="4583841" y="3131237"/>
                  </a:lnTo>
                  <a:lnTo>
                    <a:pt x="4512219" y="3117346"/>
                  </a:lnTo>
                  <a:lnTo>
                    <a:pt x="4440596" y="3102907"/>
                  </a:lnTo>
                  <a:lnTo>
                    <a:pt x="4368974" y="3087900"/>
                  </a:lnTo>
                  <a:lnTo>
                    <a:pt x="4297351" y="3072301"/>
                  </a:lnTo>
                  <a:lnTo>
                    <a:pt x="4225729" y="3056087"/>
                  </a:lnTo>
                  <a:lnTo>
                    <a:pt x="4154106" y="3039235"/>
                  </a:lnTo>
                  <a:lnTo>
                    <a:pt x="4082483" y="3021718"/>
                  </a:lnTo>
                  <a:lnTo>
                    <a:pt x="4010861" y="3003512"/>
                  </a:lnTo>
                  <a:lnTo>
                    <a:pt x="3939238" y="2984587"/>
                  </a:lnTo>
                  <a:lnTo>
                    <a:pt x="3867616" y="2964917"/>
                  </a:lnTo>
                  <a:lnTo>
                    <a:pt x="3795993" y="2944472"/>
                  </a:lnTo>
                  <a:lnTo>
                    <a:pt x="3724371" y="2923222"/>
                  </a:lnTo>
                  <a:lnTo>
                    <a:pt x="3652748" y="2901133"/>
                  </a:lnTo>
                  <a:lnTo>
                    <a:pt x="3581126" y="2878175"/>
                  </a:lnTo>
                  <a:lnTo>
                    <a:pt x="3509503" y="2854311"/>
                  </a:lnTo>
                  <a:lnTo>
                    <a:pt x="3437881" y="2829508"/>
                  </a:lnTo>
                  <a:lnTo>
                    <a:pt x="3366258" y="2803727"/>
                  </a:lnTo>
                  <a:lnTo>
                    <a:pt x="3294636" y="2776930"/>
                  </a:lnTo>
                  <a:lnTo>
                    <a:pt x="3223013" y="2749077"/>
                  </a:lnTo>
                  <a:lnTo>
                    <a:pt x="3151391" y="2720126"/>
                  </a:lnTo>
                  <a:lnTo>
                    <a:pt x="3079768" y="2690035"/>
                  </a:lnTo>
                  <a:lnTo>
                    <a:pt x="3008146" y="2658758"/>
                  </a:lnTo>
                  <a:lnTo>
                    <a:pt x="2936523" y="2650628"/>
                  </a:lnTo>
                  <a:lnTo>
                    <a:pt x="2864901" y="2646357"/>
                  </a:lnTo>
                  <a:lnTo>
                    <a:pt x="2793278" y="2642065"/>
                  </a:lnTo>
                  <a:lnTo>
                    <a:pt x="2721655" y="2637751"/>
                  </a:lnTo>
                  <a:lnTo>
                    <a:pt x="2650033" y="2633414"/>
                  </a:lnTo>
                  <a:lnTo>
                    <a:pt x="2578410" y="2629056"/>
                  </a:lnTo>
                  <a:lnTo>
                    <a:pt x="2506788" y="2624675"/>
                  </a:lnTo>
                  <a:lnTo>
                    <a:pt x="2435165" y="2620272"/>
                  </a:lnTo>
                  <a:lnTo>
                    <a:pt x="2363543" y="2615846"/>
                  </a:lnTo>
                  <a:lnTo>
                    <a:pt x="2291920" y="2611397"/>
                  </a:lnTo>
                  <a:lnTo>
                    <a:pt x="2220298" y="2606926"/>
                  </a:lnTo>
                  <a:lnTo>
                    <a:pt x="2148675" y="2602431"/>
                  </a:lnTo>
                  <a:lnTo>
                    <a:pt x="2077053" y="2597914"/>
                  </a:lnTo>
                  <a:lnTo>
                    <a:pt x="2005430" y="2593373"/>
                  </a:lnTo>
                  <a:lnTo>
                    <a:pt x="1933808" y="2588809"/>
                  </a:lnTo>
                  <a:lnTo>
                    <a:pt x="1862185" y="2584222"/>
                  </a:lnTo>
                  <a:lnTo>
                    <a:pt x="1790563" y="2579612"/>
                  </a:lnTo>
                  <a:lnTo>
                    <a:pt x="1718940" y="2574977"/>
                  </a:lnTo>
                  <a:lnTo>
                    <a:pt x="1647318" y="2570319"/>
                  </a:lnTo>
                  <a:lnTo>
                    <a:pt x="1575695" y="2565637"/>
                  </a:lnTo>
                  <a:lnTo>
                    <a:pt x="1504073" y="2560931"/>
                  </a:lnTo>
                  <a:lnTo>
                    <a:pt x="1432450" y="2556201"/>
                  </a:lnTo>
                  <a:lnTo>
                    <a:pt x="1360827" y="2551447"/>
                  </a:lnTo>
                  <a:lnTo>
                    <a:pt x="1289205" y="2546668"/>
                  </a:lnTo>
                  <a:lnTo>
                    <a:pt x="1217582" y="2541865"/>
                  </a:lnTo>
                  <a:lnTo>
                    <a:pt x="1145960" y="2537037"/>
                  </a:lnTo>
                  <a:lnTo>
                    <a:pt x="1074337" y="2532184"/>
                  </a:lnTo>
                  <a:lnTo>
                    <a:pt x="1002715" y="2527307"/>
                  </a:lnTo>
                  <a:lnTo>
                    <a:pt x="931092" y="2522404"/>
                  </a:lnTo>
                  <a:lnTo>
                    <a:pt x="859470" y="2517477"/>
                  </a:lnTo>
                  <a:lnTo>
                    <a:pt x="787847" y="2512524"/>
                  </a:lnTo>
                  <a:lnTo>
                    <a:pt x="716225" y="2507546"/>
                  </a:lnTo>
                  <a:lnTo>
                    <a:pt x="644602" y="2502542"/>
                  </a:lnTo>
                  <a:lnTo>
                    <a:pt x="572980" y="2497513"/>
                  </a:lnTo>
                  <a:lnTo>
                    <a:pt x="501357" y="2492457"/>
                  </a:lnTo>
                  <a:lnTo>
                    <a:pt x="429735" y="2487376"/>
                  </a:lnTo>
                  <a:lnTo>
                    <a:pt x="358112" y="2482269"/>
                  </a:lnTo>
                  <a:lnTo>
                    <a:pt x="286490" y="2477136"/>
                  </a:lnTo>
                  <a:lnTo>
                    <a:pt x="214867" y="2471976"/>
                  </a:lnTo>
                  <a:lnTo>
                    <a:pt x="143245" y="2466790"/>
                  </a:lnTo>
                  <a:lnTo>
                    <a:pt x="71622" y="2461578"/>
                  </a:lnTo>
                  <a:lnTo>
                    <a:pt x="0" y="245633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511055" y="2073503"/>
              <a:ext cx="6751623" cy="2864413"/>
            </a:xfrm>
            <a:custGeom>
              <a:avLst/>
              <a:pathLst>
                <a:path w="6751623" h="2864413">
                  <a:moveTo>
                    <a:pt x="0" y="0"/>
                  </a:moveTo>
                  <a:lnTo>
                    <a:pt x="19106" y="36241"/>
                  </a:lnTo>
                  <a:lnTo>
                    <a:pt x="90729" y="166943"/>
                  </a:lnTo>
                  <a:lnTo>
                    <a:pt x="162351" y="292691"/>
                  </a:lnTo>
                  <a:lnTo>
                    <a:pt x="233974" y="413671"/>
                  </a:lnTo>
                  <a:lnTo>
                    <a:pt x="305596" y="530065"/>
                  </a:lnTo>
                  <a:lnTo>
                    <a:pt x="377219" y="642045"/>
                  </a:lnTo>
                  <a:lnTo>
                    <a:pt x="448841" y="749781"/>
                  </a:lnTo>
                  <a:lnTo>
                    <a:pt x="520464" y="853432"/>
                  </a:lnTo>
                  <a:lnTo>
                    <a:pt x="592086" y="953153"/>
                  </a:lnTo>
                  <a:lnTo>
                    <a:pt x="663709" y="1049093"/>
                  </a:lnTo>
                  <a:lnTo>
                    <a:pt x="735331" y="1141396"/>
                  </a:lnTo>
                  <a:lnTo>
                    <a:pt x="806954" y="1230200"/>
                  </a:lnTo>
                  <a:lnTo>
                    <a:pt x="878576" y="1315637"/>
                  </a:lnTo>
                  <a:lnTo>
                    <a:pt x="950199" y="1397835"/>
                  </a:lnTo>
                  <a:lnTo>
                    <a:pt x="1021821" y="1476917"/>
                  </a:lnTo>
                  <a:lnTo>
                    <a:pt x="1093444" y="1553000"/>
                  </a:lnTo>
                  <a:lnTo>
                    <a:pt x="1165066" y="1626199"/>
                  </a:lnTo>
                  <a:lnTo>
                    <a:pt x="1236689" y="1696623"/>
                  </a:lnTo>
                  <a:lnTo>
                    <a:pt x="1308312" y="1764377"/>
                  </a:lnTo>
                  <a:lnTo>
                    <a:pt x="1379934" y="1829562"/>
                  </a:lnTo>
                  <a:lnTo>
                    <a:pt x="1451557" y="1892276"/>
                  </a:lnTo>
                  <a:lnTo>
                    <a:pt x="1523179" y="1952612"/>
                  </a:lnTo>
                  <a:lnTo>
                    <a:pt x="1594802" y="2010661"/>
                  </a:lnTo>
                  <a:lnTo>
                    <a:pt x="1666424" y="2066509"/>
                  </a:lnTo>
                  <a:lnTo>
                    <a:pt x="1738047" y="2120240"/>
                  </a:lnTo>
                  <a:lnTo>
                    <a:pt x="1809669" y="2171933"/>
                  </a:lnTo>
                  <a:lnTo>
                    <a:pt x="1881292" y="2221667"/>
                  </a:lnTo>
                  <a:lnTo>
                    <a:pt x="1952914" y="2269515"/>
                  </a:lnTo>
                  <a:lnTo>
                    <a:pt x="2024537" y="2315550"/>
                  </a:lnTo>
                  <a:lnTo>
                    <a:pt x="2096159" y="2359839"/>
                  </a:lnTo>
                  <a:lnTo>
                    <a:pt x="2167782" y="2402449"/>
                  </a:lnTo>
                  <a:lnTo>
                    <a:pt x="2239404" y="2443443"/>
                  </a:lnTo>
                  <a:lnTo>
                    <a:pt x="2311027" y="2482883"/>
                  </a:lnTo>
                  <a:lnTo>
                    <a:pt x="2382649" y="2520828"/>
                  </a:lnTo>
                  <a:lnTo>
                    <a:pt x="2454272" y="2557335"/>
                  </a:lnTo>
                  <a:lnTo>
                    <a:pt x="2525894" y="2592457"/>
                  </a:lnTo>
                  <a:lnTo>
                    <a:pt x="2597517" y="2626248"/>
                  </a:lnTo>
                  <a:lnTo>
                    <a:pt x="2669139" y="2654876"/>
                  </a:lnTo>
                  <a:lnTo>
                    <a:pt x="2740762" y="2659103"/>
                  </a:lnTo>
                  <a:lnTo>
                    <a:pt x="2812385" y="2663308"/>
                  </a:lnTo>
                  <a:lnTo>
                    <a:pt x="2884007" y="2667492"/>
                  </a:lnTo>
                  <a:lnTo>
                    <a:pt x="2955630" y="2671655"/>
                  </a:lnTo>
                  <a:lnTo>
                    <a:pt x="3027252" y="2675796"/>
                  </a:lnTo>
                  <a:lnTo>
                    <a:pt x="3098875" y="2679916"/>
                  </a:lnTo>
                  <a:lnTo>
                    <a:pt x="3170497" y="2684016"/>
                  </a:lnTo>
                  <a:lnTo>
                    <a:pt x="3242120" y="2688094"/>
                  </a:lnTo>
                  <a:lnTo>
                    <a:pt x="3313742" y="2692151"/>
                  </a:lnTo>
                  <a:lnTo>
                    <a:pt x="3385365" y="2696188"/>
                  </a:lnTo>
                  <a:lnTo>
                    <a:pt x="3456987" y="2700205"/>
                  </a:lnTo>
                  <a:lnTo>
                    <a:pt x="3528610" y="2704200"/>
                  </a:lnTo>
                  <a:lnTo>
                    <a:pt x="3600232" y="2708176"/>
                  </a:lnTo>
                  <a:lnTo>
                    <a:pt x="3671855" y="2712131"/>
                  </a:lnTo>
                  <a:lnTo>
                    <a:pt x="3743477" y="2716066"/>
                  </a:lnTo>
                  <a:lnTo>
                    <a:pt x="3815100" y="2719981"/>
                  </a:lnTo>
                  <a:lnTo>
                    <a:pt x="3886722" y="2723875"/>
                  </a:lnTo>
                  <a:lnTo>
                    <a:pt x="3958345" y="2727750"/>
                  </a:lnTo>
                  <a:lnTo>
                    <a:pt x="4029967" y="2731606"/>
                  </a:lnTo>
                  <a:lnTo>
                    <a:pt x="4101590" y="2735441"/>
                  </a:lnTo>
                  <a:lnTo>
                    <a:pt x="4173213" y="2739257"/>
                  </a:lnTo>
                  <a:lnTo>
                    <a:pt x="4244835" y="2743054"/>
                  </a:lnTo>
                  <a:lnTo>
                    <a:pt x="4316458" y="2746831"/>
                  </a:lnTo>
                  <a:lnTo>
                    <a:pt x="4388080" y="2750589"/>
                  </a:lnTo>
                  <a:lnTo>
                    <a:pt x="4459703" y="2754328"/>
                  </a:lnTo>
                  <a:lnTo>
                    <a:pt x="4531325" y="2758048"/>
                  </a:lnTo>
                  <a:lnTo>
                    <a:pt x="4602948" y="2761748"/>
                  </a:lnTo>
                  <a:lnTo>
                    <a:pt x="4674570" y="2765430"/>
                  </a:lnTo>
                  <a:lnTo>
                    <a:pt x="4746193" y="2769094"/>
                  </a:lnTo>
                  <a:lnTo>
                    <a:pt x="4817815" y="2772738"/>
                  </a:lnTo>
                  <a:lnTo>
                    <a:pt x="4889438" y="2776364"/>
                  </a:lnTo>
                  <a:lnTo>
                    <a:pt x="4961060" y="2779971"/>
                  </a:lnTo>
                  <a:lnTo>
                    <a:pt x="5032683" y="2783560"/>
                  </a:lnTo>
                  <a:lnTo>
                    <a:pt x="5104305" y="2787131"/>
                  </a:lnTo>
                  <a:lnTo>
                    <a:pt x="5175928" y="2790683"/>
                  </a:lnTo>
                  <a:lnTo>
                    <a:pt x="5247550" y="2794218"/>
                  </a:lnTo>
                  <a:lnTo>
                    <a:pt x="5319173" y="2797734"/>
                  </a:lnTo>
                  <a:lnTo>
                    <a:pt x="5390795" y="2801232"/>
                  </a:lnTo>
                  <a:lnTo>
                    <a:pt x="5462418" y="2804713"/>
                  </a:lnTo>
                  <a:lnTo>
                    <a:pt x="5534041" y="2808176"/>
                  </a:lnTo>
                  <a:lnTo>
                    <a:pt x="5605663" y="2811621"/>
                  </a:lnTo>
                  <a:lnTo>
                    <a:pt x="5677286" y="2815048"/>
                  </a:lnTo>
                  <a:lnTo>
                    <a:pt x="5748908" y="2818458"/>
                  </a:lnTo>
                  <a:lnTo>
                    <a:pt x="5820531" y="2821851"/>
                  </a:lnTo>
                  <a:lnTo>
                    <a:pt x="5892153" y="2825227"/>
                  </a:lnTo>
                  <a:lnTo>
                    <a:pt x="5963776" y="2828585"/>
                  </a:lnTo>
                  <a:lnTo>
                    <a:pt x="6035398" y="2831926"/>
                  </a:lnTo>
                  <a:lnTo>
                    <a:pt x="6107021" y="2835250"/>
                  </a:lnTo>
                  <a:lnTo>
                    <a:pt x="6178643" y="2838557"/>
                  </a:lnTo>
                  <a:lnTo>
                    <a:pt x="6250266" y="2841847"/>
                  </a:lnTo>
                  <a:lnTo>
                    <a:pt x="6321888" y="2845121"/>
                  </a:lnTo>
                  <a:lnTo>
                    <a:pt x="6393511" y="2848377"/>
                  </a:lnTo>
                  <a:lnTo>
                    <a:pt x="6465133" y="2851617"/>
                  </a:lnTo>
                  <a:lnTo>
                    <a:pt x="6536756" y="2854841"/>
                  </a:lnTo>
                  <a:lnTo>
                    <a:pt x="6608378" y="2858048"/>
                  </a:lnTo>
                  <a:lnTo>
                    <a:pt x="6680001" y="2861239"/>
                  </a:lnTo>
                  <a:lnTo>
                    <a:pt x="6751623" y="286441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529841"/>
              <a:ext cx="7090630" cy="936273"/>
            </a:xfrm>
            <a:custGeom>
              <a:avLst/>
              <a:pathLst>
                <a:path w="7090630" h="936273">
                  <a:moveTo>
                    <a:pt x="7090630" y="936273"/>
                  </a:moveTo>
                  <a:lnTo>
                    <a:pt x="7019007" y="932682"/>
                  </a:lnTo>
                  <a:lnTo>
                    <a:pt x="6947385" y="928949"/>
                  </a:lnTo>
                  <a:lnTo>
                    <a:pt x="6875762" y="925069"/>
                  </a:lnTo>
                  <a:lnTo>
                    <a:pt x="6804139" y="921036"/>
                  </a:lnTo>
                  <a:lnTo>
                    <a:pt x="6732517" y="916844"/>
                  </a:lnTo>
                  <a:lnTo>
                    <a:pt x="6660894" y="912487"/>
                  </a:lnTo>
                  <a:lnTo>
                    <a:pt x="6589272" y="907959"/>
                  </a:lnTo>
                  <a:lnTo>
                    <a:pt x="6517649" y="903252"/>
                  </a:lnTo>
                  <a:lnTo>
                    <a:pt x="6446027" y="898359"/>
                  </a:lnTo>
                  <a:lnTo>
                    <a:pt x="6374404" y="893274"/>
                  </a:lnTo>
                  <a:lnTo>
                    <a:pt x="6302782" y="887988"/>
                  </a:lnTo>
                  <a:lnTo>
                    <a:pt x="6231159" y="882494"/>
                  </a:lnTo>
                  <a:lnTo>
                    <a:pt x="6159537" y="876784"/>
                  </a:lnTo>
                  <a:lnTo>
                    <a:pt x="6087914" y="870848"/>
                  </a:lnTo>
                  <a:lnTo>
                    <a:pt x="6016292" y="864679"/>
                  </a:lnTo>
                  <a:lnTo>
                    <a:pt x="5944669" y="858266"/>
                  </a:lnTo>
                  <a:lnTo>
                    <a:pt x="5873047" y="851601"/>
                  </a:lnTo>
                  <a:lnTo>
                    <a:pt x="5801424" y="844673"/>
                  </a:lnTo>
                  <a:lnTo>
                    <a:pt x="5729802" y="837472"/>
                  </a:lnTo>
                  <a:lnTo>
                    <a:pt x="5658179" y="829988"/>
                  </a:lnTo>
                  <a:lnTo>
                    <a:pt x="5586557" y="822208"/>
                  </a:lnTo>
                  <a:lnTo>
                    <a:pt x="5514934" y="814122"/>
                  </a:lnTo>
                  <a:lnTo>
                    <a:pt x="5443311" y="805717"/>
                  </a:lnTo>
                  <a:lnTo>
                    <a:pt x="5371689" y="796981"/>
                  </a:lnTo>
                  <a:lnTo>
                    <a:pt x="5300066" y="787901"/>
                  </a:lnTo>
                  <a:lnTo>
                    <a:pt x="5228444" y="778463"/>
                  </a:lnTo>
                  <a:lnTo>
                    <a:pt x="5156821" y="768653"/>
                  </a:lnTo>
                  <a:lnTo>
                    <a:pt x="5085199" y="758456"/>
                  </a:lnTo>
                  <a:lnTo>
                    <a:pt x="5013576" y="747858"/>
                  </a:lnTo>
                  <a:lnTo>
                    <a:pt x="4941954" y="736842"/>
                  </a:lnTo>
                  <a:lnTo>
                    <a:pt x="4870331" y="725392"/>
                  </a:lnTo>
                  <a:lnTo>
                    <a:pt x="4798709" y="713491"/>
                  </a:lnTo>
                  <a:lnTo>
                    <a:pt x="4727086" y="701120"/>
                  </a:lnTo>
                  <a:lnTo>
                    <a:pt x="4655464" y="688263"/>
                  </a:lnTo>
                  <a:lnTo>
                    <a:pt x="4583841" y="674898"/>
                  </a:lnTo>
                  <a:lnTo>
                    <a:pt x="4512219" y="661007"/>
                  </a:lnTo>
                  <a:lnTo>
                    <a:pt x="4440596" y="646569"/>
                  </a:lnTo>
                  <a:lnTo>
                    <a:pt x="4368974" y="631561"/>
                  </a:lnTo>
                  <a:lnTo>
                    <a:pt x="4297351" y="615962"/>
                  </a:lnTo>
                  <a:lnTo>
                    <a:pt x="4225729" y="599749"/>
                  </a:lnTo>
                  <a:lnTo>
                    <a:pt x="4154106" y="582896"/>
                  </a:lnTo>
                  <a:lnTo>
                    <a:pt x="4082483" y="565380"/>
                  </a:lnTo>
                  <a:lnTo>
                    <a:pt x="4010861" y="547173"/>
                  </a:lnTo>
                  <a:lnTo>
                    <a:pt x="3939238" y="528249"/>
                  </a:lnTo>
                  <a:lnTo>
                    <a:pt x="3867616" y="508579"/>
                  </a:lnTo>
                  <a:lnTo>
                    <a:pt x="3795993" y="488134"/>
                  </a:lnTo>
                  <a:lnTo>
                    <a:pt x="3724371" y="466883"/>
                  </a:lnTo>
                  <a:lnTo>
                    <a:pt x="3652748" y="444795"/>
                  </a:lnTo>
                  <a:lnTo>
                    <a:pt x="3581126" y="421836"/>
                  </a:lnTo>
                  <a:lnTo>
                    <a:pt x="3509503" y="397973"/>
                  </a:lnTo>
                  <a:lnTo>
                    <a:pt x="3437881" y="373169"/>
                  </a:lnTo>
                  <a:lnTo>
                    <a:pt x="3366258" y="347388"/>
                  </a:lnTo>
                  <a:lnTo>
                    <a:pt x="3294636" y="320591"/>
                  </a:lnTo>
                  <a:lnTo>
                    <a:pt x="3223013" y="292738"/>
                  </a:lnTo>
                  <a:lnTo>
                    <a:pt x="3151391" y="263787"/>
                  </a:lnTo>
                  <a:lnTo>
                    <a:pt x="3079768" y="233696"/>
                  </a:lnTo>
                  <a:lnTo>
                    <a:pt x="3008146" y="202419"/>
                  </a:lnTo>
                  <a:lnTo>
                    <a:pt x="2936523" y="194289"/>
                  </a:lnTo>
                  <a:lnTo>
                    <a:pt x="2864901" y="190019"/>
                  </a:lnTo>
                  <a:lnTo>
                    <a:pt x="2793278" y="185726"/>
                  </a:lnTo>
                  <a:lnTo>
                    <a:pt x="2721655" y="181412"/>
                  </a:lnTo>
                  <a:lnTo>
                    <a:pt x="2650033" y="177076"/>
                  </a:lnTo>
                  <a:lnTo>
                    <a:pt x="2578410" y="172717"/>
                  </a:lnTo>
                  <a:lnTo>
                    <a:pt x="2506788" y="168336"/>
                  </a:lnTo>
                  <a:lnTo>
                    <a:pt x="2435165" y="163933"/>
                  </a:lnTo>
                  <a:lnTo>
                    <a:pt x="2363543" y="159507"/>
                  </a:lnTo>
                  <a:lnTo>
                    <a:pt x="2291920" y="155058"/>
                  </a:lnTo>
                  <a:lnTo>
                    <a:pt x="2220298" y="150587"/>
                  </a:lnTo>
                  <a:lnTo>
                    <a:pt x="2148675" y="146093"/>
                  </a:lnTo>
                  <a:lnTo>
                    <a:pt x="2077053" y="141575"/>
                  </a:lnTo>
                  <a:lnTo>
                    <a:pt x="2005430" y="137035"/>
                  </a:lnTo>
                  <a:lnTo>
                    <a:pt x="1933808" y="132471"/>
                  </a:lnTo>
                  <a:lnTo>
                    <a:pt x="1862185" y="127884"/>
                  </a:lnTo>
                  <a:lnTo>
                    <a:pt x="1790563" y="123273"/>
                  </a:lnTo>
                  <a:lnTo>
                    <a:pt x="1718940" y="118639"/>
                  </a:lnTo>
                  <a:lnTo>
                    <a:pt x="1647318" y="113980"/>
                  </a:lnTo>
                  <a:lnTo>
                    <a:pt x="1575695" y="109298"/>
                  </a:lnTo>
                  <a:lnTo>
                    <a:pt x="1504073" y="104592"/>
                  </a:lnTo>
                  <a:lnTo>
                    <a:pt x="1432450" y="99862"/>
                  </a:lnTo>
                  <a:lnTo>
                    <a:pt x="1360827" y="95108"/>
                  </a:lnTo>
                  <a:lnTo>
                    <a:pt x="1289205" y="90329"/>
                  </a:lnTo>
                  <a:lnTo>
                    <a:pt x="1217582" y="85526"/>
                  </a:lnTo>
                  <a:lnTo>
                    <a:pt x="1145960" y="80698"/>
                  </a:lnTo>
                  <a:lnTo>
                    <a:pt x="1074337" y="75846"/>
                  </a:lnTo>
                  <a:lnTo>
                    <a:pt x="1002715" y="70968"/>
                  </a:lnTo>
                  <a:lnTo>
                    <a:pt x="931092" y="66066"/>
                  </a:lnTo>
                  <a:lnTo>
                    <a:pt x="859470" y="61138"/>
                  </a:lnTo>
                  <a:lnTo>
                    <a:pt x="787847" y="56185"/>
                  </a:lnTo>
                  <a:lnTo>
                    <a:pt x="716225" y="51207"/>
                  </a:lnTo>
                  <a:lnTo>
                    <a:pt x="644602" y="46203"/>
                  </a:lnTo>
                  <a:lnTo>
                    <a:pt x="572980" y="41174"/>
                  </a:lnTo>
                  <a:lnTo>
                    <a:pt x="501357" y="36119"/>
                  </a:lnTo>
                  <a:lnTo>
                    <a:pt x="429735" y="31038"/>
                  </a:lnTo>
                  <a:lnTo>
                    <a:pt x="358112" y="25931"/>
                  </a:lnTo>
                  <a:lnTo>
                    <a:pt x="286490" y="20797"/>
                  </a:lnTo>
                  <a:lnTo>
                    <a:pt x="214867" y="15638"/>
                  </a:lnTo>
                  <a:lnTo>
                    <a:pt x="143245" y="10452"/>
                  </a:lnTo>
                  <a:lnTo>
                    <a:pt x="71622" y="523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484307"/>
              <a:ext cx="7090630" cy="1835365"/>
            </a:xfrm>
            <a:custGeom>
              <a:avLst/>
              <a:pathLst>
                <a:path w="7090630" h="1835365">
                  <a:moveTo>
                    <a:pt x="0" y="0"/>
                  </a:moveTo>
                  <a:lnTo>
                    <a:pt x="71622" y="44865"/>
                  </a:lnTo>
                  <a:lnTo>
                    <a:pt x="143245" y="88760"/>
                  </a:lnTo>
                  <a:lnTo>
                    <a:pt x="214867" y="131704"/>
                  </a:lnTo>
                  <a:lnTo>
                    <a:pt x="286490" y="173720"/>
                  </a:lnTo>
                  <a:lnTo>
                    <a:pt x="358112" y="214825"/>
                  </a:lnTo>
                  <a:lnTo>
                    <a:pt x="429735" y="255042"/>
                  </a:lnTo>
                  <a:lnTo>
                    <a:pt x="501357" y="294387"/>
                  </a:lnTo>
                  <a:lnTo>
                    <a:pt x="572980" y="332881"/>
                  </a:lnTo>
                  <a:lnTo>
                    <a:pt x="644602" y="370542"/>
                  </a:lnTo>
                  <a:lnTo>
                    <a:pt x="716225" y="407388"/>
                  </a:lnTo>
                  <a:lnTo>
                    <a:pt x="787847" y="443437"/>
                  </a:lnTo>
                  <a:lnTo>
                    <a:pt x="859470" y="478705"/>
                  </a:lnTo>
                  <a:lnTo>
                    <a:pt x="931092" y="513210"/>
                  </a:lnTo>
                  <a:lnTo>
                    <a:pt x="1002715" y="546968"/>
                  </a:lnTo>
                  <a:lnTo>
                    <a:pt x="1074337" y="579995"/>
                  </a:lnTo>
                  <a:lnTo>
                    <a:pt x="1145960" y="612308"/>
                  </a:lnTo>
                  <a:lnTo>
                    <a:pt x="1217582" y="643921"/>
                  </a:lnTo>
                  <a:lnTo>
                    <a:pt x="1289205" y="674850"/>
                  </a:lnTo>
                  <a:lnTo>
                    <a:pt x="1360827" y="705109"/>
                  </a:lnTo>
                  <a:lnTo>
                    <a:pt x="1432450" y="734714"/>
                  </a:lnTo>
                  <a:lnTo>
                    <a:pt x="1504073" y="763678"/>
                  </a:lnTo>
                  <a:lnTo>
                    <a:pt x="1575695" y="792015"/>
                  </a:lnTo>
                  <a:lnTo>
                    <a:pt x="1647318" y="819739"/>
                  </a:lnTo>
                  <a:lnTo>
                    <a:pt x="1718940" y="846862"/>
                  </a:lnTo>
                  <a:lnTo>
                    <a:pt x="1790563" y="873399"/>
                  </a:lnTo>
                  <a:lnTo>
                    <a:pt x="1862185" y="899361"/>
                  </a:lnTo>
                  <a:lnTo>
                    <a:pt x="1933808" y="924762"/>
                  </a:lnTo>
                  <a:lnTo>
                    <a:pt x="2005430" y="949612"/>
                  </a:lnTo>
                  <a:lnTo>
                    <a:pt x="2077053" y="973925"/>
                  </a:lnTo>
                  <a:lnTo>
                    <a:pt x="2148675" y="997712"/>
                  </a:lnTo>
                  <a:lnTo>
                    <a:pt x="2220298" y="1020983"/>
                  </a:lnTo>
                  <a:lnTo>
                    <a:pt x="2291920" y="1043752"/>
                  </a:lnTo>
                  <a:lnTo>
                    <a:pt x="2363543" y="1066027"/>
                  </a:lnTo>
                  <a:lnTo>
                    <a:pt x="2435165" y="1087820"/>
                  </a:lnTo>
                  <a:lnTo>
                    <a:pt x="2506788" y="1109141"/>
                  </a:lnTo>
                  <a:lnTo>
                    <a:pt x="2578410" y="1130001"/>
                  </a:lnTo>
                  <a:lnTo>
                    <a:pt x="2650033" y="1150410"/>
                  </a:lnTo>
                  <a:lnTo>
                    <a:pt x="2721655" y="1170377"/>
                  </a:lnTo>
                  <a:lnTo>
                    <a:pt x="2793278" y="1189911"/>
                  </a:lnTo>
                  <a:lnTo>
                    <a:pt x="2864901" y="1209023"/>
                  </a:lnTo>
                  <a:lnTo>
                    <a:pt x="2936523" y="1227722"/>
                  </a:lnTo>
                  <a:lnTo>
                    <a:pt x="3008146" y="1246015"/>
                  </a:lnTo>
                  <a:lnTo>
                    <a:pt x="3079768" y="1263913"/>
                  </a:lnTo>
                  <a:lnTo>
                    <a:pt x="3151391" y="1281423"/>
                  </a:lnTo>
                  <a:lnTo>
                    <a:pt x="3223013" y="1298554"/>
                  </a:lnTo>
                  <a:lnTo>
                    <a:pt x="3294636" y="1315315"/>
                  </a:lnTo>
                  <a:lnTo>
                    <a:pt x="3366258" y="1331712"/>
                  </a:lnTo>
                  <a:lnTo>
                    <a:pt x="3437881" y="1347755"/>
                  </a:lnTo>
                  <a:lnTo>
                    <a:pt x="3509503" y="1363451"/>
                  </a:lnTo>
                  <a:lnTo>
                    <a:pt x="3581126" y="1378807"/>
                  </a:lnTo>
                  <a:lnTo>
                    <a:pt x="3652748" y="1393830"/>
                  </a:lnTo>
                  <a:lnTo>
                    <a:pt x="3724371" y="1408528"/>
                  </a:lnTo>
                  <a:lnTo>
                    <a:pt x="3795993" y="1422909"/>
                  </a:lnTo>
                  <a:lnTo>
                    <a:pt x="3867616" y="1436978"/>
                  </a:lnTo>
                  <a:lnTo>
                    <a:pt x="3939238" y="1450742"/>
                  </a:lnTo>
                  <a:lnTo>
                    <a:pt x="4010861" y="1464209"/>
                  </a:lnTo>
                  <a:lnTo>
                    <a:pt x="4082483" y="1477384"/>
                  </a:lnTo>
                  <a:lnTo>
                    <a:pt x="4154106" y="1490274"/>
                  </a:lnTo>
                  <a:lnTo>
                    <a:pt x="4225729" y="1502885"/>
                  </a:lnTo>
                  <a:lnTo>
                    <a:pt x="4297351" y="1515223"/>
                  </a:lnTo>
                  <a:lnTo>
                    <a:pt x="4368974" y="1527294"/>
                  </a:lnTo>
                  <a:lnTo>
                    <a:pt x="4440596" y="1539103"/>
                  </a:lnTo>
                  <a:lnTo>
                    <a:pt x="4512219" y="1550658"/>
                  </a:lnTo>
                  <a:lnTo>
                    <a:pt x="4583841" y="1561962"/>
                  </a:lnTo>
                  <a:lnTo>
                    <a:pt x="4655464" y="1573021"/>
                  </a:lnTo>
                  <a:lnTo>
                    <a:pt x="4727086" y="1583841"/>
                  </a:lnTo>
                  <a:lnTo>
                    <a:pt x="4798709" y="1594427"/>
                  </a:lnTo>
                  <a:lnTo>
                    <a:pt x="4870331" y="1604784"/>
                  </a:lnTo>
                  <a:lnTo>
                    <a:pt x="4941954" y="1614916"/>
                  </a:lnTo>
                  <a:lnTo>
                    <a:pt x="5013576" y="1624830"/>
                  </a:lnTo>
                  <a:lnTo>
                    <a:pt x="5085199" y="1634528"/>
                  </a:lnTo>
                  <a:lnTo>
                    <a:pt x="5156821" y="1644017"/>
                  </a:lnTo>
                  <a:lnTo>
                    <a:pt x="5228444" y="1653301"/>
                  </a:lnTo>
                  <a:lnTo>
                    <a:pt x="5300066" y="1662383"/>
                  </a:lnTo>
                  <a:lnTo>
                    <a:pt x="5371689" y="1671269"/>
                  </a:lnTo>
                  <a:lnTo>
                    <a:pt x="5443311" y="1679963"/>
                  </a:lnTo>
                  <a:lnTo>
                    <a:pt x="5514934" y="1688468"/>
                  </a:lnTo>
                  <a:lnTo>
                    <a:pt x="5586557" y="1696789"/>
                  </a:lnTo>
                  <a:lnTo>
                    <a:pt x="5658179" y="1704931"/>
                  </a:lnTo>
                  <a:lnTo>
                    <a:pt x="5729802" y="1712896"/>
                  </a:lnTo>
                  <a:lnTo>
                    <a:pt x="5801424" y="1720688"/>
                  </a:lnTo>
                  <a:lnTo>
                    <a:pt x="5873047" y="1728312"/>
                  </a:lnTo>
                  <a:lnTo>
                    <a:pt x="5944669" y="1735771"/>
                  </a:lnTo>
                  <a:lnTo>
                    <a:pt x="6016292" y="1743069"/>
                  </a:lnTo>
                  <a:lnTo>
                    <a:pt x="6087914" y="1750209"/>
                  </a:lnTo>
                  <a:lnTo>
                    <a:pt x="6159537" y="1757194"/>
                  </a:lnTo>
                  <a:lnTo>
                    <a:pt x="6231159" y="1764028"/>
                  </a:lnTo>
                  <a:lnTo>
                    <a:pt x="6302782" y="1770714"/>
                  </a:lnTo>
                  <a:lnTo>
                    <a:pt x="6374404" y="1777255"/>
                  </a:lnTo>
                  <a:lnTo>
                    <a:pt x="6446027" y="1783654"/>
                  </a:lnTo>
                  <a:lnTo>
                    <a:pt x="6517649" y="1789916"/>
                  </a:lnTo>
                  <a:lnTo>
                    <a:pt x="6589272" y="1796041"/>
                  </a:lnTo>
                  <a:lnTo>
                    <a:pt x="6660894" y="1802034"/>
                  </a:lnTo>
                  <a:lnTo>
                    <a:pt x="6732517" y="1807898"/>
                  </a:lnTo>
                  <a:lnTo>
                    <a:pt x="6804139" y="1813634"/>
                  </a:lnTo>
                  <a:lnTo>
                    <a:pt x="6875762" y="1819247"/>
                  </a:lnTo>
                  <a:lnTo>
                    <a:pt x="6947385" y="1824738"/>
                  </a:lnTo>
                  <a:lnTo>
                    <a:pt x="7019007" y="1830110"/>
                  </a:lnTo>
                  <a:lnTo>
                    <a:pt x="7090630" y="183536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1.32 (1.07-1.63), p_Bonf = 0.063 (n = 6)  |  per IQR decline (Δ = 27.2 %): 2.12 (1.19-3.76)  |  IQR: [-12.3,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4996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2026-10-09T11:57:48Z</dcterms:modified>
  <cp:category/>
</cp:coreProperties>
</file>