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2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0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897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64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478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316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2409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0782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915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