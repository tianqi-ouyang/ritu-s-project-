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2228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2060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28974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217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3609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5041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56472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66415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74787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83160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2893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54325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55757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57188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3992236"/>
              <a:ext cx="6949396" cy="1340324"/>
            </a:xfrm>
            <a:custGeom>
              <a:avLst/>
              <a:pathLst>
                <a:path w="6949396" h="1340324">
                  <a:moveTo>
                    <a:pt x="0" y="1340324"/>
                  </a:moveTo>
                  <a:lnTo>
                    <a:pt x="5539374" y="1340324"/>
                  </a:lnTo>
                  <a:lnTo>
                    <a:pt x="5539374" y="1089172"/>
                  </a:lnTo>
                  <a:lnTo>
                    <a:pt x="6244385" y="1089172"/>
                  </a:lnTo>
                  <a:lnTo>
                    <a:pt x="6244385" y="837147"/>
                  </a:lnTo>
                  <a:lnTo>
                    <a:pt x="6345101" y="837147"/>
                  </a:lnTo>
                  <a:lnTo>
                    <a:pt x="6345101" y="563415"/>
                  </a:lnTo>
                  <a:lnTo>
                    <a:pt x="6949396" y="563415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269863"/>
            </a:xfrm>
            <a:custGeom>
              <a:avLst/>
              <a:pathLst>
                <a:path w="6949396" h="2269863">
                  <a:moveTo>
                    <a:pt x="0" y="2269863"/>
                  </a:moveTo>
                  <a:lnTo>
                    <a:pt x="5539374" y="2269863"/>
                  </a:lnTo>
                  <a:lnTo>
                    <a:pt x="5539374" y="1824975"/>
                  </a:lnTo>
                  <a:lnTo>
                    <a:pt x="6244385" y="1824975"/>
                  </a:lnTo>
                  <a:lnTo>
                    <a:pt x="6244385" y="1387997"/>
                  </a:lnTo>
                  <a:lnTo>
                    <a:pt x="6345101" y="1387997"/>
                  </a:lnTo>
                  <a:lnTo>
                    <a:pt x="6345101" y="923701"/>
                  </a:lnTo>
                  <a:lnTo>
                    <a:pt x="6949396" y="923701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2409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0782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79155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46675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4810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4953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5097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1.83 (95% CI 0.26-13.07), p = 0.547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2026-10-09T15:12:29Z</dcterms:modified>
  <cp:category/>
</cp:coreProperties>
</file>