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2235"/>
            </a:xfrm>
            <a:custGeom>
              <a:avLst/>
              <a:pathLst>
                <a:path w="7090630" h="3572235">
                  <a:moveTo>
                    <a:pt x="859030" y="0"/>
                  </a:moveTo>
                  <a:lnTo>
                    <a:pt x="859470" y="1004"/>
                  </a:lnTo>
                  <a:lnTo>
                    <a:pt x="931092" y="157703"/>
                  </a:lnTo>
                  <a:lnTo>
                    <a:pt x="1002715" y="307678"/>
                  </a:lnTo>
                  <a:lnTo>
                    <a:pt x="1074337" y="451218"/>
                  </a:lnTo>
                  <a:lnTo>
                    <a:pt x="1145960" y="588597"/>
                  </a:lnTo>
                  <a:lnTo>
                    <a:pt x="1217582" y="720082"/>
                  </a:lnTo>
                  <a:lnTo>
                    <a:pt x="1289205" y="845924"/>
                  </a:lnTo>
                  <a:lnTo>
                    <a:pt x="1360827" y="966366"/>
                  </a:lnTo>
                  <a:lnTo>
                    <a:pt x="1432450" y="1081640"/>
                  </a:lnTo>
                  <a:lnTo>
                    <a:pt x="1504073" y="1191967"/>
                  </a:lnTo>
                  <a:lnTo>
                    <a:pt x="1575695" y="1297559"/>
                  </a:lnTo>
                  <a:lnTo>
                    <a:pt x="1647318" y="1398621"/>
                  </a:lnTo>
                  <a:lnTo>
                    <a:pt x="1718940" y="1495346"/>
                  </a:lnTo>
                  <a:lnTo>
                    <a:pt x="1790563" y="1587920"/>
                  </a:lnTo>
                  <a:lnTo>
                    <a:pt x="1862185" y="1676521"/>
                  </a:lnTo>
                  <a:lnTo>
                    <a:pt x="1933808" y="1761321"/>
                  </a:lnTo>
                  <a:lnTo>
                    <a:pt x="2005430" y="1842481"/>
                  </a:lnTo>
                  <a:lnTo>
                    <a:pt x="2077053" y="1920159"/>
                  </a:lnTo>
                  <a:lnTo>
                    <a:pt x="2148675" y="1994503"/>
                  </a:lnTo>
                  <a:lnTo>
                    <a:pt x="2220298" y="2065658"/>
                  </a:lnTo>
                  <a:lnTo>
                    <a:pt x="2291920" y="2133758"/>
                  </a:lnTo>
                  <a:lnTo>
                    <a:pt x="2363543" y="2198937"/>
                  </a:lnTo>
                  <a:lnTo>
                    <a:pt x="2435165" y="2261318"/>
                  </a:lnTo>
                  <a:lnTo>
                    <a:pt x="2506788" y="2321023"/>
                  </a:lnTo>
                  <a:lnTo>
                    <a:pt x="2578410" y="2378165"/>
                  </a:lnTo>
                  <a:lnTo>
                    <a:pt x="2650033" y="2432856"/>
                  </a:lnTo>
                  <a:lnTo>
                    <a:pt x="2721655" y="2485199"/>
                  </a:lnTo>
                  <a:lnTo>
                    <a:pt x="2793278" y="2535297"/>
                  </a:lnTo>
                  <a:lnTo>
                    <a:pt x="2864901" y="2583244"/>
                  </a:lnTo>
                  <a:lnTo>
                    <a:pt x="2936523" y="2629135"/>
                  </a:lnTo>
                  <a:lnTo>
                    <a:pt x="3008146" y="2673055"/>
                  </a:lnTo>
                  <a:lnTo>
                    <a:pt x="3079768" y="2715092"/>
                  </a:lnTo>
                  <a:lnTo>
                    <a:pt x="3151391" y="2755324"/>
                  </a:lnTo>
                  <a:lnTo>
                    <a:pt x="3223013" y="2774076"/>
                  </a:lnTo>
                  <a:lnTo>
                    <a:pt x="3294636" y="2742338"/>
                  </a:lnTo>
                  <a:lnTo>
                    <a:pt x="3366258" y="2709453"/>
                  </a:lnTo>
                  <a:lnTo>
                    <a:pt x="3437881" y="2675381"/>
                  </a:lnTo>
                  <a:lnTo>
                    <a:pt x="3509503" y="2640077"/>
                  </a:lnTo>
                  <a:lnTo>
                    <a:pt x="3581126" y="2603499"/>
                  </a:lnTo>
                  <a:lnTo>
                    <a:pt x="3652748" y="2565598"/>
                  </a:lnTo>
                  <a:lnTo>
                    <a:pt x="3724371" y="2526329"/>
                  </a:lnTo>
                  <a:lnTo>
                    <a:pt x="3795993" y="2485641"/>
                  </a:lnTo>
                  <a:lnTo>
                    <a:pt x="3867616" y="2443483"/>
                  </a:lnTo>
                  <a:lnTo>
                    <a:pt x="3939238" y="2399803"/>
                  </a:lnTo>
                  <a:lnTo>
                    <a:pt x="4010861" y="2354544"/>
                  </a:lnTo>
                  <a:lnTo>
                    <a:pt x="4082483" y="2307651"/>
                  </a:lnTo>
                  <a:lnTo>
                    <a:pt x="4154106" y="2259063"/>
                  </a:lnTo>
                  <a:lnTo>
                    <a:pt x="4225729" y="2208720"/>
                  </a:lnTo>
                  <a:lnTo>
                    <a:pt x="4297351" y="2156559"/>
                  </a:lnTo>
                  <a:lnTo>
                    <a:pt x="4368974" y="2102513"/>
                  </a:lnTo>
                  <a:lnTo>
                    <a:pt x="4440596" y="2046515"/>
                  </a:lnTo>
                  <a:lnTo>
                    <a:pt x="4512219" y="1988494"/>
                  </a:lnTo>
                  <a:lnTo>
                    <a:pt x="4583841" y="1928376"/>
                  </a:lnTo>
                  <a:lnTo>
                    <a:pt x="4655464" y="1866088"/>
                  </a:lnTo>
                  <a:lnTo>
                    <a:pt x="4727086" y="1801549"/>
                  </a:lnTo>
                  <a:lnTo>
                    <a:pt x="4798709" y="1734678"/>
                  </a:lnTo>
                  <a:lnTo>
                    <a:pt x="4870331" y="1665392"/>
                  </a:lnTo>
                  <a:lnTo>
                    <a:pt x="4941954" y="1593603"/>
                  </a:lnTo>
                  <a:lnTo>
                    <a:pt x="5013576" y="1519221"/>
                  </a:lnTo>
                  <a:lnTo>
                    <a:pt x="5085199" y="1442151"/>
                  </a:lnTo>
                  <a:lnTo>
                    <a:pt x="5156821" y="1362297"/>
                  </a:lnTo>
                  <a:lnTo>
                    <a:pt x="5228444" y="1279559"/>
                  </a:lnTo>
                  <a:lnTo>
                    <a:pt x="5300066" y="1193832"/>
                  </a:lnTo>
                  <a:lnTo>
                    <a:pt x="5371689" y="1105008"/>
                  </a:lnTo>
                  <a:lnTo>
                    <a:pt x="5443311" y="1012975"/>
                  </a:lnTo>
                  <a:lnTo>
                    <a:pt x="5514934" y="917617"/>
                  </a:lnTo>
                  <a:lnTo>
                    <a:pt x="5586557" y="818815"/>
                  </a:lnTo>
                  <a:lnTo>
                    <a:pt x="5658179" y="716444"/>
                  </a:lnTo>
                  <a:lnTo>
                    <a:pt x="5729802" y="610374"/>
                  </a:lnTo>
                  <a:lnTo>
                    <a:pt x="5801424" y="500472"/>
                  </a:lnTo>
                  <a:lnTo>
                    <a:pt x="5873047" y="386601"/>
                  </a:lnTo>
                  <a:lnTo>
                    <a:pt x="5944669" y="268616"/>
                  </a:lnTo>
                  <a:lnTo>
                    <a:pt x="6016292" y="146368"/>
                  </a:lnTo>
                  <a:lnTo>
                    <a:pt x="6087914" y="19705"/>
                  </a:lnTo>
                  <a:lnTo>
                    <a:pt x="6098668" y="0"/>
                  </a:lnTo>
                  <a:lnTo>
                    <a:pt x="7090630" y="0"/>
                  </a:lnTo>
                  <a:lnTo>
                    <a:pt x="7090630" y="3572235"/>
                  </a:lnTo>
                  <a:lnTo>
                    <a:pt x="7019007" y="3568630"/>
                  </a:lnTo>
                  <a:lnTo>
                    <a:pt x="6947385" y="3564863"/>
                  </a:lnTo>
                  <a:lnTo>
                    <a:pt x="6875762" y="3560928"/>
                  </a:lnTo>
                  <a:lnTo>
                    <a:pt x="6804139" y="3556815"/>
                  </a:lnTo>
                  <a:lnTo>
                    <a:pt x="6732517" y="3552519"/>
                  </a:lnTo>
                  <a:lnTo>
                    <a:pt x="6660894" y="3548030"/>
                  </a:lnTo>
                  <a:lnTo>
                    <a:pt x="6589272" y="3543339"/>
                  </a:lnTo>
                  <a:lnTo>
                    <a:pt x="6517649" y="3538439"/>
                  </a:lnTo>
                  <a:lnTo>
                    <a:pt x="6446027" y="3533318"/>
                  </a:lnTo>
                  <a:lnTo>
                    <a:pt x="6374404" y="3527968"/>
                  </a:lnTo>
                  <a:lnTo>
                    <a:pt x="6302782" y="3522378"/>
                  </a:lnTo>
                  <a:lnTo>
                    <a:pt x="6231159" y="3516537"/>
                  </a:lnTo>
                  <a:lnTo>
                    <a:pt x="6159537" y="3510435"/>
                  </a:lnTo>
                  <a:lnTo>
                    <a:pt x="6087914" y="3504059"/>
                  </a:lnTo>
                  <a:lnTo>
                    <a:pt x="6016292" y="3497397"/>
                  </a:lnTo>
                  <a:lnTo>
                    <a:pt x="5944669" y="3490436"/>
                  </a:lnTo>
                  <a:lnTo>
                    <a:pt x="5873047" y="3483164"/>
                  </a:lnTo>
                  <a:lnTo>
                    <a:pt x="5801424" y="3475565"/>
                  </a:lnTo>
                  <a:lnTo>
                    <a:pt x="5729802" y="3467625"/>
                  </a:lnTo>
                  <a:lnTo>
                    <a:pt x="5658179" y="3459330"/>
                  </a:lnTo>
                  <a:lnTo>
                    <a:pt x="5586557" y="3450663"/>
                  </a:lnTo>
                  <a:lnTo>
                    <a:pt x="5514934" y="3441606"/>
                  </a:lnTo>
                  <a:lnTo>
                    <a:pt x="5443311" y="3432144"/>
                  </a:lnTo>
                  <a:lnTo>
                    <a:pt x="5371689" y="3422258"/>
                  </a:lnTo>
                  <a:lnTo>
                    <a:pt x="5300066" y="3411929"/>
                  </a:lnTo>
                  <a:lnTo>
                    <a:pt x="5228444" y="3401136"/>
                  </a:lnTo>
                  <a:lnTo>
                    <a:pt x="5156821" y="3389859"/>
                  </a:lnTo>
                  <a:lnTo>
                    <a:pt x="5085199" y="3378077"/>
                  </a:lnTo>
                  <a:lnTo>
                    <a:pt x="5013576" y="3365767"/>
                  </a:lnTo>
                  <a:lnTo>
                    <a:pt x="4941954" y="3352904"/>
                  </a:lnTo>
                  <a:lnTo>
                    <a:pt x="4870331" y="3339465"/>
                  </a:lnTo>
                  <a:lnTo>
                    <a:pt x="4798709" y="3325423"/>
                  </a:lnTo>
                  <a:lnTo>
                    <a:pt x="4727086" y="3310752"/>
                  </a:lnTo>
                  <a:lnTo>
                    <a:pt x="4655464" y="3295423"/>
                  </a:lnTo>
                  <a:lnTo>
                    <a:pt x="4583841" y="3279407"/>
                  </a:lnTo>
                  <a:lnTo>
                    <a:pt x="4512219" y="3262672"/>
                  </a:lnTo>
                  <a:lnTo>
                    <a:pt x="4440596" y="3245188"/>
                  </a:lnTo>
                  <a:lnTo>
                    <a:pt x="4368974" y="3226919"/>
                  </a:lnTo>
                  <a:lnTo>
                    <a:pt x="4297351" y="3207831"/>
                  </a:lnTo>
                  <a:lnTo>
                    <a:pt x="4225729" y="3187887"/>
                  </a:lnTo>
                  <a:lnTo>
                    <a:pt x="4154106" y="3167050"/>
                  </a:lnTo>
                  <a:lnTo>
                    <a:pt x="4082483" y="3145278"/>
                  </a:lnTo>
                  <a:lnTo>
                    <a:pt x="4010861" y="3122529"/>
                  </a:lnTo>
                  <a:lnTo>
                    <a:pt x="3939238" y="3098761"/>
                  </a:lnTo>
                  <a:lnTo>
                    <a:pt x="3867616" y="3073927"/>
                  </a:lnTo>
                  <a:lnTo>
                    <a:pt x="3795993" y="3047980"/>
                  </a:lnTo>
                  <a:lnTo>
                    <a:pt x="3724371" y="3020869"/>
                  </a:lnTo>
                  <a:lnTo>
                    <a:pt x="3652748" y="2992543"/>
                  </a:lnTo>
                  <a:lnTo>
                    <a:pt x="3581126" y="2962946"/>
                  </a:lnTo>
                  <a:lnTo>
                    <a:pt x="3509503" y="2932023"/>
                  </a:lnTo>
                  <a:lnTo>
                    <a:pt x="3437881" y="2899713"/>
                  </a:lnTo>
                  <a:lnTo>
                    <a:pt x="3366258" y="2865955"/>
                  </a:lnTo>
                  <a:lnTo>
                    <a:pt x="3294636" y="2830683"/>
                  </a:lnTo>
                  <a:lnTo>
                    <a:pt x="3223013" y="2793830"/>
                  </a:lnTo>
                  <a:lnTo>
                    <a:pt x="3151391" y="2804708"/>
                  </a:lnTo>
                  <a:lnTo>
                    <a:pt x="3079768" y="2834271"/>
                  </a:lnTo>
                  <a:lnTo>
                    <a:pt x="3008146" y="2862804"/>
                  </a:lnTo>
                  <a:lnTo>
                    <a:pt x="2936523" y="2890342"/>
                  </a:lnTo>
                  <a:lnTo>
                    <a:pt x="2864901" y="2916920"/>
                  </a:lnTo>
                  <a:lnTo>
                    <a:pt x="2793278" y="2942571"/>
                  </a:lnTo>
                  <a:lnTo>
                    <a:pt x="2721655" y="2967328"/>
                  </a:lnTo>
                  <a:lnTo>
                    <a:pt x="2650033" y="2991222"/>
                  </a:lnTo>
                  <a:lnTo>
                    <a:pt x="2578410" y="3014282"/>
                  </a:lnTo>
                  <a:lnTo>
                    <a:pt x="2506788" y="3036539"/>
                  </a:lnTo>
                  <a:lnTo>
                    <a:pt x="2435165" y="3058020"/>
                  </a:lnTo>
                  <a:lnTo>
                    <a:pt x="2363543" y="3078751"/>
                  </a:lnTo>
                  <a:lnTo>
                    <a:pt x="2291920" y="3098760"/>
                  </a:lnTo>
                  <a:lnTo>
                    <a:pt x="2220298" y="3118072"/>
                  </a:lnTo>
                  <a:lnTo>
                    <a:pt x="2148675" y="3136710"/>
                  </a:lnTo>
                  <a:lnTo>
                    <a:pt x="2077053" y="3154698"/>
                  </a:lnTo>
                  <a:lnTo>
                    <a:pt x="2005430" y="3172059"/>
                  </a:lnTo>
                  <a:lnTo>
                    <a:pt x="1933808" y="3188815"/>
                  </a:lnTo>
                  <a:lnTo>
                    <a:pt x="1862185" y="3204986"/>
                  </a:lnTo>
                  <a:lnTo>
                    <a:pt x="1790563" y="3220594"/>
                  </a:lnTo>
                  <a:lnTo>
                    <a:pt x="1718940" y="3235657"/>
                  </a:lnTo>
                  <a:lnTo>
                    <a:pt x="1647318" y="3250196"/>
                  </a:lnTo>
                  <a:lnTo>
                    <a:pt x="1575695" y="3264227"/>
                  </a:lnTo>
                  <a:lnTo>
                    <a:pt x="1504073" y="3277769"/>
                  </a:lnTo>
                  <a:lnTo>
                    <a:pt x="1432450" y="3290839"/>
                  </a:lnTo>
                  <a:lnTo>
                    <a:pt x="1360827" y="3303454"/>
                  </a:lnTo>
                  <a:lnTo>
                    <a:pt x="1289205" y="3315628"/>
                  </a:lnTo>
                  <a:lnTo>
                    <a:pt x="1217582" y="3327379"/>
                  </a:lnTo>
                  <a:lnTo>
                    <a:pt x="1145960" y="3338719"/>
                  </a:lnTo>
                  <a:lnTo>
                    <a:pt x="1074337" y="3349664"/>
                  </a:lnTo>
                  <a:lnTo>
                    <a:pt x="1002715" y="3360228"/>
                  </a:lnTo>
                  <a:lnTo>
                    <a:pt x="931092" y="3370423"/>
                  </a:lnTo>
                  <a:lnTo>
                    <a:pt x="859470" y="3380262"/>
                  </a:lnTo>
                  <a:lnTo>
                    <a:pt x="787847" y="3389759"/>
                  </a:lnTo>
                  <a:lnTo>
                    <a:pt x="716225" y="3398925"/>
                  </a:lnTo>
                  <a:lnTo>
                    <a:pt x="644602" y="3407771"/>
                  </a:lnTo>
                  <a:lnTo>
                    <a:pt x="572980" y="3416308"/>
                  </a:lnTo>
                  <a:lnTo>
                    <a:pt x="501357" y="3424548"/>
                  </a:lnTo>
                  <a:lnTo>
                    <a:pt x="429735" y="3432501"/>
                  </a:lnTo>
                  <a:lnTo>
                    <a:pt x="358112" y="3440176"/>
                  </a:lnTo>
                  <a:lnTo>
                    <a:pt x="286490" y="3447584"/>
                  </a:lnTo>
                  <a:lnTo>
                    <a:pt x="214867" y="3454733"/>
                  </a:lnTo>
                  <a:lnTo>
                    <a:pt x="143245" y="3461633"/>
                  </a:lnTo>
                  <a:lnTo>
                    <a:pt x="71622" y="3468293"/>
                  </a:lnTo>
                  <a:lnTo>
                    <a:pt x="0" y="3474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031080" y="1896563"/>
              <a:ext cx="5239637" cy="2774076"/>
            </a:xfrm>
            <a:custGeom>
              <a:avLst/>
              <a:pathLst>
                <a:path w="5239637" h="2774076">
                  <a:moveTo>
                    <a:pt x="0" y="0"/>
                  </a:moveTo>
                  <a:lnTo>
                    <a:pt x="439" y="1004"/>
                  </a:lnTo>
                  <a:lnTo>
                    <a:pt x="72061" y="157703"/>
                  </a:lnTo>
                  <a:lnTo>
                    <a:pt x="143684" y="307678"/>
                  </a:lnTo>
                  <a:lnTo>
                    <a:pt x="215307" y="451218"/>
                  </a:lnTo>
                  <a:lnTo>
                    <a:pt x="286929" y="588597"/>
                  </a:lnTo>
                  <a:lnTo>
                    <a:pt x="358552" y="720082"/>
                  </a:lnTo>
                  <a:lnTo>
                    <a:pt x="430174" y="845924"/>
                  </a:lnTo>
                  <a:lnTo>
                    <a:pt x="501797" y="966366"/>
                  </a:lnTo>
                  <a:lnTo>
                    <a:pt x="573419" y="1081640"/>
                  </a:lnTo>
                  <a:lnTo>
                    <a:pt x="645042" y="1191967"/>
                  </a:lnTo>
                  <a:lnTo>
                    <a:pt x="716664" y="1297559"/>
                  </a:lnTo>
                  <a:lnTo>
                    <a:pt x="788287" y="1398621"/>
                  </a:lnTo>
                  <a:lnTo>
                    <a:pt x="859909" y="1495346"/>
                  </a:lnTo>
                  <a:lnTo>
                    <a:pt x="931532" y="1587920"/>
                  </a:lnTo>
                  <a:lnTo>
                    <a:pt x="1003154" y="1676521"/>
                  </a:lnTo>
                  <a:lnTo>
                    <a:pt x="1074777" y="1761321"/>
                  </a:lnTo>
                  <a:lnTo>
                    <a:pt x="1146399" y="1842481"/>
                  </a:lnTo>
                  <a:lnTo>
                    <a:pt x="1218022" y="1920159"/>
                  </a:lnTo>
                  <a:lnTo>
                    <a:pt x="1289644" y="1994503"/>
                  </a:lnTo>
                  <a:lnTo>
                    <a:pt x="1361267" y="2065658"/>
                  </a:lnTo>
                  <a:lnTo>
                    <a:pt x="1432889" y="2133758"/>
                  </a:lnTo>
                  <a:lnTo>
                    <a:pt x="1504512" y="2198937"/>
                  </a:lnTo>
                  <a:lnTo>
                    <a:pt x="1576135" y="2261318"/>
                  </a:lnTo>
                  <a:lnTo>
                    <a:pt x="1647757" y="2321023"/>
                  </a:lnTo>
                  <a:lnTo>
                    <a:pt x="1719380" y="2378165"/>
                  </a:lnTo>
                  <a:lnTo>
                    <a:pt x="1791002" y="2432856"/>
                  </a:lnTo>
                  <a:lnTo>
                    <a:pt x="1862625" y="2485199"/>
                  </a:lnTo>
                  <a:lnTo>
                    <a:pt x="1934247" y="2535297"/>
                  </a:lnTo>
                  <a:lnTo>
                    <a:pt x="2005870" y="2583244"/>
                  </a:lnTo>
                  <a:lnTo>
                    <a:pt x="2077492" y="2629135"/>
                  </a:lnTo>
                  <a:lnTo>
                    <a:pt x="2149115" y="2673055"/>
                  </a:lnTo>
                  <a:lnTo>
                    <a:pt x="2220737" y="2715092"/>
                  </a:lnTo>
                  <a:lnTo>
                    <a:pt x="2292360" y="2755324"/>
                  </a:lnTo>
                  <a:lnTo>
                    <a:pt x="2363982" y="2774076"/>
                  </a:lnTo>
                  <a:lnTo>
                    <a:pt x="2435605" y="2742338"/>
                  </a:lnTo>
                  <a:lnTo>
                    <a:pt x="2507227" y="2709453"/>
                  </a:lnTo>
                  <a:lnTo>
                    <a:pt x="2578850" y="2675381"/>
                  </a:lnTo>
                  <a:lnTo>
                    <a:pt x="2650472" y="2640077"/>
                  </a:lnTo>
                  <a:lnTo>
                    <a:pt x="2722095" y="2603499"/>
                  </a:lnTo>
                  <a:lnTo>
                    <a:pt x="2793717" y="2565598"/>
                  </a:lnTo>
                  <a:lnTo>
                    <a:pt x="2865340" y="2526329"/>
                  </a:lnTo>
                  <a:lnTo>
                    <a:pt x="2936963" y="2485641"/>
                  </a:lnTo>
                  <a:lnTo>
                    <a:pt x="3008585" y="2443483"/>
                  </a:lnTo>
                  <a:lnTo>
                    <a:pt x="3080208" y="2399803"/>
                  </a:lnTo>
                  <a:lnTo>
                    <a:pt x="3151830" y="2354544"/>
                  </a:lnTo>
                  <a:lnTo>
                    <a:pt x="3223453" y="2307651"/>
                  </a:lnTo>
                  <a:lnTo>
                    <a:pt x="3295075" y="2259063"/>
                  </a:lnTo>
                  <a:lnTo>
                    <a:pt x="3366698" y="2208720"/>
                  </a:lnTo>
                  <a:lnTo>
                    <a:pt x="3438320" y="2156559"/>
                  </a:lnTo>
                  <a:lnTo>
                    <a:pt x="3509943" y="2102513"/>
                  </a:lnTo>
                  <a:lnTo>
                    <a:pt x="3581565" y="2046515"/>
                  </a:lnTo>
                  <a:lnTo>
                    <a:pt x="3653188" y="1988494"/>
                  </a:lnTo>
                  <a:lnTo>
                    <a:pt x="3724810" y="1928376"/>
                  </a:lnTo>
                  <a:lnTo>
                    <a:pt x="3796433" y="1866088"/>
                  </a:lnTo>
                  <a:lnTo>
                    <a:pt x="3868055" y="1801549"/>
                  </a:lnTo>
                  <a:lnTo>
                    <a:pt x="3939678" y="1734678"/>
                  </a:lnTo>
                  <a:lnTo>
                    <a:pt x="4011300" y="1665392"/>
                  </a:lnTo>
                  <a:lnTo>
                    <a:pt x="4082923" y="1593603"/>
                  </a:lnTo>
                  <a:lnTo>
                    <a:pt x="4154545" y="1519221"/>
                  </a:lnTo>
                  <a:lnTo>
                    <a:pt x="4226168" y="1442151"/>
                  </a:lnTo>
                  <a:lnTo>
                    <a:pt x="4297791" y="1362297"/>
                  </a:lnTo>
                  <a:lnTo>
                    <a:pt x="4369413" y="1279559"/>
                  </a:lnTo>
                  <a:lnTo>
                    <a:pt x="4441036" y="1193832"/>
                  </a:lnTo>
                  <a:lnTo>
                    <a:pt x="4512658" y="1105008"/>
                  </a:lnTo>
                  <a:lnTo>
                    <a:pt x="4584281" y="1012975"/>
                  </a:lnTo>
                  <a:lnTo>
                    <a:pt x="4655903" y="917617"/>
                  </a:lnTo>
                  <a:lnTo>
                    <a:pt x="4727526" y="818815"/>
                  </a:lnTo>
                  <a:lnTo>
                    <a:pt x="4799148" y="716444"/>
                  </a:lnTo>
                  <a:lnTo>
                    <a:pt x="4870771" y="610374"/>
                  </a:lnTo>
                  <a:lnTo>
                    <a:pt x="4942393" y="500472"/>
                  </a:lnTo>
                  <a:lnTo>
                    <a:pt x="5014016" y="386601"/>
                  </a:lnTo>
                  <a:lnTo>
                    <a:pt x="5085638" y="268616"/>
                  </a:lnTo>
                  <a:lnTo>
                    <a:pt x="5157261" y="146368"/>
                  </a:lnTo>
                  <a:lnTo>
                    <a:pt x="5228883" y="19705"/>
                  </a:lnTo>
                  <a:lnTo>
                    <a:pt x="523963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0393"/>
              <a:ext cx="7090630" cy="778405"/>
            </a:xfrm>
            <a:custGeom>
              <a:avLst/>
              <a:pathLst>
                <a:path w="7090630" h="778405">
                  <a:moveTo>
                    <a:pt x="7090630" y="778405"/>
                  </a:moveTo>
                  <a:lnTo>
                    <a:pt x="7019007" y="774800"/>
                  </a:lnTo>
                  <a:lnTo>
                    <a:pt x="6947385" y="771033"/>
                  </a:lnTo>
                  <a:lnTo>
                    <a:pt x="6875762" y="767098"/>
                  </a:lnTo>
                  <a:lnTo>
                    <a:pt x="6804139" y="762985"/>
                  </a:lnTo>
                  <a:lnTo>
                    <a:pt x="6732517" y="758689"/>
                  </a:lnTo>
                  <a:lnTo>
                    <a:pt x="6660894" y="754200"/>
                  </a:lnTo>
                  <a:lnTo>
                    <a:pt x="6589272" y="749509"/>
                  </a:lnTo>
                  <a:lnTo>
                    <a:pt x="6517649" y="744608"/>
                  </a:lnTo>
                  <a:lnTo>
                    <a:pt x="6446027" y="739488"/>
                  </a:lnTo>
                  <a:lnTo>
                    <a:pt x="6374404" y="734138"/>
                  </a:lnTo>
                  <a:lnTo>
                    <a:pt x="6302782" y="728548"/>
                  </a:lnTo>
                  <a:lnTo>
                    <a:pt x="6231159" y="722707"/>
                  </a:lnTo>
                  <a:lnTo>
                    <a:pt x="6159537" y="716605"/>
                  </a:lnTo>
                  <a:lnTo>
                    <a:pt x="6087914" y="710229"/>
                  </a:lnTo>
                  <a:lnTo>
                    <a:pt x="6016292" y="703567"/>
                  </a:lnTo>
                  <a:lnTo>
                    <a:pt x="5944669" y="696606"/>
                  </a:lnTo>
                  <a:lnTo>
                    <a:pt x="5873047" y="689334"/>
                  </a:lnTo>
                  <a:lnTo>
                    <a:pt x="5801424" y="681735"/>
                  </a:lnTo>
                  <a:lnTo>
                    <a:pt x="5729802" y="673795"/>
                  </a:lnTo>
                  <a:lnTo>
                    <a:pt x="5658179" y="665500"/>
                  </a:lnTo>
                  <a:lnTo>
                    <a:pt x="5586557" y="656832"/>
                  </a:lnTo>
                  <a:lnTo>
                    <a:pt x="5514934" y="647776"/>
                  </a:lnTo>
                  <a:lnTo>
                    <a:pt x="5443311" y="638314"/>
                  </a:lnTo>
                  <a:lnTo>
                    <a:pt x="5371689" y="628428"/>
                  </a:lnTo>
                  <a:lnTo>
                    <a:pt x="5300066" y="618098"/>
                  </a:lnTo>
                  <a:lnTo>
                    <a:pt x="5228444" y="607306"/>
                  </a:lnTo>
                  <a:lnTo>
                    <a:pt x="5156821" y="596029"/>
                  </a:lnTo>
                  <a:lnTo>
                    <a:pt x="5085199" y="584247"/>
                  </a:lnTo>
                  <a:lnTo>
                    <a:pt x="5013576" y="571937"/>
                  </a:lnTo>
                  <a:lnTo>
                    <a:pt x="4941954" y="559074"/>
                  </a:lnTo>
                  <a:lnTo>
                    <a:pt x="4870331" y="545635"/>
                  </a:lnTo>
                  <a:lnTo>
                    <a:pt x="4798709" y="531593"/>
                  </a:lnTo>
                  <a:lnTo>
                    <a:pt x="4727086" y="516922"/>
                  </a:lnTo>
                  <a:lnTo>
                    <a:pt x="4655464" y="501593"/>
                  </a:lnTo>
                  <a:lnTo>
                    <a:pt x="4583841" y="485577"/>
                  </a:lnTo>
                  <a:lnTo>
                    <a:pt x="4512219" y="468842"/>
                  </a:lnTo>
                  <a:lnTo>
                    <a:pt x="4440596" y="451357"/>
                  </a:lnTo>
                  <a:lnTo>
                    <a:pt x="4368974" y="433089"/>
                  </a:lnTo>
                  <a:lnTo>
                    <a:pt x="4297351" y="414001"/>
                  </a:lnTo>
                  <a:lnTo>
                    <a:pt x="4225729" y="394057"/>
                  </a:lnTo>
                  <a:lnTo>
                    <a:pt x="4154106" y="373220"/>
                  </a:lnTo>
                  <a:lnTo>
                    <a:pt x="4082483" y="351447"/>
                  </a:lnTo>
                  <a:lnTo>
                    <a:pt x="4010861" y="328699"/>
                  </a:lnTo>
                  <a:lnTo>
                    <a:pt x="3939238" y="304931"/>
                  </a:lnTo>
                  <a:lnTo>
                    <a:pt x="3867616" y="280097"/>
                  </a:lnTo>
                  <a:lnTo>
                    <a:pt x="3795993" y="254150"/>
                  </a:lnTo>
                  <a:lnTo>
                    <a:pt x="3724371" y="227039"/>
                  </a:lnTo>
                  <a:lnTo>
                    <a:pt x="3652748" y="198713"/>
                  </a:lnTo>
                  <a:lnTo>
                    <a:pt x="3581126" y="169116"/>
                  </a:lnTo>
                  <a:lnTo>
                    <a:pt x="3509503" y="138193"/>
                  </a:lnTo>
                  <a:lnTo>
                    <a:pt x="3437881" y="105883"/>
                  </a:lnTo>
                  <a:lnTo>
                    <a:pt x="3366258" y="72125"/>
                  </a:lnTo>
                  <a:lnTo>
                    <a:pt x="3294636" y="36853"/>
                  </a:lnTo>
                  <a:lnTo>
                    <a:pt x="3223013" y="0"/>
                  </a:lnTo>
                  <a:lnTo>
                    <a:pt x="3151391" y="10877"/>
                  </a:lnTo>
                  <a:lnTo>
                    <a:pt x="3079768" y="40441"/>
                  </a:lnTo>
                  <a:lnTo>
                    <a:pt x="3008146" y="68974"/>
                  </a:lnTo>
                  <a:lnTo>
                    <a:pt x="2936523" y="96512"/>
                  </a:lnTo>
                  <a:lnTo>
                    <a:pt x="2864901" y="123090"/>
                  </a:lnTo>
                  <a:lnTo>
                    <a:pt x="2793278" y="148741"/>
                  </a:lnTo>
                  <a:lnTo>
                    <a:pt x="2721655" y="173498"/>
                  </a:lnTo>
                  <a:lnTo>
                    <a:pt x="2650033" y="197392"/>
                  </a:lnTo>
                  <a:lnTo>
                    <a:pt x="2578410" y="220452"/>
                  </a:lnTo>
                  <a:lnTo>
                    <a:pt x="2506788" y="242709"/>
                  </a:lnTo>
                  <a:lnTo>
                    <a:pt x="2435165" y="264190"/>
                  </a:lnTo>
                  <a:lnTo>
                    <a:pt x="2363543" y="284921"/>
                  </a:lnTo>
                  <a:lnTo>
                    <a:pt x="2291920" y="304930"/>
                  </a:lnTo>
                  <a:lnTo>
                    <a:pt x="2220298" y="324241"/>
                  </a:lnTo>
                  <a:lnTo>
                    <a:pt x="2148675" y="342879"/>
                  </a:lnTo>
                  <a:lnTo>
                    <a:pt x="2077053" y="360868"/>
                  </a:lnTo>
                  <a:lnTo>
                    <a:pt x="2005430" y="378229"/>
                  </a:lnTo>
                  <a:lnTo>
                    <a:pt x="1933808" y="394984"/>
                  </a:lnTo>
                  <a:lnTo>
                    <a:pt x="1862185" y="411156"/>
                  </a:lnTo>
                  <a:lnTo>
                    <a:pt x="1790563" y="426764"/>
                  </a:lnTo>
                  <a:lnTo>
                    <a:pt x="1718940" y="441827"/>
                  </a:lnTo>
                  <a:lnTo>
                    <a:pt x="1647318" y="456366"/>
                  </a:lnTo>
                  <a:lnTo>
                    <a:pt x="1575695" y="470397"/>
                  </a:lnTo>
                  <a:lnTo>
                    <a:pt x="1504073" y="483939"/>
                  </a:lnTo>
                  <a:lnTo>
                    <a:pt x="1432450" y="497009"/>
                  </a:lnTo>
                  <a:lnTo>
                    <a:pt x="1360827" y="509624"/>
                  </a:lnTo>
                  <a:lnTo>
                    <a:pt x="1289205" y="521798"/>
                  </a:lnTo>
                  <a:lnTo>
                    <a:pt x="1217582" y="533549"/>
                  </a:lnTo>
                  <a:lnTo>
                    <a:pt x="1145960" y="544889"/>
                  </a:lnTo>
                  <a:lnTo>
                    <a:pt x="1074337" y="555834"/>
                  </a:lnTo>
                  <a:lnTo>
                    <a:pt x="1002715" y="566397"/>
                  </a:lnTo>
                  <a:lnTo>
                    <a:pt x="931092" y="576593"/>
                  </a:lnTo>
                  <a:lnTo>
                    <a:pt x="859470" y="586432"/>
                  </a:lnTo>
                  <a:lnTo>
                    <a:pt x="787847" y="595929"/>
                  </a:lnTo>
                  <a:lnTo>
                    <a:pt x="716225" y="605095"/>
                  </a:lnTo>
                  <a:lnTo>
                    <a:pt x="644602" y="613941"/>
                  </a:lnTo>
                  <a:lnTo>
                    <a:pt x="572980" y="622478"/>
                  </a:lnTo>
                  <a:lnTo>
                    <a:pt x="501357" y="630718"/>
                  </a:lnTo>
                  <a:lnTo>
                    <a:pt x="429735" y="638671"/>
                  </a:lnTo>
                  <a:lnTo>
                    <a:pt x="358112" y="646346"/>
                  </a:lnTo>
                  <a:lnTo>
                    <a:pt x="286490" y="653754"/>
                  </a:lnTo>
                  <a:lnTo>
                    <a:pt x="214867" y="660903"/>
                  </a:lnTo>
                  <a:lnTo>
                    <a:pt x="143245" y="667803"/>
                  </a:lnTo>
                  <a:lnTo>
                    <a:pt x="71622" y="674463"/>
                  </a:lnTo>
                  <a:lnTo>
                    <a:pt x="0" y="680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00513"/>
              <a:ext cx="7090630" cy="355805"/>
            </a:xfrm>
            <a:custGeom>
              <a:avLst/>
              <a:pathLst>
                <a:path w="7090630" h="355805">
                  <a:moveTo>
                    <a:pt x="0" y="0"/>
                  </a:moveTo>
                  <a:lnTo>
                    <a:pt x="71622" y="4380"/>
                  </a:lnTo>
                  <a:lnTo>
                    <a:pt x="143245" y="8743"/>
                  </a:lnTo>
                  <a:lnTo>
                    <a:pt x="214867" y="13087"/>
                  </a:lnTo>
                  <a:lnTo>
                    <a:pt x="286490" y="17413"/>
                  </a:lnTo>
                  <a:lnTo>
                    <a:pt x="358112" y="21721"/>
                  </a:lnTo>
                  <a:lnTo>
                    <a:pt x="429735" y="26012"/>
                  </a:lnTo>
                  <a:lnTo>
                    <a:pt x="501357" y="30284"/>
                  </a:lnTo>
                  <a:lnTo>
                    <a:pt x="572980" y="34538"/>
                  </a:lnTo>
                  <a:lnTo>
                    <a:pt x="644602" y="38775"/>
                  </a:lnTo>
                  <a:lnTo>
                    <a:pt x="716225" y="42994"/>
                  </a:lnTo>
                  <a:lnTo>
                    <a:pt x="787847" y="47195"/>
                  </a:lnTo>
                  <a:lnTo>
                    <a:pt x="859470" y="51378"/>
                  </a:lnTo>
                  <a:lnTo>
                    <a:pt x="931092" y="55545"/>
                  </a:lnTo>
                  <a:lnTo>
                    <a:pt x="1002715" y="59694"/>
                  </a:lnTo>
                  <a:lnTo>
                    <a:pt x="1074337" y="63825"/>
                  </a:lnTo>
                  <a:lnTo>
                    <a:pt x="1145960" y="67939"/>
                  </a:lnTo>
                  <a:lnTo>
                    <a:pt x="1217582" y="72036"/>
                  </a:lnTo>
                  <a:lnTo>
                    <a:pt x="1289205" y="76116"/>
                  </a:lnTo>
                  <a:lnTo>
                    <a:pt x="1360827" y="80179"/>
                  </a:lnTo>
                  <a:lnTo>
                    <a:pt x="1432450" y="84225"/>
                  </a:lnTo>
                  <a:lnTo>
                    <a:pt x="1504073" y="88254"/>
                  </a:lnTo>
                  <a:lnTo>
                    <a:pt x="1575695" y="92266"/>
                  </a:lnTo>
                  <a:lnTo>
                    <a:pt x="1647318" y="96262"/>
                  </a:lnTo>
                  <a:lnTo>
                    <a:pt x="1718940" y="100240"/>
                  </a:lnTo>
                  <a:lnTo>
                    <a:pt x="1790563" y="104202"/>
                  </a:lnTo>
                  <a:lnTo>
                    <a:pt x="1862185" y="108148"/>
                  </a:lnTo>
                  <a:lnTo>
                    <a:pt x="1933808" y="112077"/>
                  </a:lnTo>
                  <a:lnTo>
                    <a:pt x="2005430" y="115990"/>
                  </a:lnTo>
                  <a:lnTo>
                    <a:pt x="2077053" y="119886"/>
                  </a:lnTo>
                  <a:lnTo>
                    <a:pt x="2148675" y="123766"/>
                  </a:lnTo>
                  <a:lnTo>
                    <a:pt x="2220298" y="127630"/>
                  </a:lnTo>
                  <a:lnTo>
                    <a:pt x="2291920" y="131477"/>
                  </a:lnTo>
                  <a:lnTo>
                    <a:pt x="2363543" y="135309"/>
                  </a:lnTo>
                  <a:lnTo>
                    <a:pt x="2435165" y="139125"/>
                  </a:lnTo>
                  <a:lnTo>
                    <a:pt x="2506788" y="142924"/>
                  </a:lnTo>
                  <a:lnTo>
                    <a:pt x="2578410" y="146708"/>
                  </a:lnTo>
                  <a:lnTo>
                    <a:pt x="2650033" y="150476"/>
                  </a:lnTo>
                  <a:lnTo>
                    <a:pt x="2721655" y="154228"/>
                  </a:lnTo>
                  <a:lnTo>
                    <a:pt x="2793278" y="157965"/>
                  </a:lnTo>
                  <a:lnTo>
                    <a:pt x="2864901" y="161686"/>
                  </a:lnTo>
                  <a:lnTo>
                    <a:pt x="2936523" y="165391"/>
                  </a:lnTo>
                  <a:lnTo>
                    <a:pt x="3008146" y="169081"/>
                  </a:lnTo>
                  <a:lnTo>
                    <a:pt x="3079768" y="172756"/>
                  </a:lnTo>
                  <a:lnTo>
                    <a:pt x="3151391" y="176415"/>
                  </a:lnTo>
                  <a:lnTo>
                    <a:pt x="3223013" y="180059"/>
                  </a:lnTo>
                  <a:lnTo>
                    <a:pt x="3294636" y="183687"/>
                  </a:lnTo>
                  <a:lnTo>
                    <a:pt x="3366258" y="187301"/>
                  </a:lnTo>
                  <a:lnTo>
                    <a:pt x="3437881" y="190899"/>
                  </a:lnTo>
                  <a:lnTo>
                    <a:pt x="3509503" y="194483"/>
                  </a:lnTo>
                  <a:lnTo>
                    <a:pt x="3581126" y="198051"/>
                  </a:lnTo>
                  <a:lnTo>
                    <a:pt x="3652748" y="201605"/>
                  </a:lnTo>
                  <a:lnTo>
                    <a:pt x="3724371" y="205143"/>
                  </a:lnTo>
                  <a:lnTo>
                    <a:pt x="3795993" y="208667"/>
                  </a:lnTo>
                  <a:lnTo>
                    <a:pt x="3867616" y="212176"/>
                  </a:lnTo>
                  <a:lnTo>
                    <a:pt x="3939238" y="215671"/>
                  </a:lnTo>
                  <a:lnTo>
                    <a:pt x="4010861" y="219151"/>
                  </a:lnTo>
                  <a:lnTo>
                    <a:pt x="4082483" y="222616"/>
                  </a:lnTo>
                  <a:lnTo>
                    <a:pt x="4154106" y="226067"/>
                  </a:lnTo>
                  <a:lnTo>
                    <a:pt x="4225729" y="229503"/>
                  </a:lnTo>
                  <a:lnTo>
                    <a:pt x="4297351" y="232926"/>
                  </a:lnTo>
                  <a:lnTo>
                    <a:pt x="4368974" y="236333"/>
                  </a:lnTo>
                  <a:lnTo>
                    <a:pt x="4440596" y="239727"/>
                  </a:lnTo>
                  <a:lnTo>
                    <a:pt x="4512219" y="243106"/>
                  </a:lnTo>
                  <a:lnTo>
                    <a:pt x="4583841" y="246472"/>
                  </a:lnTo>
                  <a:lnTo>
                    <a:pt x="4655464" y="249823"/>
                  </a:lnTo>
                  <a:lnTo>
                    <a:pt x="4727086" y="253160"/>
                  </a:lnTo>
                  <a:lnTo>
                    <a:pt x="4798709" y="256483"/>
                  </a:lnTo>
                  <a:lnTo>
                    <a:pt x="4870331" y="259793"/>
                  </a:lnTo>
                  <a:lnTo>
                    <a:pt x="4941954" y="263088"/>
                  </a:lnTo>
                  <a:lnTo>
                    <a:pt x="5013576" y="266370"/>
                  </a:lnTo>
                  <a:lnTo>
                    <a:pt x="5085199" y="269638"/>
                  </a:lnTo>
                  <a:lnTo>
                    <a:pt x="5156821" y="272893"/>
                  </a:lnTo>
                  <a:lnTo>
                    <a:pt x="5228444" y="276134"/>
                  </a:lnTo>
                  <a:lnTo>
                    <a:pt x="5300066" y="279361"/>
                  </a:lnTo>
                  <a:lnTo>
                    <a:pt x="5371689" y="282575"/>
                  </a:lnTo>
                  <a:lnTo>
                    <a:pt x="5443311" y="285775"/>
                  </a:lnTo>
                  <a:lnTo>
                    <a:pt x="5514934" y="288962"/>
                  </a:lnTo>
                  <a:lnTo>
                    <a:pt x="5586557" y="292136"/>
                  </a:lnTo>
                  <a:lnTo>
                    <a:pt x="5658179" y="295296"/>
                  </a:lnTo>
                  <a:lnTo>
                    <a:pt x="5729802" y="298444"/>
                  </a:lnTo>
                  <a:lnTo>
                    <a:pt x="5801424" y="301578"/>
                  </a:lnTo>
                  <a:lnTo>
                    <a:pt x="5873047" y="304699"/>
                  </a:lnTo>
                  <a:lnTo>
                    <a:pt x="5944669" y="307807"/>
                  </a:lnTo>
                  <a:lnTo>
                    <a:pt x="6016292" y="310902"/>
                  </a:lnTo>
                  <a:lnTo>
                    <a:pt x="6087914" y="313984"/>
                  </a:lnTo>
                  <a:lnTo>
                    <a:pt x="6159537" y="317053"/>
                  </a:lnTo>
                  <a:lnTo>
                    <a:pt x="6231159" y="320109"/>
                  </a:lnTo>
                  <a:lnTo>
                    <a:pt x="6302782" y="323153"/>
                  </a:lnTo>
                  <a:lnTo>
                    <a:pt x="6374404" y="326184"/>
                  </a:lnTo>
                  <a:lnTo>
                    <a:pt x="6446027" y="329202"/>
                  </a:lnTo>
                  <a:lnTo>
                    <a:pt x="6517649" y="332208"/>
                  </a:lnTo>
                  <a:lnTo>
                    <a:pt x="6589272" y="335201"/>
                  </a:lnTo>
                  <a:lnTo>
                    <a:pt x="6660894" y="338181"/>
                  </a:lnTo>
                  <a:lnTo>
                    <a:pt x="6732517" y="341150"/>
                  </a:lnTo>
                  <a:lnTo>
                    <a:pt x="6804139" y="344105"/>
                  </a:lnTo>
                  <a:lnTo>
                    <a:pt x="6875762" y="347049"/>
                  </a:lnTo>
                  <a:lnTo>
                    <a:pt x="6947385" y="349980"/>
                  </a:lnTo>
                  <a:lnTo>
                    <a:pt x="7019007" y="352899"/>
                  </a:lnTo>
                  <a:lnTo>
                    <a:pt x="7090630" y="3558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2026-07-29T17:42:34Z</dcterms:modified>
  <cp:category/>
</cp:coreProperties>
</file>