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74401"/>
            </a:xfrm>
            <a:custGeom>
              <a:avLst/>
              <a:pathLst>
                <a:path w="7090630" h="3574401">
                  <a:moveTo>
                    <a:pt x="821380" y="0"/>
                  </a:moveTo>
                  <a:lnTo>
                    <a:pt x="859470" y="85156"/>
                  </a:lnTo>
                  <a:lnTo>
                    <a:pt x="931092" y="238401"/>
                  </a:lnTo>
                  <a:lnTo>
                    <a:pt x="1002715" y="385062"/>
                  </a:lnTo>
                  <a:lnTo>
                    <a:pt x="1074337" y="525424"/>
                  </a:lnTo>
                  <a:lnTo>
                    <a:pt x="1145960" y="659757"/>
                  </a:lnTo>
                  <a:lnTo>
                    <a:pt x="1217582" y="788319"/>
                  </a:lnTo>
                  <a:lnTo>
                    <a:pt x="1289205" y="911359"/>
                  </a:lnTo>
                  <a:lnTo>
                    <a:pt x="1360827" y="1029113"/>
                  </a:lnTo>
                  <a:lnTo>
                    <a:pt x="1432450" y="1141810"/>
                  </a:lnTo>
                  <a:lnTo>
                    <a:pt x="1504073" y="1249665"/>
                  </a:lnTo>
                  <a:lnTo>
                    <a:pt x="1575695" y="1352887"/>
                  </a:lnTo>
                  <a:lnTo>
                    <a:pt x="1647318" y="1451675"/>
                  </a:lnTo>
                  <a:lnTo>
                    <a:pt x="1718940" y="1546220"/>
                  </a:lnTo>
                  <a:lnTo>
                    <a:pt x="1790563" y="1636703"/>
                  </a:lnTo>
                  <a:lnTo>
                    <a:pt x="1862185" y="1723300"/>
                  </a:lnTo>
                  <a:lnTo>
                    <a:pt x="1933808" y="1806176"/>
                  </a:lnTo>
                  <a:lnTo>
                    <a:pt x="2005430" y="1885493"/>
                  </a:lnTo>
                  <a:lnTo>
                    <a:pt x="2077053" y="1961403"/>
                  </a:lnTo>
                  <a:lnTo>
                    <a:pt x="2148675" y="2034051"/>
                  </a:lnTo>
                  <a:lnTo>
                    <a:pt x="2220298" y="2103580"/>
                  </a:lnTo>
                  <a:lnTo>
                    <a:pt x="2291920" y="2170121"/>
                  </a:lnTo>
                  <a:lnTo>
                    <a:pt x="2363543" y="2233804"/>
                  </a:lnTo>
                  <a:lnTo>
                    <a:pt x="2435165" y="2294752"/>
                  </a:lnTo>
                  <a:lnTo>
                    <a:pt x="2506788" y="2353081"/>
                  </a:lnTo>
                  <a:lnTo>
                    <a:pt x="2578410" y="2408905"/>
                  </a:lnTo>
                  <a:lnTo>
                    <a:pt x="2650033" y="2462331"/>
                  </a:lnTo>
                  <a:lnTo>
                    <a:pt x="2721655" y="2513462"/>
                  </a:lnTo>
                  <a:lnTo>
                    <a:pt x="2793278" y="2562397"/>
                  </a:lnTo>
                  <a:lnTo>
                    <a:pt x="2864901" y="2609229"/>
                  </a:lnTo>
                  <a:lnTo>
                    <a:pt x="2936523" y="2654050"/>
                  </a:lnTo>
                  <a:lnTo>
                    <a:pt x="3008146" y="2696946"/>
                  </a:lnTo>
                  <a:lnTo>
                    <a:pt x="3079768" y="2737998"/>
                  </a:lnTo>
                  <a:lnTo>
                    <a:pt x="3151391" y="2777288"/>
                  </a:lnTo>
                  <a:lnTo>
                    <a:pt x="3223013" y="2756249"/>
                  </a:lnTo>
                  <a:lnTo>
                    <a:pt x="3294636" y="2723832"/>
                  </a:lnTo>
                  <a:lnTo>
                    <a:pt x="3366258" y="2690243"/>
                  </a:lnTo>
                  <a:lnTo>
                    <a:pt x="3437881" y="2655440"/>
                  </a:lnTo>
                  <a:lnTo>
                    <a:pt x="3509503" y="2619377"/>
                  </a:lnTo>
                  <a:lnTo>
                    <a:pt x="3581126" y="2582011"/>
                  </a:lnTo>
                  <a:lnTo>
                    <a:pt x="3652748" y="2543294"/>
                  </a:lnTo>
                  <a:lnTo>
                    <a:pt x="3724371" y="2503176"/>
                  </a:lnTo>
                  <a:lnTo>
                    <a:pt x="3795993" y="2461607"/>
                  </a:lnTo>
                  <a:lnTo>
                    <a:pt x="3867616" y="2418536"/>
                  </a:lnTo>
                  <a:lnTo>
                    <a:pt x="3939238" y="2373906"/>
                  </a:lnTo>
                  <a:lnTo>
                    <a:pt x="4010861" y="2327663"/>
                  </a:lnTo>
                  <a:lnTo>
                    <a:pt x="4082483" y="2279747"/>
                  </a:lnTo>
                  <a:lnTo>
                    <a:pt x="4154106" y="2230099"/>
                  </a:lnTo>
                  <a:lnTo>
                    <a:pt x="4225729" y="2178655"/>
                  </a:lnTo>
                  <a:lnTo>
                    <a:pt x="4297351" y="2125351"/>
                  </a:lnTo>
                  <a:lnTo>
                    <a:pt x="4368974" y="2070119"/>
                  </a:lnTo>
                  <a:lnTo>
                    <a:pt x="4440596" y="2012890"/>
                  </a:lnTo>
                  <a:lnTo>
                    <a:pt x="4512219" y="1953591"/>
                  </a:lnTo>
                  <a:lnTo>
                    <a:pt x="4583841" y="1892148"/>
                  </a:lnTo>
                  <a:lnTo>
                    <a:pt x="4655464" y="1828482"/>
                  </a:lnTo>
                  <a:lnTo>
                    <a:pt x="4727086" y="1762515"/>
                  </a:lnTo>
                  <a:lnTo>
                    <a:pt x="4798709" y="1694162"/>
                  </a:lnTo>
                  <a:lnTo>
                    <a:pt x="4870331" y="1623336"/>
                  </a:lnTo>
                  <a:lnTo>
                    <a:pt x="4941954" y="1549950"/>
                  </a:lnTo>
                  <a:lnTo>
                    <a:pt x="5013576" y="1473910"/>
                  </a:lnTo>
                  <a:lnTo>
                    <a:pt x="5085199" y="1395120"/>
                  </a:lnTo>
                  <a:lnTo>
                    <a:pt x="5156821" y="1313480"/>
                  </a:lnTo>
                  <a:lnTo>
                    <a:pt x="5228444" y="1228889"/>
                  </a:lnTo>
                  <a:lnTo>
                    <a:pt x="5300066" y="1141238"/>
                  </a:lnTo>
                  <a:lnTo>
                    <a:pt x="5371689" y="1050417"/>
                  </a:lnTo>
                  <a:lnTo>
                    <a:pt x="5443311" y="956312"/>
                  </a:lnTo>
                  <a:lnTo>
                    <a:pt x="5514934" y="858804"/>
                  </a:lnTo>
                  <a:lnTo>
                    <a:pt x="5586557" y="757769"/>
                  </a:lnTo>
                  <a:lnTo>
                    <a:pt x="5658179" y="653081"/>
                  </a:lnTo>
                  <a:lnTo>
                    <a:pt x="5729802" y="544607"/>
                  </a:lnTo>
                  <a:lnTo>
                    <a:pt x="5801424" y="432211"/>
                  </a:lnTo>
                  <a:lnTo>
                    <a:pt x="5873047" y="315749"/>
                  </a:lnTo>
                  <a:lnTo>
                    <a:pt x="5944669" y="195076"/>
                  </a:lnTo>
                  <a:lnTo>
                    <a:pt x="6016292" y="70039"/>
                  </a:lnTo>
                  <a:lnTo>
                    <a:pt x="6055011" y="0"/>
                  </a:lnTo>
                  <a:lnTo>
                    <a:pt x="7090630" y="0"/>
                  </a:lnTo>
                  <a:lnTo>
                    <a:pt x="7090630" y="3574401"/>
                  </a:lnTo>
                  <a:lnTo>
                    <a:pt x="7019007" y="3570889"/>
                  </a:lnTo>
                  <a:lnTo>
                    <a:pt x="6947385" y="3567220"/>
                  </a:lnTo>
                  <a:lnTo>
                    <a:pt x="6875762" y="3563386"/>
                  </a:lnTo>
                  <a:lnTo>
                    <a:pt x="6804139" y="3559379"/>
                  </a:lnTo>
                  <a:lnTo>
                    <a:pt x="6732517" y="3555193"/>
                  </a:lnTo>
                  <a:lnTo>
                    <a:pt x="6660894" y="3550819"/>
                  </a:lnTo>
                  <a:lnTo>
                    <a:pt x="6589272" y="3546249"/>
                  </a:lnTo>
                  <a:lnTo>
                    <a:pt x="6517649" y="3541474"/>
                  </a:lnTo>
                  <a:lnTo>
                    <a:pt x="6446027" y="3536484"/>
                  </a:lnTo>
                  <a:lnTo>
                    <a:pt x="6374404" y="3531270"/>
                  </a:lnTo>
                  <a:lnTo>
                    <a:pt x="6302782" y="3525823"/>
                  </a:lnTo>
                  <a:lnTo>
                    <a:pt x="6231159" y="3520131"/>
                  </a:lnTo>
                  <a:lnTo>
                    <a:pt x="6159537" y="3514183"/>
                  </a:lnTo>
                  <a:lnTo>
                    <a:pt x="6087914" y="3507968"/>
                  </a:lnTo>
                  <a:lnTo>
                    <a:pt x="6016292" y="3501475"/>
                  </a:lnTo>
                  <a:lnTo>
                    <a:pt x="5944669" y="3494690"/>
                  </a:lnTo>
                  <a:lnTo>
                    <a:pt x="5873047" y="3487600"/>
                  </a:lnTo>
                  <a:lnTo>
                    <a:pt x="5801424" y="3480192"/>
                  </a:lnTo>
                  <a:lnTo>
                    <a:pt x="5729802" y="3472452"/>
                  </a:lnTo>
                  <a:lnTo>
                    <a:pt x="5658179" y="3464364"/>
                  </a:lnTo>
                  <a:lnTo>
                    <a:pt x="5586557" y="3455913"/>
                  </a:lnTo>
                  <a:lnTo>
                    <a:pt x="5514934" y="3447083"/>
                  </a:lnTo>
                  <a:lnTo>
                    <a:pt x="5443311" y="3437857"/>
                  </a:lnTo>
                  <a:lnTo>
                    <a:pt x="5371689" y="3428217"/>
                  </a:lnTo>
                  <a:lnTo>
                    <a:pt x="5300066" y="3418143"/>
                  </a:lnTo>
                  <a:lnTo>
                    <a:pt x="5228444" y="3407618"/>
                  </a:lnTo>
                  <a:lnTo>
                    <a:pt x="5156821" y="3396620"/>
                  </a:lnTo>
                  <a:lnTo>
                    <a:pt x="5085199" y="3385129"/>
                  </a:lnTo>
                  <a:lnTo>
                    <a:pt x="5013576" y="3373122"/>
                  </a:lnTo>
                  <a:lnTo>
                    <a:pt x="4941954" y="3360576"/>
                  </a:lnTo>
                  <a:lnTo>
                    <a:pt x="4870331" y="3347467"/>
                  </a:lnTo>
                  <a:lnTo>
                    <a:pt x="4798709" y="3333769"/>
                  </a:lnTo>
                  <a:lnTo>
                    <a:pt x="4727086" y="3319457"/>
                  </a:lnTo>
                  <a:lnTo>
                    <a:pt x="4655464" y="3304502"/>
                  </a:lnTo>
                  <a:lnTo>
                    <a:pt x="4583841" y="3288876"/>
                  </a:lnTo>
                  <a:lnTo>
                    <a:pt x="4512219" y="3272549"/>
                  </a:lnTo>
                  <a:lnTo>
                    <a:pt x="4440596" y="3255489"/>
                  </a:lnTo>
                  <a:lnTo>
                    <a:pt x="4368974" y="3237663"/>
                  </a:lnTo>
                  <a:lnTo>
                    <a:pt x="4297351" y="3219037"/>
                  </a:lnTo>
                  <a:lnTo>
                    <a:pt x="4225729" y="3199575"/>
                  </a:lnTo>
                  <a:lnTo>
                    <a:pt x="4154106" y="3179240"/>
                  </a:lnTo>
                  <a:lnTo>
                    <a:pt x="4082483" y="3157991"/>
                  </a:lnTo>
                  <a:lnTo>
                    <a:pt x="4010861" y="3135790"/>
                  </a:lnTo>
                  <a:lnTo>
                    <a:pt x="3939238" y="3112591"/>
                  </a:lnTo>
                  <a:lnTo>
                    <a:pt x="3867616" y="3088351"/>
                  </a:lnTo>
                  <a:lnTo>
                    <a:pt x="3795993" y="3063024"/>
                  </a:lnTo>
                  <a:lnTo>
                    <a:pt x="3724371" y="3036559"/>
                  </a:lnTo>
                  <a:lnTo>
                    <a:pt x="3652748" y="3008907"/>
                  </a:lnTo>
                  <a:lnTo>
                    <a:pt x="3581126" y="2980014"/>
                  </a:lnTo>
                  <a:lnTo>
                    <a:pt x="3509503" y="2949823"/>
                  </a:lnTo>
                  <a:lnTo>
                    <a:pt x="3437881" y="2918278"/>
                  </a:lnTo>
                  <a:lnTo>
                    <a:pt x="3366258" y="2885317"/>
                  </a:lnTo>
                  <a:lnTo>
                    <a:pt x="3294636" y="2850876"/>
                  </a:lnTo>
                  <a:lnTo>
                    <a:pt x="3223013" y="2814890"/>
                  </a:lnTo>
                  <a:lnTo>
                    <a:pt x="3151391" y="2787534"/>
                  </a:lnTo>
                  <a:lnTo>
                    <a:pt x="3079768" y="2817727"/>
                  </a:lnTo>
                  <a:lnTo>
                    <a:pt x="3008146" y="2846867"/>
                  </a:lnTo>
                  <a:lnTo>
                    <a:pt x="2936523" y="2874989"/>
                  </a:lnTo>
                  <a:lnTo>
                    <a:pt x="2864901" y="2902130"/>
                  </a:lnTo>
                  <a:lnTo>
                    <a:pt x="2793278" y="2928324"/>
                  </a:lnTo>
                  <a:lnTo>
                    <a:pt x="2721655" y="2953603"/>
                  </a:lnTo>
                  <a:lnTo>
                    <a:pt x="2650033" y="2978001"/>
                  </a:lnTo>
                  <a:lnTo>
                    <a:pt x="2578410" y="3001546"/>
                  </a:lnTo>
                  <a:lnTo>
                    <a:pt x="2506788" y="3024270"/>
                  </a:lnTo>
                  <a:lnTo>
                    <a:pt x="2435165" y="3046201"/>
                  </a:lnTo>
                  <a:lnTo>
                    <a:pt x="2363543" y="3067367"/>
                  </a:lnTo>
                  <a:lnTo>
                    <a:pt x="2291920" y="3087794"/>
                  </a:lnTo>
                  <a:lnTo>
                    <a:pt x="2220298" y="3107508"/>
                  </a:lnTo>
                  <a:lnTo>
                    <a:pt x="2148675" y="3126533"/>
                  </a:lnTo>
                  <a:lnTo>
                    <a:pt x="2077053" y="3144895"/>
                  </a:lnTo>
                  <a:lnTo>
                    <a:pt x="2005430" y="3162616"/>
                  </a:lnTo>
                  <a:lnTo>
                    <a:pt x="1933808" y="3179719"/>
                  </a:lnTo>
                  <a:lnTo>
                    <a:pt x="1862185" y="3196224"/>
                  </a:lnTo>
                  <a:lnTo>
                    <a:pt x="1790563" y="3212154"/>
                  </a:lnTo>
                  <a:lnTo>
                    <a:pt x="1718940" y="3227527"/>
                  </a:lnTo>
                  <a:lnTo>
                    <a:pt x="1647318" y="3242364"/>
                  </a:lnTo>
                  <a:lnTo>
                    <a:pt x="1575695" y="3256684"/>
                  </a:lnTo>
                  <a:lnTo>
                    <a:pt x="1504073" y="3270503"/>
                  </a:lnTo>
                  <a:lnTo>
                    <a:pt x="1432450" y="3283840"/>
                  </a:lnTo>
                  <a:lnTo>
                    <a:pt x="1360827" y="3296712"/>
                  </a:lnTo>
                  <a:lnTo>
                    <a:pt x="1289205" y="3309134"/>
                  </a:lnTo>
                  <a:lnTo>
                    <a:pt x="1217582" y="3321123"/>
                  </a:lnTo>
                  <a:lnTo>
                    <a:pt x="1145960" y="3332694"/>
                  </a:lnTo>
                  <a:lnTo>
                    <a:pt x="1074337" y="3343860"/>
                  </a:lnTo>
                  <a:lnTo>
                    <a:pt x="1002715" y="3354637"/>
                  </a:lnTo>
                  <a:lnTo>
                    <a:pt x="931092" y="3365038"/>
                  </a:lnTo>
                  <a:lnTo>
                    <a:pt x="859470" y="3375076"/>
                  </a:lnTo>
                  <a:lnTo>
                    <a:pt x="787847" y="3384763"/>
                  </a:lnTo>
                  <a:lnTo>
                    <a:pt x="716225" y="3394112"/>
                  </a:lnTo>
                  <a:lnTo>
                    <a:pt x="644602" y="3403135"/>
                  </a:lnTo>
                  <a:lnTo>
                    <a:pt x="572980" y="3411843"/>
                  </a:lnTo>
                  <a:lnTo>
                    <a:pt x="501357" y="3420248"/>
                  </a:lnTo>
                  <a:lnTo>
                    <a:pt x="429735" y="3428358"/>
                  </a:lnTo>
                  <a:lnTo>
                    <a:pt x="358112" y="3436186"/>
                  </a:lnTo>
                  <a:lnTo>
                    <a:pt x="286490" y="3443741"/>
                  </a:lnTo>
                  <a:lnTo>
                    <a:pt x="214867" y="3451032"/>
                  </a:lnTo>
                  <a:lnTo>
                    <a:pt x="143245" y="3458068"/>
                  </a:lnTo>
                  <a:lnTo>
                    <a:pt x="71622" y="3464859"/>
                  </a:lnTo>
                  <a:lnTo>
                    <a:pt x="0" y="34714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93429" y="1896563"/>
              <a:ext cx="5233631" cy="2777288"/>
            </a:xfrm>
            <a:custGeom>
              <a:avLst/>
              <a:pathLst>
                <a:path w="5233631" h="2777288">
                  <a:moveTo>
                    <a:pt x="0" y="0"/>
                  </a:moveTo>
                  <a:lnTo>
                    <a:pt x="38090" y="85156"/>
                  </a:lnTo>
                  <a:lnTo>
                    <a:pt x="109712" y="238401"/>
                  </a:lnTo>
                  <a:lnTo>
                    <a:pt x="181335" y="385062"/>
                  </a:lnTo>
                  <a:lnTo>
                    <a:pt x="252957" y="525424"/>
                  </a:lnTo>
                  <a:lnTo>
                    <a:pt x="324580" y="659757"/>
                  </a:lnTo>
                  <a:lnTo>
                    <a:pt x="396202" y="788319"/>
                  </a:lnTo>
                  <a:lnTo>
                    <a:pt x="467825" y="911359"/>
                  </a:lnTo>
                  <a:lnTo>
                    <a:pt x="539447" y="1029113"/>
                  </a:lnTo>
                  <a:lnTo>
                    <a:pt x="611070" y="1141810"/>
                  </a:lnTo>
                  <a:lnTo>
                    <a:pt x="682692" y="1249665"/>
                  </a:lnTo>
                  <a:lnTo>
                    <a:pt x="754315" y="1352887"/>
                  </a:lnTo>
                  <a:lnTo>
                    <a:pt x="825937" y="1451675"/>
                  </a:lnTo>
                  <a:lnTo>
                    <a:pt x="897560" y="1546220"/>
                  </a:lnTo>
                  <a:lnTo>
                    <a:pt x="969182" y="1636703"/>
                  </a:lnTo>
                  <a:lnTo>
                    <a:pt x="1040805" y="1723300"/>
                  </a:lnTo>
                  <a:lnTo>
                    <a:pt x="1112428" y="1806176"/>
                  </a:lnTo>
                  <a:lnTo>
                    <a:pt x="1184050" y="1885493"/>
                  </a:lnTo>
                  <a:lnTo>
                    <a:pt x="1255673" y="1961403"/>
                  </a:lnTo>
                  <a:lnTo>
                    <a:pt x="1327295" y="2034051"/>
                  </a:lnTo>
                  <a:lnTo>
                    <a:pt x="1398918" y="2103580"/>
                  </a:lnTo>
                  <a:lnTo>
                    <a:pt x="1470540" y="2170121"/>
                  </a:lnTo>
                  <a:lnTo>
                    <a:pt x="1542163" y="2233804"/>
                  </a:lnTo>
                  <a:lnTo>
                    <a:pt x="1613785" y="2294752"/>
                  </a:lnTo>
                  <a:lnTo>
                    <a:pt x="1685408" y="2353081"/>
                  </a:lnTo>
                  <a:lnTo>
                    <a:pt x="1757030" y="2408905"/>
                  </a:lnTo>
                  <a:lnTo>
                    <a:pt x="1828653" y="2462331"/>
                  </a:lnTo>
                  <a:lnTo>
                    <a:pt x="1900275" y="2513462"/>
                  </a:lnTo>
                  <a:lnTo>
                    <a:pt x="1971898" y="2562397"/>
                  </a:lnTo>
                  <a:lnTo>
                    <a:pt x="2043520" y="2609229"/>
                  </a:lnTo>
                  <a:lnTo>
                    <a:pt x="2115143" y="2654050"/>
                  </a:lnTo>
                  <a:lnTo>
                    <a:pt x="2186765" y="2696946"/>
                  </a:lnTo>
                  <a:lnTo>
                    <a:pt x="2258388" y="2737998"/>
                  </a:lnTo>
                  <a:lnTo>
                    <a:pt x="2330010" y="2777288"/>
                  </a:lnTo>
                  <a:lnTo>
                    <a:pt x="2401633" y="2756249"/>
                  </a:lnTo>
                  <a:lnTo>
                    <a:pt x="2473256" y="2723832"/>
                  </a:lnTo>
                  <a:lnTo>
                    <a:pt x="2544878" y="2690243"/>
                  </a:lnTo>
                  <a:lnTo>
                    <a:pt x="2616501" y="2655440"/>
                  </a:lnTo>
                  <a:lnTo>
                    <a:pt x="2688123" y="2619377"/>
                  </a:lnTo>
                  <a:lnTo>
                    <a:pt x="2759746" y="2582011"/>
                  </a:lnTo>
                  <a:lnTo>
                    <a:pt x="2831368" y="2543294"/>
                  </a:lnTo>
                  <a:lnTo>
                    <a:pt x="2902991" y="2503176"/>
                  </a:lnTo>
                  <a:lnTo>
                    <a:pt x="2974613" y="2461607"/>
                  </a:lnTo>
                  <a:lnTo>
                    <a:pt x="3046236" y="2418536"/>
                  </a:lnTo>
                  <a:lnTo>
                    <a:pt x="3117858" y="2373906"/>
                  </a:lnTo>
                  <a:lnTo>
                    <a:pt x="3189481" y="2327663"/>
                  </a:lnTo>
                  <a:lnTo>
                    <a:pt x="3261103" y="2279747"/>
                  </a:lnTo>
                  <a:lnTo>
                    <a:pt x="3332726" y="2230099"/>
                  </a:lnTo>
                  <a:lnTo>
                    <a:pt x="3404348" y="2178655"/>
                  </a:lnTo>
                  <a:lnTo>
                    <a:pt x="3475971" y="2125351"/>
                  </a:lnTo>
                  <a:lnTo>
                    <a:pt x="3547593" y="2070119"/>
                  </a:lnTo>
                  <a:lnTo>
                    <a:pt x="3619216" y="2012890"/>
                  </a:lnTo>
                  <a:lnTo>
                    <a:pt x="3690838" y="1953591"/>
                  </a:lnTo>
                  <a:lnTo>
                    <a:pt x="3762461" y="1892148"/>
                  </a:lnTo>
                  <a:lnTo>
                    <a:pt x="3834084" y="1828482"/>
                  </a:lnTo>
                  <a:lnTo>
                    <a:pt x="3905706" y="1762515"/>
                  </a:lnTo>
                  <a:lnTo>
                    <a:pt x="3977329" y="1694162"/>
                  </a:lnTo>
                  <a:lnTo>
                    <a:pt x="4048951" y="1623336"/>
                  </a:lnTo>
                  <a:lnTo>
                    <a:pt x="4120574" y="1549950"/>
                  </a:lnTo>
                  <a:lnTo>
                    <a:pt x="4192196" y="1473910"/>
                  </a:lnTo>
                  <a:lnTo>
                    <a:pt x="4263819" y="1395120"/>
                  </a:lnTo>
                  <a:lnTo>
                    <a:pt x="4335441" y="1313480"/>
                  </a:lnTo>
                  <a:lnTo>
                    <a:pt x="4407064" y="1228889"/>
                  </a:lnTo>
                  <a:lnTo>
                    <a:pt x="4478686" y="1141238"/>
                  </a:lnTo>
                  <a:lnTo>
                    <a:pt x="4550309" y="1050417"/>
                  </a:lnTo>
                  <a:lnTo>
                    <a:pt x="4621931" y="956312"/>
                  </a:lnTo>
                  <a:lnTo>
                    <a:pt x="4693554" y="858804"/>
                  </a:lnTo>
                  <a:lnTo>
                    <a:pt x="4765176" y="757769"/>
                  </a:lnTo>
                  <a:lnTo>
                    <a:pt x="4836799" y="653081"/>
                  </a:lnTo>
                  <a:lnTo>
                    <a:pt x="4908421" y="544607"/>
                  </a:lnTo>
                  <a:lnTo>
                    <a:pt x="4980044" y="432211"/>
                  </a:lnTo>
                  <a:lnTo>
                    <a:pt x="5051666" y="315749"/>
                  </a:lnTo>
                  <a:lnTo>
                    <a:pt x="5123289" y="195076"/>
                  </a:lnTo>
                  <a:lnTo>
                    <a:pt x="5194912" y="70039"/>
                  </a:lnTo>
                  <a:lnTo>
                    <a:pt x="523363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4097"/>
              <a:ext cx="7090630" cy="786867"/>
            </a:xfrm>
            <a:custGeom>
              <a:avLst/>
              <a:pathLst>
                <a:path w="7090630" h="786867">
                  <a:moveTo>
                    <a:pt x="7090630" y="786867"/>
                  </a:moveTo>
                  <a:lnTo>
                    <a:pt x="7019007" y="783355"/>
                  </a:lnTo>
                  <a:lnTo>
                    <a:pt x="6947385" y="779686"/>
                  </a:lnTo>
                  <a:lnTo>
                    <a:pt x="6875762" y="775852"/>
                  </a:lnTo>
                  <a:lnTo>
                    <a:pt x="6804139" y="771845"/>
                  </a:lnTo>
                  <a:lnTo>
                    <a:pt x="6732517" y="767659"/>
                  </a:lnTo>
                  <a:lnTo>
                    <a:pt x="6660894" y="763285"/>
                  </a:lnTo>
                  <a:lnTo>
                    <a:pt x="6589272" y="758715"/>
                  </a:lnTo>
                  <a:lnTo>
                    <a:pt x="6517649" y="753940"/>
                  </a:lnTo>
                  <a:lnTo>
                    <a:pt x="6446027" y="748950"/>
                  </a:lnTo>
                  <a:lnTo>
                    <a:pt x="6374404" y="743736"/>
                  </a:lnTo>
                  <a:lnTo>
                    <a:pt x="6302782" y="738289"/>
                  </a:lnTo>
                  <a:lnTo>
                    <a:pt x="6231159" y="732596"/>
                  </a:lnTo>
                  <a:lnTo>
                    <a:pt x="6159537" y="726649"/>
                  </a:lnTo>
                  <a:lnTo>
                    <a:pt x="6087914" y="720434"/>
                  </a:lnTo>
                  <a:lnTo>
                    <a:pt x="6016292" y="713940"/>
                  </a:lnTo>
                  <a:lnTo>
                    <a:pt x="5944669" y="707155"/>
                  </a:lnTo>
                  <a:lnTo>
                    <a:pt x="5873047" y="700066"/>
                  </a:lnTo>
                  <a:lnTo>
                    <a:pt x="5801424" y="692658"/>
                  </a:lnTo>
                  <a:lnTo>
                    <a:pt x="5729802" y="684918"/>
                  </a:lnTo>
                  <a:lnTo>
                    <a:pt x="5658179" y="676830"/>
                  </a:lnTo>
                  <a:lnTo>
                    <a:pt x="5586557" y="668379"/>
                  </a:lnTo>
                  <a:lnTo>
                    <a:pt x="5514934" y="659549"/>
                  </a:lnTo>
                  <a:lnTo>
                    <a:pt x="5443311" y="650323"/>
                  </a:lnTo>
                  <a:lnTo>
                    <a:pt x="5371689" y="640682"/>
                  </a:lnTo>
                  <a:lnTo>
                    <a:pt x="5300066" y="630609"/>
                  </a:lnTo>
                  <a:lnTo>
                    <a:pt x="5228444" y="620084"/>
                  </a:lnTo>
                  <a:lnTo>
                    <a:pt x="5156821" y="609086"/>
                  </a:lnTo>
                  <a:lnTo>
                    <a:pt x="5085199" y="597595"/>
                  </a:lnTo>
                  <a:lnTo>
                    <a:pt x="5013576" y="585588"/>
                  </a:lnTo>
                  <a:lnTo>
                    <a:pt x="4941954" y="573042"/>
                  </a:lnTo>
                  <a:lnTo>
                    <a:pt x="4870331" y="559933"/>
                  </a:lnTo>
                  <a:lnTo>
                    <a:pt x="4798709" y="546235"/>
                  </a:lnTo>
                  <a:lnTo>
                    <a:pt x="4727086" y="531923"/>
                  </a:lnTo>
                  <a:lnTo>
                    <a:pt x="4655464" y="516968"/>
                  </a:lnTo>
                  <a:lnTo>
                    <a:pt x="4583841" y="501342"/>
                  </a:lnTo>
                  <a:lnTo>
                    <a:pt x="4512219" y="485015"/>
                  </a:lnTo>
                  <a:lnTo>
                    <a:pt x="4440596" y="467955"/>
                  </a:lnTo>
                  <a:lnTo>
                    <a:pt x="4368974" y="450129"/>
                  </a:lnTo>
                  <a:lnTo>
                    <a:pt x="4297351" y="431503"/>
                  </a:lnTo>
                  <a:lnTo>
                    <a:pt x="4225729" y="412041"/>
                  </a:lnTo>
                  <a:lnTo>
                    <a:pt x="4154106" y="391705"/>
                  </a:lnTo>
                  <a:lnTo>
                    <a:pt x="4082483" y="370457"/>
                  </a:lnTo>
                  <a:lnTo>
                    <a:pt x="4010861" y="348255"/>
                  </a:lnTo>
                  <a:lnTo>
                    <a:pt x="3939238" y="325057"/>
                  </a:lnTo>
                  <a:lnTo>
                    <a:pt x="3867616" y="300817"/>
                  </a:lnTo>
                  <a:lnTo>
                    <a:pt x="3795993" y="275490"/>
                  </a:lnTo>
                  <a:lnTo>
                    <a:pt x="3724371" y="249025"/>
                  </a:lnTo>
                  <a:lnTo>
                    <a:pt x="3652748" y="221373"/>
                  </a:lnTo>
                  <a:lnTo>
                    <a:pt x="3581126" y="192479"/>
                  </a:lnTo>
                  <a:lnTo>
                    <a:pt x="3509503" y="162289"/>
                  </a:lnTo>
                  <a:lnTo>
                    <a:pt x="3437881" y="130744"/>
                  </a:lnTo>
                  <a:lnTo>
                    <a:pt x="3366258" y="97782"/>
                  </a:lnTo>
                  <a:lnTo>
                    <a:pt x="3294636" y="63342"/>
                  </a:lnTo>
                  <a:lnTo>
                    <a:pt x="3223013" y="27355"/>
                  </a:lnTo>
                  <a:lnTo>
                    <a:pt x="3151391" y="0"/>
                  </a:lnTo>
                  <a:lnTo>
                    <a:pt x="3079768" y="30193"/>
                  </a:lnTo>
                  <a:lnTo>
                    <a:pt x="3008146" y="59332"/>
                  </a:lnTo>
                  <a:lnTo>
                    <a:pt x="2936523" y="87455"/>
                  </a:lnTo>
                  <a:lnTo>
                    <a:pt x="2864901" y="114596"/>
                  </a:lnTo>
                  <a:lnTo>
                    <a:pt x="2793278" y="140790"/>
                  </a:lnTo>
                  <a:lnTo>
                    <a:pt x="2721655" y="166069"/>
                  </a:lnTo>
                  <a:lnTo>
                    <a:pt x="2650033" y="190466"/>
                  </a:lnTo>
                  <a:lnTo>
                    <a:pt x="2578410" y="214012"/>
                  </a:lnTo>
                  <a:lnTo>
                    <a:pt x="2506788" y="236736"/>
                  </a:lnTo>
                  <a:lnTo>
                    <a:pt x="2435165" y="258667"/>
                  </a:lnTo>
                  <a:lnTo>
                    <a:pt x="2363543" y="279833"/>
                  </a:lnTo>
                  <a:lnTo>
                    <a:pt x="2291920" y="300259"/>
                  </a:lnTo>
                  <a:lnTo>
                    <a:pt x="2220298" y="319973"/>
                  </a:lnTo>
                  <a:lnTo>
                    <a:pt x="2148675" y="338999"/>
                  </a:lnTo>
                  <a:lnTo>
                    <a:pt x="2077053" y="357361"/>
                  </a:lnTo>
                  <a:lnTo>
                    <a:pt x="2005430" y="375082"/>
                  </a:lnTo>
                  <a:lnTo>
                    <a:pt x="1933808" y="392185"/>
                  </a:lnTo>
                  <a:lnTo>
                    <a:pt x="1862185" y="408690"/>
                  </a:lnTo>
                  <a:lnTo>
                    <a:pt x="1790563" y="424620"/>
                  </a:lnTo>
                  <a:lnTo>
                    <a:pt x="1718940" y="439993"/>
                  </a:lnTo>
                  <a:lnTo>
                    <a:pt x="1647318" y="454830"/>
                  </a:lnTo>
                  <a:lnTo>
                    <a:pt x="1575695" y="469149"/>
                  </a:lnTo>
                  <a:lnTo>
                    <a:pt x="1504073" y="482969"/>
                  </a:lnTo>
                  <a:lnTo>
                    <a:pt x="1432450" y="496306"/>
                  </a:lnTo>
                  <a:lnTo>
                    <a:pt x="1360827" y="509178"/>
                  </a:lnTo>
                  <a:lnTo>
                    <a:pt x="1289205" y="521600"/>
                  </a:lnTo>
                  <a:lnTo>
                    <a:pt x="1217582" y="533589"/>
                  </a:lnTo>
                  <a:lnTo>
                    <a:pt x="1145960" y="545159"/>
                  </a:lnTo>
                  <a:lnTo>
                    <a:pt x="1074337" y="556326"/>
                  </a:lnTo>
                  <a:lnTo>
                    <a:pt x="1002715" y="567103"/>
                  </a:lnTo>
                  <a:lnTo>
                    <a:pt x="931092" y="577504"/>
                  </a:lnTo>
                  <a:lnTo>
                    <a:pt x="859470" y="587541"/>
                  </a:lnTo>
                  <a:lnTo>
                    <a:pt x="787847" y="597229"/>
                  </a:lnTo>
                  <a:lnTo>
                    <a:pt x="716225" y="606578"/>
                  </a:lnTo>
                  <a:lnTo>
                    <a:pt x="644602" y="615601"/>
                  </a:lnTo>
                  <a:lnTo>
                    <a:pt x="572980" y="624309"/>
                  </a:lnTo>
                  <a:lnTo>
                    <a:pt x="501357" y="632713"/>
                  </a:lnTo>
                  <a:lnTo>
                    <a:pt x="429735" y="640824"/>
                  </a:lnTo>
                  <a:lnTo>
                    <a:pt x="358112" y="648652"/>
                  </a:lnTo>
                  <a:lnTo>
                    <a:pt x="286490" y="656207"/>
                  </a:lnTo>
                  <a:lnTo>
                    <a:pt x="214867" y="663498"/>
                  </a:lnTo>
                  <a:lnTo>
                    <a:pt x="143245" y="670534"/>
                  </a:lnTo>
                  <a:lnTo>
                    <a:pt x="71622" y="677325"/>
                  </a:lnTo>
                  <a:lnTo>
                    <a:pt x="0" y="6838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502789"/>
              <a:ext cx="7090630" cy="355332"/>
            </a:xfrm>
            <a:custGeom>
              <a:avLst/>
              <a:pathLst>
                <a:path w="7090630" h="355332">
                  <a:moveTo>
                    <a:pt x="0" y="0"/>
                  </a:moveTo>
                  <a:lnTo>
                    <a:pt x="71622" y="4375"/>
                  </a:lnTo>
                  <a:lnTo>
                    <a:pt x="143245" y="8733"/>
                  </a:lnTo>
                  <a:lnTo>
                    <a:pt x="214867" y="13072"/>
                  </a:lnTo>
                  <a:lnTo>
                    <a:pt x="286490" y="17394"/>
                  </a:lnTo>
                  <a:lnTo>
                    <a:pt x="358112" y="21697"/>
                  </a:lnTo>
                  <a:lnTo>
                    <a:pt x="429735" y="25982"/>
                  </a:lnTo>
                  <a:lnTo>
                    <a:pt x="501357" y="30249"/>
                  </a:lnTo>
                  <a:lnTo>
                    <a:pt x="572980" y="34499"/>
                  </a:lnTo>
                  <a:lnTo>
                    <a:pt x="644602" y="38730"/>
                  </a:lnTo>
                  <a:lnTo>
                    <a:pt x="716225" y="42944"/>
                  </a:lnTo>
                  <a:lnTo>
                    <a:pt x="787847" y="47140"/>
                  </a:lnTo>
                  <a:lnTo>
                    <a:pt x="859470" y="51319"/>
                  </a:lnTo>
                  <a:lnTo>
                    <a:pt x="931092" y="55480"/>
                  </a:lnTo>
                  <a:lnTo>
                    <a:pt x="1002715" y="59624"/>
                  </a:lnTo>
                  <a:lnTo>
                    <a:pt x="1074337" y="63751"/>
                  </a:lnTo>
                  <a:lnTo>
                    <a:pt x="1145960" y="67860"/>
                  </a:lnTo>
                  <a:lnTo>
                    <a:pt x="1217582" y="71952"/>
                  </a:lnTo>
                  <a:lnTo>
                    <a:pt x="1289205" y="76027"/>
                  </a:lnTo>
                  <a:lnTo>
                    <a:pt x="1360827" y="80085"/>
                  </a:lnTo>
                  <a:lnTo>
                    <a:pt x="1432450" y="84126"/>
                  </a:lnTo>
                  <a:lnTo>
                    <a:pt x="1504073" y="88150"/>
                  </a:lnTo>
                  <a:lnTo>
                    <a:pt x="1575695" y="92158"/>
                  </a:lnTo>
                  <a:lnTo>
                    <a:pt x="1647318" y="96148"/>
                  </a:lnTo>
                  <a:lnTo>
                    <a:pt x="1718940" y="100122"/>
                  </a:lnTo>
                  <a:lnTo>
                    <a:pt x="1790563" y="104079"/>
                  </a:lnTo>
                  <a:lnTo>
                    <a:pt x="1862185" y="108020"/>
                  </a:lnTo>
                  <a:lnTo>
                    <a:pt x="1933808" y="111944"/>
                  </a:lnTo>
                  <a:lnTo>
                    <a:pt x="2005430" y="115852"/>
                  </a:lnTo>
                  <a:lnTo>
                    <a:pt x="2077053" y="119743"/>
                  </a:lnTo>
                  <a:lnTo>
                    <a:pt x="2148675" y="123618"/>
                  </a:lnTo>
                  <a:lnTo>
                    <a:pt x="2220298" y="127477"/>
                  </a:lnTo>
                  <a:lnTo>
                    <a:pt x="2291920" y="131320"/>
                  </a:lnTo>
                  <a:lnTo>
                    <a:pt x="2363543" y="135147"/>
                  </a:lnTo>
                  <a:lnTo>
                    <a:pt x="2435165" y="138958"/>
                  </a:lnTo>
                  <a:lnTo>
                    <a:pt x="2506788" y="142752"/>
                  </a:lnTo>
                  <a:lnTo>
                    <a:pt x="2578410" y="146531"/>
                  </a:lnTo>
                  <a:lnTo>
                    <a:pt x="2650033" y="150295"/>
                  </a:lnTo>
                  <a:lnTo>
                    <a:pt x="2721655" y="154042"/>
                  </a:lnTo>
                  <a:lnTo>
                    <a:pt x="2793278" y="157774"/>
                  </a:lnTo>
                  <a:lnTo>
                    <a:pt x="2864901" y="161490"/>
                  </a:lnTo>
                  <a:lnTo>
                    <a:pt x="2936523" y="165190"/>
                  </a:lnTo>
                  <a:lnTo>
                    <a:pt x="3008146" y="168875"/>
                  </a:lnTo>
                  <a:lnTo>
                    <a:pt x="3079768" y="172545"/>
                  </a:lnTo>
                  <a:lnTo>
                    <a:pt x="3151391" y="176199"/>
                  </a:lnTo>
                  <a:lnTo>
                    <a:pt x="3223013" y="179839"/>
                  </a:lnTo>
                  <a:lnTo>
                    <a:pt x="3294636" y="183462"/>
                  </a:lnTo>
                  <a:lnTo>
                    <a:pt x="3366258" y="187071"/>
                  </a:lnTo>
                  <a:lnTo>
                    <a:pt x="3437881" y="190665"/>
                  </a:lnTo>
                  <a:lnTo>
                    <a:pt x="3509503" y="194243"/>
                  </a:lnTo>
                  <a:lnTo>
                    <a:pt x="3581126" y="197807"/>
                  </a:lnTo>
                  <a:lnTo>
                    <a:pt x="3652748" y="201356"/>
                  </a:lnTo>
                  <a:lnTo>
                    <a:pt x="3724371" y="204889"/>
                  </a:lnTo>
                  <a:lnTo>
                    <a:pt x="3795993" y="208409"/>
                  </a:lnTo>
                  <a:lnTo>
                    <a:pt x="3867616" y="211913"/>
                  </a:lnTo>
                  <a:lnTo>
                    <a:pt x="3939238" y="215403"/>
                  </a:lnTo>
                  <a:lnTo>
                    <a:pt x="4010861" y="218878"/>
                  </a:lnTo>
                  <a:lnTo>
                    <a:pt x="4082483" y="222338"/>
                  </a:lnTo>
                  <a:lnTo>
                    <a:pt x="4154106" y="225784"/>
                  </a:lnTo>
                  <a:lnTo>
                    <a:pt x="4225729" y="229216"/>
                  </a:lnTo>
                  <a:lnTo>
                    <a:pt x="4297351" y="232634"/>
                  </a:lnTo>
                  <a:lnTo>
                    <a:pt x="4368974" y="236037"/>
                  </a:lnTo>
                  <a:lnTo>
                    <a:pt x="4440596" y="239425"/>
                  </a:lnTo>
                  <a:lnTo>
                    <a:pt x="4512219" y="242800"/>
                  </a:lnTo>
                  <a:lnTo>
                    <a:pt x="4583841" y="246161"/>
                  </a:lnTo>
                  <a:lnTo>
                    <a:pt x="4655464" y="249507"/>
                  </a:lnTo>
                  <a:lnTo>
                    <a:pt x="4727086" y="252840"/>
                  </a:lnTo>
                  <a:lnTo>
                    <a:pt x="4798709" y="256158"/>
                  </a:lnTo>
                  <a:lnTo>
                    <a:pt x="4870331" y="259463"/>
                  </a:lnTo>
                  <a:lnTo>
                    <a:pt x="4941954" y="262754"/>
                  </a:lnTo>
                  <a:lnTo>
                    <a:pt x="5013576" y="266031"/>
                  </a:lnTo>
                  <a:lnTo>
                    <a:pt x="5085199" y="269294"/>
                  </a:lnTo>
                  <a:lnTo>
                    <a:pt x="5156821" y="272544"/>
                  </a:lnTo>
                  <a:lnTo>
                    <a:pt x="5228444" y="275780"/>
                  </a:lnTo>
                  <a:lnTo>
                    <a:pt x="5300066" y="279003"/>
                  </a:lnTo>
                  <a:lnTo>
                    <a:pt x="5371689" y="282212"/>
                  </a:lnTo>
                  <a:lnTo>
                    <a:pt x="5443311" y="285408"/>
                  </a:lnTo>
                  <a:lnTo>
                    <a:pt x="5514934" y="288590"/>
                  </a:lnTo>
                  <a:lnTo>
                    <a:pt x="5586557" y="291759"/>
                  </a:lnTo>
                  <a:lnTo>
                    <a:pt x="5658179" y="294915"/>
                  </a:lnTo>
                  <a:lnTo>
                    <a:pt x="5729802" y="298058"/>
                  </a:lnTo>
                  <a:lnTo>
                    <a:pt x="5801424" y="301187"/>
                  </a:lnTo>
                  <a:lnTo>
                    <a:pt x="5873047" y="304304"/>
                  </a:lnTo>
                  <a:lnTo>
                    <a:pt x="5944669" y="307407"/>
                  </a:lnTo>
                  <a:lnTo>
                    <a:pt x="6016292" y="310497"/>
                  </a:lnTo>
                  <a:lnTo>
                    <a:pt x="6087914" y="313575"/>
                  </a:lnTo>
                  <a:lnTo>
                    <a:pt x="6159537" y="316639"/>
                  </a:lnTo>
                  <a:lnTo>
                    <a:pt x="6231159" y="319691"/>
                  </a:lnTo>
                  <a:lnTo>
                    <a:pt x="6302782" y="322730"/>
                  </a:lnTo>
                  <a:lnTo>
                    <a:pt x="6374404" y="325756"/>
                  </a:lnTo>
                  <a:lnTo>
                    <a:pt x="6446027" y="328770"/>
                  </a:lnTo>
                  <a:lnTo>
                    <a:pt x="6517649" y="331771"/>
                  </a:lnTo>
                  <a:lnTo>
                    <a:pt x="6589272" y="334760"/>
                  </a:lnTo>
                  <a:lnTo>
                    <a:pt x="6660894" y="337736"/>
                  </a:lnTo>
                  <a:lnTo>
                    <a:pt x="6732517" y="340699"/>
                  </a:lnTo>
                  <a:lnTo>
                    <a:pt x="6804139" y="343650"/>
                  </a:lnTo>
                  <a:lnTo>
                    <a:pt x="6875762" y="346589"/>
                  </a:lnTo>
                  <a:lnTo>
                    <a:pt x="6947385" y="349516"/>
                  </a:lnTo>
                  <a:lnTo>
                    <a:pt x="7019007" y="352430"/>
                  </a:lnTo>
                  <a:lnTo>
                    <a:pt x="7090630" y="3553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2026-10-09T15:12:23Z</dcterms:modified>
  <cp:category/>
</cp:coreProperties>
</file>