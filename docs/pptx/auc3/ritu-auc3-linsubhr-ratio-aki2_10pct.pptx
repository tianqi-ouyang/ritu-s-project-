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87224" y="0"/>
                  </a:moveTo>
                  <a:lnTo>
                    <a:pt x="2650033" y="701781"/>
                  </a:lnTo>
                  <a:lnTo>
                    <a:pt x="2721655" y="1323260"/>
                  </a:lnTo>
                  <a:lnTo>
                    <a:pt x="2793278" y="1805904"/>
                  </a:lnTo>
                  <a:lnTo>
                    <a:pt x="2864901" y="2180727"/>
                  </a:lnTo>
                  <a:lnTo>
                    <a:pt x="2936523" y="2471816"/>
                  </a:lnTo>
                  <a:lnTo>
                    <a:pt x="3008146" y="2648632"/>
                  </a:lnTo>
                  <a:lnTo>
                    <a:pt x="3079768" y="2621652"/>
                  </a:lnTo>
                  <a:lnTo>
                    <a:pt x="3151391" y="2593800"/>
                  </a:lnTo>
                  <a:lnTo>
                    <a:pt x="3223013" y="2565048"/>
                  </a:lnTo>
                  <a:lnTo>
                    <a:pt x="3294636" y="2535368"/>
                  </a:lnTo>
                  <a:lnTo>
                    <a:pt x="3366258" y="2504728"/>
                  </a:lnTo>
                  <a:lnTo>
                    <a:pt x="3437881" y="2473099"/>
                  </a:lnTo>
                  <a:lnTo>
                    <a:pt x="3509503" y="2440448"/>
                  </a:lnTo>
                  <a:lnTo>
                    <a:pt x="3581126" y="2406742"/>
                  </a:lnTo>
                  <a:lnTo>
                    <a:pt x="3652748" y="2371947"/>
                  </a:lnTo>
                  <a:lnTo>
                    <a:pt x="3724371" y="2336028"/>
                  </a:lnTo>
                  <a:lnTo>
                    <a:pt x="3795993" y="2298949"/>
                  </a:lnTo>
                  <a:lnTo>
                    <a:pt x="3867616" y="2260671"/>
                  </a:lnTo>
                  <a:lnTo>
                    <a:pt x="3939238" y="2221157"/>
                  </a:lnTo>
                  <a:lnTo>
                    <a:pt x="4010861" y="2180366"/>
                  </a:lnTo>
                  <a:lnTo>
                    <a:pt x="4082483" y="2138258"/>
                  </a:lnTo>
                  <a:lnTo>
                    <a:pt x="4154106" y="2094789"/>
                  </a:lnTo>
                  <a:lnTo>
                    <a:pt x="4225729" y="2049916"/>
                  </a:lnTo>
                  <a:lnTo>
                    <a:pt x="4297351" y="2003593"/>
                  </a:lnTo>
                  <a:lnTo>
                    <a:pt x="4368974" y="1955773"/>
                  </a:lnTo>
                  <a:lnTo>
                    <a:pt x="4440596" y="1906409"/>
                  </a:lnTo>
                  <a:lnTo>
                    <a:pt x="4512219" y="1855450"/>
                  </a:lnTo>
                  <a:lnTo>
                    <a:pt x="4583841" y="1802844"/>
                  </a:lnTo>
                  <a:lnTo>
                    <a:pt x="4655464" y="1748539"/>
                  </a:lnTo>
                  <a:lnTo>
                    <a:pt x="4727086" y="1692480"/>
                  </a:lnTo>
                  <a:lnTo>
                    <a:pt x="4798709" y="1634609"/>
                  </a:lnTo>
                  <a:lnTo>
                    <a:pt x="4870331" y="1574869"/>
                  </a:lnTo>
                  <a:lnTo>
                    <a:pt x="4941954" y="1513198"/>
                  </a:lnTo>
                  <a:lnTo>
                    <a:pt x="5013576" y="1449535"/>
                  </a:lnTo>
                  <a:lnTo>
                    <a:pt x="5085199" y="1383816"/>
                  </a:lnTo>
                  <a:lnTo>
                    <a:pt x="5156821" y="1315973"/>
                  </a:lnTo>
                  <a:lnTo>
                    <a:pt x="5228444" y="1245939"/>
                  </a:lnTo>
                  <a:lnTo>
                    <a:pt x="5300066" y="1173642"/>
                  </a:lnTo>
                  <a:lnTo>
                    <a:pt x="5371689" y="1099009"/>
                  </a:lnTo>
                  <a:lnTo>
                    <a:pt x="5443311" y="1021965"/>
                  </a:lnTo>
                  <a:lnTo>
                    <a:pt x="5514934" y="942432"/>
                  </a:lnTo>
                  <a:lnTo>
                    <a:pt x="5586557" y="860329"/>
                  </a:lnTo>
                  <a:lnTo>
                    <a:pt x="5658179" y="775574"/>
                  </a:lnTo>
                  <a:lnTo>
                    <a:pt x="5729802" y="688081"/>
                  </a:lnTo>
                  <a:lnTo>
                    <a:pt x="5801424" y="597761"/>
                  </a:lnTo>
                  <a:lnTo>
                    <a:pt x="5873047" y="504523"/>
                  </a:lnTo>
                  <a:lnTo>
                    <a:pt x="5944669" y="408273"/>
                  </a:lnTo>
                  <a:lnTo>
                    <a:pt x="6016292" y="308913"/>
                  </a:lnTo>
                  <a:lnTo>
                    <a:pt x="6087914" y="206343"/>
                  </a:lnTo>
                  <a:lnTo>
                    <a:pt x="6159537" y="100460"/>
                  </a:lnTo>
                  <a:lnTo>
                    <a:pt x="6225364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5"/>
                  </a:lnTo>
                  <a:lnTo>
                    <a:pt x="6660894" y="3483744"/>
                  </a:lnTo>
                  <a:lnTo>
                    <a:pt x="6589272" y="3483744"/>
                  </a:lnTo>
                  <a:lnTo>
                    <a:pt x="6517649" y="3483743"/>
                  </a:lnTo>
                  <a:lnTo>
                    <a:pt x="6446027" y="3483742"/>
                  </a:lnTo>
                  <a:lnTo>
                    <a:pt x="6374404" y="3483741"/>
                  </a:lnTo>
                  <a:lnTo>
                    <a:pt x="6302782" y="3483739"/>
                  </a:lnTo>
                  <a:lnTo>
                    <a:pt x="6231159" y="3483737"/>
                  </a:lnTo>
                  <a:lnTo>
                    <a:pt x="6159537" y="3483735"/>
                  </a:lnTo>
                  <a:lnTo>
                    <a:pt x="6087914" y="3483731"/>
                  </a:lnTo>
                  <a:lnTo>
                    <a:pt x="6016292" y="3483727"/>
                  </a:lnTo>
                  <a:lnTo>
                    <a:pt x="5944669" y="3483722"/>
                  </a:lnTo>
                  <a:lnTo>
                    <a:pt x="5873047" y="3483715"/>
                  </a:lnTo>
                  <a:lnTo>
                    <a:pt x="5801424" y="3483705"/>
                  </a:lnTo>
                  <a:lnTo>
                    <a:pt x="5729802" y="3483694"/>
                  </a:lnTo>
                  <a:lnTo>
                    <a:pt x="5658179" y="3483678"/>
                  </a:lnTo>
                  <a:lnTo>
                    <a:pt x="5586557" y="3483659"/>
                  </a:lnTo>
                  <a:lnTo>
                    <a:pt x="5514934" y="3483634"/>
                  </a:lnTo>
                  <a:lnTo>
                    <a:pt x="5443311" y="3483601"/>
                  </a:lnTo>
                  <a:lnTo>
                    <a:pt x="5371689" y="3483559"/>
                  </a:lnTo>
                  <a:lnTo>
                    <a:pt x="5300066" y="3483506"/>
                  </a:lnTo>
                  <a:lnTo>
                    <a:pt x="5228444" y="3483436"/>
                  </a:lnTo>
                  <a:lnTo>
                    <a:pt x="5156821" y="3483347"/>
                  </a:lnTo>
                  <a:lnTo>
                    <a:pt x="5085199" y="3483232"/>
                  </a:lnTo>
                  <a:lnTo>
                    <a:pt x="5013576" y="3483084"/>
                  </a:lnTo>
                  <a:lnTo>
                    <a:pt x="4941954" y="3482894"/>
                  </a:lnTo>
                  <a:lnTo>
                    <a:pt x="4870331" y="3482649"/>
                  </a:lnTo>
                  <a:lnTo>
                    <a:pt x="4798709" y="3482333"/>
                  </a:lnTo>
                  <a:lnTo>
                    <a:pt x="4727086" y="3481926"/>
                  </a:lnTo>
                  <a:lnTo>
                    <a:pt x="4655464" y="3481402"/>
                  </a:lnTo>
                  <a:lnTo>
                    <a:pt x="4583841" y="3480728"/>
                  </a:lnTo>
                  <a:lnTo>
                    <a:pt x="4512219" y="3479860"/>
                  </a:lnTo>
                  <a:lnTo>
                    <a:pt x="4440596" y="3478742"/>
                  </a:lnTo>
                  <a:lnTo>
                    <a:pt x="4368974" y="3477303"/>
                  </a:lnTo>
                  <a:lnTo>
                    <a:pt x="4297351" y="3475449"/>
                  </a:lnTo>
                  <a:lnTo>
                    <a:pt x="4225729" y="3473062"/>
                  </a:lnTo>
                  <a:lnTo>
                    <a:pt x="4154106" y="3469989"/>
                  </a:lnTo>
                  <a:lnTo>
                    <a:pt x="4082483" y="3466031"/>
                  </a:lnTo>
                  <a:lnTo>
                    <a:pt x="4010861" y="3460935"/>
                  </a:lnTo>
                  <a:lnTo>
                    <a:pt x="3939238" y="3454373"/>
                  </a:lnTo>
                  <a:lnTo>
                    <a:pt x="3867616" y="3445924"/>
                  </a:lnTo>
                  <a:lnTo>
                    <a:pt x="3795993" y="3435044"/>
                  </a:lnTo>
                  <a:lnTo>
                    <a:pt x="3724371" y="3421035"/>
                  </a:lnTo>
                  <a:lnTo>
                    <a:pt x="3652748" y="3402995"/>
                  </a:lnTo>
                  <a:lnTo>
                    <a:pt x="3581126" y="3379767"/>
                  </a:lnTo>
                  <a:lnTo>
                    <a:pt x="3509503" y="3349856"/>
                  </a:lnTo>
                  <a:lnTo>
                    <a:pt x="3437881" y="3311342"/>
                  </a:lnTo>
                  <a:lnTo>
                    <a:pt x="3366258" y="3261748"/>
                  </a:lnTo>
                  <a:lnTo>
                    <a:pt x="3294636" y="3197889"/>
                  </a:lnTo>
                  <a:lnTo>
                    <a:pt x="3223013" y="3115660"/>
                  </a:lnTo>
                  <a:lnTo>
                    <a:pt x="3151391" y="3009777"/>
                  </a:lnTo>
                  <a:lnTo>
                    <a:pt x="3079768" y="2873437"/>
                  </a:lnTo>
                  <a:lnTo>
                    <a:pt x="3008146" y="2697877"/>
                  </a:lnTo>
                  <a:lnTo>
                    <a:pt x="2936523" y="2674768"/>
                  </a:lnTo>
                  <a:lnTo>
                    <a:pt x="2864901" y="2700085"/>
                  </a:lnTo>
                  <a:lnTo>
                    <a:pt x="2793278" y="2724611"/>
                  </a:lnTo>
                  <a:lnTo>
                    <a:pt x="2721655" y="2748369"/>
                  </a:lnTo>
                  <a:lnTo>
                    <a:pt x="2650033" y="2771383"/>
                  </a:lnTo>
                  <a:lnTo>
                    <a:pt x="2578410" y="2793677"/>
                  </a:lnTo>
                  <a:lnTo>
                    <a:pt x="2506788" y="2815274"/>
                  </a:lnTo>
                  <a:lnTo>
                    <a:pt x="2435165" y="2836194"/>
                  </a:lnTo>
                  <a:lnTo>
                    <a:pt x="2363543" y="2856460"/>
                  </a:lnTo>
                  <a:lnTo>
                    <a:pt x="2291920" y="2876092"/>
                  </a:lnTo>
                  <a:lnTo>
                    <a:pt x="2220298" y="2895109"/>
                  </a:lnTo>
                  <a:lnTo>
                    <a:pt x="2148675" y="2913531"/>
                  </a:lnTo>
                  <a:lnTo>
                    <a:pt x="2077053" y="2931376"/>
                  </a:lnTo>
                  <a:lnTo>
                    <a:pt x="2005430" y="2948663"/>
                  </a:lnTo>
                  <a:lnTo>
                    <a:pt x="1933808" y="2965409"/>
                  </a:lnTo>
                  <a:lnTo>
                    <a:pt x="1862185" y="2981631"/>
                  </a:lnTo>
                  <a:lnTo>
                    <a:pt x="1790563" y="2997346"/>
                  </a:lnTo>
                  <a:lnTo>
                    <a:pt x="1718940" y="3012568"/>
                  </a:lnTo>
                  <a:lnTo>
                    <a:pt x="1647318" y="3027314"/>
                  </a:lnTo>
                  <a:lnTo>
                    <a:pt x="1575695" y="3041599"/>
                  </a:lnTo>
                  <a:lnTo>
                    <a:pt x="1504073" y="3055436"/>
                  </a:lnTo>
                  <a:lnTo>
                    <a:pt x="1432450" y="3068840"/>
                  </a:lnTo>
                  <a:lnTo>
                    <a:pt x="1360827" y="3081825"/>
                  </a:lnTo>
                  <a:lnTo>
                    <a:pt x="1289205" y="3094404"/>
                  </a:lnTo>
                  <a:lnTo>
                    <a:pt x="1217582" y="3106589"/>
                  </a:lnTo>
                  <a:lnTo>
                    <a:pt x="1145960" y="3118392"/>
                  </a:lnTo>
                  <a:lnTo>
                    <a:pt x="1074337" y="3129826"/>
                  </a:lnTo>
                  <a:lnTo>
                    <a:pt x="1002715" y="3140903"/>
                  </a:lnTo>
                  <a:lnTo>
                    <a:pt x="931092" y="3151632"/>
                  </a:lnTo>
                  <a:lnTo>
                    <a:pt x="859470" y="3162026"/>
                  </a:lnTo>
                  <a:lnTo>
                    <a:pt x="787847" y="3172095"/>
                  </a:lnTo>
                  <a:lnTo>
                    <a:pt x="716225" y="3181848"/>
                  </a:lnTo>
                  <a:lnTo>
                    <a:pt x="644602" y="3191296"/>
                  </a:lnTo>
                  <a:lnTo>
                    <a:pt x="572980" y="3200449"/>
                  </a:lnTo>
                  <a:lnTo>
                    <a:pt x="501357" y="3209315"/>
                  </a:lnTo>
                  <a:lnTo>
                    <a:pt x="429735" y="3217904"/>
                  </a:lnTo>
                  <a:lnTo>
                    <a:pt x="358112" y="3226224"/>
                  </a:lnTo>
                  <a:lnTo>
                    <a:pt x="286490" y="3234283"/>
                  </a:lnTo>
                  <a:lnTo>
                    <a:pt x="214867" y="3242090"/>
                  </a:lnTo>
                  <a:lnTo>
                    <a:pt x="143245" y="3249653"/>
                  </a:lnTo>
                  <a:lnTo>
                    <a:pt x="71622" y="3256979"/>
                  </a:lnTo>
                  <a:lnTo>
                    <a:pt x="0" y="32640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759273" y="2073503"/>
              <a:ext cx="3638140" cy="2648632"/>
            </a:xfrm>
            <a:custGeom>
              <a:avLst/>
              <a:pathLst>
                <a:path w="3638140" h="2648632">
                  <a:moveTo>
                    <a:pt x="0" y="0"/>
                  </a:moveTo>
                  <a:lnTo>
                    <a:pt x="62809" y="701781"/>
                  </a:lnTo>
                  <a:lnTo>
                    <a:pt x="134431" y="1323260"/>
                  </a:lnTo>
                  <a:lnTo>
                    <a:pt x="206054" y="1805904"/>
                  </a:lnTo>
                  <a:lnTo>
                    <a:pt x="277676" y="2180727"/>
                  </a:lnTo>
                  <a:lnTo>
                    <a:pt x="349299" y="2471816"/>
                  </a:lnTo>
                  <a:lnTo>
                    <a:pt x="420922" y="2648632"/>
                  </a:lnTo>
                  <a:lnTo>
                    <a:pt x="492544" y="2621652"/>
                  </a:lnTo>
                  <a:lnTo>
                    <a:pt x="564167" y="2593800"/>
                  </a:lnTo>
                  <a:lnTo>
                    <a:pt x="635789" y="2565048"/>
                  </a:lnTo>
                  <a:lnTo>
                    <a:pt x="707412" y="2535368"/>
                  </a:lnTo>
                  <a:lnTo>
                    <a:pt x="779034" y="2504728"/>
                  </a:lnTo>
                  <a:lnTo>
                    <a:pt x="850657" y="2473099"/>
                  </a:lnTo>
                  <a:lnTo>
                    <a:pt x="922279" y="2440448"/>
                  </a:lnTo>
                  <a:lnTo>
                    <a:pt x="993902" y="2406742"/>
                  </a:lnTo>
                  <a:lnTo>
                    <a:pt x="1065524" y="2371947"/>
                  </a:lnTo>
                  <a:lnTo>
                    <a:pt x="1137147" y="2336028"/>
                  </a:lnTo>
                  <a:lnTo>
                    <a:pt x="1208769" y="2298949"/>
                  </a:lnTo>
                  <a:lnTo>
                    <a:pt x="1280392" y="2260671"/>
                  </a:lnTo>
                  <a:lnTo>
                    <a:pt x="1352014" y="2221157"/>
                  </a:lnTo>
                  <a:lnTo>
                    <a:pt x="1423637" y="2180366"/>
                  </a:lnTo>
                  <a:lnTo>
                    <a:pt x="1495259" y="2138258"/>
                  </a:lnTo>
                  <a:lnTo>
                    <a:pt x="1566882" y="2094789"/>
                  </a:lnTo>
                  <a:lnTo>
                    <a:pt x="1638504" y="2049916"/>
                  </a:lnTo>
                  <a:lnTo>
                    <a:pt x="1710127" y="2003593"/>
                  </a:lnTo>
                  <a:lnTo>
                    <a:pt x="1781750" y="1955773"/>
                  </a:lnTo>
                  <a:lnTo>
                    <a:pt x="1853372" y="1906409"/>
                  </a:lnTo>
                  <a:lnTo>
                    <a:pt x="1924995" y="1855450"/>
                  </a:lnTo>
                  <a:lnTo>
                    <a:pt x="1996617" y="1802844"/>
                  </a:lnTo>
                  <a:lnTo>
                    <a:pt x="2068240" y="1748539"/>
                  </a:lnTo>
                  <a:lnTo>
                    <a:pt x="2139862" y="1692480"/>
                  </a:lnTo>
                  <a:lnTo>
                    <a:pt x="2211485" y="1634609"/>
                  </a:lnTo>
                  <a:lnTo>
                    <a:pt x="2283107" y="1574869"/>
                  </a:lnTo>
                  <a:lnTo>
                    <a:pt x="2354730" y="1513198"/>
                  </a:lnTo>
                  <a:lnTo>
                    <a:pt x="2426352" y="1449535"/>
                  </a:lnTo>
                  <a:lnTo>
                    <a:pt x="2497975" y="1383816"/>
                  </a:lnTo>
                  <a:lnTo>
                    <a:pt x="2569597" y="1315973"/>
                  </a:lnTo>
                  <a:lnTo>
                    <a:pt x="2641220" y="1245939"/>
                  </a:lnTo>
                  <a:lnTo>
                    <a:pt x="2712842" y="1173642"/>
                  </a:lnTo>
                  <a:lnTo>
                    <a:pt x="2784465" y="1099009"/>
                  </a:lnTo>
                  <a:lnTo>
                    <a:pt x="2856087" y="1021965"/>
                  </a:lnTo>
                  <a:lnTo>
                    <a:pt x="2927710" y="942432"/>
                  </a:lnTo>
                  <a:lnTo>
                    <a:pt x="2999332" y="860329"/>
                  </a:lnTo>
                  <a:lnTo>
                    <a:pt x="3070955" y="775574"/>
                  </a:lnTo>
                  <a:lnTo>
                    <a:pt x="3142578" y="688081"/>
                  </a:lnTo>
                  <a:lnTo>
                    <a:pt x="3214200" y="597761"/>
                  </a:lnTo>
                  <a:lnTo>
                    <a:pt x="3285823" y="504523"/>
                  </a:lnTo>
                  <a:lnTo>
                    <a:pt x="3357445" y="408273"/>
                  </a:lnTo>
                  <a:lnTo>
                    <a:pt x="3429068" y="308913"/>
                  </a:lnTo>
                  <a:lnTo>
                    <a:pt x="3500690" y="206343"/>
                  </a:lnTo>
                  <a:lnTo>
                    <a:pt x="3572313" y="100460"/>
                  </a:lnTo>
                  <a:lnTo>
                    <a:pt x="36381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8271"/>
              <a:ext cx="7090630" cy="808978"/>
            </a:xfrm>
            <a:custGeom>
              <a:avLst/>
              <a:pathLst>
                <a:path w="7090630" h="808978">
                  <a:moveTo>
                    <a:pt x="7090630" y="808978"/>
                  </a:moveTo>
                  <a:lnTo>
                    <a:pt x="7019007" y="808978"/>
                  </a:lnTo>
                  <a:lnTo>
                    <a:pt x="6947385" y="808978"/>
                  </a:lnTo>
                  <a:lnTo>
                    <a:pt x="6875762" y="808977"/>
                  </a:lnTo>
                  <a:lnTo>
                    <a:pt x="6804139" y="808977"/>
                  </a:lnTo>
                  <a:lnTo>
                    <a:pt x="6732517" y="808977"/>
                  </a:lnTo>
                  <a:lnTo>
                    <a:pt x="6660894" y="808976"/>
                  </a:lnTo>
                  <a:lnTo>
                    <a:pt x="6589272" y="808976"/>
                  </a:lnTo>
                  <a:lnTo>
                    <a:pt x="6517649" y="808975"/>
                  </a:lnTo>
                  <a:lnTo>
                    <a:pt x="6446027" y="808974"/>
                  </a:lnTo>
                  <a:lnTo>
                    <a:pt x="6374404" y="808973"/>
                  </a:lnTo>
                  <a:lnTo>
                    <a:pt x="6302782" y="808971"/>
                  </a:lnTo>
                  <a:lnTo>
                    <a:pt x="6231159" y="808969"/>
                  </a:lnTo>
                  <a:lnTo>
                    <a:pt x="6159537" y="808967"/>
                  </a:lnTo>
                  <a:lnTo>
                    <a:pt x="6087914" y="808963"/>
                  </a:lnTo>
                  <a:lnTo>
                    <a:pt x="6016292" y="808959"/>
                  </a:lnTo>
                  <a:lnTo>
                    <a:pt x="5944669" y="808954"/>
                  </a:lnTo>
                  <a:lnTo>
                    <a:pt x="5873047" y="808946"/>
                  </a:lnTo>
                  <a:lnTo>
                    <a:pt x="5801424" y="808937"/>
                  </a:lnTo>
                  <a:lnTo>
                    <a:pt x="5729802" y="808925"/>
                  </a:lnTo>
                  <a:lnTo>
                    <a:pt x="5658179" y="808910"/>
                  </a:lnTo>
                  <a:lnTo>
                    <a:pt x="5586557" y="808891"/>
                  </a:lnTo>
                  <a:lnTo>
                    <a:pt x="5514934" y="808866"/>
                  </a:lnTo>
                  <a:lnTo>
                    <a:pt x="5443311" y="808833"/>
                  </a:lnTo>
                  <a:lnTo>
                    <a:pt x="5371689" y="808791"/>
                  </a:lnTo>
                  <a:lnTo>
                    <a:pt x="5300066" y="808737"/>
                  </a:lnTo>
                  <a:lnTo>
                    <a:pt x="5228444" y="808668"/>
                  </a:lnTo>
                  <a:lnTo>
                    <a:pt x="5156821" y="808579"/>
                  </a:lnTo>
                  <a:lnTo>
                    <a:pt x="5085199" y="808464"/>
                  </a:lnTo>
                  <a:lnTo>
                    <a:pt x="5013576" y="808316"/>
                  </a:lnTo>
                  <a:lnTo>
                    <a:pt x="4941954" y="808126"/>
                  </a:lnTo>
                  <a:lnTo>
                    <a:pt x="4870331" y="807880"/>
                  </a:lnTo>
                  <a:lnTo>
                    <a:pt x="4798709" y="807565"/>
                  </a:lnTo>
                  <a:lnTo>
                    <a:pt x="4727086" y="807158"/>
                  </a:lnTo>
                  <a:lnTo>
                    <a:pt x="4655464" y="806634"/>
                  </a:lnTo>
                  <a:lnTo>
                    <a:pt x="4583841" y="805960"/>
                  </a:lnTo>
                  <a:lnTo>
                    <a:pt x="4512219" y="805092"/>
                  </a:lnTo>
                  <a:lnTo>
                    <a:pt x="4440596" y="803974"/>
                  </a:lnTo>
                  <a:lnTo>
                    <a:pt x="4368974" y="802534"/>
                  </a:lnTo>
                  <a:lnTo>
                    <a:pt x="4297351" y="800681"/>
                  </a:lnTo>
                  <a:lnTo>
                    <a:pt x="4225729" y="798294"/>
                  </a:lnTo>
                  <a:lnTo>
                    <a:pt x="4154106" y="795221"/>
                  </a:lnTo>
                  <a:lnTo>
                    <a:pt x="4082483" y="791263"/>
                  </a:lnTo>
                  <a:lnTo>
                    <a:pt x="4010861" y="786167"/>
                  </a:lnTo>
                  <a:lnTo>
                    <a:pt x="3939238" y="779605"/>
                  </a:lnTo>
                  <a:lnTo>
                    <a:pt x="3867616" y="771156"/>
                  </a:lnTo>
                  <a:lnTo>
                    <a:pt x="3795993" y="760276"/>
                  </a:lnTo>
                  <a:lnTo>
                    <a:pt x="3724371" y="746267"/>
                  </a:lnTo>
                  <a:lnTo>
                    <a:pt x="3652748" y="728227"/>
                  </a:lnTo>
                  <a:lnTo>
                    <a:pt x="3581126" y="704999"/>
                  </a:lnTo>
                  <a:lnTo>
                    <a:pt x="3509503" y="675088"/>
                  </a:lnTo>
                  <a:lnTo>
                    <a:pt x="3437881" y="636574"/>
                  </a:lnTo>
                  <a:lnTo>
                    <a:pt x="3366258" y="586980"/>
                  </a:lnTo>
                  <a:lnTo>
                    <a:pt x="3294636" y="523121"/>
                  </a:lnTo>
                  <a:lnTo>
                    <a:pt x="3223013" y="440892"/>
                  </a:lnTo>
                  <a:lnTo>
                    <a:pt x="3151391" y="335009"/>
                  </a:lnTo>
                  <a:lnTo>
                    <a:pt x="3079768" y="198669"/>
                  </a:lnTo>
                  <a:lnTo>
                    <a:pt x="3008146" y="23109"/>
                  </a:lnTo>
                  <a:lnTo>
                    <a:pt x="2936523" y="0"/>
                  </a:lnTo>
                  <a:lnTo>
                    <a:pt x="2864901" y="25317"/>
                  </a:lnTo>
                  <a:lnTo>
                    <a:pt x="2793278" y="49843"/>
                  </a:lnTo>
                  <a:lnTo>
                    <a:pt x="2721655" y="73601"/>
                  </a:lnTo>
                  <a:lnTo>
                    <a:pt x="2650033" y="96615"/>
                  </a:lnTo>
                  <a:lnTo>
                    <a:pt x="2578410" y="118909"/>
                  </a:lnTo>
                  <a:lnTo>
                    <a:pt x="2506788" y="140506"/>
                  </a:lnTo>
                  <a:lnTo>
                    <a:pt x="2435165" y="161426"/>
                  </a:lnTo>
                  <a:lnTo>
                    <a:pt x="2363543" y="181692"/>
                  </a:lnTo>
                  <a:lnTo>
                    <a:pt x="2291920" y="201324"/>
                  </a:lnTo>
                  <a:lnTo>
                    <a:pt x="2220298" y="220341"/>
                  </a:lnTo>
                  <a:lnTo>
                    <a:pt x="2148675" y="238763"/>
                  </a:lnTo>
                  <a:lnTo>
                    <a:pt x="2077053" y="256608"/>
                  </a:lnTo>
                  <a:lnTo>
                    <a:pt x="2005430" y="273895"/>
                  </a:lnTo>
                  <a:lnTo>
                    <a:pt x="1933808" y="290641"/>
                  </a:lnTo>
                  <a:lnTo>
                    <a:pt x="1862185" y="306863"/>
                  </a:lnTo>
                  <a:lnTo>
                    <a:pt x="1790563" y="322577"/>
                  </a:lnTo>
                  <a:lnTo>
                    <a:pt x="1718940" y="337800"/>
                  </a:lnTo>
                  <a:lnTo>
                    <a:pt x="1647318" y="352546"/>
                  </a:lnTo>
                  <a:lnTo>
                    <a:pt x="1575695" y="366830"/>
                  </a:lnTo>
                  <a:lnTo>
                    <a:pt x="1504073" y="380668"/>
                  </a:lnTo>
                  <a:lnTo>
                    <a:pt x="1432450" y="394072"/>
                  </a:lnTo>
                  <a:lnTo>
                    <a:pt x="1360827" y="407057"/>
                  </a:lnTo>
                  <a:lnTo>
                    <a:pt x="1289205" y="419636"/>
                  </a:lnTo>
                  <a:lnTo>
                    <a:pt x="1217582" y="431821"/>
                  </a:lnTo>
                  <a:lnTo>
                    <a:pt x="1145960" y="443624"/>
                  </a:lnTo>
                  <a:lnTo>
                    <a:pt x="1074337" y="455058"/>
                  </a:lnTo>
                  <a:lnTo>
                    <a:pt x="1002715" y="466135"/>
                  </a:lnTo>
                  <a:lnTo>
                    <a:pt x="931092" y="476864"/>
                  </a:lnTo>
                  <a:lnTo>
                    <a:pt x="859470" y="487258"/>
                  </a:lnTo>
                  <a:lnTo>
                    <a:pt x="787847" y="497327"/>
                  </a:lnTo>
                  <a:lnTo>
                    <a:pt x="716225" y="507080"/>
                  </a:lnTo>
                  <a:lnTo>
                    <a:pt x="644602" y="516528"/>
                  </a:lnTo>
                  <a:lnTo>
                    <a:pt x="572980" y="525681"/>
                  </a:lnTo>
                  <a:lnTo>
                    <a:pt x="501357" y="534547"/>
                  </a:lnTo>
                  <a:lnTo>
                    <a:pt x="429735" y="543136"/>
                  </a:lnTo>
                  <a:lnTo>
                    <a:pt x="358112" y="551455"/>
                  </a:lnTo>
                  <a:lnTo>
                    <a:pt x="286490" y="559515"/>
                  </a:lnTo>
                  <a:lnTo>
                    <a:pt x="214867" y="567322"/>
                  </a:lnTo>
                  <a:lnTo>
                    <a:pt x="143245" y="574885"/>
                  </a:lnTo>
                  <a:lnTo>
                    <a:pt x="71622" y="582211"/>
                  </a:lnTo>
                  <a:lnTo>
                    <a:pt x="0" y="58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235468" y="2073503"/>
              <a:ext cx="5027211" cy="3482258"/>
            </a:xfrm>
            <a:custGeom>
              <a:avLst/>
              <a:pathLst>
                <a:path w="5027211" h="3482258">
                  <a:moveTo>
                    <a:pt x="0" y="0"/>
                  </a:moveTo>
                  <a:lnTo>
                    <a:pt x="13634" y="75807"/>
                  </a:lnTo>
                  <a:lnTo>
                    <a:pt x="85256" y="432367"/>
                  </a:lnTo>
                  <a:lnTo>
                    <a:pt x="156879" y="751622"/>
                  </a:lnTo>
                  <a:lnTo>
                    <a:pt x="228501" y="1037474"/>
                  </a:lnTo>
                  <a:lnTo>
                    <a:pt x="300124" y="1293418"/>
                  </a:lnTo>
                  <a:lnTo>
                    <a:pt x="371746" y="1522584"/>
                  </a:lnTo>
                  <a:lnTo>
                    <a:pt x="443369" y="1727773"/>
                  </a:lnTo>
                  <a:lnTo>
                    <a:pt x="514992" y="1911494"/>
                  </a:lnTo>
                  <a:lnTo>
                    <a:pt x="586614" y="2075993"/>
                  </a:lnTo>
                  <a:lnTo>
                    <a:pt x="658237" y="2223281"/>
                  </a:lnTo>
                  <a:lnTo>
                    <a:pt x="729859" y="2355159"/>
                  </a:lnTo>
                  <a:lnTo>
                    <a:pt x="801482" y="2473239"/>
                  </a:lnTo>
                  <a:lnTo>
                    <a:pt x="873104" y="2578964"/>
                  </a:lnTo>
                  <a:lnTo>
                    <a:pt x="944727" y="2673628"/>
                  </a:lnTo>
                  <a:lnTo>
                    <a:pt x="1016349" y="2758388"/>
                  </a:lnTo>
                  <a:lnTo>
                    <a:pt x="1087972" y="2834280"/>
                  </a:lnTo>
                  <a:lnTo>
                    <a:pt x="1159594" y="2902231"/>
                  </a:lnTo>
                  <a:lnTo>
                    <a:pt x="1231217" y="2963073"/>
                  </a:lnTo>
                  <a:lnTo>
                    <a:pt x="1302839" y="3017549"/>
                  </a:lnTo>
                  <a:lnTo>
                    <a:pt x="1374462" y="3066325"/>
                  </a:lnTo>
                  <a:lnTo>
                    <a:pt x="1446084" y="3109999"/>
                  </a:lnTo>
                  <a:lnTo>
                    <a:pt x="1517707" y="3149102"/>
                  </a:lnTo>
                  <a:lnTo>
                    <a:pt x="1589329" y="3184115"/>
                  </a:lnTo>
                  <a:lnTo>
                    <a:pt x="1660952" y="3215464"/>
                  </a:lnTo>
                  <a:lnTo>
                    <a:pt x="1732574" y="3243534"/>
                  </a:lnTo>
                  <a:lnTo>
                    <a:pt x="1804197" y="3268666"/>
                  </a:lnTo>
                  <a:lnTo>
                    <a:pt x="1875820" y="3291169"/>
                  </a:lnTo>
                  <a:lnTo>
                    <a:pt x="1947442" y="3311318"/>
                  </a:lnTo>
                  <a:lnTo>
                    <a:pt x="2019065" y="3329358"/>
                  </a:lnTo>
                  <a:lnTo>
                    <a:pt x="2090687" y="3345512"/>
                  </a:lnTo>
                  <a:lnTo>
                    <a:pt x="2162310" y="3359975"/>
                  </a:lnTo>
                  <a:lnTo>
                    <a:pt x="2233932" y="3372924"/>
                  </a:lnTo>
                  <a:lnTo>
                    <a:pt x="2305555" y="3384519"/>
                  </a:lnTo>
                  <a:lnTo>
                    <a:pt x="2377177" y="3394901"/>
                  </a:lnTo>
                  <a:lnTo>
                    <a:pt x="2448800" y="3404197"/>
                  </a:lnTo>
                  <a:lnTo>
                    <a:pt x="2520422" y="3412520"/>
                  </a:lnTo>
                  <a:lnTo>
                    <a:pt x="2592045" y="3419972"/>
                  </a:lnTo>
                  <a:lnTo>
                    <a:pt x="2663667" y="3426644"/>
                  </a:lnTo>
                  <a:lnTo>
                    <a:pt x="2735290" y="3432619"/>
                  </a:lnTo>
                  <a:lnTo>
                    <a:pt x="2806912" y="3437968"/>
                  </a:lnTo>
                  <a:lnTo>
                    <a:pt x="2878535" y="3442758"/>
                  </a:lnTo>
                  <a:lnTo>
                    <a:pt x="2950157" y="3447046"/>
                  </a:lnTo>
                  <a:lnTo>
                    <a:pt x="3021780" y="3450886"/>
                  </a:lnTo>
                  <a:lnTo>
                    <a:pt x="3093402" y="3454324"/>
                  </a:lnTo>
                  <a:lnTo>
                    <a:pt x="3165025" y="3457402"/>
                  </a:lnTo>
                  <a:lnTo>
                    <a:pt x="3236648" y="3460159"/>
                  </a:lnTo>
                  <a:lnTo>
                    <a:pt x="3308270" y="3462627"/>
                  </a:lnTo>
                  <a:lnTo>
                    <a:pt x="3379893" y="3464836"/>
                  </a:lnTo>
                  <a:lnTo>
                    <a:pt x="3451515" y="3466815"/>
                  </a:lnTo>
                  <a:lnTo>
                    <a:pt x="3523138" y="3468586"/>
                  </a:lnTo>
                  <a:lnTo>
                    <a:pt x="3594760" y="3470172"/>
                  </a:lnTo>
                  <a:lnTo>
                    <a:pt x="3666383" y="3471593"/>
                  </a:lnTo>
                  <a:lnTo>
                    <a:pt x="3738005" y="3472864"/>
                  </a:lnTo>
                  <a:lnTo>
                    <a:pt x="3809628" y="3474003"/>
                  </a:lnTo>
                  <a:lnTo>
                    <a:pt x="3881250" y="3475022"/>
                  </a:lnTo>
                  <a:lnTo>
                    <a:pt x="3952873" y="3475935"/>
                  </a:lnTo>
                  <a:lnTo>
                    <a:pt x="4024495" y="3476752"/>
                  </a:lnTo>
                  <a:lnTo>
                    <a:pt x="4096118" y="3477484"/>
                  </a:lnTo>
                  <a:lnTo>
                    <a:pt x="4167740" y="3478139"/>
                  </a:lnTo>
                  <a:lnTo>
                    <a:pt x="4239363" y="3478726"/>
                  </a:lnTo>
                  <a:lnTo>
                    <a:pt x="4310985" y="3479251"/>
                  </a:lnTo>
                  <a:lnTo>
                    <a:pt x="4382608" y="3479721"/>
                  </a:lnTo>
                  <a:lnTo>
                    <a:pt x="4454230" y="3480143"/>
                  </a:lnTo>
                  <a:lnTo>
                    <a:pt x="4525853" y="3480520"/>
                  </a:lnTo>
                  <a:lnTo>
                    <a:pt x="4597476" y="3480857"/>
                  </a:lnTo>
                  <a:lnTo>
                    <a:pt x="4669098" y="3481160"/>
                  </a:lnTo>
                  <a:lnTo>
                    <a:pt x="4740721" y="3481430"/>
                  </a:lnTo>
                  <a:lnTo>
                    <a:pt x="4812343" y="3481673"/>
                  </a:lnTo>
                  <a:lnTo>
                    <a:pt x="4883966" y="3481890"/>
                  </a:lnTo>
                  <a:lnTo>
                    <a:pt x="4955588" y="3482084"/>
                  </a:lnTo>
                  <a:lnTo>
                    <a:pt x="5027211" y="34822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4.02 (0.67-24.16), p_Bonf = 0.768 (n = 6)  |  per IQR decline (Δ = 27.4 %): 45.64 (0.33-6253.85)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2026-08-19T20:32:04Z</dcterms:modified>
  <cp:category/>
</cp:coreProperties>
</file>