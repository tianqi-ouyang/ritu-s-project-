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2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25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222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61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14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411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38074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203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0600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231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7627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023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442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816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21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960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005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640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4798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31791"/>
            </a:xfrm>
            <a:custGeom>
              <a:avLst/>
              <a:pathLst>
                <a:path w="7090630" h="3431791">
                  <a:moveTo>
                    <a:pt x="0" y="727964"/>
                  </a:moveTo>
                  <a:lnTo>
                    <a:pt x="71622" y="800368"/>
                  </a:lnTo>
                  <a:lnTo>
                    <a:pt x="143245" y="870871"/>
                  </a:lnTo>
                  <a:lnTo>
                    <a:pt x="214867" y="939520"/>
                  </a:lnTo>
                  <a:lnTo>
                    <a:pt x="286490" y="1006366"/>
                  </a:lnTo>
                  <a:lnTo>
                    <a:pt x="358112" y="1071456"/>
                  </a:lnTo>
                  <a:lnTo>
                    <a:pt x="429735" y="1134836"/>
                  </a:lnTo>
                  <a:lnTo>
                    <a:pt x="501357" y="1196550"/>
                  </a:lnTo>
                  <a:lnTo>
                    <a:pt x="572980" y="1256643"/>
                  </a:lnTo>
                  <a:lnTo>
                    <a:pt x="644602" y="1315158"/>
                  </a:lnTo>
                  <a:lnTo>
                    <a:pt x="716225" y="1372134"/>
                  </a:lnTo>
                  <a:lnTo>
                    <a:pt x="787847" y="1427614"/>
                  </a:lnTo>
                  <a:lnTo>
                    <a:pt x="859470" y="1481636"/>
                  </a:lnTo>
                  <a:lnTo>
                    <a:pt x="931092" y="1534239"/>
                  </a:lnTo>
                  <a:lnTo>
                    <a:pt x="1002715" y="1585460"/>
                  </a:lnTo>
                  <a:lnTo>
                    <a:pt x="1074337" y="1635334"/>
                  </a:lnTo>
                  <a:lnTo>
                    <a:pt x="1145960" y="1683899"/>
                  </a:lnTo>
                  <a:lnTo>
                    <a:pt x="1217582" y="1731188"/>
                  </a:lnTo>
                  <a:lnTo>
                    <a:pt x="1289205" y="1777234"/>
                  </a:lnTo>
                  <a:lnTo>
                    <a:pt x="1360827" y="1822070"/>
                  </a:lnTo>
                  <a:lnTo>
                    <a:pt x="1432450" y="1865728"/>
                  </a:lnTo>
                  <a:lnTo>
                    <a:pt x="1504073" y="1908240"/>
                  </a:lnTo>
                  <a:lnTo>
                    <a:pt x="1575695" y="1949634"/>
                  </a:lnTo>
                  <a:lnTo>
                    <a:pt x="1647318" y="1989941"/>
                  </a:lnTo>
                  <a:lnTo>
                    <a:pt x="1718940" y="2029188"/>
                  </a:lnTo>
                  <a:lnTo>
                    <a:pt x="1790563" y="2067405"/>
                  </a:lnTo>
                  <a:lnTo>
                    <a:pt x="1862185" y="2104617"/>
                  </a:lnTo>
                  <a:lnTo>
                    <a:pt x="1933808" y="2140852"/>
                  </a:lnTo>
                  <a:lnTo>
                    <a:pt x="2005430" y="2176135"/>
                  </a:lnTo>
                  <a:lnTo>
                    <a:pt x="2077053" y="2210491"/>
                  </a:lnTo>
                  <a:lnTo>
                    <a:pt x="2148675" y="2243944"/>
                  </a:lnTo>
                  <a:lnTo>
                    <a:pt x="2220298" y="2276518"/>
                  </a:lnTo>
                  <a:lnTo>
                    <a:pt x="2291920" y="2308236"/>
                  </a:lnTo>
                  <a:lnTo>
                    <a:pt x="2363543" y="2339121"/>
                  </a:lnTo>
                  <a:lnTo>
                    <a:pt x="2435165" y="2369195"/>
                  </a:lnTo>
                  <a:lnTo>
                    <a:pt x="2506788" y="2398478"/>
                  </a:lnTo>
                  <a:lnTo>
                    <a:pt x="2578410" y="2426992"/>
                  </a:lnTo>
                  <a:lnTo>
                    <a:pt x="2650033" y="2454757"/>
                  </a:lnTo>
                  <a:lnTo>
                    <a:pt x="2721655" y="2481792"/>
                  </a:lnTo>
                  <a:lnTo>
                    <a:pt x="2793278" y="2508117"/>
                  </a:lnTo>
                  <a:lnTo>
                    <a:pt x="2864901" y="2533750"/>
                  </a:lnTo>
                  <a:lnTo>
                    <a:pt x="2936523" y="2558710"/>
                  </a:lnTo>
                  <a:lnTo>
                    <a:pt x="3008146" y="2583014"/>
                  </a:lnTo>
                  <a:lnTo>
                    <a:pt x="3079768" y="2606680"/>
                  </a:lnTo>
                  <a:lnTo>
                    <a:pt x="3151391" y="2629724"/>
                  </a:lnTo>
                  <a:lnTo>
                    <a:pt x="3223013" y="2652162"/>
                  </a:lnTo>
                  <a:lnTo>
                    <a:pt x="3294636" y="2606910"/>
                  </a:lnTo>
                  <a:lnTo>
                    <a:pt x="3366258" y="2551355"/>
                  </a:lnTo>
                  <a:lnTo>
                    <a:pt x="3437881" y="2492279"/>
                  </a:lnTo>
                  <a:lnTo>
                    <a:pt x="3509503" y="2429460"/>
                  </a:lnTo>
                  <a:lnTo>
                    <a:pt x="3581126" y="2362660"/>
                  </a:lnTo>
                  <a:lnTo>
                    <a:pt x="3652748" y="2291629"/>
                  </a:lnTo>
                  <a:lnTo>
                    <a:pt x="3724371" y="2216097"/>
                  </a:lnTo>
                  <a:lnTo>
                    <a:pt x="3795993" y="2135779"/>
                  </a:lnTo>
                  <a:lnTo>
                    <a:pt x="3867616" y="2050372"/>
                  </a:lnTo>
                  <a:lnTo>
                    <a:pt x="3939238" y="1959554"/>
                  </a:lnTo>
                  <a:lnTo>
                    <a:pt x="4010861" y="1862982"/>
                  </a:lnTo>
                  <a:lnTo>
                    <a:pt x="4082483" y="1760291"/>
                  </a:lnTo>
                  <a:lnTo>
                    <a:pt x="4154106" y="1651094"/>
                  </a:lnTo>
                  <a:lnTo>
                    <a:pt x="4225729" y="1534977"/>
                  </a:lnTo>
                  <a:lnTo>
                    <a:pt x="4297351" y="1411504"/>
                  </a:lnTo>
                  <a:lnTo>
                    <a:pt x="4368974" y="1280208"/>
                  </a:lnTo>
                  <a:lnTo>
                    <a:pt x="4440596" y="1140593"/>
                  </a:lnTo>
                  <a:lnTo>
                    <a:pt x="4512219" y="992131"/>
                  </a:lnTo>
                  <a:lnTo>
                    <a:pt x="4583841" y="834264"/>
                  </a:lnTo>
                  <a:lnTo>
                    <a:pt x="4655464" y="666393"/>
                  </a:lnTo>
                  <a:lnTo>
                    <a:pt x="4727086" y="487887"/>
                  </a:lnTo>
                  <a:lnTo>
                    <a:pt x="4798709" y="298071"/>
                  </a:lnTo>
                  <a:lnTo>
                    <a:pt x="4870331" y="96227"/>
                  </a:lnTo>
                  <a:lnTo>
                    <a:pt x="4902442" y="0"/>
                  </a:lnTo>
                  <a:lnTo>
                    <a:pt x="7090630" y="0"/>
                  </a:lnTo>
                  <a:lnTo>
                    <a:pt x="7090630" y="3286277"/>
                  </a:lnTo>
                  <a:lnTo>
                    <a:pt x="7019007" y="3280949"/>
                  </a:lnTo>
                  <a:lnTo>
                    <a:pt x="6947385" y="3275477"/>
                  </a:lnTo>
                  <a:lnTo>
                    <a:pt x="6875762" y="3269857"/>
                  </a:lnTo>
                  <a:lnTo>
                    <a:pt x="6804139" y="3264086"/>
                  </a:lnTo>
                  <a:lnTo>
                    <a:pt x="6732517" y="3258159"/>
                  </a:lnTo>
                  <a:lnTo>
                    <a:pt x="6660894" y="3252072"/>
                  </a:lnTo>
                  <a:lnTo>
                    <a:pt x="6589272" y="3245820"/>
                  </a:lnTo>
                  <a:lnTo>
                    <a:pt x="6517649" y="3239401"/>
                  </a:lnTo>
                  <a:lnTo>
                    <a:pt x="6446027" y="3232808"/>
                  </a:lnTo>
                  <a:lnTo>
                    <a:pt x="6374404" y="3226037"/>
                  </a:lnTo>
                  <a:lnTo>
                    <a:pt x="6302782" y="3219083"/>
                  </a:lnTo>
                  <a:lnTo>
                    <a:pt x="6231159" y="3211942"/>
                  </a:lnTo>
                  <a:lnTo>
                    <a:pt x="6159537" y="3204608"/>
                  </a:lnTo>
                  <a:lnTo>
                    <a:pt x="6087914" y="3197076"/>
                  </a:lnTo>
                  <a:lnTo>
                    <a:pt x="6016292" y="3189341"/>
                  </a:lnTo>
                  <a:lnTo>
                    <a:pt x="5944669" y="3181397"/>
                  </a:lnTo>
                  <a:lnTo>
                    <a:pt x="5873047" y="3173239"/>
                  </a:lnTo>
                  <a:lnTo>
                    <a:pt x="5801424" y="3164860"/>
                  </a:lnTo>
                  <a:lnTo>
                    <a:pt x="5729802" y="3156256"/>
                  </a:lnTo>
                  <a:lnTo>
                    <a:pt x="5658179" y="3147419"/>
                  </a:lnTo>
                  <a:lnTo>
                    <a:pt x="5586557" y="3138344"/>
                  </a:lnTo>
                  <a:lnTo>
                    <a:pt x="5514934" y="3129025"/>
                  </a:lnTo>
                  <a:lnTo>
                    <a:pt x="5443311" y="3119453"/>
                  </a:lnTo>
                  <a:lnTo>
                    <a:pt x="5371689" y="3109624"/>
                  </a:lnTo>
                  <a:lnTo>
                    <a:pt x="5300066" y="3099529"/>
                  </a:lnTo>
                  <a:lnTo>
                    <a:pt x="5228444" y="3089162"/>
                  </a:lnTo>
                  <a:lnTo>
                    <a:pt x="5156821" y="3078515"/>
                  </a:lnTo>
                  <a:lnTo>
                    <a:pt x="5085199" y="3067581"/>
                  </a:lnTo>
                  <a:lnTo>
                    <a:pt x="5013576" y="3056351"/>
                  </a:lnTo>
                  <a:lnTo>
                    <a:pt x="4941954" y="3044819"/>
                  </a:lnTo>
                  <a:lnTo>
                    <a:pt x="4870331" y="3032976"/>
                  </a:lnTo>
                  <a:lnTo>
                    <a:pt x="4798709" y="3020813"/>
                  </a:lnTo>
                  <a:lnTo>
                    <a:pt x="4727086" y="3008322"/>
                  </a:lnTo>
                  <a:lnTo>
                    <a:pt x="4655464" y="2995493"/>
                  </a:lnTo>
                  <a:lnTo>
                    <a:pt x="4583841" y="2982319"/>
                  </a:lnTo>
                  <a:lnTo>
                    <a:pt x="4512219" y="2968789"/>
                  </a:lnTo>
                  <a:lnTo>
                    <a:pt x="4440596" y="2954894"/>
                  </a:lnTo>
                  <a:lnTo>
                    <a:pt x="4368974" y="2940625"/>
                  </a:lnTo>
                  <a:lnTo>
                    <a:pt x="4297351" y="2925970"/>
                  </a:lnTo>
                  <a:lnTo>
                    <a:pt x="4225729" y="2910920"/>
                  </a:lnTo>
                  <a:lnTo>
                    <a:pt x="4154106" y="2895463"/>
                  </a:lnTo>
                  <a:lnTo>
                    <a:pt x="4082483" y="2879590"/>
                  </a:lnTo>
                  <a:lnTo>
                    <a:pt x="4010861" y="2863288"/>
                  </a:lnTo>
                  <a:lnTo>
                    <a:pt x="3939238" y="2846547"/>
                  </a:lnTo>
                  <a:lnTo>
                    <a:pt x="3867616" y="2829353"/>
                  </a:lnTo>
                  <a:lnTo>
                    <a:pt x="3795993" y="2811696"/>
                  </a:lnTo>
                  <a:lnTo>
                    <a:pt x="3724371" y="2793562"/>
                  </a:lnTo>
                  <a:lnTo>
                    <a:pt x="3652748" y="2774939"/>
                  </a:lnTo>
                  <a:lnTo>
                    <a:pt x="3581126" y="2755814"/>
                  </a:lnTo>
                  <a:lnTo>
                    <a:pt x="3509503" y="2736173"/>
                  </a:lnTo>
                  <a:lnTo>
                    <a:pt x="3437881" y="2716001"/>
                  </a:lnTo>
                  <a:lnTo>
                    <a:pt x="3366258" y="2695285"/>
                  </a:lnTo>
                  <a:lnTo>
                    <a:pt x="3294636" y="2674011"/>
                  </a:lnTo>
                  <a:lnTo>
                    <a:pt x="3223013" y="2659156"/>
                  </a:lnTo>
                  <a:lnTo>
                    <a:pt x="3151391" y="2708289"/>
                  </a:lnTo>
                  <a:lnTo>
                    <a:pt x="3079768" y="2754494"/>
                  </a:lnTo>
                  <a:lnTo>
                    <a:pt x="3008146" y="2797946"/>
                  </a:lnTo>
                  <a:lnTo>
                    <a:pt x="2936523" y="2838809"/>
                  </a:lnTo>
                  <a:lnTo>
                    <a:pt x="2864901" y="2877237"/>
                  </a:lnTo>
                  <a:lnTo>
                    <a:pt x="2793278" y="2913376"/>
                  </a:lnTo>
                  <a:lnTo>
                    <a:pt x="2721655" y="2947361"/>
                  </a:lnTo>
                  <a:lnTo>
                    <a:pt x="2650033" y="2979321"/>
                  </a:lnTo>
                  <a:lnTo>
                    <a:pt x="2578410" y="3009377"/>
                  </a:lnTo>
                  <a:lnTo>
                    <a:pt x="2506788" y="3037642"/>
                  </a:lnTo>
                  <a:lnTo>
                    <a:pt x="2435165" y="3064223"/>
                  </a:lnTo>
                  <a:lnTo>
                    <a:pt x="2363543" y="3089220"/>
                  </a:lnTo>
                  <a:lnTo>
                    <a:pt x="2291920" y="3112727"/>
                  </a:lnTo>
                  <a:lnTo>
                    <a:pt x="2220298" y="3134834"/>
                  </a:lnTo>
                  <a:lnTo>
                    <a:pt x="2148675" y="3155624"/>
                  </a:lnTo>
                  <a:lnTo>
                    <a:pt x="2077053" y="3175175"/>
                  </a:lnTo>
                  <a:lnTo>
                    <a:pt x="2005430" y="3193561"/>
                  </a:lnTo>
                  <a:lnTo>
                    <a:pt x="1933808" y="3210852"/>
                  </a:lnTo>
                  <a:lnTo>
                    <a:pt x="1862185" y="3227112"/>
                  </a:lnTo>
                  <a:lnTo>
                    <a:pt x="1790563" y="3242403"/>
                  </a:lnTo>
                  <a:lnTo>
                    <a:pt x="1718940" y="3256783"/>
                  </a:lnTo>
                  <a:lnTo>
                    <a:pt x="1647318" y="3270307"/>
                  </a:lnTo>
                  <a:lnTo>
                    <a:pt x="1575695" y="3283025"/>
                  </a:lnTo>
                  <a:lnTo>
                    <a:pt x="1504073" y="3294984"/>
                  </a:lnTo>
                  <a:lnTo>
                    <a:pt x="1432450" y="3306232"/>
                  </a:lnTo>
                  <a:lnTo>
                    <a:pt x="1360827" y="3316809"/>
                  </a:lnTo>
                  <a:lnTo>
                    <a:pt x="1289205" y="3326756"/>
                  </a:lnTo>
                  <a:lnTo>
                    <a:pt x="1217582" y="3336110"/>
                  </a:lnTo>
                  <a:lnTo>
                    <a:pt x="1145960" y="3344907"/>
                  </a:lnTo>
                  <a:lnTo>
                    <a:pt x="1074337" y="3353179"/>
                  </a:lnTo>
                  <a:lnTo>
                    <a:pt x="1002715" y="3360959"/>
                  </a:lnTo>
                  <a:lnTo>
                    <a:pt x="931092" y="3368275"/>
                  </a:lnTo>
                  <a:lnTo>
                    <a:pt x="859470" y="3375156"/>
                  </a:lnTo>
                  <a:lnTo>
                    <a:pt x="787847" y="3381626"/>
                  </a:lnTo>
                  <a:lnTo>
                    <a:pt x="716225" y="3387711"/>
                  </a:lnTo>
                  <a:lnTo>
                    <a:pt x="644602" y="3393433"/>
                  </a:lnTo>
                  <a:lnTo>
                    <a:pt x="572980" y="3398814"/>
                  </a:lnTo>
                  <a:lnTo>
                    <a:pt x="501357" y="3403875"/>
                  </a:lnTo>
                  <a:lnTo>
                    <a:pt x="429735" y="3408634"/>
                  </a:lnTo>
                  <a:lnTo>
                    <a:pt x="358112" y="3413109"/>
                  </a:lnTo>
                  <a:lnTo>
                    <a:pt x="286490" y="3417318"/>
                  </a:lnTo>
                  <a:lnTo>
                    <a:pt x="214867" y="3421276"/>
                  </a:lnTo>
                  <a:lnTo>
                    <a:pt x="143245" y="3424999"/>
                  </a:lnTo>
                  <a:lnTo>
                    <a:pt x="71622" y="3428499"/>
                  </a:lnTo>
                  <a:lnTo>
                    <a:pt x="0" y="343179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073503"/>
              <a:ext cx="4902442" cy="2652162"/>
            </a:xfrm>
            <a:custGeom>
              <a:avLst/>
              <a:pathLst>
                <a:path w="4902442" h="2652162">
                  <a:moveTo>
                    <a:pt x="0" y="727964"/>
                  </a:moveTo>
                  <a:lnTo>
                    <a:pt x="71622" y="800368"/>
                  </a:lnTo>
                  <a:lnTo>
                    <a:pt x="143245" y="870871"/>
                  </a:lnTo>
                  <a:lnTo>
                    <a:pt x="214867" y="939520"/>
                  </a:lnTo>
                  <a:lnTo>
                    <a:pt x="286490" y="1006366"/>
                  </a:lnTo>
                  <a:lnTo>
                    <a:pt x="358112" y="1071456"/>
                  </a:lnTo>
                  <a:lnTo>
                    <a:pt x="429735" y="1134836"/>
                  </a:lnTo>
                  <a:lnTo>
                    <a:pt x="501357" y="1196550"/>
                  </a:lnTo>
                  <a:lnTo>
                    <a:pt x="572980" y="1256643"/>
                  </a:lnTo>
                  <a:lnTo>
                    <a:pt x="644602" y="1315158"/>
                  </a:lnTo>
                  <a:lnTo>
                    <a:pt x="716225" y="1372134"/>
                  </a:lnTo>
                  <a:lnTo>
                    <a:pt x="787847" y="1427614"/>
                  </a:lnTo>
                  <a:lnTo>
                    <a:pt x="859470" y="1481636"/>
                  </a:lnTo>
                  <a:lnTo>
                    <a:pt x="931092" y="1534239"/>
                  </a:lnTo>
                  <a:lnTo>
                    <a:pt x="1002715" y="1585460"/>
                  </a:lnTo>
                  <a:lnTo>
                    <a:pt x="1074337" y="1635334"/>
                  </a:lnTo>
                  <a:lnTo>
                    <a:pt x="1145960" y="1683899"/>
                  </a:lnTo>
                  <a:lnTo>
                    <a:pt x="1217582" y="1731188"/>
                  </a:lnTo>
                  <a:lnTo>
                    <a:pt x="1289205" y="1777234"/>
                  </a:lnTo>
                  <a:lnTo>
                    <a:pt x="1360827" y="1822070"/>
                  </a:lnTo>
                  <a:lnTo>
                    <a:pt x="1432450" y="1865728"/>
                  </a:lnTo>
                  <a:lnTo>
                    <a:pt x="1504073" y="1908240"/>
                  </a:lnTo>
                  <a:lnTo>
                    <a:pt x="1575695" y="1949634"/>
                  </a:lnTo>
                  <a:lnTo>
                    <a:pt x="1647318" y="1989941"/>
                  </a:lnTo>
                  <a:lnTo>
                    <a:pt x="1718940" y="2029188"/>
                  </a:lnTo>
                  <a:lnTo>
                    <a:pt x="1790563" y="2067405"/>
                  </a:lnTo>
                  <a:lnTo>
                    <a:pt x="1862185" y="2104617"/>
                  </a:lnTo>
                  <a:lnTo>
                    <a:pt x="1933808" y="2140852"/>
                  </a:lnTo>
                  <a:lnTo>
                    <a:pt x="2005430" y="2176135"/>
                  </a:lnTo>
                  <a:lnTo>
                    <a:pt x="2077053" y="2210491"/>
                  </a:lnTo>
                  <a:lnTo>
                    <a:pt x="2148675" y="2243944"/>
                  </a:lnTo>
                  <a:lnTo>
                    <a:pt x="2220298" y="2276518"/>
                  </a:lnTo>
                  <a:lnTo>
                    <a:pt x="2291920" y="2308236"/>
                  </a:lnTo>
                  <a:lnTo>
                    <a:pt x="2363543" y="2339121"/>
                  </a:lnTo>
                  <a:lnTo>
                    <a:pt x="2435165" y="2369195"/>
                  </a:lnTo>
                  <a:lnTo>
                    <a:pt x="2506788" y="2398478"/>
                  </a:lnTo>
                  <a:lnTo>
                    <a:pt x="2578410" y="2426992"/>
                  </a:lnTo>
                  <a:lnTo>
                    <a:pt x="2650033" y="2454757"/>
                  </a:lnTo>
                  <a:lnTo>
                    <a:pt x="2721655" y="2481792"/>
                  </a:lnTo>
                  <a:lnTo>
                    <a:pt x="2793278" y="2508117"/>
                  </a:lnTo>
                  <a:lnTo>
                    <a:pt x="2864901" y="2533750"/>
                  </a:lnTo>
                  <a:lnTo>
                    <a:pt x="2936523" y="2558710"/>
                  </a:lnTo>
                  <a:lnTo>
                    <a:pt x="3008146" y="2583014"/>
                  </a:lnTo>
                  <a:lnTo>
                    <a:pt x="3079768" y="2606680"/>
                  </a:lnTo>
                  <a:lnTo>
                    <a:pt x="3151391" y="2629724"/>
                  </a:lnTo>
                  <a:lnTo>
                    <a:pt x="3223013" y="2652162"/>
                  </a:lnTo>
                  <a:lnTo>
                    <a:pt x="3294636" y="2606910"/>
                  </a:lnTo>
                  <a:lnTo>
                    <a:pt x="3366258" y="2551355"/>
                  </a:lnTo>
                  <a:lnTo>
                    <a:pt x="3437881" y="2492279"/>
                  </a:lnTo>
                  <a:lnTo>
                    <a:pt x="3509503" y="2429460"/>
                  </a:lnTo>
                  <a:lnTo>
                    <a:pt x="3581126" y="2362660"/>
                  </a:lnTo>
                  <a:lnTo>
                    <a:pt x="3652748" y="2291629"/>
                  </a:lnTo>
                  <a:lnTo>
                    <a:pt x="3724371" y="2216097"/>
                  </a:lnTo>
                  <a:lnTo>
                    <a:pt x="3795993" y="2135779"/>
                  </a:lnTo>
                  <a:lnTo>
                    <a:pt x="3867616" y="2050372"/>
                  </a:lnTo>
                  <a:lnTo>
                    <a:pt x="3939238" y="1959554"/>
                  </a:lnTo>
                  <a:lnTo>
                    <a:pt x="4010861" y="1862982"/>
                  </a:lnTo>
                  <a:lnTo>
                    <a:pt x="4082483" y="1760291"/>
                  </a:lnTo>
                  <a:lnTo>
                    <a:pt x="4154106" y="1651094"/>
                  </a:lnTo>
                  <a:lnTo>
                    <a:pt x="4225729" y="1534977"/>
                  </a:lnTo>
                  <a:lnTo>
                    <a:pt x="4297351" y="1411504"/>
                  </a:lnTo>
                  <a:lnTo>
                    <a:pt x="4368974" y="1280208"/>
                  </a:lnTo>
                  <a:lnTo>
                    <a:pt x="4440596" y="1140593"/>
                  </a:lnTo>
                  <a:lnTo>
                    <a:pt x="4512219" y="992131"/>
                  </a:lnTo>
                  <a:lnTo>
                    <a:pt x="4583841" y="834264"/>
                  </a:lnTo>
                  <a:lnTo>
                    <a:pt x="4655464" y="666393"/>
                  </a:lnTo>
                  <a:lnTo>
                    <a:pt x="4727086" y="487887"/>
                  </a:lnTo>
                  <a:lnTo>
                    <a:pt x="4798709" y="298071"/>
                  </a:lnTo>
                  <a:lnTo>
                    <a:pt x="4870331" y="96227"/>
                  </a:lnTo>
                  <a:lnTo>
                    <a:pt x="490244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32659"/>
              <a:ext cx="7090630" cy="772634"/>
            </a:xfrm>
            <a:custGeom>
              <a:avLst/>
              <a:pathLst>
                <a:path w="7090630" h="772634">
                  <a:moveTo>
                    <a:pt x="7090630" y="627120"/>
                  </a:moveTo>
                  <a:lnTo>
                    <a:pt x="7019007" y="621792"/>
                  </a:lnTo>
                  <a:lnTo>
                    <a:pt x="6947385" y="616320"/>
                  </a:lnTo>
                  <a:lnTo>
                    <a:pt x="6875762" y="610700"/>
                  </a:lnTo>
                  <a:lnTo>
                    <a:pt x="6804139" y="604929"/>
                  </a:lnTo>
                  <a:lnTo>
                    <a:pt x="6732517" y="599002"/>
                  </a:lnTo>
                  <a:lnTo>
                    <a:pt x="6660894" y="592915"/>
                  </a:lnTo>
                  <a:lnTo>
                    <a:pt x="6589272" y="586664"/>
                  </a:lnTo>
                  <a:lnTo>
                    <a:pt x="6517649" y="580244"/>
                  </a:lnTo>
                  <a:lnTo>
                    <a:pt x="6446027" y="573651"/>
                  </a:lnTo>
                  <a:lnTo>
                    <a:pt x="6374404" y="566880"/>
                  </a:lnTo>
                  <a:lnTo>
                    <a:pt x="6302782" y="559926"/>
                  </a:lnTo>
                  <a:lnTo>
                    <a:pt x="6231159" y="552785"/>
                  </a:lnTo>
                  <a:lnTo>
                    <a:pt x="6159537" y="545451"/>
                  </a:lnTo>
                  <a:lnTo>
                    <a:pt x="6087914" y="537919"/>
                  </a:lnTo>
                  <a:lnTo>
                    <a:pt x="6016292" y="530184"/>
                  </a:lnTo>
                  <a:lnTo>
                    <a:pt x="5944669" y="522240"/>
                  </a:lnTo>
                  <a:lnTo>
                    <a:pt x="5873047" y="514082"/>
                  </a:lnTo>
                  <a:lnTo>
                    <a:pt x="5801424" y="505704"/>
                  </a:lnTo>
                  <a:lnTo>
                    <a:pt x="5729802" y="497099"/>
                  </a:lnTo>
                  <a:lnTo>
                    <a:pt x="5658179" y="488263"/>
                  </a:lnTo>
                  <a:lnTo>
                    <a:pt x="5586557" y="479188"/>
                  </a:lnTo>
                  <a:lnTo>
                    <a:pt x="5514934" y="469868"/>
                  </a:lnTo>
                  <a:lnTo>
                    <a:pt x="5443311" y="460297"/>
                  </a:lnTo>
                  <a:lnTo>
                    <a:pt x="5371689" y="450467"/>
                  </a:lnTo>
                  <a:lnTo>
                    <a:pt x="5300066" y="440372"/>
                  </a:lnTo>
                  <a:lnTo>
                    <a:pt x="5228444" y="430005"/>
                  </a:lnTo>
                  <a:lnTo>
                    <a:pt x="5156821" y="419358"/>
                  </a:lnTo>
                  <a:lnTo>
                    <a:pt x="5085199" y="408424"/>
                  </a:lnTo>
                  <a:lnTo>
                    <a:pt x="5013576" y="397195"/>
                  </a:lnTo>
                  <a:lnTo>
                    <a:pt x="4941954" y="385662"/>
                  </a:lnTo>
                  <a:lnTo>
                    <a:pt x="4870331" y="373819"/>
                  </a:lnTo>
                  <a:lnTo>
                    <a:pt x="4798709" y="361656"/>
                  </a:lnTo>
                  <a:lnTo>
                    <a:pt x="4727086" y="349165"/>
                  </a:lnTo>
                  <a:lnTo>
                    <a:pt x="4655464" y="336337"/>
                  </a:lnTo>
                  <a:lnTo>
                    <a:pt x="4583841" y="323162"/>
                  </a:lnTo>
                  <a:lnTo>
                    <a:pt x="4512219" y="309633"/>
                  </a:lnTo>
                  <a:lnTo>
                    <a:pt x="4440596" y="295738"/>
                  </a:lnTo>
                  <a:lnTo>
                    <a:pt x="4368974" y="281468"/>
                  </a:lnTo>
                  <a:lnTo>
                    <a:pt x="4297351" y="266813"/>
                  </a:lnTo>
                  <a:lnTo>
                    <a:pt x="4225729" y="251763"/>
                  </a:lnTo>
                  <a:lnTo>
                    <a:pt x="4154106" y="236307"/>
                  </a:lnTo>
                  <a:lnTo>
                    <a:pt x="4082483" y="220433"/>
                  </a:lnTo>
                  <a:lnTo>
                    <a:pt x="4010861" y="204131"/>
                  </a:lnTo>
                  <a:lnTo>
                    <a:pt x="3939238" y="187390"/>
                  </a:lnTo>
                  <a:lnTo>
                    <a:pt x="3867616" y="170197"/>
                  </a:lnTo>
                  <a:lnTo>
                    <a:pt x="3795993" y="152539"/>
                  </a:lnTo>
                  <a:lnTo>
                    <a:pt x="3724371" y="134406"/>
                  </a:lnTo>
                  <a:lnTo>
                    <a:pt x="3652748" y="115783"/>
                  </a:lnTo>
                  <a:lnTo>
                    <a:pt x="3581126" y="96657"/>
                  </a:lnTo>
                  <a:lnTo>
                    <a:pt x="3509503" y="77016"/>
                  </a:lnTo>
                  <a:lnTo>
                    <a:pt x="3437881" y="56844"/>
                  </a:lnTo>
                  <a:lnTo>
                    <a:pt x="3366258" y="36129"/>
                  </a:lnTo>
                  <a:lnTo>
                    <a:pt x="3294636" y="14854"/>
                  </a:lnTo>
                  <a:lnTo>
                    <a:pt x="3223013" y="0"/>
                  </a:lnTo>
                  <a:lnTo>
                    <a:pt x="3151391" y="49132"/>
                  </a:lnTo>
                  <a:lnTo>
                    <a:pt x="3079768" y="95337"/>
                  </a:lnTo>
                  <a:lnTo>
                    <a:pt x="3008146" y="138789"/>
                  </a:lnTo>
                  <a:lnTo>
                    <a:pt x="2936523" y="179652"/>
                  </a:lnTo>
                  <a:lnTo>
                    <a:pt x="2864901" y="218081"/>
                  </a:lnTo>
                  <a:lnTo>
                    <a:pt x="2793278" y="254219"/>
                  </a:lnTo>
                  <a:lnTo>
                    <a:pt x="2721655" y="288204"/>
                  </a:lnTo>
                  <a:lnTo>
                    <a:pt x="2650033" y="320164"/>
                  </a:lnTo>
                  <a:lnTo>
                    <a:pt x="2578410" y="350220"/>
                  </a:lnTo>
                  <a:lnTo>
                    <a:pt x="2506788" y="378485"/>
                  </a:lnTo>
                  <a:lnTo>
                    <a:pt x="2435165" y="405066"/>
                  </a:lnTo>
                  <a:lnTo>
                    <a:pt x="2363543" y="430063"/>
                  </a:lnTo>
                  <a:lnTo>
                    <a:pt x="2291920" y="453571"/>
                  </a:lnTo>
                  <a:lnTo>
                    <a:pt x="2220298" y="475678"/>
                  </a:lnTo>
                  <a:lnTo>
                    <a:pt x="2148675" y="496467"/>
                  </a:lnTo>
                  <a:lnTo>
                    <a:pt x="2077053" y="516018"/>
                  </a:lnTo>
                  <a:lnTo>
                    <a:pt x="2005430" y="534404"/>
                  </a:lnTo>
                  <a:lnTo>
                    <a:pt x="1933808" y="551695"/>
                  </a:lnTo>
                  <a:lnTo>
                    <a:pt x="1862185" y="567955"/>
                  </a:lnTo>
                  <a:lnTo>
                    <a:pt x="1790563" y="583247"/>
                  </a:lnTo>
                  <a:lnTo>
                    <a:pt x="1718940" y="597627"/>
                  </a:lnTo>
                  <a:lnTo>
                    <a:pt x="1647318" y="611150"/>
                  </a:lnTo>
                  <a:lnTo>
                    <a:pt x="1575695" y="623868"/>
                  </a:lnTo>
                  <a:lnTo>
                    <a:pt x="1504073" y="635828"/>
                  </a:lnTo>
                  <a:lnTo>
                    <a:pt x="1432450" y="647075"/>
                  </a:lnTo>
                  <a:lnTo>
                    <a:pt x="1360827" y="657652"/>
                  </a:lnTo>
                  <a:lnTo>
                    <a:pt x="1289205" y="667599"/>
                  </a:lnTo>
                  <a:lnTo>
                    <a:pt x="1217582" y="676953"/>
                  </a:lnTo>
                  <a:lnTo>
                    <a:pt x="1145960" y="685750"/>
                  </a:lnTo>
                  <a:lnTo>
                    <a:pt x="1074337" y="694023"/>
                  </a:lnTo>
                  <a:lnTo>
                    <a:pt x="1002715" y="701802"/>
                  </a:lnTo>
                  <a:lnTo>
                    <a:pt x="931092" y="709119"/>
                  </a:lnTo>
                  <a:lnTo>
                    <a:pt x="859470" y="715999"/>
                  </a:lnTo>
                  <a:lnTo>
                    <a:pt x="787847" y="722469"/>
                  </a:lnTo>
                  <a:lnTo>
                    <a:pt x="716225" y="728554"/>
                  </a:lnTo>
                  <a:lnTo>
                    <a:pt x="644602" y="734276"/>
                  </a:lnTo>
                  <a:lnTo>
                    <a:pt x="572980" y="739657"/>
                  </a:lnTo>
                  <a:lnTo>
                    <a:pt x="501357" y="744718"/>
                  </a:lnTo>
                  <a:lnTo>
                    <a:pt x="429735" y="749477"/>
                  </a:lnTo>
                  <a:lnTo>
                    <a:pt x="358112" y="753953"/>
                  </a:lnTo>
                  <a:lnTo>
                    <a:pt x="286490" y="758162"/>
                  </a:lnTo>
                  <a:lnTo>
                    <a:pt x="214867" y="762120"/>
                  </a:lnTo>
                  <a:lnTo>
                    <a:pt x="143245" y="765842"/>
                  </a:lnTo>
                  <a:lnTo>
                    <a:pt x="71622" y="769342"/>
                  </a:lnTo>
                  <a:lnTo>
                    <a:pt x="0" y="7726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437750"/>
              <a:ext cx="7090630" cy="1741111"/>
            </a:xfrm>
            <a:custGeom>
              <a:avLst/>
              <a:pathLst>
                <a:path w="7090630" h="1741111">
                  <a:moveTo>
                    <a:pt x="0" y="1741111"/>
                  </a:moveTo>
                  <a:lnTo>
                    <a:pt x="71622" y="1734468"/>
                  </a:lnTo>
                  <a:lnTo>
                    <a:pt x="143245" y="1727708"/>
                  </a:lnTo>
                  <a:lnTo>
                    <a:pt x="214867" y="1720829"/>
                  </a:lnTo>
                  <a:lnTo>
                    <a:pt x="286490" y="1713830"/>
                  </a:lnTo>
                  <a:lnTo>
                    <a:pt x="358112" y="1706708"/>
                  </a:lnTo>
                  <a:lnTo>
                    <a:pt x="429735" y="1699461"/>
                  </a:lnTo>
                  <a:lnTo>
                    <a:pt x="501357" y="1692086"/>
                  </a:lnTo>
                  <a:lnTo>
                    <a:pt x="572980" y="1684582"/>
                  </a:lnTo>
                  <a:lnTo>
                    <a:pt x="644602" y="1676947"/>
                  </a:lnTo>
                  <a:lnTo>
                    <a:pt x="716225" y="1669177"/>
                  </a:lnTo>
                  <a:lnTo>
                    <a:pt x="787847" y="1661271"/>
                  </a:lnTo>
                  <a:lnTo>
                    <a:pt x="859470" y="1653226"/>
                  </a:lnTo>
                  <a:lnTo>
                    <a:pt x="931092" y="1645040"/>
                  </a:lnTo>
                  <a:lnTo>
                    <a:pt x="1002715" y="1636710"/>
                  </a:lnTo>
                  <a:lnTo>
                    <a:pt x="1074337" y="1628234"/>
                  </a:lnTo>
                  <a:lnTo>
                    <a:pt x="1145960" y="1619609"/>
                  </a:lnTo>
                  <a:lnTo>
                    <a:pt x="1217582" y="1610833"/>
                  </a:lnTo>
                  <a:lnTo>
                    <a:pt x="1289205" y="1601902"/>
                  </a:lnTo>
                  <a:lnTo>
                    <a:pt x="1360827" y="1592815"/>
                  </a:lnTo>
                  <a:lnTo>
                    <a:pt x="1432450" y="1583568"/>
                  </a:lnTo>
                  <a:lnTo>
                    <a:pt x="1504073" y="1574159"/>
                  </a:lnTo>
                  <a:lnTo>
                    <a:pt x="1575695" y="1564585"/>
                  </a:lnTo>
                  <a:lnTo>
                    <a:pt x="1647318" y="1554843"/>
                  </a:lnTo>
                  <a:lnTo>
                    <a:pt x="1718940" y="1544929"/>
                  </a:lnTo>
                  <a:lnTo>
                    <a:pt x="1790563" y="1534842"/>
                  </a:lnTo>
                  <a:lnTo>
                    <a:pt x="1862185" y="1524577"/>
                  </a:lnTo>
                  <a:lnTo>
                    <a:pt x="1933808" y="1514133"/>
                  </a:lnTo>
                  <a:lnTo>
                    <a:pt x="2005430" y="1503504"/>
                  </a:lnTo>
                  <a:lnTo>
                    <a:pt x="2077053" y="1492690"/>
                  </a:lnTo>
                  <a:lnTo>
                    <a:pt x="2148675" y="1481685"/>
                  </a:lnTo>
                  <a:lnTo>
                    <a:pt x="2220298" y="1470487"/>
                  </a:lnTo>
                  <a:lnTo>
                    <a:pt x="2291920" y="1459093"/>
                  </a:lnTo>
                  <a:lnTo>
                    <a:pt x="2363543" y="1447498"/>
                  </a:lnTo>
                  <a:lnTo>
                    <a:pt x="2435165" y="1435700"/>
                  </a:lnTo>
                  <a:lnTo>
                    <a:pt x="2506788" y="1423695"/>
                  </a:lnTo>
                  <a:lnTo>
                    <a:pt x="2578410" y="1411479"/>
                  </a:lnTo>
                  <a:lnTo>
                    <a:pt x="2650033" y="1399049"/>
                  </a:lnTo>
                  <a:lnTo>
                    <a:pt x="2721655" y="1386400"/>
                  </a:lnTo>
                  <a:lnTo>
                    <a:pt x="2793278" y="1373530"/>
                  </a:lnTo>
                  <a:lnTo>
                    <a:pt x="2864901" y="1360433"/>
                  </a:lnTo>
                  <a:lnTo>
                    <a:pt x="2936523" y="1347107"/>
                  </a:lnTo>
                  <a:lnTo>
                    <a:pt x="3008146" y="1333546"/>
                  </a:lnTo>
                  <a:lnTo>
                    <a:pt x="3079768" y="1319748"/>
                  </a:lnTo>
                  <a:lnTo>
                    <a:pt x="3151391" y="1305707"/>
                  </a:lnTo>
                  <a:lnTo>
                    <a:pt x="3223013" y="1291419"/>
                  </a:lnTo>
                  <a:lnTo>
                    <a:pt x="3294636" y="1276881"/>
                  </a:lnTo>
                  <a:lnTo>
                    <a:pt x="3366258" y="1262088"/>
                  </a:lnTo>
                  <a:lnTo>
                    <a:pt x="3437881" y="1247035"/>
                  </a:lnTo>
                  <a:lnTo>
                    <a:pt x="3509503" y="1231717"/>
                  </a:lnTo>
                  <a:lnTo>
                    <a:pt x="3581126" y="1216131"/>
                  </a:lnTo>
                  <a:lnTo>
                    <a:pt x="3652748" y="1200271"/>
                  </a:lnTo>
                  <a:lnTo>
                    <a:pt x="3724371" y="1184132"/>
                  </a:lnTo>
                  <a:lnTo>
                    <a:pt x="3795993" y="1167710"/>
                  </a:lnTo>
                  <a:lnTo>
                    <a:pt x="3867616" y="1151000"/>
                  </a:lnTo>
                  <a:lnTo>
                    <a:pt x="3939238" y="1133997"/>
                  </a:lnTo>
                  <a:lnTo>
                    <a:pt x="4010861" y="1116695"/>
                  </a:lnTo>
                  <a:lnTo>
                    <a:pt x="4082483" y="1099089"/>
                  </a:lnTo>
                  <a:lnTo>
                    <a:pt x="4154106" y="1081174"/>
                  </a:lnTo>
                  <a:lnTo>
                    <a:pt x="4225729" y="1062945"/>
                  </a:lnTo>
                  <a:lnTo>
                    <a:pt x="4297351" y="1044396"/>
                  </a:lnTo>
                  <a:lnTo>
                    <a:pt x="4368974" y="1025521"/>
                  </a:lnTo>
                  <a:lnTo>
                    <a:pt x="4440596" y="1006314"/>
                  </a:lnTo>
                  <a:lnTo>
                    <a:pt x="4512219" y="986770"/>
                  </a:lnTo>
                  <a:lnTo>
                    <a:pt x="4583841" y="966884"/>
                  </a:lnTo>
                  <a:lnTo>
                    <a:pt x="4655464" y="946648"/>
                  </a:lnTo>
                  <a:lnTo>
                    <a:pt x="4727086" y="926057"/>
                  </a:lnTo>
                  <a:lnTo>
                    <a:pt x="4798709" y="905104"/>
                  </a:lnTo>
                  <a:lnTo>
                    <a:pt x="4870331" y="883783"/>
                  </a:lnTo>
                  <a:lnTo>
                    <a:pt x="4941954" y="862088"/>
                  </a:lnTo>
                  <a:lnTo>
                    <a:pt x="5013576" y="840013"/>
                  </a:lnTo>
                  <a:lnTo>
                    <a:pt x="5085199" y="817549"/>
                  </a:lnTo>
                  <a:lnTo>
                    <a:pt x="5156821" y="794692"/>
                  </a:lnTo>
                  <a:lnTo>
                    <a:pt x="5228444" y="771433"/>
                  </a:lnTo>
                  <a:lnTo>
                    <a:pt x="5300066" y="747765"/>
                  </a:lnTo>
                  <a:lnTo>
                    <a:pt x="5371689" y="723682"/>
                  </a:lnTo>
                  <a:lnTo>
                    <a:pt x="5443311" y="699177"/>
                  </a:lnTo>
                  <a:lnTo>
                    <a:pt x="5514934" y="674241"/>
                  </a:lnTo>
                  <a:lnTo>
                    <a:pt x="5586557" y="648867"/>
                  </a:lnTo>
                  <a:lnTo>
                    <a:pt x="5658179" y="623048"/>
                  </a:lnTo>
                  <a:lnTo>
                    <a:pt x="5729802" y="596775"/>
                  </a:lnTo>
                  <a:lnTo>
                    <a:pt x="5801424" y="570042"/>
                  </a:lnTo>
                  <a:lnTo>
                    <a:pt x="5873047" y="542839"/>
                  </a:lnTo>
                  <a:lnTo>
                    <a:pt x="5944669" y="515158"/>
                  </a:lnTo>
                  <a:lnTo>
                    <a:pt x="6016292" y="486991"/>
                  </a:lnTo>
                  <a:lnTo>
                    <a:pt x="6087914" y="458330"/>
                  </a:lnTo>
                  <a:lnTo>
                    <a:pt x="6159537" y="429166"/>
                  </a:lnTo>
                  <a:lnTo>
                    <a:pt x="6231159" y="399490"/>
                  </a:lnTo>
                  <a:lnTo>
                    <a:pt x="6302782" y="369292"/>
                  </a:lnTo>
                  <a:lnTo>
                    <a:pt x="6374404" y="338565"/>
                  </a:lnTo>
                  <a:lnTo>
                    <a:pt x="6446027" y="307298"/>
                  </a:lnTo>
                  <a:lnTo>
                    <a:pt x="6517649" y="275482"/>
                  </a:lnTo>
                  <a:lnTo>
                    <a:pt x="6589272" y="243107"/>
                  </a:lnTo>
                  <a:lnTo>
                    <a:pt x="6660894" y="210164"/>
                  </a:lnTo>
                  <a:lnTo>
                    <a:pt x="6732517" y="176643"/>
                  </a:lnTo>
                  <a:lnTo>
                    <a:pt x="6804139" y="142533"/>
                  </a:lnTo>
                  <a:lnTo>
                    <a:pt x="6875762" y="107825"/>
                  </a:lnTo>
                  <a:lnTo>
                    <a:pt x="6947385" y="72507"/>
                  </a:lnTo>
                  <a:lnTo>
                    <a:pt x="7019007" y="36569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019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50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4334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4232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68196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5215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36123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20086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09020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8987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73838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5780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41765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6" name="tx5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0.82 (0.49-1.37), p_Bonf = 1.000 (n = 6)  |  per IQR decline (Δ = 22.9 %): 0.63 (0.19-2.05)  |  IQR: [-19.2, 3.7] 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17517" y="1669789"/>
              <a:ext cx="457986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2026-10-08T10:13:10Z</dcterms:modified>
  <cp:category/>
</cp:coreProperties>
</file>