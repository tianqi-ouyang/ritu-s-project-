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145457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275527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3405596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72127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94864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17601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40338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72874" y="471049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2874" y="3840561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2970631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3495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06232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28969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320344" y="4161958"/>
              <a:ext cx="6949396" cy="1331997"/>
            </a:xfrm>
            <a:custGeom>
              <a:avLst/>
              <a:pathLst>
                <a:path w="6949396" h="1331997">
                  <a:moveTo>
                    <a:pt x="0" y="1331997"/>
                  </a:moveTo>
                  <a:lnTo>
                    <a:pt x="89094" y="1331997"/>
                  </a:lnTo>
                  <a:lnTo>
                    <a:pt x="89094" y="1246677"/>
                  </a:lnTo>
                  <a:lnTo>
                    <a:pt x="178189" y="1246677"/>
                  </a:lnTo>
                  <a:lnTo>
                    <a:pt x="178189" y="1160794"/>
                  </a:lnTo>
                  <a:lnTo>
                    <a:pt x="534568" y="1160794"/>
                  </a:lnTo>
                  <a:lnTo>
                    <a:pt x="534568" y="1076550"/>
                  </a:lnTo>
                  <a:lnTo>
                    <a:pt x="1514612" y="1076550"/>
                  </a:lnTo>
                  <a:lnTo>
                    <a:pt x="1514612" y="993229"/>
                  </a:lnTo>
                  <a:lnTo>
                    <a:pt x="1781896" y="993229"/>
                  </a:lnTo>
                  <a:lnTo>
                    <a:pt x="1781896" y="911153"/>
                  </a:lnTo>
                  <a:lnTo>
                    <a:pt x="2940129" y="911153"/>
                  </a:lnTo>
                  <a:lnTo>
                    <a:pt x="2940129" y="819325"/>
                  </a:lnTo>
                  <a:lnTo>
                    <a:pt x="3029224" y="819325"/>
                  </a:lnTo>
                  <a:lnTo>
                    <a:pt x="3029224" y="717041"/>
                  </a:lnTo>
                  <a:lnTo>
                    <a:pt x="3118319" y="717041"/>
                  </a:lnTo>
                  <a:lnTo>
                    <a:pt x="3118319" y="612069"/>
                  </a:lnTo>
                  <a:lnTo>
                    <a:pt x="3920172" y="612069"/>
                  </a:lnTo>
                  <a:lnTo>
                    <a:pt x="3920172" y="508059"/>
                  </a:lnTo>
                  <a:lnTo>
                    <a:pt x="5345689" y="508059"/>
                  </a:lnTo>
                  <a:lnTo>
                    <a:pt x="5345689" y="406255"/>
                  </a:lnTo>
                  <a:lnTo>
                    <a:pt x="5612974" y="406255"/>
                  </a:lnTo>
                  <a:lnTo>
                    <a:pt x="5612974" y="306486"/>
                  </a:lnTo>
                  <a:lnTo>
                    <a:pt x="5702069" y="306486"/>
                  </a:lnTo>
                  <a:lnTo>
                    <a:pt x="5702069" y="208266"/>
                  </a:lnTo>
                  <a:lnTo>
                    <a:pt x="5880258" y="208266"/>
                  </a:lnTo>
                  <a:lnTo>
                    <a:pt x="5880258" y="103739"/>
                  </a:lnTo>
                  <a:lnTo>
                    <a:pt x="6949396" y="103739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20344" y="2861938"/>
              <a:ext cx="6949396" cy="2528666"/>
            </a:xfrm>
            <a:custGeom>
              <a:avLst/>
              <a:pathLst>
                <a:path w="6949396" h="2528666">
                  <a:moveTo>
                    <a:pt x="0" y="2528666"/>
                  </a:moveTo>
                  <a:lnTo>
                    <a:pt x="89094" y="2528666"/>
                  </a:lnTo>
                  <a:lnTo>
                    <a:pt x="89094" y="2346518"/>
                  </a:lnTo>
                  <a:lnTo>
                    <a:pt x="178189" y="2346518"/>
                  </a:lnTo>
                  <a:lnTo>
                    <a:pt x="178189" y="2167653"/>
                  </a:lnTo>
                  <a:lnTo>
                    <a:pt x="534568" y="2167653"/>
                  </a:lnTo>
                  <a:lnTo>
                    <a:pt x="534568" y="1996002"/>
                  </a:lnTo>
                  <a:lnTo>
                    <a:pt x="1514612" y="1996002"/>
                  </a:lnTo>
                  <a:lnTo>
                    <a:pt x="1514612" y="1829467"/>
                  </a:lnTo>
                  <a:lnTo>
                    <a:pt x="1781896" y="1829467"/>
                  </a:lnTo>
                  <a:lnTo>
                    <a:pt x="1781896" y="1668177"/>
                  </a:lnTo>
                  <a:lnTo>
                    <a:pt x="2940129" y="1668177"/>
                  </a:lnTo>
                  <a:lnTo>
                    <a:pt x="2940129" y="1490586"/>
                  </a:lnTo>
                  <a:lnTo>
                    <a:pt x="3029224" y="1490586"/>
                  </a:lnTo>
                  <a:lnTo>
                    <a:pt x="3029224" y="1295905"/>
                  </a:lnTo>
                  <a:lnTo>
                    <a:pt x="3118319" y="1295905"/>
                  </a:lnTo>
                  <a:lnTo>
                    <a:pt x="3118319" y="1099136"/>
                  </a:lnTo>
                  <a:lnTo>
                    <a:pt x="3920172" y="1099136"/>
                  </a:lnTo>
                  <a:lnTo>
                    <a:pt x="3920172" y="906870"/>
                  </a:lnTo>
                  <a:lnTo>
                    <a:pt x="5345689" y="906870"/>
                  </a:lnTo>
                  <a:lnTo>
                    <a:pt x="5345689" y="721051"/>
                  </a:lnTo>
                  <a:lnTo>
                    <a:pt x="5612974" y="721051"/>
                  </a:lnTo>
                  <a:lnTo>
                    <a:pt x="5612974" y="541045"/>
                  </a:lnTo>
                  <a:lnTo>
                    <a:pt x="5702069" y="541045"/>
                  </a:lnTo>
                  <a:lnTo>
                    <a:pt x="5702069" y="365753"/>
                  </a:lnTo>
                  <a:lnTo>
                    <a:pt x="5880258" y="365753"/>
                  </a:lnTo>
                  <a:lnTo>
                    <a:pt x="5880258" y="181199"/>
                  </a:lnTo>
                  <a:lnTo>
                    <a:pt x="6949396" y="181199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92708" y="467044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92708" y="380051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293058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0.15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77277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50001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722751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28" name="tx28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29" name="pl29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972874" y="1896563"/>
              <a:ext cx="3984498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2.23 (95% CI 0.39-12.76), p = 0.368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972874" y="1669789"/>
              <a:ext cx="242105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2026-10-08T10:13:08Z</dcterms:modified>
  <cp:category/>
</cp:coreProperties>
</file>