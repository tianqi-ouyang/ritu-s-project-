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72874" y="514545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72874" y="4275527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72874" y="3405596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72127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948641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6176012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8403383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6775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72874" y="558042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72874" y="4710492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72874" y="384056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972874" y="2970631"/>
              <a:ext cx="7644336" cy="0"/>
            </a:xfrm>
            <a:custGeom>
              <a:avLst/>
              <a:pathLst>
                <a:path w="7644336" h="0">
                  <a:moveTo>
                    <a:pt x="0" y="0"/>
                  </a:moveTo>
                  <a:lnTo>
                    <a:pt x="7644336" y="0"/>
                  </a:lnTo>
                  <a:lnTo>
                    <a:pt x="7644336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834956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506232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7289697" y="2583293"/>
              <a:ext cx="0" cy="3139848"/>
            </a:xfrm>
            <a:custGeom>
              <a:avLst/>
              <a:pathLst>
                <a:path w="0" h="3139848">
                  <a:moveTo>
                    <a:pt x="0" y="3139848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3550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pl18"/>
            <p:cNvSpPr/>
            <p:nvPr/>
          </p:nvSpPr>
          <p:spPr>
            <a:xfrm>
              <a:off x="1320344" y="4161958"/>
              <a:ext cx="6949396" cy="1331997"/>
            </a:xfrm>
            <a:custGeom>
              <a:avLst/>
              <a:pathLst>
                <a:path w="6949396" h="1331997">
                  <a:moveTo>
                    <a:pt x="0" y="1331997"/>
                  </a:moveTo>
                  <a:lnTo>
                    <a:pt x="89094" y="1331997"/>
                  </a:lnTo>
                  <a:lnTo>
                    <a:pt x="89094" y="1246677"/>
                  </a:lnTo>
                  <a:lnTo>
                    <a:pt x="178189" y="1246677"/>
                  </a:lnTo>
                  <a:lnTo>
                    <a:pt x="178189" y="1160794"/>
                  </a:lnTo>
                  <a:lnTo>
                    <a:pt x="534568" y="1160794"/>
                  </a:lnTo>
                  <a:lnTo>
                    <a:pt x="534568" y="1076550"/>
                  </a:lnTo>
                  <a:lnTo>
                    <a:pt x="1514612" y="1076550"/>
                  </a:lnTo>
                  <a:lnTo>
                    <a:pt x="1514612" y="993229"/>
                  </a:lnTo>
                  <a:lnTo>
                    <a:pt x="1781896" y="993229"/>
                  </a:lnTo>
                  <a:lnTo>
                    <a:pt x="1781896" y="911153"/>
                  </a:lnTo>
                  <a:lnTo>
                    <a:pt x="2940129" y="911153"/>
                  </a:lnTo>
                  <a:lnTo>
                    <a:pt x="2940129" y="819325"/>
                  </a:lnTo>
                  <a:lnTo>
                    <a:pt x="3029224" y="819325"/>
                  </a:lnTo>
                  <a:lnTo>
                    <a:pt x="3029224" y="717041"/>
                  </a:lnTo>
                  <a:lnTo>
                    <a:pt x="3118319" y="717041"/>
                  </a:lnTo>
                  <a:lnTo>
                    <a:pt x="3118319" y="612069"/>
                  </a:lnTo>
                  <a:lnTo>
                    <a:pt x="3920172" y="612069"/>
                  </a:lnTo>
                  <a:lnTo>
                    <a:pt x="3920172" y="508059"/>
                  </a:lnTo>
                  <a:lnTo>
                    <a:pt x="5345689" y="508059"/>
                  </a:lnTo>
                  <a:lnTo>
                    <a:pt x="5345689" y="406255"/>
                  </a:lnTo>
                  <a:lnTo>
                    <a:pt x="5612974" y="406255"/>
                  </a:lnTo>
                  <a:lnTo>
                    <a:pt x="5612974" y="306486"/>
                  </a:lnTo>
                  <a:lnTo>
                    <a:pt x="5702069" y="306486"/>
                  </a:lnTo>
                  <a:lnTo>
                    <a:pt x="5702069" y="208266"/>
                  </a:lnTo>
                  <a:lnTo>
                    <a:pt x="5880258" y="208266"/>
                  </a:lnTo>
                  <a:lnTo>
                    <a:pt x="5880258" y="103739"/>
                  </a:lnTo>
                  <a:lnTo>
                    <a:pt x="6949396" y="10373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9" name="pl19"/>
            <p:cNvSpPr/>
            <p:nvPr/>
          </p:nvSpPr>
          <p:spPr>
            <a:xfrm>
              <a:off x="1320344" y="2861938"/>
              <a:ext cx="6949396" cy="2528666"/>
            </a:xfrm>
            <a:custGeom>
              <a:avLst/>
              <a:pathLst>
                <a:path w="6949396" h="2528666">
                  <a:moveTo>
                    <a:pt x="0" y="2528666"/>
                  </a:moveTo>
                  <a:lnTo>
                    <a:pt x="89094" y="2528666"/>
                  </a:lnTo>
                  <a:lnTo>
                    <a:pt x="89094" y="2346518"/>
                  </a:lnTo>
                  <a:lnTo>
                    <a:pt x="178189" y="2346518"/>
                  </a:lnTo>
                  <a:lnTo>
                    <a:pt x="178189" y="2167653"/>
                  </a:lnTo>
                  <a:lnTo>
                    <a:pt x="534568" y="2167653"/>
                  </a:lnTo>
                  <a:lnTo>
                    <a:pt x="534568" y="1996002"/>
                  </a:lnTo>
                  <a:lnTo>
                    <a:pt x="1514612" y="1996002"/>
                  </a:lnTo>
                  <a:lnTo>
                    <a:pt x="1514612" y="1829467"/>
                  </a:lnTo>
                  <a:lnTo>
                    <a:pt x="1781896" y="1829467"/>
                  </a:lnTo>
                  <a:lnTo>
                    <a:pt x="1781896" y="1668177"/>
                  </a:lnTo>
                  <a:lnTo>
                    <a:pt x="2940129" y="1668177"/>
                  </a:lnTo>
                  <a:lnTo>
                    <a:pt x="2940129" y="1490586"/>
                  </a:lnTo>
                  <a:lnTo>
                    <a:pt x="3029224" y="1490586"/>
                  </a:lnTo>
                  <a:lnTo>
                    <a:pt x="3029224" y="1295905"/>
                  </a:lnTo>
                  <a:lnTo>
                    <a:pt x="3118319" y="1295905"/>
                  </a:lnTo>
                  <a:lnTo>
                    <a:pt x="3118319" y="1099136"/>
                  </a:lnTo>
                  <a:lnTo>
                    <a:pt x="3920172" y="1099136"/>
                  </a:lnTo>
                  <a:lnTo>
                    <a:pt x="3920172" y="906870"/>
                  </a:lnTo>
                  <a:lnTo>
                    <a:pt x="5345689" y="906870"/>
                  </a:lnTo>
                  <a:lnTo>
                    <a:pt x="5345689" y="721051"/>
                  </a:lnTo>
                  <a:lnTo>
                    <a:pt x="5612974" y="721051"/>
                  </a:lnTo>
                  <a:lnTo>
                    <a:pt x="5612974" y="541045"/>
                  </a:lnTo>
                  <a:lnTo>
                    <a:pt x="5702069" y="541045"/>
                  </a:lnTo>
                  <a:lnTo>
                    <a:pt x="5702069" y="365753"/>
                  </a:lnTo>
                  <a:lnTo>
                    <a:pt x="5880258" y="365753"/>
                  </a:lnTo>
                  <a:lnTo>
                    <a:pt x="5880258" y="181199"/>
                  </a:lnTo>
                  <a:lnTo>
                    <a:pt x="6949396" y="181199"/>
                  </a:lnTo>
                  <a:lnTo>
                    <a:pt x="6949396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20" name="tx20"/>
            <p:cNvSpPr/>
            <p:nvPr/>
          </p:nvSpPr>
          <p:spPr>
            <a:xfrm>
              <a:off x="692708" y="554037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0.00</a:t>
              </a:r>
            </a:p>
          </p:txBody>
        </p:sp>
        <p:sp>
          <p:nvSpPr>
            <p:cNvPr id="21" name="tx21"/>
            <p:cNvSpPr/>
            <p:nvPr/>
          </p:nvSpPr>
          <p:spPr>
            <a:xfrm>
              <a:off x="692708" y="467044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0.05</a:t>
              </a:r>
            </a:p>
          </p:txBody>
        </p:sp>
        <p:sp>
          <p:nvSpPr>
            <p:cNvPr id="22" name="tx22"/>
            <p:cNvSpPr/>
            <p:nvPr/>
          </p:nvSpPr>
          <p:spPr>
            <a:xfrm>
              <a:off x="692708" y="380051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0.10</a:t>
              </a:r>
            </a:p>
          </p:txBody>
        </p:sp>
        <p:sp>
          <p:nvSpPr>
            <p:cNvPr id="23" name="tx23"/>
            <p:cNvSpPr/>
            <p:nvPr/>
          </p:nvSpPr>
          <p:spPr>
            <a:xfrm>
              <a:off x="692708" y="2930581"/>
              <a:ext cx="217535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0.15</a:t>
              </a:r>
            </a:p>
          </p:txBody>
        </p:sp>
        <p:sp>
          <p:nvSpPr>
            <p:cNvPr id="24" name="tx24"/>
            <p:cNvSpPr/>
            <p:nvPr/>
          </p:nvSpPr>
          <p:spPr>
            <a:xfrm>
              <a:off x="277277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25</a:t>
              </a:r>
            </a:p>
          </p:txBody>
        </p:sp>
        <p:sp>
          <p:nvSpPr>
            <p:cNvPr id="25" name="tx25"/>
            <p:cNvSpPr/>
            <p:nvPr/>
          </p:nvSpPr>
          <p:spPr>
            <a:xfrm>
              <a:off x="5000147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50</a:t>
              </a:r>
            </a:p>
          </p:txBody>
        </p:sp>
        <p:sp>
          <p:nvSpPr>
            <p:cNvPr id="26" name="tx26"/>
            <p:cNvSpPr/>
            <p:nvPr/>
          </p:nvSpPr>
          <p:spPr>
            <a:xfrm>
              <a:off x="7227518" y="5785772"/>
              <a:ext cx="12435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75</a:t>
              </a:r>
            </a:p>
          </p:txBody>
        </p:sp>
        <p:sp>
          <p:nvSpPr>
            <p:cNvPr id="27" name="tx27"/>
            <p:cNvSpPr/>
            <p:nvPr/>
          </p:nvSpPr>
          <p:spPr>
            <a:xfrm>
              <a:off x="4197162" y="5925448"/>
              <a:ext cx="1195760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Days from baseline</a:t>
              </a:r>
            </a:p>
          </p:txBody>
        </p:sp>
        <p:sp>
          <p:nvSpPr>
            <p:cNvPr id="28" name="tx28"/>
            <p:cNvSpPr/>
            <p:nvPr/>
          </p:nvSpPr>
          <p:spPr>
            <a:xfrm rot="-5400000">
              <a:off x="-87047" y="4103109"/>
              <a:ext cx="1327891" cy="10021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Cumulative incidence</a:t>
              </a:r>
            </a:p>
          </p:txBody>
        </p:sp>
        <p:sp>
          <p:nvSpPr>
            <p:cNvPr id="29" name="pl29"/>
            <p:cNvSpPr/>
            <p:nvPr/>
          </p:nvSpPr>
          <p:spPr>
            <a:xfrm>
              <a:off x="3578565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1F78B4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0" name="pl30"/>
            <p:cNvSpPr/>
            <p:nvPr/>
          </p:nvSpPr>
          <p:spPr>
            <a:xfrm>
              <a:off x="4819138" y="2264798"/>
              <a:ext cx="175564" cy="0"/>
            </a:xfrm>
            <a:custGeom>
              <a:avLst/>
              <a:pathLst>
                <a:path w="175564" h="0">
                  <a:moveTo>
                    <a:pt x="0" y="0"/>
                  </a:moveTo>
                  <a:lnTo>
                    <a:pt x="175564" y="0"/>
                  </a:lnTo>
                </a:path>
              </a:pathLst>
            </a:custGeom>
            <a:ln w="27101" cap="flat">
              <a:solidFill>
                <a:srgbClr val="E31A1C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31" name="tx31"/>
            <p:cNvSpPr/>
            <p:nvPr/>
          </p:nvSpPr>
          <p:spPr>
            <a:xfrm>
              <a:off x="3845665" y="2224748"/>
              <a:ext cx="881938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&lt; +25 mg</a:t>
              </a:r>
            </a:p>
          </p:txBody>
        </p:sp>
        <p:sp>
          <p:nvSpPr>
            <p:cNvPr id="32" name="tx32"/>
            <p:cNvSpPr/>
            <p:nvPr/>
          </p:nvSpPr>
          <p:spPr>
            <a:xfrm>
              <a:off x="5086238" y="2224748"/>
              <a:ext cx="947226" cy="80101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8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8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Discrep &gt;= +25 mg</a:t>
              </a:r>
            </a:p>
          </p:txBody>
        </p:sp>
        <p:sp>
          <p:nvSpPr>
            <p:cNvPr id="33" name="tx33"/>
            <p:cNvSpPr/>
            <p:nvPr/>
          </p:nvSpPr>
          <p:spPr>
            <a:xfrm>
              <a:off x="972874" y="1896563"/>
              <a:ext cx="3984498" cy="9116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0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000">
                  <a:solidFill>
                    <a:srgbClr val="404040">
                      <a:alpha val="100000"/>
                    </a:srgbClr>
                  </a:solidFill>
                  <a:latin typeface="Helvetica"/>
                  <a:cs typeface="Helvetica"/>
                </a:rPr>
                <a:t>Discrep &gt;= +25 vs &lt;+25: subHR = 2.23 (95% CI 0.39-12.76), p = 0.368</a:t>
              </a:r>
            </a:p>
          </p:txBody>
        </p:sp>
        <p:sp>
          <p:nvSpPr>
            <p:cNvPr id="34" name="tx34"/>
            <p:cNvSpPr/>
            <p:nvPr/>
          </p:nvSpPr>
          <p:spPr>
            <a:xfrm>
              <a:off x="972874" y="1669789"/>
              <a:ext cx="2421056" cy="120152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3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3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Platinum-Related Hospitalization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2026-08-06T10:35:02Z</dcterms:modified>
  <cp:category/>
</cp:coreProperties>
</file>