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95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878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261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87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569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9528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56882"/>
              <a:ext cx="6949396" cy="1337844"/>
            </a:xfrm>
            <a:custGeom>
              <a:avLst/>
              <a:pathLst>
                <a:path w="6949396" h="1337844">
                  <a:moveTo>
                    <a:pt x="0" y="1337844"/>
                  </a:moveTo>
                  <a:lnTo>
                    <a:pt x="89094" y="1337844"/>
                  </a:lnTo>
                  <a:lnTo>
                    <a:pt x="89094" y="1253239"/>
                  </a:lnTo>
                  <a:lnTo>
                    <a:pt x="178189" y="1253239"/>
                  </a:lnTo>
                  <a:lnTo>
                    <a:pt x="178189" y="1167737"/>
                  </a:lnTo>
                  <a:lnTo>
                    <a:pt x="534568" y="1167737"/>
                  </a:lnTo>
                  <a:lnTo>
                    <a:pt x="534568" y="1083848"/>
                  </a:lnTo>
                  <a:lnTo>
                    <a:pt x="1514612" y="1083848"/>
                  </a:lnTo>
                  <a:lnTo>
                    <a:pt x="1514612" y="1000962"/>
                  </a:lnTo>
                  <a:lnTo>
                    <a:pt x="1781896" y="1000962"/>
                  </a:lnTo>
                  <a:lnTo>
                    <a:pt x="1781896" y="919306"/>
                  </a:lnTo>
                  <a:lnTo>
                    <a:pt x="2940129" y="919306"/>
                  </a:lnTo>
                  <a:lnTo>
                    <a:pt x="2940129" y="826488"/>
                  </a:lnTo>
                  <a:lnTo>
                    <a:pt x="3029224" y="826488"/>
                  </a:lnTo>
                  <a:lnTo>
                    <a:pt x="3029224" y="723407"/>
                  </a:lnTo>
                  <a:lnTo>
                    <a:pt x="3118319" y="723407"/>
                  </a:lnTo>
                  <a:lnTo>
                    <a:pt x="3118319" y="617166"/>
                  </a:lnTo>
                  <a:lnTo>
                    <a:pt x="3920172" y="617166"/>
                  </a:lnTo>
                  <a:lnTo>
                    <a:pt x="3920172" y="511993"/>
                  </a:lnTo>
                  <a:lnTo>
                    <a:pt x="5345689" y="511993"/>
                  </a:lnTo>
                  <a:lnTo>
                    <a:pt x="5345689" y="409107"/>
                  </a:lnTo>
                  <a:lnTo>
                    <a:pt x="5612974" y="409107"/>
                  </a:lnTo>
                  <a:lnTo>
                    <a:pt x="5612974" y="308359"/>
                  </a:lnTo>
                  <a:lnTo>
                    <a:pt x="5702069" y="308359"/>
                  </a:lnTo>
                  <a:lnTo>
                    <a:pt x="5702069" y="209273"/>
                  </a:lnTo>
                  <a:lnTo>
                    <a:pt x="5880258" y="209273"/>
                  </a:lnTo>
                  <a:lnTo>
                    <a:pt x="5880258" y="104126"/>
                  </a:lnTo>
                  <a:lnTo>
                    <a:pt x="6949396" y="10412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30575"/>
            </a:xfrm>
            <a:custGeom>
              <a:avLst/>
              <a:pathLst>
                <a:path w="6949396" h="2530575">
                  <a:moveTo>
                    <a:pt x="0" y="2530575"/>
                  </a:moveTo>
                  <a:lnTo>
                    <a:pt x="89094" y="2530575"/>
                  </a:lnTo>
                  <a:lnTo>
                    <a:pt x="89094" y="2350158"/>
                  </a:lnTo>
                  <a:lnTo>
                    <a:pt x="178189" y="2350158"/>
                  </a:lnTo>
                  <a:lnTo>
                    <a:pt x="178189" y="2172322"/>
                  </a:lnTo>
                  <a:lnTo>
                    <a:pt x="534568" y="2172322"/>
                  </a:lnTo>
                  <a:lnTo>
                    <a:pt x="534568" y="2001679"/>
                  </a:lnTo>
                  <a:lnTo>
                    <a:pt x="1514612" y="2001679"/>
                  </a:lnTo>
                  <a:lnTo>
                    <a:pt x="1514612" y="1836347"/>
                  </a:lnTo>
                  <a:lnTo>
                    <a:pt x="1781896" y="1836347"/>
                  </a:lnTo>
                  <a:lnTo>
                    <a:pt x="1781896" y="1676267"/>
                  </a:lnTo>
                  <a:lnTo>
                    <a:pt x="2940129" y="1676267"/>
                  </a:lnTo>
                  <a:lnTo>
                    <a:pt x="2940129" y="1497277"/>
                  </a:lnTo>
                  <a:lnTo>
                    <a:pt x="3029224" y="1497277"/>
                  </a:lnTo>
                  <a:lnTo>
                    <a:pt x="3029224" y="1301749"/>
                  </a:lnTo>
                  <a:lnTo>
                    <a:pt x="3118319" y="1301749"/>
                  </a:lnTo>
                  <a:lnTo>
                    <a:pt x="3118319" y="1103378"/>
                  </a:lnTo>
                  <a:lnTo>
                    <a:pt x="3920172" y="1103378"/>
                  </a:lnTo>
                  <a:lnTo>
                    <a:pt x="3920172" y="909791"/>
                  </a:lnTo>
                  <a:lnTo>
                    <a:pt x="5345689" y="909791"/>
                  </a:lnTo>
                  <a:lnTo>
                    <a:pt x="5345689" y="722833"/>
                  </a:lnTo>
                  <a:lnTo>
                    <a:pt x="5612974" y="722833"/>
                  </a:lnTo>
                  <a:lnTo>
                    <a:pt x="5612974" y="541896"/>
                  </a:lnTo>
                  <a:lnTo>
                    <a:pt x="5702069" y="541896"/>
                  </a:lnTo>
                  <a:lnTo>
                    <a:pt x="5702069" y="365873"/>
                  </a:lnTo>
                  <a:lnTo>
                    <a:pt x="5880258" y="365873"/>
                  </a:lnTo>
                  <a:lnTo>
                    <a:pt x="5880258" y="181068"/>
                  </a:lnTo>
                  <a:lnTo>
                    <a:pt x="6949396" y="18106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865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1694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552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0.40-12.43), p = 0.362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2026-10-09T11:57:58Z</dcterms:modified>
  <cp:category/>
</cp:coreProperties>
</file>