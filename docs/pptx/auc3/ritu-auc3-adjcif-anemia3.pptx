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12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129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346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563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780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21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238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455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672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889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1147"/>
              <a:ext cx="6949396" cy="323087"/>
            </a:xfrm>
            <a:custGeom>
              <a:avLst/>
              <a:pathLst>
                <a:path w="6949396" h="323087">
                  <a:moveTo>
                    <a:pt x="0" y="323087"/>
                  </a:moveTo>
                  <a:lnTo>
                    <a:pt x="92658" y="323087"/>
                  </a:lnTo>
                  <a:lnTo>
                    <a:pt x="92658" y="298699"/>
                  </a:lnTo>
                  <a:lnTo>
                    <a:pt x="370634" y="298699"/>
                  </a:lnTo>
                  <a:lnTo>
                    <a:pt x="370634" y="278094"/>
                  </a:lnTo>
                  <a:lnTo>
                    <a:pt x="1482537" y="278094"/>
                  </a:lnTo>
                  <a:lnTo>
                    <a:pt x="1482537" y="254716"/>
                  </a:lnTo>
                  <a:lnTo>
                    <a:pt x="1667855" y="254716"/>
                  </a:lnTo>
                  <a:lnTo>
                    <a:pt x="1667855" y="230809"/>
                  </a:lnTo>
                  <a:lnTo>
                    <a:pt x="3706344" y="230809"/>
                  </a:lnTo>
                  <a:lnTo>
                    <a:pt x="3706344" y="199662"/>
                  </a:lnTo>
                  <a:lnTo>
                    <a:pt x="3799003" y="199662"/>
                  </a:lnTo>
                  <a:lnTo>
                    <a:pt x="3799003" y="146412"/>
                  </a:lnTo>
                  <a:lnTo>
                    <a:pt x="4540272" y="146412"/>
                  </a:lnTo>
                  <a:lnTo>
                    <a:pt x="4540272" y="121937"/>
                  </a:lnTo>
                  <a:lnTo>
                    <a:pt x="5559517" y="121937"/>
                  </a:lnTo>
                  <a:lnTo>
                    <a:pt x="5559517" y="98591"/>
                  </a:lnTo>
                  <a:lnTo>
                    <a:pt x="6115469" y="98591"/>
                  </a:lnTo>
                  <a:lnTo>
                    <a:pt x="6115469" y="76062"/>
                  </a:lnTo>
                  <a:lnTo>
                    <a:pt x="6393445" y="76062"/>
                  </a:lnTo>
                  <a:lnTo>
                    <a:pt x="6393445" y="26994"/>
                  </a:lnTo>
                  <a:lnTo>
                    <a:pt x="6949396" y="2699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71439"/>
            </a:xfrm>
            <a:custGeom>
              <a:avLst/>
              <a:pathLst>
                <a:path w="6949396" h="2471439">
                  <a:moveTo>
                    <a:pt x="0" y="2471439"/>
                  </a:moveTo>
                  <a:lnTo>
                    <a:pt x="92658" y="2471439"/>
                  </a:lnTo>
                  <a:lnTo>
                    <a:pt x="92658" y="2241967"/>
                  </a:lnTo>
                  <a:lnTo>
                    <a:pt x="370634" y="2241967"/>
                  </a:lnTo>
                  <a:lnTo>
                    <a:pt x="370634" y="2061630"/>
                  </a:lnTo>
                  <a:lnTo>
                    <a:pt x="1482537" y="2061630"/>
                  </a:lnTo>
                  <a:lnTo>
                    <a:pt x="1482537" y="1864784"/>
                  </a:lnTo>
                  <a:lnTo>
                    <a:pt x="1667855" y="1864784"/>
                  </a:lnTo>
                  <a:lnTo>
                    <a:pt x="1667855" y="1665729"/>
                  </a:lnTo>
                  <a:lnTo>
                    <a:pt x="3706344" y="1665729"/>
                  </a:lnTo>
                  <a:lnTo>
                    <a:pt x="3706344" y="1404475"/>
                  </a:lnTo>
                  <a:lnTo>
                    <a:pt x="3799003" y="1404475"/>
                  </a:lnTo>
                  <a:lnTo>
                    <a:pt x="3799003" y="967086"/>
                  </a:lnTo>
                  <a:lnTo>
                    <a:pt x="4540272" y="967086"/>
                  </a:lnTo>
                  <a:lnTo>
                    <a:pt x="4540272" y="780506"/>
                  </a:lnTo>
                  <a:lnTo>
                    <a:pt x="5559517" y="780506"/>
                  </a:lnTo>
                  <a:lnTo>
                    <a:pt x="5559517" y="613250"/>
                  </a:lnTo>
                  <a:lnTo>
                    <a:pt x="6115469" y="613250"/>
                  </a:lnTo>
                  <a:lnTo>
                    <a:pt x="6115469" y="461116"/>
                  </a:lnTo>
                  <a:lnTo>
                    <a:pt x="6393445" y="461116"/>
                  </a:lnTo>
                  <a:lnTo>
                    <a:pt x="6393445" y="155828"/>
                  </a:lnTo>
                  <a:lnTo>
                    <a:pt x="6949396" y="15582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20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837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054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271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4885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38.43 (95% CI 0.80-1846.73), p = 0.065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2026-10-09T11:57:57Z</dcterms:modified>
  <cp:category/>
</cp:coreProperties>
</file>