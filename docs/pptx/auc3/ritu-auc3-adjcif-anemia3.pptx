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8955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70783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412610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54437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296265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6667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8313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99960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1607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99869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441696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383524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325351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2874" y="267178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2490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4137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15783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0344" y="5249095"/>
              <a:ext cx="6949396" cy="314856"/>
            </a:xfrm>
            <a:custGeom>
              <a:avLst/>
              <a:pathLst>
                <a:path w="6949396" h="314856">
                  <a:moveTo>
                    <a:pt x="0" y="314856"/>
                  </a:moveTo>
                  <a:lnTo>
                    <a:pt x="92658" y="314856"/>
                  </a:lnTo>
                  <a:lnTo>
                    <a:pt x="92658" y="290406"/>
                  </a:lnTo>
                  <a:lnTo>
                    <a:pt x="370634" y="290406"/>
                  </a:lnTo>
                  <a:lnTo>
                    <a:pt x="370634" y="269893"/>
                  </a:lnTo>
                  <a:lnTo>
                    <a:pt x="1482537" y="269893"/>
                  </a:lnTo>
                  <a:lnTo>
                    <a:pt x="1482537" y="246578"/>
                  </a:lnTo>
                  <a:lnTo>
                    <a:pt x="1667855" y="246578"/>
                  </a:lnTo>
                  <a:lnTo>
                    <a:pt x="1667855" y="222934"/>
                  </a:lnTo>
                  <a:lnTo>
                    <a:pt x="3706344" y="222934"/>
                  </a:lnTo>
                  <a:lnTo>
                    <a:pt x="3706344" y="192840"/>
                  </a:lnTo>
                  <a:lnTo>
                    <a:pt x="3799003" y="192840"/>
                  </a:lnTo>
                  <a:lnTo>
                    <a:pt x="3799003" y="141587"/>
                  </a:lnTo>
                  <a:lnTo>
                    <a:pt x="4540272" y="141587"/>
                  </a:lnTo>
                  <a:lnTo>
                    <a:pt x="4540272" y="118007"/>
                  </a:lnTo>
                  <a:lnTo>
                    <a:pt x="5559517" y="118007"/>
                  </a:lnTo>
                  <a:lnTo>
                    <a:pt x="5559517" y="95478"/>
                  </a:lnTo>
                  <a:lnTo>
                    <a:pt x="6115469" y="95478"/>
                  </a:lnTo>
                  <a:lnTo>
                    <a:pt x="6115469" y="73714"/>
                  </a:lnTo>
                  <a:lnTo>
                    <a:pt x="6393445" y="73714"/>
                  </a:lnTo>
                  <a:lnTo>
                    <a:pt x="6393445" y="26204"/>
                  </a:lnTo>
                  <a:lnTo>
                    <a:pt x="6949396" y="26204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0344" y="2861938"/>
              <a:ext cx="6949396" cy="2465922"/>
            </a:xfrm>
            <a:custGeom>
              <a:avLst/>
              <a:pathLst>
                <a:path w="6949396" h="2465922">
                  <a:moveTo>
                    <a:pt x="0" y="2465922"/>
                  </a:moveTo>
                  <a:lnTo>
                    <a:pt x="92658" y="2465922"/>
                  </a:lnTo>
                  <a:lnTo>
                    <a:pt x="92658" y="2232903"/>
                  </a:lnTo>
                  <a:lnTo>
                    <a:pt x="370634" y="2232903"/>
                  </a:lnTo>
                  <a:lnTo>
                    <a:pt x="370634" y="2050873"/>
                  </a:lnTo>
                  <a:lnTo>
                    <a:pt x="1482537" y="2050873"/>
                  </a:lnTo>
                  <a:lnTo>
                    <a:pt x="1482537" y="1851093"/>
                  </a:lnTo>
                  <a:lnTo>
                    <a:pt x="1667855" y="1851093"/>
                  </a:lnTo>
                  <a:lnTo>
                    <a:pt x="1667855" y="1649445"/>
                  </a:lnTo>
                  <a:lnTo>
                    <a:pt x="3706344" y="1649445"/>
                  </a:lnTo>
                  <a:lnTo>
                    <a:pt x="3706344" y="1389136"/>
                  </a:lnTo>
                  <a:lnTo>
                    <a:pt x="3799003" y="1389136"/>
                  </a:lnTo>
                  <a:lnTo>
                    <a:pt x="3799003" y="954677"/>
                  </a:lnTo>
                  <a:lnTo>
                    <a:pt x="4540272" y="954677"/>
                  </a:lnTo>
                  <a:lnTo>
                    <a:pt x="4540272" y="770107"/>
                  </a:lnTo>
                  <a:lnTo>
                    <a:pt x="5559517" y="770107"/>
                  </a:lnTo>
                  <a:lnTo>
                    <a:pt x="5559517" y="604932"/>
                  </a:lnTo>
                  <a:lnTo>
                    <a:pt x="6115469" y="604932"/>
                  </a:lnTo>
                  <a:lnTo>
                    <a:pt x="6115469" y="454877"/>
                  </a:lnTo>
                  <a:lnTo>
                    <a:pt x="6393445" y="454877"/>
                  </a:lnTo>
                  <a:lnTo>
                    <a:pt x="6393445" y="153815"/>
                  </a:lnTo>
                  <a:lnTo>
                    <a:pt x="6949396" y="153815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95864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37691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379519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21346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631737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46272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791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0956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972874" y="1896563"/>
              <a:ext cx="419627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40.60 (95% CI 0.76-2175.42), p = 0.068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72874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2026-10-08T10:13:07Z</dcterms:modified>
  <cp:category/>
</cp:coreProperties>
</file>