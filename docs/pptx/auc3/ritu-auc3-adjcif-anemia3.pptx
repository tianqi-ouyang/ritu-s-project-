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95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783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2610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4437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62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666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83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99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60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86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169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352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535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717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249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413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578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5249095"/>
              <a:ext cx="6949396" cy="314856"/>
            </a:xfrm>
            <a:custGeom>
              <a:avLst/>
              <a:pathLst>
                <a:path w="6949396" h="314856">
                  <a:moveTo>
                    <a:pt x="0" y="314856"/>
                  </a:moveTo>
                  <a:lnTo>
                    <a:pt x="92658" y="314856"/>
                  </a:lnTo>
                  <a:lnTo>
                    <a:pt x="92658" y="290406"/>
                  </a:lnTo>
                  <a:lnTo>
                    <a:pt x="370634" y="290406"/>
                  </a:lnTo>
                  <a:lnTo>
                    <a:pt x="370634" y="269893"/>
                  </a:lnTo>
                  <a:lnTo>
                    <a:pt x="1482537" y="269893"/>
                  </a:lnTo>
                  <a:lnTo>
                    <a:pt x="1482537" y="246578"/>
                  </a:lnTo>
                  <a:lnTo>
                    <a:pt x="1667855" y="246578"/>
                  </a:lnTo>
                  <a:lnTo>
                    <a:pt x="1667855" y="222934"/>
                  </a:lnTo>
                  <a:lnTo>
                    <a:pt x="3706344" y="222934"/>
                  </a:lnTo>
                  <a:lnTo>
                    <a:pt x="3706344" y="192840"/>
                  </a:lnTo>
                  <a:lnTo>
                    <a:pt x="3799003" y="192840"/>
                  </a:lnTo>
                  <a:lnTo>
                    <a:pt x="3799003" y="141587"/>
                  </a:lnTo>
                  <a:lnTo>
                    <a:pt x="4540272" y="141587"/>
                  </a:lnTo>
                  <a:lnTo>
                    <a:pt x="4540272" y="118007"/>
                  </a:lnTo>
                  <a:lnTo>
                    <a:pt x="5559517" y="118007"/>
                  </a:lnTo>
                  <a:lnTo>
                    <a:pt x="5559517" y="95478"/>
                  </a:lnTo>
                  <a:lnTo>
                    <a:pt x="6115469" y="95478"/>
                  </a:lnTo>
                  <a:lnTo>
                    <a:pt x="6115469" y="73714"/>
                  </a:lnTo>
                  <a:lnTo>
                    <a:pt x="6393445" y="73714"/>
                  </a:lnTo>
                  <a:lnTo>
                    <a:pt x="6393445" y="26204"/>
                  </a:lnTo>
                  <a:lnTo>
                    <a:pt x="6949396" y="26204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2861938"/>
              <a:ext cx="6949396" cy="2465922"/>
            </a:xfrm>
            <a:custGeom>
              <a:avLst/>
              <a:pathLst>
                <a:path w="6949396" h="2465922">
                  <a:moveTo>
                    <a:pt x="0" y="2465922"/>
                  </a:moveTo>
                  <a:lnTo>
                    <a:pt x="92658" y="2465922"/>
                  </a:lnTo>
                  <a:lnTo>
                    <a:pt x="92658" y="2232903"/>
                  </a:lnTo>
                  <a:lnTo>
                    <a:pt x="370634" y="2232903"/>
                  </a:lnTo>
                  <a:lnTo>
                    <a:pt x="370634" y="2050873"/>
                  </a:lnTo>
                  <a:lnTo>
                    <a:pt x="1482537" y="2050873"/>
                  </a:lnTo>
                  <a:lnTo>
                    <a:pt x="1482537" y="1851093"/>
                  </a:lnTo>
                  <a:lnTo>
                    <a:pt x="1667855" y="1851093"/>
                  </a:lnTo>
                  <a:lnTo>
                    <a:pt x="1667855" y="1649445"/>
                  </a:lnTo>
                  <a:lnTo>
                    <a:pt x="3706344" y="1649445"/>
                  </a:lnTo>
                  <a:lnTo>
                    <a:pt x="3706344" y="1389136"/>
                  </a:lnTo>
                  <a:lnTo>
                    <a:pt x="3799003" y="1389136"/>
                  </a:lnTo>
                  <a:lnTo>
                    <a:pt x="3799003" y="954677"/>
                  </a:lnTo>
                  <a:lnTo>
                    <a:pt x="4540272" y="954677"/>
                  </a:lnTo>
                  <a:lnTo>
                    <a:pt x="4540272" y="770107"/>
                  </a:lnTo>
                  <a:lnTo>
                    <a:pt x="5559517" y="770107"/>
                  </a:lnTo>
                  <a:lnTo>
                    <a:pt x="5559517" y="604932"/>
                  </a:lnTo>
                  <a:lnTo>
                    <a:pt x="6115469" y="604932"/>
                  </a:lnTo>
                  <a:lnTo>
                    <a:pt x="6115469" y="454877"/>
                  </a:lnTo>
                  <a:lnTo>
                    <a:pt x="6393445" y="454877"/>
                  </a:lnTo>
                  <a:lnTo>
                    <a:pt x="6393445" y="153815"/>
                  </a:lnTo>
                  <a:lnTo>
                    <a:pt x="6949396" y="15381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586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7691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79519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1346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3173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4627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7791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0956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896563"/>
              <a:ext cx="4196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40.60 (95% CI 0.76-2175.42), p = 0.068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2026-07-29T17:42:39Z</dcterms:modified>
  <cp:category/>
</cp:coreProperties>
</file>