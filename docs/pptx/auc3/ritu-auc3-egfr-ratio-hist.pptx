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94649" y="5026047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94649" y="4182040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94649" y="3338033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94649" y="2494027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340266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492324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644382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4796440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5948498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7100556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252614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94649" y="5448051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94649" y="4604044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994649" y="3760037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994649" y="2916030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994649" y="2072023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1916295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3068353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4220411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5372469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6524527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7676585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rc26"/>
            <p:cNvSpPr/>
            <p:nvPr/>
          </p:nvSpPr>
          <p:spPr>
            <a:xfrm>
              <a:off x="1340266" y="5093922"/>
              <a:ext cx="576029" cy="354128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7" name="rc27"/>
            <p:cNvSpPr/>
            <p:nvPr/>
          </p:nvSpPr>
          <p:spPr>
            <a:xfrm>
              <a:off x="1916295" y="4975879"/>
              <a:ext cx="576029" cy="472171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8" name="rc28"/>
            <p:cNvSpPr/>
            <p:nvPr/>
          </p:nvSpPr>
          <p:spPr>
            <a:xfrm>
              <a:off x="2492324" y="3677407"/>
              <a:ext cx="576029" cy="1770643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9" name="rc29"/>
            <p:cNvSpPr/>
            <p:nvPr/>
          </p:nvSpPr>
          <p:spPr>
            <a:xfrm>
              <a:off x="3068353" y="2851106"/>
              <a:ext cx="576029" cy="2596944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0" name="rc30"/>
            <p:cNvSpPr/>
            <p:nvPr/>
          </p:nvSpPr>
          <p:spPr>
            <a:xfrm>
              <a:off x="3644382" y="2142849"/>
              <a:ext cx="576029" cy="3305201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1" name="rc31"/>
            <p:cNvSpPr/>
            <p:nvPr/>
          </p:nvSpPr>
          <p:spPr>
            <a:xfrm>
              <a:off x="4220411" y="2615021"/>
              <a:ext cx="5760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2" name="rc32"/>
            <p:cNvSpPr/>
            <p:nvPr/>
          </p:nvSpPr>
          <p:spPr>
            <a:xfrm>
              <a:off x="4796440" y="2969149"/>
              <a:ext cx="5760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3" name="rc33"/>
            <p:cNvSpPr/>
            <p:nvPr/>
          </p:nvSpPr>
          <p:spPr>
            <a:xfrm>
              <a:off x="5372469" y="3913493"/>
              <a:ext cx="5760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4" name="rc34"/>
            <p:cNvSpPr/>
            <p:nvPr/>
          </p:nvSpPr>
          <p:spPr>
            <a:xfrm>
              <a:off x="5948498" y="4621750"/>
              <a:ext cx="5760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5" name="rc35"/>
            <p:cNvSpPr/>
            <p:nvPr/>
          </p:nvSpPr>
          <p:spPr>
            <a:xfrm>
              <a:off x="6524527" y="5093922"/>
              <a:ext cx="5760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6" name="rc36"/>
            <p:cNvSpPr/>
            <p:nvPr/>
          </p:nvSpPr>
          <p:spPr>
            <a:xfrm>
              <a:off x="7100556" y="5330008"/>
              <a:ext cx="5760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7" name="rc37"/>
            <p:cNvSpPr/>
            <p:nvPr/>
          </p:nvSpPr>
          <p:spPr>
            <a:xfrm>
              <a:off x="7676585" y="5211965"/>
              <a:ext cx="5760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8" name="rc38"/>
            <p:cNvSpPr/>
            <p:nvPr/>
          </p:nvSpPr>
          <p:spPr>
            <a:xfrm>
              <a:off x="1340266" y="5448051"/>
              <a:ext cx="57602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9" name="rc39"/>
            <p:cNvSpPr/>
            <p:nvPr/>
          </p:nvSpPr>
          <p:spPr>
            <a:xfrm>
              <a:off x="1916295" y="5448051"/>
              <a:ext cx="57602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0" name="rc40"/>
            <p:cNvSpPr/>
            <p:nvPr/>
          </p:nvSpPr>
          <p:spPr>
            <a:xfrm>
              <a:off x="2492324" y="5448051"/>
              <a:ext cx="57602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1" name="rc41"/>
            <p:cNvSpPr/>
            <p:nvPr/>
          </p:nvSpPr>
          <p:spPr>
            <a:xfrm>
              <a:off x="3068353" y="5448051"/>
              <a:ext cx="57602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2" name="rc42"/>
            <p:cNvSpPr/>
            <p:nvPr/>
          </p:nvSpPr>
          <p:spPr>
            <a:xfrm>
              <a:off x="3644382" y="5448051"/>
              <a:ext cx="57602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3" name="rc43"/>
            <p:cNvSpPr/>
            <p:nvPr/>
          </p:nvSpPr>
          <p:spPr>
            <a:xfrm>
              <a:off x="4220411" y="2615021"/>
              <a:ext cx="576029" cy="2833029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4" name="rc44"/>
            <p:cNvSpPr/>
            <p:nvPr/>
          </p:nvSpPr>
          <p:spPr>
            <a:xfrm>
              <a:off x="4796440" y="2969149"/>
              <a:ext cx="576029" cy="2478901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5" name="rc45"/>
            <p:cNvSpPr/>
            <p:nvPr/>
          </p:nvSpPr>
          <p:spPr>
            <a:xfrm>
              <a:off x="5372469" y="3913493"/>
              <a:ext cx="576029" cy="1534557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6" name="rc46"/>
            <p:cNvSpPr/>
            <p:nvPr/>
          </p:nvSpPr>
          <p:spPr>
            <a:xfrm>
              <a:off x="5948498" y="4621750"/>
              <a:ext cx="576029" cy="82630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7" name="rc47"/>
            <p:cNvSpPr/>
            <p:nvPr/>
          </p:nvSpPr>
          <p:spPr>
            <a:xfrm>
              <a:off x="6524527" y="5093922"/>
              <a:ext cx="576029" cy="354128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8" name="rc48"/>
            <p:cNvSpPr/>
            <p:nvPr/>
          </p:nvSpPr>
          <p:spPr>
            <a:xfrm>
              <a:off x="7100556" y="5330008"/>
              <a:ext cx="576029" cy="118042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9" name="rc49"/>
            <p:cNvSpPr/>
            <p:nvPr/>
          </p:nvSpPr>
          <p:spPr>
            <a:xfrm>
              <a:off x="7676585" y="5211965"/>
              <a:ext cx="576029" cy="236085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0" name="pl50"/>
            <p:cNvSpPr/>
            <p:nvPr/>
          </p:nvSpPr>
          <p:spPr>
            <a:xfrm>
              <a:off x="4220411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D4D4D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51" name="tx51"/>
            <p:cNvSpPr/>
            <p:nvPr/>
          </p:nvSpPr>
          <p:spPr>
            <a:xfrm>
              <a:off x="835933" y="5397073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835933" y="4553066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</a:t>
              </a:r>
            </a:p>
          </p:txBody>
        </p:sp>
        <p:sp>
          <p:nvSpPr>
            <p:cNvPr id="53" name="tx53"/>
            <p:cNvSpPr/>
            <p:nvPr/>
          </p:nvSpPr>
          <p:spPr>
            <a:xfrm>
              <a:off x="756929" y="3709059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54" name="tx54"/>
            <p:cNvSpPr/>
            <p:nvPr/>
          </p:nvSpPr>
          <p:spPr>
            <a:xfrm>
              <a:off x="756929" y="286505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</a:t>
              </a:r>
            </a:p>
          </p:txBody>
        </p:sp>
        <p:sp>
          <p:nvSpPr>
            <p:cNvPr id="55" name="tx55"/>
            <p:cNvSpPr/>
            <p:nvPr/>
          </p:nvSpPr>
          <p:spPr>
            <a:xfrm>
              <a:off x="756929" y="2021045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56" name="tx56"/>
            <p:cNvSpPr/>
            <p:nvPr/>
          </p:nvSpPr>
          <p:spPr>
            <a:xfrm>
              <a:off x="1817540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0.6</a:t>
              </a:r>
            </a:p>
          </p:txBody>
        </p:sp>
        <p:sp>
          <p:nvSpPr>
            <p:cNvPr id="57" name="tx57"/>
            <p:cNvSpPr/>
            <p:nvPr/>
          </p:nvSpPr>
          <p:spPr>
            <a:xfrm>
              <a:off x="2969598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58" name="tx58"/>
            <p:cNvSpPr/>
            <p:nvPr/>
          </p:nvSpPr>
          <p:spPr>
            <a:xfrm>
              <a:off x="4121656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59" name="tx59"/>
            <p:cNvSpPr/>
            <p:nvPr/>
          </p:nvSpPr>
          <p:spPr>
            <a:xfrm>
              <a:off x="5273714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60" name="tx60"/>
            <p:cNvSpPr/>
            <p:nvPr/>
          </p:nvSpPr>
          <p:spPr>
            <a:xfrm>
              <a:off x="6425772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61" name="tx61"/>
            <p:cNvSpPr/>
            <p:nvPr/>
          </p:nvSpPr>
          <p:spPr>
            <a:xfrm>
              <a:off x="7577830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1.6</a:t>
              </a:r>
            </a:p>
          </p:txBody>
        </p:sp>
        <p:sp>
          <p:nvSpPr>
            <p:cNvPr id="62" name="tx62"/>
            <p:cNvSpPr/>
            <p:nvPr/>
          </p:nvSpPr>
          <p:spPr>
            <a:xfrm>
              <a:off x="4327216" y="5870717"/>
              <a:ext cx="938448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Ratio</a:t>
              </a:r>
            </a:p>
          </p:txBody>
        </p:sp>
        <p:sp>
          <p:nvSpPr>
            <p:cNvPr id="63" name="tx63"/>
            <p:cNvSpPr/>
            <p:nvPr/>
          </p:nvSpPr>
          <p:spPr>
            <a:xfrm rot="-5400000">
              <a:off x="-304395" y="3731670"/>
              <a:ext cx="1827885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Percent of Patients (%)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994649" y="1688767"/>
              <a:ext cx="4645060" cy="1530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Distribution of eGFR Ratio (Carboplatin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2026-08-19T20:17:06Z</dcterms:modified>
  <cp:category/>
</cp:coreProperties>
</file>