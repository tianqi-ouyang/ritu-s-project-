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2899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19089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5278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51468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443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4849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100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60994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77184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93373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94649" y="209563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0683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3724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5245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340266" y="5093922"/>
              <a:ext cx="576029" cy="35412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16295" y="4975879"/>
              <a:ext cx="576029" cy="47217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492324" y="3795450"/>
              <a:ext cx="576029" cy="165260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068353" y="2851106"/>
              <a:ext cx="576029" cy="259694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644382" y="2142849"/>
              <a:ext cx="57602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220411" y="261502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796440" y="2969149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372469" y="3913493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948498" y="4621750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524527" y="509392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00556" y="5330008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5211965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340266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916295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492324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068353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44382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20411" y="2615021"/>
              <a:ext cx="576029" cy="283302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796440" y="2969149"/>
              <a:ext cx="576029" cy="24789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5372469" y="3913493"/>
              <a:ext cx="576029" cy="15345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5948498" y="4621750"/>
              <a:ext cx="576029" cy="82630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6524527" y="5093922"/>
              <a:ext cx="576029" cy="35412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7100556" y="5330008"/>
              <a:ext cx="576029" cy="11804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676585" y="5211965"/>
              <a:ext cx="576029" cy="23608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1" name="tx5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35933" y="4558968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929" y="3720863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756929" y="288275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56929" y="204465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81754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96959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412165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527371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64257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778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3" name="tx63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94649" y="1688767"/>
              <a:ext cx="4645060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2026-10-16T11:38:42Z</dcterms:modified>
  <cp:category/>
</cp:coreProperties>
</file>