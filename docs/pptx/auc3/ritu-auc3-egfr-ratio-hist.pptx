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899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908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527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1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9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718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337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956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795450"/>
              <a:ext cx="576029" cy="16526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896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2086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827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446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2026-10-27T11:23:13Z</dcterms:modified>
  <cp:category/>
</cp:coreProperties>
</file>