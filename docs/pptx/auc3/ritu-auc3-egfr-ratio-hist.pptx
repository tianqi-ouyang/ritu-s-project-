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899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9089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5278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146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0994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77184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3373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09563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093922"/>
              <a:ext cx="576029" cy="35412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4975879"/>
              <a:ext cx="576029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3795450"/>
              <a:ext cx="576029" cy="165260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851106"/>
              <a:ext cx="576029" cy="25969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142849"/>
              <a:ext cx="57602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61502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2969149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913493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621750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09392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330008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21196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615021"/>
              <a:ext cx="576029" cy="283302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2969149"/>
              <a:ext cx="576029" cy="24789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913493"/>
              <a:ext cx="576029" cy="15345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621750"/>
              <a:ext cx="576029" cy="82630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093922"/>
              <a:ext cx="576029" cy="35412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330008"/>
              <a:ext cx="576029" cy="1180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211965"/>
              <a:ext cx="576029" cy="23608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5896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20863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88275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04465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4645060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2026-10-09T13:19:19Z</dcterms:modified>
  <cp:category/>
</cp:coreProperties>
</file>