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899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9089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5278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146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994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7184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337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9563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093922"/>
              <a:ext cx="576029" cy="3541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4975879"/>
              <a:ext cx="576029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3795450"/>
              <a:ext cx="576029" cy="16526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851106"/>
              <a:ext cx="576029" cy="25969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61502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29691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91349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621750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9392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3000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1196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615021"/>
              <a:ext cx="576029" cy="283302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2969149"/>
              <a:ext cx="576029" cy="24789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913493"/>
              <a:ext cx="576029" cy="15345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621750"/>
              <a:ext cx="576029" cy="82630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93922"/>
              <a:ext cx="576029" cy="35412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30008"/>
              <a:ext cx="576029" cy="118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11965"/>
              <a:ext cx="576029" cy="23608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896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20863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8275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446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2026-10-13T08:11:10Z</dcterms:modified>
  <cp:category/>
</cp:coreProperties>
</file>