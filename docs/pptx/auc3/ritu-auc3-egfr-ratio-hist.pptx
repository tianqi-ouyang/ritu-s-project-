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60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204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803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4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40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6003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603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202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677407"/>
              <a:ext cx="576029" cy="17706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306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90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505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1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2026-10-08T10:10:48Z</dcterms:modified>
  <cp:category/>
</cp:coreProperties>
</file>