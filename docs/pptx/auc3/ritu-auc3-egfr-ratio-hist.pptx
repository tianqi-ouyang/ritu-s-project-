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02899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19089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35278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51468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23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443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4849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005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60994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77184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93373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94649" y="2095632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9162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6835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7246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245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765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340266" y="5093922"/>
              <a:ext cx="576029" cy="35412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916295" y="4975879"/>
              <a:ext cx="576029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492324" y="3795450"/>
              <a:ext cx="576029" cy="165260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068353" y="2851106"/>
              <a:ext cx="576029" cy="259694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644382" y="2142849"/>
              <a:ext cx="57602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220411" y="2615021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796440" y="2969149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372469" y="3913493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48498" y="4621750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524527" y="5093922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00556" y="5330008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76585" y="5211965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40266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16295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92324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068353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644382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220411" y="2615021"/>
              <a:ext cx="576029" cy="283302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796440" y="2969149"/>
              <a:ext cx="576029" cy="24789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372469" y="3913493"/>
              <a:ext cx="576029" cy="15345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948498" y="4621750"/>
              <a:ext cx="576029" cy="82630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524527" y="5093922"/>
              <a:ext cx="576029" cy="35412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100556" y="5330008"/>
              <a:ext cx="576029" cy="1180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676585" y="5211965"/>
              <a:ext cx="576029" cy="23608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35933" y="455896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929" y="3720863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56929" y="288275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6929" y="204465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1754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96959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12165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7371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42577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7783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94649" y="1688767"/>
              <a:ext cx="4645060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2026-10-14T13:48:06Z</dcterms:modified>
  <cp:category/>
</cp:coreProperties>
</file>