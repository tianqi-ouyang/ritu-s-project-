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33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15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172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91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1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230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49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69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88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49274"/>
            </a:xfrm>
            <a:custGeom>
              <a:avLst/>
              <a:pathLst>
                <a:path w="7090630" h="3449274">
                  <a:moveTo>
                    <a:pt x="1151743" y="0"/>
                  </a:moveTo>
                  <a:lnTo>
                    <a:pt x="1217582" y="174150"/>
                  </a:lnTo>
                  <a:lnTo>
                    <a:pt x="1289205" y="353341"/>
                  </a:lnTo>
                  <a:lnTo>
                    <a:pt x="1360827" y="522830"/>
                  </a:lnTo>
                  <a:lnTo>
                    <a:pt x="1432450" y="683142"/>
                  </a:lnTo>
                  <a:lnTo>
                    <a:pt x="1504073" y="834775"/>
                  </a:lnTo>
                  <a:lnTo>
                    <a:pt x="1575695" y="978198"/>
                  </a:lnTo>
                  <a:lnTo>
                    <a:pt x="1647318" y="1113855"/>
                  </a:lnTo>
                  <a:lnTo>
                    <a:pt x="1718940" y="1242168"/>
                  </a:lnTo>
                  <a:lnTo>
                    <a:pt x="1790563" y="1363533"/>
                  </a:lnTo>
                  <a:lnTo>
                    <a:pt x="1862185" y="1478328"/>
                  </a:lnTo>
                  <a:lnTo>
                    <a:pt x="1933808" y="1586907"/>
                  </a:lnTo>
                  <a:lnTo>
                    <a:pt x="2005430" y="1689607"/>
                  </a:lnTo>
                  <a:lnTo>
                    <a:pt x="2077053" y="1786747"/>
                  </a:lnTo>
                  <a:lnTo>
                    <a:pt x="2148675" y="1878627"/>
                  </a:lnTo>
                  <a:lnTo>
                    <a:pt x="2220298" y="1965533"/>
                  </a:lnTo>
                  <a:lnTo>
                    <a:pt x="2291920" y="2047733"/>
                  </a:lnTo>
                  <a:lnTo>
                    <a:pt x="2363543" y="2125483"/>
                  </a:lnTo>
                  <a:lnTo>
                    <a:pt x="2435165" y="2199023"/>
                  </a:lnTo>
                  <a:lnTo>
                    <a:pt x="2506788" y="2268582"/>
                  </a:lnTo>
                  <a:lnTo>
                    <a:pt x="2578410" y="2334374"/>
                  </a:lnTo>
                  <a:lnTo>
                    <a:pt x="2650033" y="2396605"/>
                  </a:lnTo>
                  <a:lnTo>
                    <a:pt x="2721655" y="2455466"/>
                  </a:lnTo>
                  <a:lnTo>
                    <a:pt x="2793278" y="2511140"/>
                  </a:lnTo>
                  <a:lnTo>
                    <a:pt x="2864901" y="2563799"/>
                  </a:lnTo>
                  <a:lnTo>
                    <a:pt x="2936523" y="2613608"/>
                  </a:lnTo>
                  <a:lnTo>
                    <a:pt x="3008146" y="2647735"/>
                  </a:lnTo>
                  <a:lnTo>
                    <a:pt x="3079768" y="2599419"/>
                  </a:lnTo>
                  <a:lnTo>
                    <a:pt x="3151391" y="2548311"/>
                  </a:lnTo>
                  <a:lnTo>
                    <a:pt x="3223013" y="2494249"/>
                  </a:lnTo>
                  <a:lnTo>
                    <a:pt x="3294636" y="2437063"/>
                  </a:lnTo>
                  <a:lnTo>
                    <a:pt x="3366258" y="2376572"/>
                  </a:lnTo>
                  <a:lnTo>
                    <a:pt x="3437881" y="2312585"/>
                  </a:lnTo>
                  <a:lnTo>
                    <a:pt x="3509503" y="2244900"/>
                  </a:lnTo>
                  <a:lnTo>
                    <a:pt x="3581126" y="2173303"/>
                  </a:lnTo>
                  <a:lnTo>
                    <a:pt x="3652748" y="2097569"/>
                  </a:lnTo>
                  <a:lnTo>
                    <a:pt x="3724371" y="2017457"/>
                  </a:lnTo>
                  <a:lnTo>
                    <a:pt x="3795993" y="1932716"/>
                  </a:lnTo>
                  <a:lnTo>
                    <a:pt x="3867616" y="1843077"/>
                  </a:lnTo>
                  <a:lnTo>
                    <a:pt x="3939238" y="1748258"/>
                  </a:lnTo>
                  <a:lnTo>
                    <a:pt x="4010861" y="1647958"/>
                  </a:lnTo>
                  <a:lnTo>
                    <a:pt x="4082483" y="1541862"/>
                  </a:lnTo>
                  <a:lnTo>
                    <a:pt x="4154106" y="1429635"/>
                  </a:lnTo>
                  <a:lnTo>
                    <a:pt x="4225729" y="1310921"/>
                  </a:lnTo>
                  <a:lnTo>
                    <a:pt x="4297351" y="1185347"/>
                  </a:lnTo>
                  <a:lnTo>
                    <a:pt x="4368974" y="1052516"/>
                  </a:lnTo>
                  <a:lnTo>
                    <a:pt x="4440596" y="912007"/>
                  </a:lnTo>
                  <a:lnTo>
                    <a:pt x="4512219" y="763378"/>
                  </a:lnTo>
                  <a:lnTo>
                    <a:pt x="4583841" y="606160"/>
                  </a:lnTo>
                  <a:lnTo>
                    <a:pt x="4655464" y="439855"/>
                  </a:lnTo>
                  <a:lnTo>
                    <a:pt x="4727086" y="263939"/>
                  </a:lnTo>
                  <a:lnTo>
                    <a:pt x="4798709" y="77857"/>
                  </a:lnTo>
                  <a:lnTo>
                    <a:pt x="4827038" y="0"/>
                  </a:lnTo>
                  <a:lnTo>
                    <a:pt x="7090630" y="0"/>
                  </a:lnTo>
                  <a:lnTo>
                    <a:pt x="7090630" y="3449274"/>
                  </a:lnTo>
                  <a:lnTo>
                    <a:pt x="7019007" y="3447301"/>
                  </a:lnTo>
                  <a:lnTo>
                    <a:pt x="6947385" y="3445215"/>
                  </a:lnTo>
                  <a:lnTo>
                    <a:pt x="6875762" y="3443009"/>
                  </a:lnTo>
                  <a:lnTo>
                    <a:pt x="6804139" y="3440677"/>
                  </a:lnTo>
                  <a:lnTo>
                    <a:pt x="6732517" y="3438212"/>
                  </a:lnTo>
                  <a:lnTo>
                    <a:pt x="6660894" y="3435605"/>
                  </a:lnTo>
                  <a:lnTo>
                    <a:pt x="6589272" y="3432849"/>
                  </a:lnTo>
                  <a:lnTo>
                    <a:pt x="6517649" y="3429936"/>
                  </a:lnTo>
                  <a:lnTo>
                    <a:pt x="6446027" y="3426856"/>
                  </a:lnTo>
                  <a:lnTo>
                    <a:pt x="6374404" y="3423599"/>
                  </a:lnTo>
                  <a:lnTo>
                    <a:pt x="6302782" y="3420156"/>
                  </a:lnTo>
                  <a:lnTo>
                    <a:pt x="6231159" y="3416516"/>
                  </a:lnTo>
                  <a:lnTo>
                    <a:pt x="6159537" y="3412668"/>
                  </a:lnTo>
                  <a:lnTo>
                    <a:pt x="6087914" y="3408599"/>
                  </a:lnTo>
                  <a:lnTo>
                    <a:pt x="6016292" y="3404298"/>
                  </a:lnTo>
                  <a:lnTo>
                    <a:pt x="5944669" y="3399750"/>
                  </a:lnTo>
                  <a:lnTo>
                    <a:pt x="5873047" y="3394942"/>
                  </a:lnTo>
                  <a:lnTo>
                    <a:pt x="5801424" y="3389858"/>
                  </a:lnTo>
                  <a:lnTo>
                    <a:pt x="5729802" y="3384484"/>
                  </a:lnTo>
                  <a:lnTo>
                    <a:pt x="5658179" y="3378802"/>
                  </a:lnTo>
                  <a:lnTo>
                    <a:pt x="5586557" y="3372795"/>
                  </a:lnTo>
                  <a:lnTo>
                    <a:pt x="5514934" y="3366444"/>
                  </a:lnTo>
                  <a:lnTo>
                    <a:pt x="5443311" y="3359729"/>
                  </a:lnTo>
                  <a:lnTo>
                    <a:pt x="5371689" y="3352630"/>
                  </a:lnTo>
                  <a:lnTo>
                    <a:pt x="5300066" y="3345125"/>
                  </a:lnTo>
                  <a:lnTo>
                    <a:pt x="5228444" y="3337190"/>
                  </a:lnTo>
                  <a:lnTo>
                    <a:pt x="5156821" y="3328800"/>
                  </a:lnTo>
                  <a:lnTo>
                    <a:pt x="5085199" y="3319931"/>
                  </a:lnTo>
                  <a:lnTo>
                    <a:pt x="5013576" y="3310554"/>
                  </a:lnTo>
                  <a:lnTo>
                    <a:pt x="4941954" y="3300640"/>
                  </a:lnTo>
                  <a:lnTo>
                    <a:pt x="4870331" y="3290158"/>
                  </a:lnTo>
                  <a:lnTo>
                    <a:pt x="4798709" y="3279077"/>
                  </a:lnTo>
                  <a:lnTo>
                    <a:pt x="4727086" y="3267361"/>
                  </a:lnTo>
                  <a:lnTo>
                    <a:pt x="4655464" y="3254975"/>
                  </a:lnTo>
                  <a:lnTo>
                    <a:pt x="4583841" y="3241880"/>
                  </a:lnTo>
                  <a:lnTo>
                    <a:pt x="4512219" y="3228035"/>
                  </a:lnTo>
                  <a:lnTo>
                    <a:pt x="4440596" y="3213397"/>
                  </a:lnTo>
                  <a:lnTo>
                    <a:pt x="4368974" y="3197922"/>
                  </a:lnTo>
                  <a:lnTo>
                    <a:pt x="4297351" y="3181561"/>
                  </a:lnTo>
                  <a:lnTo>
                    <a:pt x="4225729" y="3164263"/>
                  </a:lnTo>
                  <a:lnTo>
                    <a:pt x="4154106" y="3145975"/>
                  </a:lnTo>
                  <a:lnTo>
                    <a:pt x="4082483" y="3126640"/>
                  </a:lnTo>
                  <a:lnTo>
                    <a:pt x="4010861" y="3106199"/>
                  </a:lnTo>
                  <a:lnTo>
                    <a:pt x="3939238" y="3084587"/>
                  </a:lnTo>
                  <a:lnTo>
                    <a:pt x="3867616" y="3061738"/>
                  </a:lnTo>
                  <a:lnTo>
                    <a:pt x="3795993" y="3037582"/>
                  </a:lnTo>
                  <a:lnTo>
                    <a:pt x="3724371" y="3012042"/>
                  </a:lnTo>
                  <a:lnTo>
                    <a:pt x="3652748" y="2985041"/>
                  </a:lnTo>
                  <a:lnTo>
                    <a:pt x="3581126" y="2956494"/>
                  </a:lnTo>
                  <a:lnTo>
                    <a:pt x="3509503" y="2926313"/>
                  </a:lnTo>
                  <a:lnTo>
                    <a:pt x="3437881" y="2894405"/>
                  </a:lnTo>
                  <a:lnTo>
                    <a:pt x="3366258" y="2860669"/>
                  </a:lnTo>
                  <a:lnTo>
                    <a:pt x="3294636" y="2825003"/>
                  </a:lnTo>
                  <a:lnTo>
                    <a:pt x="3223013" y="2787295"/>
                  </a:lnTo>
                  <a:lnTo>
                    <a:pt x="3151391" y="2747429"/>
                  </a:lnTo>
                  <a:lnTo>
                    <a:pt x="3079768" y="2705281"/>
                  </a:lnTo>
                  <a:lnTo>
                    <a:pt x="3008146" y="2660720"/>
                  </a:lnTo>
                  <a:lnTo>
                    <a:pt x="2936523" y="2693411"/>
                  </a:lnTo>
                  <a:lnTo>
                    <a:pt x="2864901" y="2736591"/>
                  </a:lnTo>
                  <a:lnTo>
                    <a:pt x="2793278" y="2777412"/>
                  </a:lnTo>
                  <a:lnTo>
                    <a:pt x="2721655" y="2816003"/>
                  </a:lnTo>
                  <a:lnTo>
                    <a:pt x="2650033" y="2852486"/>
                  </a:lnTo>
                  <a:lnTo>
                    <a:pt x="2578410" y="2886975"/>
                  </a:lnTo>
                  <a:lnTo>
                    <a:pt x="2506788" y="2919580"/>
                  </a:lnTo>
                  <a:lnTo>
                    <a:pt x="2435165" y="2950404"/>
                  </a:lnTo>
                  <a:lnTo>
                    <a:pt x="2363543" y="2979543"/>
                  </a:lnTo>
                  <a:lnTo>
                    <a:pt x="2291920" y="3007090"/>
                  </a:lnTo>
                  <a:lnTo>
                    <a:pt x="2220298" y="3033133"/>
                  </a:lnTo>
                  <a:lnTo>
                    <a:pt x="2148675" y="3057752"/>
                  </a:lnTo>
                  <a:lnTo>
                    <a:pt x="2077053" y="3081027"/>
                  </a:lnTo>
                  <a:lnTo>
                    <a:pt x="2005430" y="3103030"/>
                  </a:lnTo>
                  <a:lnTo>
                    <a:pt x="1933808" y="3123830"/>
                  </a:lnTo>
                  <a:lnTo>
                    <a:pt x="1862185" y="3143494"/>
                  </a:lnTo>
                  <a:lnTo>
                    <a:pt x="1790563" y="3162084"/>
                  </a:lnTo>
                  <a:lnTo>
                    <a:pt x="1718940" y="3179658"/>
                  </a:lnTo>
                  <a:lnTo>
                    <a:pt x="1647318" y="3196272"/>
                  </a:lnTo>
                  <a:lnTo>
                    <a:pt x="1575695" y="3211979"/>
                  </a:lnTo>
                  <a:lnTo>
                    <a:pt x="1504073" y="3226827"/>
                  </a:lnTo>
                  <a:lnTo>
                    <a:pt x="1432450" y="3240864"/>
                  </a:lnTo>
                  <a:lnTo>
                    <a:pt x="1360827" y="3254134"/>
                  </a:lnTo>
                  <a:lnTo>
                    <a:pt x="1289205" y="3266679"/>
                  </a:lnTo>
                  <a:lnTo>
                    <a:pt x="1217582" y="3278538"/>
                  </a:lnTo>
                  <a:lnTo>
                    <a:pt x="1145960" y="3289750"/>
                  </a:lnTo>
                  <a:lnTo>
                    <a:pt x="1074337" y="3300349"/>
                  </a:lnTo>
                  <a:lnTo>
                    <a:pt x="1002715" y="3310369"/>
                  </a:lnTo>
                  <a:lnTo>
                    <a:pt x="931092" y="3319842"/>
                  </a:lnTo>
                  <a:lnTo>
                    <a:pt x="859470" y="3328797"/>
                  </a:lnTo>
                  <a:lnTo>
                    <a:pt x="787847" y="3337263"/>
                  </a:lnTo>
                  <a:lnTo>
                    <a:pt x="716225" y="3345266"/>
                  </a:lnTo>
                  <a:lnTo>
                    <a:pt x="644602" y="3352832"/>
                  </a:lnTo>
                  <a:lnTo>
                    <a:pt x="572980" y="3359984"/>
                  </a:lnTo>
                  <a:lnTo>
                    <a:pt x="501357" y="3366746"/>
                  </a:lnTo>
                  <a:lnTo>
                    <a:pt x="429735" y="3373139"/>
                  </a:lnTo>
                  <a:lnTo>
                    <a:pt x="358112" y="3379182"/>
                  </a:lnTo>
                  <a:lnTo>
                    <a:pt x="286490" y="3384895"/>
                  </a:lnTo>
                  <a:lnTo>
                    <a:pt x="214867" y="3390295"/>
                  </a:lnTo>
                  <a:lnTo>
                    <a:pt x="143245" y="3395401"/>
                  </a:lnTo>
                  <a:lnTo>
                    <a:pt x="71622" y="3400228"/>
                  </a:lnTo>
                  <a:lnTo>
                    <a:pt x="0" y="340479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323793" y="2073503"/>
              <a:ext cx="3675295" cy="2647735"/>
            </a:xfrm>
            <a:custGeom>
              <a:avLst/>
              <a:pathLst>
                <a:path w="3675295" h="2647735">
                  <a:moveTo>
                    <a:pt x="0" y="0"/>
                  </a:moveTo>
                  <a:lnTo>
                    <a:pt x="65839" y="174150"/>
                  </a:lnTo>
                  <a:lnTo>
                    <a:pt x="137461" y="353341"/>
                  </a:lnTo>
                  <a:lnTo>
                    <a:pt x="209084" y="522830"/>
                  </a:lnTo>
                  <a:lnTo>
                    <a:pt x="280706" y="683142"/>
                  </a:lnTo>
                  <a:lnTo>
                    <a:pt x="352329" y="834775"/>
                  </a:lnTo>
                  <a:lnTo>
                    <a:pt x="423951" y="978198"/>
                  </a:lnTo>
                  <a:lnTo>
                    <a:pt x="495574" y="1113855"/>
                  </a:lnTo>
                  <a:lnTo>
                    <a:pt x="567196" y="1242168"/>
                  </a:lnTo>
                  <a:lnTo>
                    <a:pt x="638819" y="1363533"/>
                  </a:lnTo>
                  <a:lnTo>
                    <a:pt x="710441" y="1478328"/>
                  </a:lnTo>
                  <a:lnTo>
                    <a:pt x="782064" y="1586907"/>
                  </a:lnTo>
                  <a:lnTo>
                    <a:pt x="853686" y="1689607"/>
                  </a:lnTo>
                  <a:lnTo>
                    <a:pt x="925309" y="1786747"/>
                  </a:lnTo>
                  <a:lnTo>
                    <a:pt x="996931" y="1878627"/>
                  </a:lnTo>
                  <a:lnTo>
                    <a:pt x="1068554" y="1965533"/>
                  </a:lnTo>
                  <a:lnTo>
                    <a:pt x="1140177" y="2047733"/>
                  </a:lnTo>
                  <a:lnTo>
                    <a:pt x="1211799" y="2125483"/>
                  </a:lnTo>
                  <a:lnTo>
                    <a:pt x="1283422" y="2199023"/>
                  </a:lnTo>
                  <a:lnTo>
                    <a:pt x="1355044" y="2268582"/>
                  </a:lnTo>
                  <a:lnTo>
                    <a:pt x="1426667" y="2334374"/>
                  </a:lnTo>
                  <a:lnTo>
                    <a:pt x="1498289" y="2396605"/>
                  </a:lnTo>
                  <a:lnTo>
                    <a:pt x="1569912" y="2455466"/>
                  </a:lnTo>
                  <a:lnTo>
                    <a:pt x="1641534" y="2511140"/>
                  </a:lnTo>
                  <a:lnTo>
                    <a:pt x="1713157" y="2563799"/>
                  </a:lnTo>
                  <a:lnTo>
                    <a:pt x="1784779" y="2613608"/>
                  </a:lnTo>
                  <a:lnTo>
                    <a:pt x="1856402" y="2647735"/>
                  </a:lnTo>
                  <a:lnTo>
                    <a:pt x="1928024" y="2599419"/>
                  </a:lnTo>
                  <a:lnTo>
                    <a:pt x="1999647" y="2548311"/>
                  </a:lnTo>
                  <a:lnTo>
                    <a:pt x="2071269" y="2494249"/>
                  </a:lnTo>
                  <a:lnTo>
                    <a:pt x="2142892" y="2437063"/>
                  </a:lnTo>
                  <a:lnTo>
                    <a:pt x="2214514" y="2376572"/>
                  </a:lnTo>
                  <a:lnTo>
                    <a:pt x="2286137" y="2312585"/>
                  </a:lnTo>
                  <a:lnTo>
                    <a:pt x="2357759" y="2244900"/>
                  </a:lnTo>
                  <a:lnTo>
                    <a:pt x="2429382" y="2173303"/>
                  </a:lnTo>
                  <a:lnTo>
                    <a:pt x="2501005" y="2097569"/>
                  </a:lnTo>
                  <a:lnTo>
                    <a:pt x="2572627" y="2017457"/>
                  </a:lnTo>
                  <a:lnTo>
                    <a:pt x="2644250" y="1932716"/>
                  </a:lnTo>
                  <a:lnTo>
                    <a:pt x="2715872" y="1843077"/>
                  </a:lnTo>
                  <a:lnTo>
                    <a:pt x="2787495" y="1748258"/>
                  </a:lnTo>
                  <a:lnTo>
                    <a:pt x="2859117" y="1647958"/>
                  </a:lnTo>
                  <a:lnTo>
                    <a:pt x="2930740" y="1541862"/>
                  </a:lnTo>
                  <a:lnTo>
                    <a:pt x="3002362" y="1429635"/>
                  </a:lnTo>
                  <a:lnTo>
                    <a:pt x="3073985" y="1310921"/>
                  </a:lnTo>
                  <a:lnTo>
                    <a:pt x="3145607" y="1185347"/>
                  </a:lnTo>
                  <a:lnTo>
                    <a:pt x="3217230" y="1052516"/>
                  </a:lnTo>
                  <a:lnTo>
                    <a:pt x="3288852" y="912007"/>
                  </a:lnTo>
                  <a:lnTo>
                    <a:pt x="3360475" y="763378"/>
                  </a:lnTo>
                  <a:lnTo>
                    <a:pt x="3432097" y="606160"/>
                  </a:lnTo>
                  <a:lnTo>
                    <a:pt x="3503720" y="439855"/>
                  </a:lnTo>
                  <a:lnTo>
                    <a:pt x="3575342" y="263939"/>
                  </a:lnTo>
                  <a:lnTo>
                    <a:pt x="3646965" y="77857"/>
                  </a:lnTo>
                  <a:lnTo>
                    <a:pt x="367529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4223"/>
              <a:ext cx="7090630" cy="788554"/>
            </a:xfrm>
            <a:custGeom>
              <a:avLst/>
              <a:pathLst>
                <a:path w="7090630" h="788554">
                  <a:moveTo>
                    <a:pt x="7090630" y="788554"/>
                  </a:moveTo>
                  <a:lnTo>
                    <a:pt x="7019007" y="786581"/>
                  </a:lnTo>
                  <a:lnTo>
                    <a:pt x="6947385" y="784494"/>
                  </a:lnTo>
                  <a:lnTo>
                    <a:pt x="6875762" y="782289"/>
                  </a:lnTo>
                  <a:lnTo>
                    <a:pt x="6804139" y="779957"/>
                  </a:lnTo>
                  <a:lnTo>
                    <a:pt x="6732517" y="777491"/>
                  </a:lnTo>
                  <a:lnTo>
                    <a:pt x="6660894" y="774885"/>
                  </a:lnTo>
                  <a:lnTo>
                    <a:pt x="6589272" y="772129"/>
                  </a:lnTo>
                  <a:lnTo>
                    <a:pt x="6517649" y="769216"/>
                  </a:lnTo>
                  <a:lnTo>
                    <a:pt x="6446027" y="766136"/>
                  </a:lnTo>
                  <a:lnTo>
                    <a:pt x="6374404" y="762879"/>
                  </a:lnTo>
                  <a:lnTo>
                    <a:pt x="6302782" y="759436"/>
                  </a:lnTo>
                  <a:lnTo>
                    <a:pt x="6231159" y="755796"/>
                  </a:lnTo>
                  <a:lnTo>
                    <a:pt x="6159537" y="751948"/>
                  </a:lnTo>
                  <a:lnTo>
                    <a:pt x="6087914" y="747879"/>
                  </a:lnTo>
                  <a:lnTo>
                    <a:pt x="6016292" y="743577"/>
                  </a:lnTo>
                  <a:lnTo>
                    <a:pt x="5944669" y="739030"/>
                  </a:lnTo>
                  <a:lnTo>
                    <a:pt x="5873047" y="734221"/>
                  </a:lnTo>
                  <a:lnTo>
                    <a:pt x="5801424" y="729138"/>
                  </a:lnTo>
                  <a:lnTo>
                    <a:pt x="5729802" y="723764"/>
                  </a:lnTo>
                  <a:lnTo>
                    <a:pt x="5658179" y="718082"/>
                  </a:lnTo>
                  <a:lnTo>
                    <a:pt x="5586557" y="712075"/>
                  </a:lnTo>
                  <a:lnTo>
                    <a:pt x="5514934" y="705723"/>
                  </a:lnTo>
                  <a:lnTo>
                    <a:pt x="5443311" y="699009"/>
                  </a:lnTo>
                  <a:lnTo>
                    <a:pt x="5371689" y="691910"/>
                  </a:lnTo>
                  <a:lnTo>
                    <a:pt x="5300066" y="684404"/>
                  </a:lnTo>
                  <a:lnTo>
                    <a:pt x="5228444" y="676469"/>
                  </a:lnTo>
                  <a:lnTo>
                    <a:pt x="5156821" y="668080"/>
                  </a:lnTo>
                  <a:lnTo>
                    <a:pt x="5085199" y="659211"/>
                  </a:lnTo>
                  <a:lnTo>
                    <a:pt x="5013576" y="649834"/>
                  </a:lnTo>
                  <a:lnTo>
                    <a:pt x="4941954" y="639920"/>
                  </a:lnTo>
                  <a:lnTo>
                    <a:pt x="4870331" y="629438"/>
                  </a:lnTo>
                  <a:lnTo>
                    <a:pt x="4798709" y="618357"/>
                  </a:lnTo>
                  <a:lnTo>
                    <a:pt x="4727086" y="606641"/>
                  </a:lnTo>
                  <a:lnTo>
                    <a:pt x="4655464" y="594255"/>
                  </a:lnTo>
                  <a:lnTo>
                    <a:pt x="4583841" y="581159"/>
                  </a:lnTo>
                  <a:lnTo>
                    <a:pt x="4512219" y="567315"/>
                  </a:lnTo>
                  <a:lnTo>
                    <a:pt x="4440596" y="552677"/>
                  </a:lnTo>
                  <a:lnTo>
                    <a:pt x="4368974" y="537202"/>
                  </a:lnTo>
                  <a:lnTo>
                    <a:pt x="4297351" y="520840"/>
                  </a:lnTo>
                  <a:lnTo>
                    <a:pt x="4225729" y="503543"/>
                  </a:lnTo>
                  <a:lnTo>
                    <a:pt x="4154106" y="485255"/>
                  </a:lnTo>
                  <a:lnTo>
                    <a:pt x="4082483" y="465920"/>
                  </a:lnTo>
                  <a:lnTo>
                    <a:pt x="4010861" y="445479"/>
                  </a:lnTo>
                  <a:lnTo>
                    <a:pt x="3939238" y="423867"/>
                  </a:lnTo>
                  <a:lnTo>
                    <a:pt x="3867616" y="401018"/>
                  </a:lnTo>
                  <a:lnTo>
                    <a:pt x="3795993" y="376862"/>
                  </a:lnTo>
                  <a:lnTo>
                    <a:pt x="3724371" y="351322"/>
                  </a:lnTo>
                  <a:lnTo>
                    <a:pt x="3652748" y="324321"/>
                  </a:lnTo>
                  <a:lnTo>
                    <a:pt x="3581126" y="295774"/>
                  </a:lnTo>
                  <a:lnTo>
                    <a:pt x="3509503" y="265593"/>
                  </a:lnTo>
                  <a:lnTo>
                    <a:pt x="3437881" y="233684"/>
                  </a:lnTo>
                  <a:lnTo>
                    <a:pt x="3366258" y="199949"/>
                  </a:lnTo>
                  <a:lnTo>
                    <a:pt x="3294636" y="164283"/>
                  </a:lnTo>
                  <a:lnTo>
                    <a:pt x="3223013" y="126575"/>
                  </a:lnTo>
                  <a:lnTo>
                    <a:pt x="3151391" y="86709"/>
                  </a:lnTo>
                  <a:lnTo>
                    <a:pt x="3079768" y="44561"/>
                  </a:lnTo>
                  <a:lnTo>
                    <a:pt x="3008146" y="0"/>
                  </a:lnTo>
                  <a:lnTo>
                    <a:pt x="2936523" y="32690"/>
                  </a:lnTo>
                  <a:lnTo>
                    <a:pt x="2864901" y="75871"/>
                  </a:lnTo>
                  <a:lnTo>
                    <a:pt x="2793278" y="116692"/>
                  </a:lnTo>
                  <a:lnTo>
                    <a:pt x="2721655" y="155283"/>
                  </a:lnTo>
                  <a:lnTo>
                    <a:pt x="2650033" y="191766"/>
                  </a:lnTo>
                  <a:lnTo>
                    <a:pt x="2578410" y="226255"/>
                  </a:lnTo>
                  <a:lnTo>
                    <a:pt x="2506788" y="258860"/>
                  </a:lnTo>
                  <a:lnTo>
                    <a:pt x="2435165" y="289683"/>
                  </a:lnTo>
                  <a:lnTo>
                    <a:pt x="2363543" y="318823"/>
                  </a:lnTo>
                  <a:lnTo>
                    <a:pt x="2291920" y="346370"/>
                  </a:lnTo>
                  <a:lnTo>
                    <a:pt x="2220298" y="372413"/>
                  </a:lnTo>
                  <a:lnTo>
                    <a:pt x="2148675" y="397032"/>
                  </a:lnTo>
                  <a:lnTo>
                    <a:pt x="2077053" y="420307"/>
                  </a:lnTo>
                  <a:lnTo>
                    <a:pt x="2005430" y="442309"/>
                  </a:lnTo>
                  <a:lnTo>
                    <a:pt x="1933808" y="463110"/>
                  </a:lnTo>
                  <a:lnTo>
                    <a:pt x="1862185" y="482774"/>
                  </a:lnTo>
                  <a:lnTo>
                    <a:pt x="1790563" y="501364"/>
                  </a:lnTo>
                  <a:lnTo>
                    <a:pt x="1718940" y="518938"/>
                  </a:lnTo>
                  <a:lnTo>
                    <a:pt x="1647318" y="535552"/>
                  </a:lnTo>
                  <a:lnTo>
                    <a:pt x="1575695" y="551259"/>
                  </a:lnTo>
                  <a:lnTo>
                    <a:pt x="1504073" y="566107"/>
                  </a:lnTo>
                  <a:lnTo>
                    <a:pt x="1432450" y="580144"/>
                  </a:lnTo>
                  <a:lnTo>
                    <a:pt x="1360827" y="593414"/>
                  </a:lnTo>
                  <a:lnTo>
                    <a:pt x="1289205" y="605959"/>
                  </a:lnTo>
                  <a:lnTo>
                    <a:pt x="1217582" y="617818"/>
                  </a:lnTo>
                  <a:lnTo>
                    <a:pt x="1145960" y="629030"/>
                  </a:lnTo>
                  <a:lnTo>
                    <a:pt x="1074337" y="639629"/>
                  </a:lnTo>
                  <a:lnTo>
                    <a:pt x="1002715" y="649649"/>
                  </a:lnTo>
                  <a:lnTo>
                    <a:pt x="931092" y="659122"/>
                  </a:lnTo>
                  <a:lnTo>
                    <a:pt x="859470" y="668077"/>
                  </a:lnTo>
                  <a:lnTo>
                    <a:pt x="787847" y="676542"/>
                  </a:lnTo>
                  <a:lnTo>
                    <a:pt x="716225" y="684546"/>
                  </a:lnTo>
                  <a:lnTo>
                    <a:pt x="644602" y="692112"/>
                  </a:lnTo>
                  <a:lnTo>
                    <a:pt x="572980" y="699264"/>
                  </a:lnTo>
                  <a:lnTo>
                    <a:pt x="501357" y="706026"/>
                  </a:lnTo>
                  <a:lnTo>
                    <a:pt x="429735" y="712418"/>
                  </a:lnTo>
                  <a:lnTo>
                    <a:pt x="358112" y="718461"/>
                  </a:lnTo>
                  <a:lnTo>
                    <a:pt x="286490" y="724174"/>
                  </a:lnTo>
                  <a:lnTo>
                    <a:pt x="214867" y="729575"/>
                  </a:lnTo>
                  <a:lnTo>
                    <a:pt x="143245" y="734681"/>
                  </a:lnTo>
                  <a:lnTo>
                    <a:pt x="71622" y="739508"/>
                  </a:lnTo>
                  <a:lnTo>
                    <a:pt x="0" y="7440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715346"/>
              <a:ext cx="7090630" cy="21436"/>
            </a:xfrm>
            <a:custGeom>
              <a:avLst/>
              <a:pathLst>
                <a:path w="7090630" h="21436">
                  <a:moveTo>
                    <a:pt x="0" y="21436"/>
                  </a:moveTo>
                  <a:lnTo>
                    <a:pt x="71622" y="21222"/>
                  </a:lnTo>
                  <a:lnTo>
                    <a:pt x="143245" y="21008"/>
                  </a:lnTo>
                  <a:lnTo>
                    <a:pt x="214867" y="20794"/>
                  </a:lnTo>
                  <a:lnTo>
                    <a:pt x="286490" y="20580"/>
                  </a:lnTo>
                  <a:lnTo>
                    <a:pt x="358112" y="20366"/>
                  </a:lnTo>
                  <a:lnTo>
                    <a:pt x="429735" y="20152"/>
                  </a:lnTo>
                  <a:lnTo>
                    <a:pt x="501357" y="19938"/>
                  </a:lnTo>
                  <a:lnTo>
                    <a:pt x="572980" y="19724"/>
                  </a:lnTo>
                  <a:lnTo>
                    <a:pt x="644602" y="19510"/>
                  </a:lnTo>
                  <a:lnTo>
                    <a:pt x="716225" y="19296"/>
                  </a:lnTo>
                  <a:lnTo>
                    <a:pt x="787847" y="19081"/>
                  </a:lnTo>
                  <a:lnTo>
                    <a:pt x="859470" y="18867"/>
                  </a:lnTo>
                  <a:lnTo>
                    <a:pt x="931092" y="18652"/>
                  </a:lnTo>
                  <a:lnTo>
                    <a:pt x="1002715" y="18438"/>
                  </a:lnTo>
                  <a:lnTo>
                    <a:pt x="1074337" y="18223"/>
                  </a:lnTo>
                  <a:lnTo>
                    <a:pt x="1145960" y="18009"/>
                  </a:lnTo>
                  <a:lnTo>
                    <a:pt x="1217582" y="17794"/>
                  </a:lnTo>
                  <a:lnTo>
                    <a:pt x="1289205" y="17579"/>
                  </a:lnTo>
                  <a:lnTo>
                    <a:pt x="1360827" y="17365"/>
                  </a:lnTo>
                  <a:lnTo>
                    <a:pt x="1432450" y="17150"/>
                  </a:lnTo>
                  <a:lnTo>
                    <a:pt x="1504073" y="16935"/>
                  </a:lnTo>
                  <a:lnTo>
                    <a:pt x="1575695" y="16720"/>
                  </a:lnTo>
                  <a:lnTo>
                    <a:pt x="1647318" y="16505"/>
                  </a:lnTo>
                  <a:lnTo>
                    <a:pt x="1718940" y="16290"/>
                  </a:lnTo>
                  <a:lnTo>
                    <a:pt x="1790563" y="16075"/>
                  </a:lnTo>
                  <a:lnTo>
                    <a:pt x="1862185" y="15859"/>
                  </a:lnTo>
                  <a:lnTo>
                    <a:pt x="1933808" y="15644"/>
                  </a:lnTo>
                  <a:lnTo>
                    <a:pt x="2005430" y="15429"/>
                  </a:lnTo>
                  <a:lnTo>
                    <a:pt x="2077053" y="15214"/>
                  </a:lnTo>
                  <a:lnTo>
                    <a:pt x="2148675" y="14998"/>
                  </a:lnTo>
                  <a:lnTo>
                    <a:pt x="2220298" y="14783"/>
                  </a:lnTo>
                  <a:lnTo>
                    <a:pt x="2291920" y="14567"/>
                  </a:lnTo>
                  <a:lnTo>
                    <a:pt x="2363543" y="14352"/>
                  </a:lnTo>
                  <a:lnTo>
                    <a:pt x="2435165" y="14136"/>
                  </a:lnTo>
                  <a:lnTo>
                    <a:pt x="2506788" y="13920"/>
                  </a:lnTo>
                  <a:lnTo>
                    <a:pt x="2578410" y="13705"/>
                  </a:lnTo>
                  <a:lnTo>
                    <a:pt x="2650033" y="13489"/>
                  </a:lnTo>
                  <a:lnTo>
                    <a:pt x="2721655" y="13273"/>
                  </a:lnTo>
                  <a:lnTo>
                    <a:pt x="2793278" y="13057"/>
                  </a:lnTo>
                  <a:lnTo>
                    <a:pt x="2864901" y="12841"/>
                  </a:lnTo>
                  <a:lnTo>
                    <a:pt x="2936523" y="12625"/>
                  </a:lnTo>
                  <a:lnTo>
                    <a:pt x="3008146" y="12409"/>
                  </a:lnTo>
                  <a:lnTo>
                    <a:pt x="3079768" y="12193"/>
                  </a:lnTo>
                  <a:lnTo>
                    <a:pt x="3151391" y="11977"/>
                  </a:lnTo>
                  <a:lnTo>
                    <a:pt x="3223013" y="11761"/>
                  </a:lnTo>
                  <a:lnTo>
                    <a:pt x="3294636" y="11544"/>
                  </a:lnTo>
                  <a:lnTo>
                    <a:pt x="3366258" y="11328"/>
                  </a:lnTo>
                  <a:lnTo>
                    <a:pt x="3437881" y="11111"/>
                  </a:lnTo>
                  <a:lnTo>
                    <a:pt x="3509503" y="10895"/>
                  </a:lnTo>
                  <a:lnTo>
                    <a:pt x="3581126" y="10678"/>
                  </a:lnTo>
                  <a:lnTo>
                    <a:pt x="3652748" y="10462"/>
                  </a:lnTo>
                  <a:lnTo>
                    <a:pt x="3724371" y="10245"/>
                  </a:lnTo>
                  <a:lnTo>
                    <a:pt x="3795993" y="10029"/>
                  </a:lnTo>
                  <a:lnTo>
                    <a:pt x="3867616" y="9812"/>
                  </a:lnTo>
                  <a:lnTo>
                    <a:pt x="3939238" y="9595"/>
                  </a:lnTo>
                  <a:lnTo>
                    <a:pt x="4010861" y="9378"/>
                  </a:lnTo>
                  <a:lnTo>
                    <a:pt x="4082483" y="9161"/>
                  </a:lnTo>
                  <a:lnTo>
                    <a:pt x="4154106" y="8944"/>
                  </a:lnTo>
                  <a:lnTo>
                    <a:pt x="4225729" y="8727"/>
                  </a:lnTo>
                  <a:lnTo>
                    <a:pt x="4297351" y="8510"/>
                  </a:lnTo>
                  <a:lnTo>
                    <a:pt x="4368974" y="8293"/>
                  </a:lnTo>
                  <a:lnTo>
                    <a:pt x="4440596" y="8076"/>
                  </a:lnTo>
                  <a:lnTo>
                    <a:pt x="4512219" y="7859"/>
                  </a:lnTo>
                  <a:lnTo>
                    <a:pt x="4583841" y="7641"/>
                  </a:lnTo>
                  <a:lnTo>
                    <a:pt x="4655464" y="7424"/>
                  </a:lnTo>
                  <a:lnTo>
                    <a:pt x="4727086" y="7206"/>
                  </a:lnTo>
                  <a:lnTo>
                    <a:pt x="4798709" y="6989"/>
                  </a:lnTo>
                  <a:lnTo>
                    <a:pt x="4870331" y="6771"/>
                  </a:lnTo>
                  <a:lnTo>
                    <a:pt x="4941954" y="6554"/>
                  </a:lnTo>
                  <a:lnTo>
                    <a:pt x="5013576" y="6336"/>
                  </a:lnTo>
                  <a:lnTo>
                    <a:pt x="5085199" y="6118"/>
                  </a:lnTo>
                  <a:lnTo>
                    <a:pt x="5156821" y="5901"/>
                  </a:lnTo>
                  <a:lnTo>
                    <a:pt x="5228444" y="5683"/>
                  </a:lnTo>
                  <a:lnTo>
                    <a:pt x="5300066" y="5465"/>
                  </a:lnTo>
                  <a:lnTo>
                    <a:pt x="5371689" y="5247"/>
                  </a:lnTo>
                  <a:lnTo>
                    <a:pt x="5443311" y="5029"/>
                  </a:lnTo>
                  <a:lnTo>
                    <a:pt x="5514934" y="4811"/>
                  </a:lnTo>
                  <a:lnTo>
                    <a:pt x="5586557" y="4593"/>
                  </a:lnTo>
                  <a:lnTo>
                    <a:pt x="5658179" y="4375"/>
                  </a:lnTo>
                  <a:lnTo>
                    <a:pt x="5729802" y="4157"/>
                  </a:lnTo>
                  <a:lnTo>
                    <a:pt x="5801424" y="3938"/>
                  </a:lnTo>
                  <a:lnTo>
                    <a:pt x="5873047" y="3720"/>
                  </a:lnTo>
                  <a:lnTo>
                    <a:pt x="5944669" y="3502"/>
                  </a:lnTo>
                  <a:lnTo>
                    <a:pt x="6016292" y="3283"/>
                  </a:lnTo>
                  <a:lnTo>
                    <a:pt x="6087914" y="3065"/>
                  </a:lnTo>
                  <a:lnTo>
                    <a:pt x="6159537" y="2846"/>
                  </a:lnTo>
                  <a:lnTo>
                    <a:pt x="6231159" y="2627"/>
                  </a:lnTo>
                  <a:lnTo>
                    <a:pt x="6302782" y="2409"/>
                  </a:lnTo>
                  <a:lnTo>
                    <a:pt x="6374404" y="2190"/>
                  </a:lnTo>
                  <a:lnTo>
                    <a:pt x="6446027" y="1971"/>
                  </a:lnTo>
                  <a:lnTo>
                    <a:pt x="6517649" y="1752"/>
                  </a:lnTo>
                  <a:lnTo>
                    <a:pt x="6589272" y="1533"/>
                  </a:lnTo>
                  <a:lnTo>
                    <a:pt x="6660894" y="1314"/>
                  </a:lnTo>
                  <a:lnTo>
                    <a:pt x="6732517" y="1095"/>
                  </a:lnTo>
                  <a:lnTo>
                    <a:pt x="6804139" y="876"/>
                  </a:lnTo>
                  <a:lnTo>
                    <a:pt x="6875762" y="657"/>
                  </a:lnTo>
                  <a:lnTo>
                    <a:pt x="6947385" y="438"/>
                  </a:lnTo>
                  <a:lnTo>
                    <a:pt x="7019007" y="219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8351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8740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098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378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1.00 (0.49-2.02), p = 0.993  |  per IQR decline (Δ = 27.2 %): 0.99 (0.15-6.74)  |  IQR: [-12.3,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29504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Planned Surgery/Port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2026-10-09T11:57:56Z</dcterms:modified>
  <cp:category/>
</cp:coreProperties>
</file>