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2593088" y="0"/>
                  </a:moveTo>
                  <a:lnTo>
                    <a:pt x="2650033" y="648615"/>
                  </a:lnTo>
                  <a:lnTo>
                    <a:pt x="2721655" y="1282120"/>
                  </a:lnTo>
                  <a:lnTo>
                    <a:pt x="2793278" y="1774069"/>
                  </a:lnTo>
                  <a:lnTo>
                    <a:pt x="2864901" y="2156093"/>
                  </a:lnTo>
                  <a:lnTo>
                    <a:pt x="2936523" y="2452754"/>
                  </a:lnTo>
                  <a:lnTo>
                    <a:pt x="3008146" y="2650582"/>
                  </a:lnTo>
                  <a:lnTo>
                    <a:pt x="3079768" y="2623658"/>
                  </a:lnTo>
                  <a:lnTo>
                    <a:pt x="3151391" y="2595863"/>
                  </a:lnTo>
                  <a:lnTo>
                    <a:pt x="3223013" y="2567171"/>
                  </a:lnTo>
                  <a:lnTo>
                    <a:pt x="3294636" y="2537551"/>
                  </a:lnTo>
                  <a:lnTo>
                    <a:pt x="3366258" y="2506974"/>
                  </a:lnTo>
                  <a:lnTo>
                    <a:pt x="3437881" y="2475408"/>
                  </a:lnTo>
                  <a:lnTo>
                    <a:pt x="3509503" y="2442823"/>
                  </a:lnTo>
                  <a:lnTo>
                    <a:pt x="3581126" y="2409184"/>
                  </a:lnTo>
                  <a:lnTo>
                    <a:pt x="3652748" y="2374459"/>
                  </a:lnTo>
                  <a:lnTo>
                    <a:pt x="3724371" y="2338611"/>
                  </a:lnTo>
                  <a:lnTo>
                    <a:pt x="3795993" y="2301605"/>
                  </a:lnTo>
                  <a:lnTo>
                    <a:pt x="3867616" y="2263403"/>
                  </a:lnTo>
                  <a:lnTo>
                    <a:pt x="3939238" y="2223967"/>
                  </a:lnTo>
                  <a:lnTo>
                    <a:pt x="4010861" y="2183256"/>
                  </a:lnTo>
                  <a:lnTo>
                    <a:pt x="4082483" y="2141229"/>
                  </a:lnTo>
                  <a:lnTo>
                    <a:pt x="4154106" y="2097845"/>
                  </a:lnTo>
                  <a:lnTo>
                    <a:pt x="4225729" y="2053058"/>
                  </a:lnTo>
                  <a:lnTo>
                    <a:pt x="4297351" y="2006824"/>
                  </a:lnTo>
                  <a:lnTo>
                    <a:pt x="4368974" y="1959096"/>
                  </a:lnTo>
                  <a:lnTo>
                    <a:pt x="4440596" y="1909825"/>
                  </a:lnTo>
                  <a:lnTo>
                    <a:pt x="4512219" y="1858963"/>
                  </a:lnTo>
                  <a:lnTo>
                    <a:pt x="4583841" y="1806456"/>
                  </a:lnTo>
                  <a:lnTo>
                    <a:pt x="4655464" y="1752253"/>
                  </a:lnTo>
                  <a:lnTo>
                    <a:pt x="4727086" y="1696298"/>
                  </a:lnTo>
                  <a:lnTo>
                    <a:pt x="4798709" y="1638535"/>
                  </a:lnTo>
                  <a:lnTo>
                    <a:pt x="4870331" y="1578906"/>
                  </a:lnTo>
                  <a:lnTo>
                    <a:pt x="4941954" y="1517349"/>
                  </a:lnTo>
                  <a:lnTo>
                    <a:pt x="5013576" y="1453803"/>
                  </a:lnTo>
                  <a:lnTo>
                    <a:pt x="5085199" y="1388204"/>
                  </a:lnTo>
                  <a:lnTo>
                    <a:pt x="5156821" y="1320484"/>
                  </a:lnTo>
                  <a:lnTo>
                    <a:pt x="5228444" y="1250576"/>
                  </a:lnTo>
                  <a:lnTo>
                    <a:pt x="5300066" y="1178409"/>
                  </a:lnTo>
                  <a:lnTo>
                    <a:pt x="5371689" y="1103910"/>
                  </a:lnTo>
                  <a:lnTo>
                    <a:pt x="5443311" y="1027004"/>
                  </a:lnTo>
                  <a:lnTo>
                    <a:pt x="5514934" y="947612"/>
                  </a:lnTo>
                  <a:lnTo>
                    <a:pt x="5586557" y="865654"/>
                  </a:lnTo>
                  <a:lnTo>
                    <a:pt x="5658179" y="781048"/>
                  </a:lnTo>
                  <a:lnTo>
                    <a:pt x="5729802" y="693708"/>
                  </a:lnTo>
                  <a:lnTo>
                    <a:pt x="5801424" y="603545"/>
                  </a:lnTo>
                  <a:lnTo>
                    <a:pt x="5873047" y="510469"/>
                  </a:lnTo>
                  <a:lnTo>
                    <a:pt x="5944669" y="414385"/>
                  </a:lnTo>
                  <a:lnTo>
                    <a:pt x="6016292" y="315196"/>
                  </a:lnTo>
                  <a:lnTo>
                    <a:pt x="6087914" y="212801"/>
                  </a:lnTo>
                  <a:lnTo>
                    <a:pt x="6159537" y="107098"/>
                  </a:lnTo>
                  <a:lnTo>
                    <a:pt x="6229832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5"/>
                  </a:lnTo>
                  <a:lnTo>
                    <a:pt x="6804139" y="3483745"/>
                  </a:lnTo>
                  <a:lnTo>
                    <a:pt x="6732517" y="3483745"/>
                  </a:lnTo>
                  <a:lnTo>
                    <a:pt x="6660894" y="3483744"/>
                  </a:lnTo>
                  <a:lnTo>
                    <a:pt x="6589272" y="3483744"/>
                  </a:lnTo>
                  <a:lnTo>
                    <a:pt x="6517649" y="3483743"/>
                  </a:lnTo>
                  <a:lnTo>
                    <a:pt x="6446027" y="3483742"/>
                  </a:lnTo>
                  <a:lnTo>
                    <a:pt x="6374404" y="3483741"/>
                  </a:lnTo>
                  <a:lnTo>
                    <a:pt x="6302782" y="3483739"/>
                  </a:lnTo>
                  <a:lnTo>
                    <a:pt x="6231159" y="3483737"/>
                  </a:lnTo>
                  <a:lnTo>
                    <a:pt x="6159537" y="3483735"/>
                  </a:lnTo>
                  <a:lnTo>
                    <a:pt x="6087914" y="3483731"/>
                  </a:lnTo>
                  <a:lnTo>
                    <a:pt x="6016292" y="3483727"/>
                  </a:lnTo>
                  <a:lnTo>
                    <a:pt x="5944669" y="3483721"/>
                  </a:lnTo>
                  <a:lnTo>
                    <a:pt x="5873047" y="3483714"/>
                  </a:lnTo>
                  <a:lnTo>
                    <a:pt x="5801424" y="3483705"/>
                  </a:lnTo>
                  <a:lnTo>
                    <a:pt x="5729802" y="3483693"/>
                  </a:lnTo>
                  <a:lnTo>
                    <a:pt x="5658179" y="3483677"/>
                  </a:lnTo>
                  <a:lnTo>
                    <a:pt x="5586557" y="3483657"/>
                  </a:lnTo>
                  <a:lnTo>
                    <a:pt x="5514934" y="3483632"/>
                  </a:lnTo>
                  <a:lnTo>
                    <a:pt x="5443311" y="3483599"/>
                  </a:lnTo>
                  <a:lnTo>
                    <a:pt x="5371689" y="3483556"/>
                  </a:lnTo>
                  <a:lnTo>
                    <a:pt x="5300066" y="3483502"/>
                  </a:lnTo>
                  <a:lnTo>
                    <a:pt x="5228444" y="3483431"/>
                  </a:lnTo>
                  <a:lnTo>
                    <a:pt x="5156821" y="3483340"/>
                  </a:lnTo>
                  <a:lnTo>
                    <a:pt x="5085199" y="3483224"/>
                  </a:lnTo>
                  <a:lnTo>
                    <a:pt x="5013576" y="3483073"/>
                  </a:lnTo>
                  <a:lnTo>
                    <a:pt x="4941954" y="3482879"/>
                  </a:lnTo>
                  <a:lnTo>
                    <a:pt x="4870331" y="3482630"/>
                  </a:lnTo>
                  <a:lnTo>
                    <a:pt x="4798709" y="3482309"/>
                  </a:lnTo>
                  <a:lnTo>
                    <a:pt x="4727086" y="3481895"/>
                  </a:lnTo>
                  <a:lnTo>
                    <a:pt x="4655464" y="3481362"/>
                  </a:lnTo>
                  <a:lnTo>
                    <a:pt x="4583841" y="3480676"/>
                  </a:lnTo>
                  <a:lnTo>
                    <a:pt x="4512219" y="3479793"/>
                  </a:lnTo>
                  <a:lnTo>
                    <a:pt x="4440596" y="3478655"/>
                  </a:lnTo>
                  <a:lnTo>
                    <a:pt x="4368974" y="3477190"/>
                  </a:lnTo>
                  <a:lnTo>
                    <a:pt x="4297351" y="3475303"/>
                  </a:lnTo>
                  <a:lnTo>
                    <a:pt x="4225729" y="3472874"/>
                  </a:lnTo>
                  <a:lnTo>
                    <a:pt x="4154106" y="3469746"/>
                  </a:lnTo>
                  <a:lnTo>
                    <a:pt x="4082483" y="3465717"/>
                  </a:lnTo>
                  <a:lnTo>
                    <a:pt x="4010861" y="3460529"/>
                  </a:lnTo>
                  <a:lnTo>
                    <a:pt x="3939238" y="3453848"/>
                  </a:lnTo>
                  <a:lnTo>
                    <a:pt x="3867616" y="3445245"/>
                  </a:lnTo>
                  <a:lnTo>
                    <a:pt x="3795993" y="3434167"/>
                  </a:lnTo>
                  <a:lnTo>
                    <a:pt x="3724371" y="3419901"/>
                  </a:lnTo>
                  <a:lnTo>
                    <a:pt x="3652748" y="3401530"/>
                  </a:lnTo>
                  <a:lnTo>
                    <a:pt x="3581126" y="3377872"/>
                  </a:lnTo>
                  <a:lnTo>
                    <a:pt x="3509503" y="3347407"/>
                  </a:lnTo>
                  <a:lnTo>
                    <a:pt x="3437881" y="3308177"/>
                  </a:lnTo>
                  <a:lnTo>
                    <a:pt x="3366258" y="3257658"/>
                  </a:lnTo>
                  <a:lnTo>
                    <a:pt x="3294636" y="3192602"/>
                  </a:lnTo>
                  <a:lnTo>
                    <a:pt x="3223013" y="3108827"/>
                  </a:lnTo>
                  <a:lnTo>
                    <a:pt x="3151391" y="3000947"/>
                  </a:lnTo>
                  <a:lnTo>
                    <a:pt x="3079768" y="2862024"/>
                  </a:lnTo>
                  <a:lnTo>
                    <a:pt x="3008146" y="2683127"/>
                  </a:lnTo>
                  <a:lnTo>
                    <a:pt x="2936523" y="2676664"/>
                  </a:lnTo>
                  <a:lnTo>
                    <a:pt x="2864901" y="2701929"/>
                  </a:lnTo>
                  <a:lnTo>
                    <a:pt x="2793278" y="2726403"/>
                  </a:lnTo>
                  <a:lnTo>
                    <a:pt x="2721655" y="2750112"/>
                  </a:lnTo>
                  <a:lnTo>
                    <a:pt x="2650033" y="2773077"/>
                  </a:lnTo>
                  <a:lnTo>
                    <a:pt x="2578410" y="2795324"/>
                  </a:lnTo>
                  <a:lnTo>
                    <a:pt x="2506788" y="2816875"/>
                  </a:lnTo>
                  <a:lnTo>
                    <a:pt x="2435165" y="2837751"/>
                  </a:lnTo>
                  <a:lnTo>
                    <a:pt x="2363543" y="2857973"/>
                  </a:lnTo>
                  <a:lnTo>
                    <a:pt x="2291920" y="2877563"/>
                  </a:lnTo>
                  <a:lnTo>
                    <a:pt x="2220298" y="2896539"/>
                  </a:lnTo>
                  <a:lnTo>
                    <a:pt x="2148675" y="2914921"/>
                  </a:lnTo>
                  <a:lnTo>
                    <a:pt x="2077053" y="2932728"/>
                  </a:lnTo>
                  <a:lnTo>
                    <a:pt x="2005430" y="2949977"/>
                  </a:lnTo>
                  <a:lnTo>
                    <a:pt x="1933808" y="2966686"/>
                  </a:lnTo>
                  <a:lnTo>
                    <a:pt x="1862185" y="2982872"/>
                  </a:lnTo>
                  <a:lnTo>
                    <a:pt x="1790563" y="2998552"/>
                  </a:lnTo>
                  <a:lnTo>
                    <a:pt x="1718940" y="3013741"/>
                  </a:lnTo>
                  <a:lnTo>
                    <a:pt x="1647318" y="3028454"/>
                  </a:lnTo>
                  <a:lnTo>
                    <a:pt x="1575695" y="3042706"/>
                  </a:lnTo>
                  <a:lnTo>
                    <a:pt x="1504073" y="3056513"/>
                  </a:lnTo>
                  <a:lnTo>
                    <a:pt x="1432450" y="3069887"/>
                  </a:lnTo>
                  <a:lnTo>
                    <a:pt x="1360827" y="3082843"/>
                  </a:lnTo>
                  <a:lnTo>
                    <a:pt x="1289205" y="3095393"/>
                  </a:lnTo>
                  <a:lnTo>
                    <a:pt x="1217582" y="3107550"/>
                  </a:lnTo>
                  <a:lnTo>
                    <a:pt x="1145960" y="3119326"/>
                  </a:lnTo>
                  <a:lnTo>
                    <a:pt x="1074337" y="3130734"/>
                  </a:lnTo>
                  <a:lnTo>
                    <a:pt x="1002715" y="3141785"/>
                  </a:lnTo>
                  <a:lnTo>
                    <a:pt x="931092" y="3152490"/>
                  </a:lnTo>
                  <a:lnTo>
                    <a:pt x="859470" y="3162860"/>
                  </a:lnTo>
                  <a:lnTo>
                    <a:pt x="787847" y="3172905"/>
                  </a:lnTo>
                  <a:lnTo>
                    <a:pt x="716225" y="3182635"/>
                  </a:lnTo>
                  <a:lnTo>
                    <a:pt x="644602" y="3192062"/>
                  </a:lnTo>
                  <a:lnTo>
                    <a:pt x="572980" y="3201193"/>
                  </a:lnTo>
                  <a:lnTo>
                    <a:pt x="501357" y="3210038"/>
                  </a:lnTo>
                  <a:lnTo>
                    <a:pt x="429735" y="3218606"/>
                  </a:lnTo>
                  <a:lnTo>
                    <a:pt x="358112" y="3226906"/>
                  </a:lnTo>
                  <a:lnTo>
                    <a:pt x="286490" y="3234946"/>
                  </a:lnTo>
                  <a:lnTo>
                    <a:pt x="214867" y="3242735"/>
                  </a:lnTo>
                  <a:lnTo>
                    <a:pt x="143245" y="3250279"/>
                  </a:lnTo>
                  <a:lnTo>
                    <a:pt x="71622" y="3257588"/>
                  </a:lnTo>
                  <a:lnTo>
                    <a:pt x="0" y="3264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65137" y="2073503"/>
              <a:ext cx="3636744" cy="2650582"/>
            </a:xfrm>
            <a:custGeom>
              <a:avLst/>
              <a:pathLst>
                <a:path w="3636744" h="2650582">
                  <a:moveTo>
                    <a:pt x="0" y="0"/>
                  </a:moveTo>
                  <a:lnTo>
                    <a:pt x="56945" y="648615"/>
                  </a:lnTo>
                  <a:lnTo>
                    <a:pt x="128567" y="1282120"/>
                  </a:lnTo>
                  <a:lnTo>
                    <a:pt x="200190" y="1774069"/>
                  </a:lnTo>
                  <a:lnTo>
                    <a:pt x="271812" y="2156093"/>
                  </a:lnTo>
                  <a:lnTo>
                    <a:pt x="343435" y="2452754"/>
                  </a:lnTo>
                  <a:lnTo>
                    <a:pt x="415057" y="2650582"/>
                  </a:lnTo>
                  <a:lnTo>
                    <a:pt x="486680" y="2623658"/>
                  </a:lnTo>
                  <a:lnTo>
                    <a:pt x="558303" y="2595863"/>
                  </a:lnTo>
                  <a:lnTo>
                    <a:pt x="629925" y="2567171"/>
                  </a:lnTo>
                  <a:lnTo>
                    <a:pt x="701548" y="2537551"/>
                  </a:lnTo>
                  <a:lnTo>
                    <a:pt x="773170" y="2506974"/>
                  </a:lnTo>
                  <a:lnTo>
                    <a:pt x="844793" y="2475408"/>
                  </a:lnTo>
                  <a:lnTo>
                    <a:pt x="916415" y="2442823"/>
                  </a:lnTo>
                  <a:lnTo>
                    <a:pt x="988038" y="2409184"/>
                  </a:lnTo>
                  <a:lnTo>
                    <a:pt x="1059660" y="2374459"/>
                  </a:lnTo>
                  <a:lnTo>
                    <a:pt x="1131283" y="2338611"/>
                  </a:lnTo>
                  <a:lnTo>
                    <a:pt x="1202905" y="2301605"/>
                  </a:lnTo>
                  <a:lnTo>
                    <a:pt x="1274528" y="2263403"/>
                  </a:lnTo>
                  <a:lnTo>
                    <a:pt x="1346150" y="2223967"/>
                  </a:lnTo>
                  <a:lnTo>
                    <a:pt x="1417773" y="2183256"/>
                  </a:lnTo>
                  <a:lnTo>
                    <a:pt x="1489395" y="2141229"/>
                  </a:lnTo>
                  <a:lnTo>
                    <a:pt x="1561018" y="2097845"/>
                  </a:lnTo>
                  <a:lnTo>
                    <a:pt x="1632640" y="2053058"/>
                  </a:lnTo>
                  <a:lnTo>
                    <a:pt x="1704263" y="2006824"/>
                  </a:lnTo>
                  <a:lnTo>
                    <a:pt x="1775885" y="1959096"/>
                  </a:lnTo>
                  <a:lnTo>
                    <a:pt x="1847508" y="1909825"/>
                  </a:lnTo>
                  <a:lnTo>
                    <a:pt x="1919131" y="1858963"/>
                  </a:lnTo>
                  <a:lnTo>
                    <a:pt x="1990753" y="1806456"/>
                  </a:lnTo>
                  <a:lnTo>
                    <a:pt x="2062376" y="1752253"/>
                  </a:lnTo>
                  <a:lnTo>
                    <a:pt x="2133998" y="1696298"/>
                  </a:lnTo>
                  <a:lnTo>
                    <a:pt x="2205621" y="1638535"/>
                  </a:lnTo>
                  <a:lnTo>
                    <a:pt x="2277243" y="1578906"/>
                  </a:lnTo>
                  <a:lnTo>
                    <a:pt x="2348866" y="1517349"/>
                  </a:lnTo>
                  <a:lnTo>
                    <a:pt x="2420488" y="1453803"/>
                  </a:lnTo>
                  <a:lnTo>
                    <a:pt x="2492111" y="1388204"/>
                  </a:lnTo>
                  <a:lnTo>
                    <a:pt x="2563733" y="1320484"/>
                  </a:lnTo>
                  <a:lnTo>
                    <a:pt x="2635356" y="1250576"/>
                  </a:lnTo>
                  <a:lnTo>
                    <a:pt x="2706978" y="1178409"/>
                  </a:lnTo>
                  <a:lnTo>
                    <a:pt x="2778601" y="1103910"/>
                  </a:lnTo>
                  <a:lnTo>
                    <a:pt x="2850223" y="1027004"/>
                  </a:lnTo>
                  <a:lnTo>
                    <a:pt x="2921846" y="947612"/>
                  </a:lnTo>
                  <a:lnTo>
                    <a:pt x="2993468" y="865654"/>
                  </a:lnTo>
                  <a:lnTo>
                    <a:pt x="3065091" y="781048"/>
                  </a:lnTo>
                  <a:lnTo>
                    <a:pt x="3136713" y="693708"/>
                  </a:lnTo>
                  <a:lnTo>
                    <a:pt x="3208336" y="603545"/>
                  </a:lnTo>
                  <a:lnTo>
                    <a:pt x="3279959" y="510469"/>
                  </a:lnTo>
                  <a:lnTo>
                    <a:pt x="3351581" y="414385"/>
                  </a:lnTo>
                  <a:lnTo>
                    <a:pt x="3423204" y="315196"/>
                  </a:lnTo>
                  <a:lnTo>
                    <a:pt x="3494826" y="212801"/>
                  </a:lnTo>
                  <a:lnTo>
                    <a:pt x="3566449" y="107098"/>
                  </a:lnTo>
                  <a:lnTo>
                    <a:pt x="36367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50167"/>
              <a:ext cx="7090630" cy="807081"/>
            </a:xfrm>
            <a:custGeom>
              <a:avLst/>
              <a:pathLst>
                <a:path w="7090630" h="807081">
                  <a:moveTo>
                    <a:pt x="7090630" y="807081"/>
                  </a:moveTo>
                  <a:lnTo>
                    <a:pt x="7019007" y="807081"/>
                  </a:lnTo>
                  <a:lnTo>
                    <a:pt x="6947385" y="807081"/>
                  </a:lnTo>
                  <a:lnTo>
                    <a:pt x="6875762" y="807081"/>
                  </a:lnTo>
                  <a:lnTo>
                    <a:pt x="6804139" y="807081"/>
                  </a:lnTo>
                  <a:lnTo>
                    <a:pt x="6732517" y="807080"/>
                  </a:lnTo>
                  <a:lnTo>
                    <a:pt x="6660894" y="807080"/>
                  </a:lnTo>
                  <a:lnTo>
                    <a:pt x="6589272" y="807079"/>
                  </a:lnTo>
                  <a:lnTo>
                    <a:pt x="6517649" y="807079"/>
                  </a:lnTo>
                  <a:lnTo>
                    <a:pt x="6446027" y="807078"/>
                  </a:lnTo>
                  <a:lnTo>
                    <a:pt x="6374404" y="807076"/>
                  </a:lnTo>
                  <a:lnTo>
                    <a:pt x="6302782" y="807075"/>
                  </a:lnTo>
                  <a:lnTo>
                    <a:pt x="6231159" y="807073"/>
                  </a:lnTo>
                  <a:lnTo>
                    <a:pt x="6159537" y="807070"/>
                  </a:lnTo>
                  <a:lnTo>
                    <a:pt x="6087914" y="807067"/>
                  </a:lnTo>
                  <a:lnTo>
                    <a:pt x="6016292" y="807062"/>
                  </a:lnTo>
                  <a:lnTo>
                    <a:pt x="5944669" y="807057"/>
                  </a:lnTo>
                  <a:lnTo>
                    <a:pt x="5873047" y="807049"/>
                  </a:lnTo>
                  <a:lnTo>
                    <a:pt x="5801424" y="807040"/>
                  </a:lnTo>
                  <a:lnTo>
                    <a:pt x="5729802" y="807028"/>
                  </a:lnTo>
                  <a:lnTo>
                    <a:pt x="5658179" y="807013"/>
                  </a:lnTo>
                  <a:lnTo>
                    <a:pt x="5586557" y="806993"/>
                  </a:lnTo>
                  <a:lnTo>
                    <a:pt x="5514934" y="806967"/>
                  </a:lnTo>
                  <a:lnTo>
                    <a:pt x="5443311" y="806934"/>
                  </a:lnTo>
                  <a:lnTo>
                    <a:pt x="5371689" y="806892"/>
                  </a:lnTo>
                  <a:lnTo>
                    <a:pt x="5300066" y="806837"/>
                  </a:lnTo>
                  <a:lnTo>
                    <a:pt x="5228444" y="806767"/>
                  </a:lnTo>
                  <a:lnTo>
                    <a:pt x="5156821" y="806676"/>
                  </a:lnTo>
                  <a:lnTo>
                    <a:pt x="5085199" y="806559"/>
                  </a:lnTo>
                  <a:lnTo>
                    <a:pt x="5013576" y="806409"/>
                  </a:lnTo>
                  <a:lnTo>
                    <a:pt x="4941954" y="806215"/>
                  </a:lnTo>
                  <a:lnTo>
                    <a:pt x="4870331" y="805965"/>
                  </a:lnTo>
                  <a:lnTo>
                    <a:pt x="4798709" y="805644"/>
                  </a:lnTo>
                  <a:lnTo>
                    <a:pt x="4727086" y="805230"/>
                  </a:lnTo>
                  <a:lnTo>
                    <a:pt x="4655464" y="804698"/>
                  </a:lnTo>
                  <a:lnTo>
                    <a:pt x="4583841" y="804012"/>
                  </a:lnTo>
                  <a:lnTo>
                    <a:pt x="4512219" y="803128"/>
                  </a:lnTo>
                  <a:lnTo>
                    <a:pt x="4440596" y="801990"/>
                  </a:lnTo>
                  <a:lnTo>
                    <a:pt x="4368974" y="800525"/>
                  </a:lnTo>
                  <a:lnTo>
                    <a:pt x="4297351" y="798639"/>
                  </a:lnTo>
                  <a:lnTo>
                    <a:pt x="4225729" y="796209"/>
                  </a:lnTo>
                  <a:lnTo>
                    <a:pt x="4154106" y="793081"/>
                  </a:lnTo>
                  <a:lnTo>
                    <a:pt x="4082483" y="789052"/>
                  </a:lnTo>
                  <a:lnTo>
                    <a:pt x="4010861" y="783864"/>
                  </a:lnTo>
                  <a:lnTo>
                    <a:pt x="3939238" y="777184"/>
                  </a:lnTo>
                  <a:lnTo>
                    <a:pt x="3867616" y="768581"/>
                  </a:lnTo>
                  <a:lnTo>
                    <a:pt x="3795993" y="757502"/>
                  </a:lnTo>
                  <a:lnTo>
                    <a:pt x="3724371" y="743236"/>
                  </a:lnTo>
                  <a:lnTo>
                    <a:pt x="3652748" y="724865"/>
                  </a:lnTo>
                  <a:lnTo>
                    <a:pt x="3581126" y="701208"/>
                  </a:lnTo>
                  <a:lnTo>
                    <a:pt x="3509503" y="670743"/>
                  </a:lnTo>
                  <a:lnTo>
                    <a:pt x="3437881" y="631512"/>
                  </a:lnTo>
                  <a:lnTo>
                    <a:pt x="3366258" y="580993"/>
                  </a:lnTo>
                  <a:lnTo>
                    <a:pt x="3294636" y="515938"/>
                  </a:lnTo>
                  <a:lnTo>
                    <a:pt x="3223013" y="432163"/>
                  </a:lnTo>
                  <a:lnTo>
                    <a:pt x="3151391" y="324282"/>
                  </a:lnTo>
                  <a:lnTo>
                    <a:pt x="3079768" y="185359"/>
                  </a:lnTo>
                  <a:lnTo>
                    <a:pt x="3008146" y="6463"/>
                  </a:lnTo>
                  <a:lnTo>
                    <a:pt x="2936523" y="0"/>
                  </a:lnTo>
                  <a:lnTo>
                    <a:pt x="2864901" y="25265"/>
                  </a:lnTo>
                  <a:lnTo>
                    <a:pt x="2793278" y="49739"/>
                  </a:lnTo>
                  <a:lnTo>
                    <a:pt x="2721655" y="73447"/>
                  </a:lnTo>
                  <a:lnTo>
                    <a:pt x="2650033" y="96413"/>
                  </a:lnTo>
                  <a:lnTo>
                    <a:pt x="2578410" y="118660"/>
                  </a:lnTo>
                  <a:lnTo>
                    <a:pt x="2506788" y="140210"/>
                  </a:lnTo>
                  <a:lnTo>
                    <a:pt x="2435165" y="161086"/>
                  </a:lnTo>
                  <a:lnTo>
                    <a:pt x="2363543" y="181309"/>
                  </a:lnTo>
                  <a:lnTo>
                    <a:pt x="2291920" y="200898"/>
                  </a:lnTo>
                  <a:lnTo>
                    <a:pt x="2220298" y="219874"/>
                  </a:lnTo>
                  <a:lnTo>
                    <a:pt x="2148675" y="238256"/>
                  </a:lnTo>
                  <a:lnTo>
                    <a:pt x="2077053" y="256063"/>
                  </a:lnTo>
                  <a:lnTo>
                    <a:pt x="2005430" y="273312"/>
                  </a:lnTo>
                  <a:lnTo>
                    <a:pt x="1933808" y="290022"/>
                  </a:lnTo>
                  <a:lnTo>
                    <a:pt x="1862185" y="306208"/>
                  </a:lnTo>
                  <a:lnTo>
                    <a:pt x="1790563" y="321887"/>
                  </a:lnTo>
                  <a:lnTo>
                    <a:pt x="1718940" y="337076"/>
                  </a:lnTo>
                  <a:lnTo>
                    <a:pt x="1647318" y="351789"/>
                  </a:lnTo>
                  <a:lnTo>
                    <a:pt x="1575695" y="366042"/>
                  </a:lnTo>
                  <a:lnTo>
                    <a:pt x="1504073" y="379848"/>
                  </a:lnTo>
                  <a:lnTo>
                    <a:pt x="1432450" y="393223"/>
                  </a:lnTo>
                  <a:lnTo>
                    <a:pt x="1360827" y="406178"/>
                  </a:lnTo>
                  <a:lnTo>
                    <a:pt x="1289205" y="418728"/>
                  </a:lnTo>
                  <a:lnTo>
                    <a:pt x="1217582" y="430885"/>
                  </a:lnTo>
                  <a:lnTo>
                    <a:pt x="1145960" y="442662"/>
                  </a:lnTo>
                  <a:lnTo>
                    <a:pt x="1074337" y="454070"/>
                  </a:lnTo>
                  <a:lnTo>
                    <a:pt x="1002715" y="465121"/>
                  </a:lnTo>
                  <a:lnTo>
                    <a:pt x="931092" y="475825"/>
                  </a:lnTo>
                  <a:lnTo>
                    <a:pt x="859470" y="486195"/>
                  </a:lnTo>
                  <a:lnTo>
                    <a:pt x="787847" y="496240"/>
                  </a:lnTo>
                  <a:lnTo>
                    <a:pt x="716225" y="505971"/>
                  </a:lnTo>
                  <a:lnTo>
                    <a:pt x="644602" y="515397"/>
                  </a:lnTo>
                  <a:lnTo>
                    <a:pt x="572980" y="524528"/>
                  </a:lnTo>
                  <a:lnTo>
                    <a:pt x="501357" y="533373"/>
                  </a:lnTo>
                  <a:lnTo>
                    <a:pt x="429735" y="541941"/>
                  </a:lnTo>
                  <a:lnTo>
                    <a:pt x="358112" y="550241"/>
                  </a:lnTo>
                  <a:lnTo>
                    <a:pt x="286490" y="558282"/>
                  </a:lnTo>
                  <a:lnTo>
                    <a:pt x="214867" y="566070"/>
                  </a:lnTo>
                  <a:lnTo>
                    <a:pt x="143245" y="573615"/>
                  </a:lnTo>
                  <a:lnTo>
                    <a:pt x="71622" y="580923"/>
                  </a:lnTo>
                  <a:lnTo>
                    <a:pt x="0" y="5880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0779" y="2073503"/>
              <a:ext cx="5021899" cy="3482248"/>
            </a:xfrm>
            <a:custGeom>
              <a:avLst/>
              <a:pathLst>
                <a:path w="5021899" h="3482248">
                  <a:moveTo>
                    <a:pt x="0" y="0"/>
                  </a:moveTo>
                  <a:lnTo>
                    <a:pt x="8322" y="46683"/>
                  </a:lnTo>
                  <a:lnTo>
                    <a:pt x="79945" y="406381"/>
                  </a:lnTo>
                  <a:lnTo>
                    <a:pt x="151567" y="728435"/>
                  </a:lnTo>
                  <a:lnTo>
                    <a:pt x="223190" y="1016785"/>
                  </a:lnTo>
                  <a:lnTo>
                    <a:pt x="294812" y="1274959"/>
                  </a:lnTo>
                  <a:lnTo>
                    <a:pt x="366435" y="1506114"/>
                  </a:lnTo>
                  <a:lnTo>
                    <a:pt x="438057" y="1713079"/>
                  </a:lnTo>
                  <a:lnTo>
                    <a:pt x="509680" y="1898384"/>
                  </a:lnTo>
                  <a:lnTo>
                    <a:pt x="581302" y="2064296"/>
                  </a:lnTo>
                  <a:lnTo>
                    <a:pt x="652925" y="2212845"/>
                  </a:lnTo>
                  <a:lnTo>
                    <a:pt x="724548" y="2345848"/>
                  </a:lnTo>
                  <a:lnTo>
                    <a:pt x="796170" y="2464932"/>
                  </a:lnTo>
                  <a:lnTo>
                    <a:pt x="867793" y="2571554"/>
                  </a:lnTo>
                  <a:lnTo>
                    <a:pt x="939415" y="2667017"/>
                  </a:lnTo>
                  <a:lnTo>
                    <a:pt x="1011038" y="2752490"/>
                  </a:lnTo>
                  <a:lnTo>
                    <a:pt x="1082660" y="2829018"/>
                  </a:lnTo>
                  <a:lnTo>
                    <a:pt x="1154283" y="2897537"/>
                  </a:lnTo>
                  <a:lnTo>
                    <a:pt x="1225905" y="2958885"/>
                  </a:lnTo>
                  <a:lnTo>
                    <a:pt x="1297528" y="3013813"/>
                  </a:lnTo>
                  <a:lnTo>
                    <a:pt x="1369150" y="3062993"/>
                  </a:lnTo>
                  <a:lnTo>
                    <a:pt x="1440773" y="3107026"/>
                  </a:lnTo>
                  <a:lnTo>
                    <a:pt x="1512395" y="3146451"/>
                  </a:lnTo>
                  <a:lnTo>
                    <a:pt x="1584018" y="3181749"/>
                  </a:lnTo>
                  <a:lnTo>
                    <a:pt x="1655640" y="3213354"/>
                  </a:lnTo>
                  <a:lnTo>
                    <a:pt x="1727263" y="3241651"/>
                  </a:lnTo>
                  <a:lnTo>
                    <a:pt x="1798885" y="3266987"/>
                  </a:lnTo>
                  <a:lnTo>
                    <a:pt x="1870508" y="3289672"/>
                  </a:lnTo>
                  <a:lnTo>
                    <a:pt x="1942130" y="3309982"/>
                  </a:lnTo>
                  <a:lnTo>
                    <a:pt x="2013753" y="3328167"/>
                  </a:lnTo>
                  <a:lnTo>
                    <a:pt x="2085376" y="3344449"/>
                  </a:lnTo>
                  <a:lnTo>
                    <a:pt x="2156998" y="3359027"/>
                  </a:lnTo>
                  <a:lnTo>
                    <a:pt x="2228621" y="3372079"/>
                  </a:lnTo>
                  <a:lnTo>
                    <a:pt x="2300243" y="3383765"/>
                  </a:lnTo>
                  <a:lnTo>
                    <a:pt x="2371866" y="3394228"/>
                  </a:lnTo>
                  <a:lnTo>
                    <a:pt x="2443488" y="3403597"/>
                  </a:lnTo>
                  <a:lnTo>
                    <a:pt x="2515111" y="3411985"/>
                  </a:lnTo>
                  <a:lnTo>
                    <a:pt x="2586733" y="3419495"/>
                  </a:lnTo>
                  <a:lnTo>
                    <a:pt x="2658356" y="3426219"/>
                  </a:lnTo>
                  <a:lnTo>
                    <a:pt x="2729978" y="3432239"/>
                  </a:lnTo>
                  <a:lnTo>
                    <a:pt x="2801601" y="3437630"/>
                  </a:lnTo>
                  <a:lnTo>
                    <a:pt x="2873223" y="3442456"/>
                  </a:lnTo>
                  <a:lnTo>
                    <a:pt x="2944846" y="3446777"/>
                  </a:lnTo>
                  <a:lnTo>
                    <a:pt x="3016468" y="3450646"/>
                  </a:lnTo>
                  <a:lnTo>
                    <a:pt x="3088091" y="3454110"/>
                  </a:lnTo>
                  <a:lnTo>
                    <a:pt x="3159713" y="3457212"/>
                  </a:lnTo>
                  <a:lnTo>
                    <a:pt x="3231336" y="3459988"/>
                  </a:lnTo>
                  <a:lnTo>
                    <a:pt x="3302958" y="3462475"/>
                  </a:lnTo>
                  <a:lnTo>
                    <a:pt x="3374581" y="3464701"/>
                  </a:lnTo>
                  <a:lnTo>
                    <a:pt x="3446204" y="3466694"/>
                  </a:lnTo>
                  <a:lnTo>
                    <a:pt x="3517826" y="3468479"/>
                  </a:lnTo>
                  <a:lnTo>
                    <a:pt x="3589449" y="3470076"/>
                  </a:lnTo>
                  <a:lnTo>
                    <a:pt x="3661071" y="3471507"/>
                  </a:lnTo>
                  <a:lnTo>
                    <a:pt x="3732694" y="3472788"/>
                  </a:lnTo>
                  <a:lnTo>
                    <a:pt x="3804316" y="3473935"/>
                  </a:lnTo>
                  <a:lnTo>
                    <a:pt x="3875939" y="3474962"/>
                  </a:lnTo>
                  <a:lnTo>
                    <a:pt x="3947561" y="3475881"/>
                  </a:lnTo>
                  <a:lnTo>
                    <a:pt x="4019184" y="3476704"/>
                  </a:lnTo>
                  <a:lnTo>
                    <a:pt x="4090806" y="3477441"/>
                  </a:lnTo>
                  <a:lnTo>
                    <a:pt x="4162429" y="3478101"/>
                  </a:lnTo>
                  <a:lnTo>
                    <a:pt x="4234051" y="3478692"/>
                  </a:lnTo>
                  <a:lnTo>
                    <a:pt x="4305674" y="3479221"/>
                  </a:lnTo>
                  <a:lnTo>
                    <a:pt x="4377296" y="3479694"/>
                  </a:lnTo>
                  <a:lnTo>
                    <a:pt x="4448919" y="3480118"/>
                  </a:lnTo>
                  <a:lnTo>
                    <a:pt x="4520541" y="3480498"/>
                  </a:lnTo>
                  <a:lnTo>
                    <a:pt x="4592164" y="3480838"/>
                  </a:lnTo>
                  <a:lnTo>
                    <a:pt x="4663786" y="3481142"/>
                  </a:lnTo>
                  <a:lnTo>
                    <a:pt x="4735409" y="3481415"/>
                  </a:lnTo>
                  <a:lnTo>
                    <a:pt x="4807032" y="3481659"/>
                  </a:lnTo>
                  <a:lnTo>
                    <a:pt x="4878654" y="3481877"/>
                  </a:lnTo>
                  <a:lnTo>
                    <a:pt x="4950277" y="3482073"/>
                  </a:lnTo>
                  <a:lnTo>
                    <a:pt x="5021899" y="34822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3031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4.02 (0.67-24.16), p_Bonf = 0.768 (n = 6)  |  per IQR decline (Δ = 27.2 %): 44.20 (0.34-5812.02)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2026-10-09T15:12:19Z</dcterms:modified>
  <cp:category/>
</cp:coreProperties>
</file>