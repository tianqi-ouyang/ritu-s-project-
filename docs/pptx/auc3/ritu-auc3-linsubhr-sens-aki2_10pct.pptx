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83543"/>
            </a:xfrm>
            <a:custGeom>
              <a:avLst/>
              <a:pathLst>
                <a:path w="7090630" h="3483543">
                  <a:moveTo>
                    <a:pt x="2564349" y="0"/>
                  </a:moveTo>
                  <a:lnTo>
                    <a:pt x="2578410" y="110438"/>
                  </a:lnTo>
                  <a:lnTo>
                    <a:pt x="2650033" y="592571"/>
                  </a:lnTo>
                  <a:lnTo>
                    <a:pt x="2721655" y="1005794"/>
                  </a:lnTo>
                  <a:lnTo>
                    <a:pt x="2793278" y="1359957"/>
                  </a:lnTo>
                  <a:lnTo>
                    <a:pt x="2864901" y="1663501"/>
                  </a:lnTo>
                  <a:lnTo>
                    <a:pt x="2936523" y="1923661"/>
                  </a:lnTo>
                  <a:lnTo>
                    <a:pt x="3008146" y="2146638"/>
                  </a:lnTo>
                  <a:lnTo>
                    <a:pt x="3079768" y="2337745"/>
                  </a:lnTo>
                  <a:lnTo>
                    <a:pt x="3151391" y="2501538"/>
                  </a:lnTo>
                  <a:lnTo>
                    <a:pt x="3223013" y="2641921"/>
                  </a:lnTo>
                  <a:lnTo>
                    <a:pt x="3294636" y="2654551"/>
                  </a:lnTo>
                  <a:lnTo>
                    <a:pt x="3366258" y="2654848"/>
                  </a:lnTo>
                  <a:lnTo>
                    <a:pt x="3437881" y="2655144"/>
                  </a:lnTo>
                  <a:lnTo>
                    <a:pt x="3509503" y="2655440"/>
                  </a:lnTo>
                  <a:lnTo>
                    <a:pt x="3581126" y="2655737"/>
                  </a:lnTo>
                  <a:lnTo>
                    <a:pt x="3652748" y="2656033"/>
                  </a:lnTo>
                  <a:lnTo>
                    <a:pt x="3724371" y="2656329"/>
                  </a:lnTo>
                  <a:lnTo>
                    <a:pt x="3795993" y="2656625"/>
                  </a:lnTo>
                  <a:lnTo>
                    <a:pt x="3867616" y="2656920"/>
                  </a:lnTo>
                  <a:lnTo>
                    <a:pt x="3939238" y="2657216"/>
                  </a:lnTo>
                  <a:lnTo>
                    <a:pt x="4010861" y="2657512"/>
                  </a:lnTo>
                  <a:lnTo>
                    <a:pt x="4082483" y="2657807"/>
                  </a:lnTo>
                  <a:lnTo>
                    <a:pt x="4154106" y="2658103"/>
                  </a:lnTo>
                  <a:lnTo>
                    <a:pt x="4225729" y="2658398"/>
                  </a:lnTo>
                  <a:lnTo>
                    <a:pt x="4297351" y="2658693"/>
                  </a:lnTo>
                  <a:lnTo>
                    <a:pt x="4368974" y="2658988"/>
                  </a:lnTo>
                  <a:lnTo>
                    <a:pt x="4440596" y="2659283"/>
                  </a:lnTo>
                  <a:lnTo>
                    <a:pt x="4512219" y="2659578"/>
                  </a:lnTo>
                  <a:lnTo>
                    <a:pt x="4583841" y="2659873"/>
                  </a:lnTo>
                  <a:lnTo>
                    <a:pt x="4655464" y="2660167"/>
                  </a:lnTo>
                  <a:lnTo>
                    <a:pt x="4727086" y="2660462"/>
                  </a:lnTo>
                  <a:lnTo>
                    <a:pt x="4798709" y="2660756"/>
                  </a:lnTo>
                  <a:lnTo>
                    <a:pt x="4870331" y="2661051"/>
                  </a:lnTo>
                  <a:lnTo>
                    <a:pt x="4941954" y="2661345"/>
                  </a:lnTo>
                  <a:lnTo>
                    <a:pt x="5013576" y="2661639"/>
                  </a:lnTo>
                  <a:lnTo>
                    <a:pt x="5085199" y="2661933"/>
                  </a:lnTo>
                  <a:lnTo>
                    <a:pt x="5156821" y="2662227"/>
                  </a:lnTo>
                  <a:lnTo>
                    <a:pt x="5228444" y="2662521"/>
                  </a:lnTo>
                  <a:lnTo>
                    <a:pt x="5300066" y="2662815"/>
                  </a:lnTo>
                  <a:lnTo>
                    <a:pt x="5371689" y="2663108"/>
                  </a:lnTo>
                  <a:lnTo>
                    <a:pt x="5443311" y="2663402"/>
                  </a:lnTo>
                  <a:lnTo>
                    <a:pt x="5514934" y="2663695"/>
                  </a:lnTo>
                  <a:lnTo>
                    <a:pt x="5586557" y="2663988"/>
                  </a:lnTo>
                  <a:lnTo>
                    <a:pt x="5658179" y="2664281"/>
                  </a:lnTo>
                  <a:lnTo>
                    <a:pt x="5729802" y="2664574"/>
                  </a:lnTo>
                  <a:lnTo>
                    <a:pt x="5801424" y="2664867"/>
                  </a:lnTo>
                  <a:lnTo>
                    <a:pt x="5873047" y="2665160"/>
                  </a:lnTo>
                  <a:lnTo>
                    <a:pt x="5944669" y="2665453"/>
                  </a:lnTo>
                  <a:lnTo>
                    <a:pt x="6016292" y="2665746"/>
                  </a:lnTo>
                  <a:lnTo>
                    <a:pt x="6087914" y="2666038"/>
                  </a:lnTo>
                  <a:lnTo>
                    <a:pt x="6159537" y="2666331"/>
                  </a:lnTo>
                  <a:lnTo>
                    <a:pt x="6231159" y="2666623"/>
                  </a:lnTo>
                  <a:lnTo>
                    <a:pt x="6302782" y="2666915"/>
                  </a:lnTo>
                  <a:lnTo>
                    <a:pt x="6374404" y="2667207"/>
                  </a:lnTo>
                  <a:lnTo>
                    <a:pt x="6446027" y="2667499"/>
                  </a:lnTo>
                  <a:lnTo>
                    <a:pt x="6517649" y="2667791"/>
                  </a:lnTo>
                  <a:lnTo>
                    <a:pt x="6589272" y="2668083"/>
                  </a:lnTo>
                  <a:lnTo>
                    <a:pt x="6660894" y="2668375"/>
                  </a:lnTo>
                  <a:lnTo>
                    <a:pt x="6732517" y="2668666"/>
                  </a:lnTo>
                  <a:lnTo>
                    <a:pt x="6804139" y="2668958"/>
                  </a:lnTo>
                  <a:lnTo>
                    <a:pt x="6875762" y="2669249"/>
                  </a:lnTo>
                  <a:lnTo>
                    <a:pt x="6947385" y="2669541"/>
                  </a:lnTo>
                  <a:lnTo>
                    <a:pt x="7019007" y="2669832"/>
                  </a:lnTo>
                  <a:lnTo>
                    <a:pt x="7090630" y="2670123"/>
                  </a:lnTo>
                  <a:lnTo>
                    <a:pt x="7090630" y="3483543"/>
                  </a:lnTo>
                  <a:lnTo>
                    <a:pt x="7019007" y="3483509"/>
                  </a:lnTo>
                  <a:lnTo>
                    <a:pt x="6947385" y="3483470"/>
                  </a:lnTo>
                  <a:lnTo>
                    <a:pt x="6875762" y="3483423"/>
                  </a:lnTo>
                  <a:lnTo>
                    <a:pt x="6804139" y="3483370"/>
                  </a:lnTo>
                  <a:lnTo>
                    <a:pt x="6732517" y="3483307"/>
                  </a:lnTo>
                  <a:lnTo>
                    <a:pt x="6660894" y="3483233"/>
                  </a:lnTo>
                  <a:lnTo>
                    <a:pt x="6589272" y="3483148"/>
                  </a:lnTo>
                  <a:lnTo>
                    <a:pt x="6517649" y="3483048"/>
                  </a:lnTo>
                  <a:lnTo>
                    <a:pt x="6446027" y="3482932"/>
                  </a:lnTo>
                  <a:lnTo>
                    <a:pt x="6374404" y="3482796"/>
                  </a:lnTo>
                  <a:lnTo>
                    <a:pt x="6302782" y="3482637"/>
                  </a:lnTo>
                  <a:lnTo>
                    <a:pt x="6231159" y="3482452"/>
                  </a:lnTo>
                  <a:lnTo>
                    <a:pt x="6159537" y="3482236"/>
                  </a:lnTo>
                  <a:lnTo>
                    <a:pt x="6087914" y="3481985"/>
                  </a:lnTo>
                  <a:lnTo>
                    <a:pt x="6016292" y="3481691"/>
                  </a:lnTo>
                  <a:lnTo>
                    <a:pt x="5944669" y="3481348"/>
                  </a:lnTo>
                  <a:lnTo>
                    <a:pt x="5873047" y="3480948"/>
                  </a:lnTo>
                  <a:lnTo>
                    <a:pt x="5801424" y="3480481"/>
                  </a:lnTo>
                  <a:lnTo>
                    <a:pt x="5729802" y="3479937"/>
                  </a:lnTo>
                  <a:lnTo>
                    <a:pt x="5658179" y="3479302"/>
                  </a:lnTo>
                  <a:lnTo>
                    <a:pt x="5586557" y="3478560"/>
                  </a:lnTo>
                  <a:lnTo>
                    <a:pt x="5514934" y="3477696"/>
                  </a:lnTo>
                  <a:lnTo>
                    <a:pt x="5443311" y="3476687"/>
                  </a:lnTo>
                  <a:lnTo>
                    <a:pt x="5371689" y="3475509"/>
                  </a:lnTo>
                  <a:lnTo>
                    <a:pt x="5300066" y="3474136"/>
                  </a:lnTo>
                  <a:lnTo>
                    <a:pt x="5228444" y="3472533"/>
                  </a:lnTo>
                  <a:lnTo>
                    <a:pt x="5156821" y="3470663"/>
                  </a:lnTo>
                  <a:lnTo>
                    <a:pt x="5085199" y="3468481"/>
                  </a:lnTo>
                  <a:lnTo>
                    <a:pt x="5013576" y="3465936"/>
                  </a:lnTo>
                  <a:lnTo>
                    <a:pt x="4941954" y="3462965"/>
                  </a:lnTo>
                  <a:lnTo>
                    <a:pt x="4870331" y="3459500"/>
                  </a:lnTo>
                  <a:lnTo>
                    <a:pt x="4798709" y="3455457"/>
                  </a:lnTo>
                  <a:lnTo>
                    <a:pt x="4727086" y="3450739"/>
                  </a:lnTo>
                  <a:lnTo>
                    <a:pt x="4655464" y="3445235"/>
                  </a:lnTo>
                  <a:lnTo>
                    <a:pt x="4583841" y="3438813"/>
                  </a:lnTo>
                  <a:lnTo>
                    <a:pt x="4512219" y="3431319"/>
                  </a:lnTo>
                  <a:lnTo>
                    <a:pt x="4440596" y="3422577"/>
                  </a:lnTo>
                  <a:lnTo>
                    <a:pt x="4368974" y="3412376"/>
                  </a:lnTo>
                  <a:lnTo>
                    <a:pt x="4297351" y="3400474"/>
                  </a:lnTo>
                  <a:lnTo>
                    <a:pt x="4225729" y="3386588"/>
                  </a:lnTo>
                  <a:lnTo>
                    <a:pt x="4154106" y="3370386"/>
                  </a:lnTo>
                  <a:lnTo>
                    <a:pt x="4082483" y="3351482"/>
                  </a:lnTo>
                  <a:lnTo>
                    <a:pt x="4010861" y="3329425"/>
                  </a:lnTo>
                  <a:lnTo>
                    <a:pt x="3939238" y="3303691"/>
                  </a:lnTo>
                  <a:lnTo>
                    <a:pt x="3867616" y="3273665"/>
                  </a:lnTo>
                  <a:lnTo>
                    <a:pt x="3795993" y="3238631"/>
                  </a:lnTo>
                  <a:lnTo>
                    <a:pt x="3724371" y="3197756"/>
                  </a:lnTo>
                  <a:lnTo>
                    <a:pt x="3652748" y="3150064"/>
                  </a:lnTo>
                  <a:lnTo>
                    <a:pt x="3581126" y="3094420"/>
                  </a:lnTo>
                  <a:lnTo>
                    <a:pt x="3509503" y="3029495"/>
                  </a:lnTo>
                  <a:lnTo>
                    <a:pt x="3437881" y="2953744"/>
                  </a:lnTo>
                  <a:lnTo>
                    <a:pt x="3366258" y="2865361"/>
                  </a:lnTo>
                  <a:lnTo>
                    <a:pt x="3294636" y="2762239"/>
                  </a:lnTo>
                  <a:lnTo>
                    <a:pt x="3223013" y="2654254"/>
                  </a:lnTo>
                  <a:lnTo>
                    <a:pt x="3151391" y="2653958"/>
                  </a:lnTo>
                  <a:lnTo>
                    <a:pt x="3079768" y="2653661"/>
                  </a:lnTo>
                  <a:lnTo>
                    <a:pt x="3008146" y="2653364"/>
                  </a:lnTo>
                  <a:lnTo>
                    <a:pt x="2936523" y="2653067"/>
                  </a:lnTo>
                  <a:lnTo>
                    <a:pt x="2864901" y="2652770"/>
                  </a:lnTo>
                  <a:lnTo>
                    <a:pt x="2793278" y="2652472"/>
                  </a:lnTo>
                  <a:lnTo>
                    <a:pt x="2721655" y="2652175"/>
                  </a:lnTo>
                  <a:lnTo>
                    <a:pt x="2650033" y="2651877"/>
                  </a:lnTo>
                  <a:lnTo>
                    <a:pt x="2578410" y="2651580"/>
                  </a:lnTo>
                  <a:lnTo>
                    <a:pt x="2506788" y="2651282"/>
                  </a:lnTo>
                  <a:lnTo>
                    <a:pt x="2435165" y="2650984"/>
                  </a:lnTo>
                  <a:lnTo>
                    <a:pt x="2363543" y="2650686"/>
                  </a:lnTo>
                  <a:lnTo>
                    <a:pt x="2291920" y="2650388"/>
                  </a:lnTo>
                  <a:lnTo>
                    <a:pt x="2220298" y="2650090"/>
                  </a:lnTo>
                  <a:lnTo>
                    <a:pt x="2148675" y="2649792"/>
                  </a:lnTo>
                  <a:lnTo>
                    <a:pt x="2077053" y="2649493"/>
                  </a:lnTo>
                  <a:lnTo>
                    <a:pt x="2005430" y="2649195"/>
                  </a:lnTo>
                  <a:lnTo>
                    <a:pt x="1933808" y="2648896"/>
                  </a:lnTo>
                  <a:lnTo>
                    <a:pt x="1862185" y="2648598"/>
                  </a:lnTo>
                  <a:lnTo>
                    <a:pt x="1790563" y="2648299"/>
                  </a:lnTo>
                  <a:lnTo>
                    <a:pt x="1718940" y="2648000"/>
                  </a:lnTo>
                  <a:lnTo>
                    <a:pt x="1647318" y="2647701"/>
                  </a:lnTo>
                  <a:lnTo>
                    <a:pt x="1575695" y="2647402"/>
                  </a:lnTo>
                  <a:lnTo>
                    <a:pt x="1504073" y="2647103"/>
                  </a:lnTo>
                  <a:lnTo>
                    <a:pt x="1432450" y="2646803"/>
                  </a:lnTo>
                  <a:lnTo>
                    <a:pt x="1360827" y="2646504"/>
                  </a:lnTo>
                  <a:lnTo>
                    <a:pt x="1289205" y="2646204"/>
                  </a:lnTo>
                  <a:lnTo>
                    <a:pt x="1217582" y="2645905"/>
                  </a:lnTo>
                  <a:lnTo>
                    <a:pt x="1145960" y="2645605"/>
                  </a:lnTo>
                  <a:lnTo>
                    <a:pt x="1074337" y="2645305"/>
                  </a:lnTo>
                  <a:lnTo>
                    <a:pt x="1002715" y="2645005"/>
                  </a:lnTo>
                  <a:lnTo>
                    <a:pt x="931092" y="2644705"/>
                  </a:lnTo>
                  <a:lnTo>
                    <a:pt x="859470" y="2644405"/>
                  </a:lnTo>
                  <a:lnTo>
                    <a:pt x="787847" y="2644105"/>
                  </a:lnTo>
                  <a:lnTo>
                    <a:pt x="716225" y="2643804"/>
                  </a:lnTo>
                  <a:lnTo>
                    <a:pt x="644602" y="2643504"/>
                  </a:lnTo>
                  <a:lnTo>
                    <a:pt x="572980" y="2643203"/>
                  </a:lnTo>
                  <a:lnTo>
                    <a:pt x="501357" y="2642902"/>
                  </a:lnTo>
                  <a:lnTo>
                    <a:pt x="429735" y="2642602"/>
                  </a:lnTo>
                  <a:lnTo>
                    <a:pt x="358112" y="2642301"/>
                  </a:lnTo>
                  <a:lnTo>
                    <a:pt x="286490" y="2642000"/>
                  </a:lnTo>
                  <a:lnTo>
                    <a:pt x="214867" y="2641699"/>
                  </a:lnTo>
                  <a:lnTo>
                    <a:pt x="143245" y="2641397"/>
                  </a:lnTo>
                  <a:lnTo>
                    <a:pt x="71622" y="2641096"/>
                  </a:lnTo>
                  <a:lnTo>
                    <a:pt x="0" y="2640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36399" y="2073503"/>
              <a:ext cx="4526280" cy="2670123"/>
            </a:xfrm>
            <a:custGeom>
              <a:avLst/>
              <a:pathLst>
                <a:path w="4526280" h="2670123">
                  <a:moveTo>
                    <a:pt x="0" y="0"/>
                  </a:moveTo>
                  <a:lnTo>
                    <a:pt x="14061" y="110438"/>
                  </a:lnTo>
                  <a:lnTo>
                    <a:pt x="85683" y="592571"/>
                  </a:lnTo>
                  <a:lnTo>
                    <a:pt x="157306" y="1005794"/>
                  </a:lnTo>
                  <a:lnTo>
                    <a:pt x="228928" y="1359957"/>
                  </a:lnTo>
                  <a:lnTo>
                    <a:pt x="300551" y="1663501"/>
                  </a:lnTo>
                  <a:lnTo>
                    <a:pt x="372173" y="1923661"/>
                  </a:lnTo>
                  <a:lnTo>
                    <a:pt x="443796" y="2146638"/>
                  </a:lnTo>
                  <a:lnTo>
                    <a:pt x="515418" y="2337745"/>
                  </a:lnTo>
                  <a:lnTo>
                    <a:pt x="587041" y="2501538"/>
                  </a:lnTo>
                  <a:lnTo>
                    <a:pt x="658663" y="2641921"/>
                  </a:lnTo>
                  <a:lnTo>
                    <a:pt x="730286" y="2654551"/>
                  </a:lnTo>
                  <a:lnTo>
                    <a:pt x="801908" y="2654848"/>
                  </a:lnTo>
                  <a:lnTo>
                    <a:pt x="873531" y="2655144"/>
                  </a:lnTo>
                  <a:lnTo>
                    <a:pt x="945154" y="2655440"/>
                  </a:lnTo>
                  <a:lnTo>
                    <a:pt x="1016776" y="2655737"/>
                  </a:lnTo>
                  <a:lnTo>
                    <a:pt x="1088399" y="2656033"/>
                  </a:lnTo>
                  <a:lnTo>
                    <a:pt x="1160021" y="2656329"/>
                  </a:lnTo>
                  <a:lnTo>
                    <a:pt x="1231644" y="2656625"/>
                  </a:lnTo>
                  <a:lnTo>
                    <a:pt x="1303266" y="2656920"/>
                  </a:lnTo>
                  <a:lnTo>
                    <a:pt x="1374889" y="2657216"/>
                  </a:lnTo>
                  <a:lnTo>
                    <a:pt x="1446511" y="2657512"/>
                  </a:lnTo>
                  <a:lnTo>
                    <a:pt x="1518134" y="2657807"/>
                  </a:lnTo>
                  <a:lnTo>
                    <a:pt x="1589756" y="2658103"/>
                  </a:lnTo>
                  <a:lnTo>
                    <a:pt x="1661379" y="2658398"/>
                  </a:lnTo>
                  <a:lnTo>
                    <a:pt x="1733001" y="2658693"/>
                  </a:lnTo>
                  <a:lnTo>
                    <a:pt x="1804624" y="2658988"/>
                  </a:lnTo>
                  <a:lnTo>
                    <a:pt x="1876246" y="2659283"/>
                  </a:lnTo>
                  <a:lnTo>
                    <a:pt x="1947869" y="2659578"/>
                  </a:lnTo>
                  <a:lnTo>
                    <a:pt x="2019491" y="2659873"/>
                  </a:lnTo>
                  <a:lnTo>
                    <a:pt x="2091114" y="2660167"/>
                  </a:lnTo>
                  <a:lnTo>
                    <a:pt x="2162736" y="2660462"/>
                  </a:lnTo>
                  <a:lnTo>
                    <a:pt x="2234359" y="2660756"/>
                  </a:lnTo>
                  <a:lnTo>
                    <a:pt x="2305982" y="2661051"/>
                  </a:lnTo>
                  <a:lnTo>
                    <a:pt x="2377604" y="2661345"/>
                  </a:lnTo>
                  <a:lnTo>
                    <a:pt x="2449227" y="2661639"/>
                  </a:lnTo>
                  <a:lnTo>
                    <a:pt x="2520849" y="2661933"/>
                  </a:lnTo>
                  <a:lnTo>
                    <a:pt x="2592472" y="2662227"/>
                  </a:lnTo>
                  <a:lnTo>
                    <a:pt x="2664094" y="2662521"/>
                  </a:lnTo>
                  <a:lnTo>
                    <a:pt x="2735717" y="2662815"/>
                  </a:lnTo>
                  <a:lnTo>
                    <a:pt x="2807339" y="2663108"/>
                  </a:lnTo>
                  <a:lnTo>
                    <a:pt x="2878962" y="2663402"/>
                  </a:lnTo>
                  <a:lnTo>
                    <a:pt x="2950584" y="2663695"/>
                  </a:lnTo>
                  <a:lnTo>
                    <a:pt x="3022207" y="2663988"/>
                  </a:lnTo>
                  <a:lnTo>
                    <a:pt x="3093829" y="2664281"/>
                  </a:lnTo>
                  <a:lnTo>
                    <a:pt x="3165452" y="2664574"/>
                  </a:lnTo>
                  <a:lnTo>
                    <a:pt x="3237074" y="2664867"/>
                  </a:lnTo>
                  <a:lnTo>
                    <a:pt x="3308697" y="2665160"/>
                  </a:lnTo>
                  <a:lnTo>
                    <a:pt x="3380319" y="2665453"/>
                  </a:lnTo>
                  <a:lnTo>
                    <a:pt x="3451942" y="2665746"/>
                  </a:lnTo>
                  <a:lnTo>
                    <a:pt x="3523564" y="2666038"/>
                  </a:lnTo>
                  <a:lnTo>
                    <a:pt x="3595187" y="2666331"/>
                  </a:lnTo>
                  <a:lnTo>
                    <a:pt x="3666810" y="2666623"/>
                  </a:lnTo>
                  <a:lnTo>
                    <a:pt x="3738432" y="2666915"/>
                  </a:lnTo>
                  <a:lnTo>
                    <a:pt x="3810055" y="2667207"/>
                  </a:lnTo>
                  <a:lnTo>
                    <a:pt x="3881677" y="2667499"/>
                  </a:lnTo>
                  <a:lnTo>
                    <a:pt x="3953300" y="2667791"/>
                  </a:lnTo>
                  <a:lnTo>
                    <a:pt x="4024922" y="2668083"/>
                  </a:lnTo>
                  <a:lnTo>
                    <a:pt x="4096545" y="2668375"/>
                  </a:lnTo>
                  <a:lnTo>
                    <a:pt x="4168167" y="2668666"/>
                  </a:lnTo>
                  <a:lnTo>
                    <a:pt x="4239790" y="2668958"/>
                  </a:lnTo>
                  <a:lnTo>
                    <a:pt x="4311412" y="2669249"/>
                  </a:lnTo>
                  <a:lnTo>
                    <a:pt x="4383035" y="2669541"/>
                  </a:lnTo>
                  <a:lnTo>
                    <a:pt x="4454657" y="2669832"/>
                  </a:lnTo>
                  <a:lnTo>
                    <a:pt x="4526280" y="267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14297"/>
              <a:ext cx="7090630" cy="842748"/>
            </a:xfrm>
            <a:custGeom>
              <a:avLst/>
              <a:pathLst>
                <a:path w="7090630" h="842748">
                  <a:moveTo>
                    <a:pt x="7090630" y="842748"/>
                  </a:moveTo>
                  <a:lnTo>
                    <a:pt x="7019007" y="842714"/>
                  </a:lnTo>
                  <a:lnTo>
                    <a:pt x="6947385" y="842675"/>
                  </a:lnTo>
                  <a:lnTo>
                    <a:pt x="6875762" y="842629"/>
                  </a:lnTo>
                  <a:lnTo>
                    <a:pt x="6804139" y="842575"/>
                  </a:lnTo>
                  <a:lnTo>
                    <a:pt x="6732517" y="842512"/>
                  </a:lnTo>
                  <a:lnTo>
                    <a:pt x="6660894" y="842438"/>
                  </a:lnTo>
                  <a:lnTo>
                    <a:pt x="6589272" y="842353"/>
                  </a:lnTo>
                  <a:lnTo>
                    <a:pt x="6517649" y="842253"/>
                  </a:lnTo>
                  <a:lnTo>
                    <a:pt x="6446027" y="842137"/>
                  </a:lnTo>
                  <a:lnTo>
                    <a:pt x="6374404" y="842001"/>
                  </a:lnTo>
                  <a:lnTo>
                    <a:pt x="6302782" y="841842"/>
                  </a:lnTo>
                  <a:lnTo>
                    <a:pt x="6231159" y="841657"/>
                  </a:lnTo>
                  <a:lnTo>
                    <a:pt x="6159537" y="841441"/>
                  </a:lnTo>
                  <a:lnTo>
                    <a:pt x="6087914" y="841190"/>
                  </a:lnTo>
                  <a:lnTo>
                    <a:pt x="6016292" y="840896"/>
                  </a:lnTo>
                  <a:lnTo>
                    <a:pt x="5944669" y="840553"/>
                  </a:lnTo>
                  <a:lnTo>
                    <a:pt x="5873047" y="840153"/>
                  </a:lnTo>
                  <a:lnTo>
                    <a:pt x="5801424" y="839686"/>
                  </a:lnTo>
                  <a:lnTo>
                    <a:pt x="5729802" y="839142"/>
                  </a:lnTo>
                  <a:lnTo>
                    <a:pt x="5658179" y="838507"/>
                  </a:lnTo>
                  <a:lnTo>
                    <a:pt x="5586557" y="837765"/>
                  </a:lnTo>
                  <a:lnTo>
                    <a:pt x="5514934" y="836901"/>
                  </a:lnTo>
                  <a:lnTo>
                    <a:pt x="5443311" y="835892"/>
                  </a:lnTo>
                  <a:lnTo>
                    <a:pt x="5371689" y="834714"/>
                  </a:lnTo>
                  <a:lnTo>
                    <a:pt x="5300066" y="833341"/>
                  </a:lnTo>
                  <a:lnTo>
                    <a:pt x="5228444" y="831738"/>
                  </a:lnTo>
                  <a:lnTo>
                    <a:pt x="5156821" y="829868"/>
                  </a:lnTo>
                  <a:lnTo>
                    <a:pt x="5085199" y="827686"/>
                  </a:lnTo>
                  <a:lnTo>
                    <a:pt x="5013576" y="825141"/>
                  </a:lnTo>
                  <a:lnTo>
                    <a:pt x="4941954" y="822171"/>
                  </a:lnTo>
                  <a:lnTo>
                    <a:pt x="4870331" y="818705"/>
                  </a:lnTo>
                  <a:lnTo>
                    <a:pt x="4798709" y="814662"/>
                  </a:lnTo>
                  <a:lnTo>
                    <a:pt x="4727086" y="809944"/>
                  </a:lnTo>
                  <a:lnTo>
                    <a:pt x="4655464" y="804440"/>
                  </a:lnTo>
                  <a:lnTo>
                    <a:pt x="4583841" y="798018"/>
                  </a:lnTo>
                  <a:lnTo>
                    <a:pt x="4512219" y="790525"/>
                  </a:lnTo>
                  <a:lnTo>
                    <a:pt x="4440596" y="781782"/>
                  </a:lnTo>
                  <a:lnTo>
                    <a:pt x="4368974" y="771581"/>
                  </a:lnTo>
                  <a:lnTo>
                    <a:pt x="4297351" y="759679"/>
                  </a:lnTo>
                  <a:lnTo>
                    <a:pt x="4225729" y="745793"/>
                  </a:lnTo>
                  <a:lnTo>
                    <a:pt x="4154106" y="729591"/>
                  </a:lnTo>
                  <a:lnTo>
                    <a:pt x="4082483" y="710687"/>
                  </a:lnTo>
                  <a:lnTo>
                    <a:pt x="4010861" y="688630"/>
                  </a:lnTo>
                  <a:lnTo>
                    <a:pt x="3939238" y="662896"/>
                  </a:lnTo>
                  <a:lnTo>
                    <a:pt x="3867616" y="632870"/>
                  </a:lnTo>
                  <a:lnTo>
                    <a:pt x="3795993" y="597837"/>
                  </a:lnTo>
                  <a:lnTo>
                    <a:pt x="3724371" y="556961"/>
                  </a:lnTo>
                  <a:lnTo>
                    <a:pt x="3652748" y="509269"/>
                  </a:lnTo>
                  <a:lnTo>
                    <a:pt x="3581126" y="453625"/>
                  </a:lnTo>
                  <a:lnTo>
                    <a:pt x="3509503" y="388700"/>
                  </a:lnTo>
                  <a:lnTo>
                    <a:pt x="3437881" y="312950"/>
                  </a:lnTo>
                  <a:lnTo>
                    <a:pt x="3366258" y="224566"/>
                  </a:lnTo>
                  <a:lnTo>
                    <a:pt x="3294636" y="121444"/>
                  </a:lnTo>
                  <a:lnTo>
                    <a:pt x="3223013" y="13459"/>
                  </a:lnTo>
                  <a:lnTo>
                    <a:pt x="3151391" y="13163"/>
                  </a:lnTo>
                  <a:lnTo>
                    <a:pt x="3079768" y="12866"/>
                  </a:lnTo>
                  <a:lnTo>
                    <a:pt x="3008146" y="12569"/>
                  </a:lnTo>
                  <a:lnTo>
                    <a:pt x="2936523" y="12272"/>
                  </a:lnTo>
                  <a:lnTo>
                    <a:pt x="2864901" y="11975"/>
                  </a:lnTo>
                  <a:lnTo>
                    <a:pt x="2793278" y="11677"/>
                  </a:lnTo>
                  <a:lnTo>
                    <a:pt x="2721655" y="11380"/>
                  </a:lnTo>
                  <a:lnTo>
                    <a:pt x="2650033" y="11082"/>
                  </a:lnTo>
                  <a:lnTo>
                    <a:pt x="2578410" y="10785"/>
                  </a:lnTo>
                  <a:lnTo>
                    <a:pt x="2506788" y="10487"/>
                  </a:lnTo>
                  <a:lnTo>
                    <a:pt x="2435165" y="10189"/>
                  </a:lnTo>
                  <a:lnTo>
                    <a:pt x="2363543" y="9891"/>
                  </a:lnTo>
                  <a:lnTo>
                    <a:pt x="2291920" y="9593"/>
                  </a:lnTo>
                  <a:lnTo>
                    <a:pt x="2220298" y="9295"/>
                  </a:lnTo>
                  <a:lnTo>
                    <a:pt x="2148675" y="8997"/>
                  </a:lnTo>
                  <a:lnTo>
                    <a:pt x="2077053" y="8699"/>
                  </a:lnTo>
                  <a:lnTo>
                    <a:pt x="2005430" y="8400"/>
                  </a:lnTo>
                  <a:lnTo>
                    <a:pt x="1933808" y="8101"/>
                  </a:lnTo>
                  <a:lnTo>
                    <a:pt x="1862185" y="7803"/>
                  </a:lnTo>
                  <a:lnTo>
                    <a:pt x="1790563" y="7504"/>
                  </a:lnTo>
                  <a:lnTo>
                    <a:pt x="1718940" y="7205"/>
                  </a:lnTo>
                  <a:lnTo>
                    <a:pt x="1647318" y="6906"/>
                  </a:lnTo>
                  <a:lnTo>
                    <a:pt x="1575695" y="6607"/>
                  </a:lnTo>
                  <a:lnTo>
                    <a:pt x="1504073" y="6308"/>
                  </a:lnTo>
                  <a:lnTo>
                    <a:pt x="1432450" y="6008"/>
                  </a:lnTo>
                  <a:lnTo>
                    <a:pt x="1360827" y="5709"/>
                  </a:lnTo>
                  <a:lnTo>
                    <a:pt x="1289205" y="5410"/>
                  </a:lnTo>
                  <a:lnTo>
                    <a:pt x="1217582" y="5110"/>
                  </a:lnTo>
                  <a:lnTo>
                    <a:pt x="1145960" y="4810"/>
                  </a:lnTo>
                  <a:lnTo>
                    <a:pt x="1074337" y="4510"/>
                  </a:lnTo>
                  <a:lnTo>
                    <a:pt x="1002715" y="4210"/>
                  </a:lnTo>
                  <a:lnTo>
                    <a:pt x="931092" y="3910"/>
                  </a:lnTo>
                  <a:lnTo>
                    <a:pt x="859470" y="3610"/>
                  </a:lnTo>
                  <a:lnTo>
                    <a:pt x="787847" y="3310"/>
                  </a:lnTo>
                  <a:lnTo>
                    <a:pt x="716225" y="3009"/>
                  </a:lnTo>
                  <a:lnTo>
                    <a:pt x="644602" y="2709"/>
                  </a:lnTo>
                  <a:lnTo>
                    <a:pt x="572980" y="2408"/>
                  </a:lnTo>
                  <a:lnTo>
                    <a:pt x="501357" y="2108"/>
                  </a:lnTo>
                  <a:lnTo>
                    <a:pt x="429735" y="1807"/>
                  </a:lnTo>
                  <a:lnTo>
                    <a:pt x="358112" y="1506"/>
                  </a:lnTo>
                  <a:lnTo>
                    <a:pt x="286490" y="1205"/>
                  </a:lnTo>
                  <a:lnTo>
                    <a:pt x="214867" y="904"/>
                  </a:lnTo>
                  <a:lnTo>
                    <a:pt x="143245" y="602"/>
                  </a:lnTo>
                  <a:lnTo>
                    <a:pt x="71622" y="3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3072840" y="2073503"/>
              <a:ext cx="5189838" cy="3470884"/>
            </a:xfrm>
            <a:custGeom>
              <a:avLst/>
              <a:pathLst>
                <a:path w="5189838" h="3470884">
                  <a:moveTo>
                    <a:pt x="0" y="0"/>
                  </a:moveTo>
                  <a:lnTo>
                    <a:pt x="33016" y="124443"/>
                  </a:lnTo>
                  <a:lnTo>
                    <a:pt x="104639" y="374317"/>
                  </a:lnTo>
                  <a:lnTo>
                    <a:pt x="176261" y="605604"/>
                  </a:lnTo>
                  <a:lnTo>
                    <a:pt x="247884" y="819687"/>
                  </a:lnTo>
                  <a:lnTo>
                    <a:pt x="319506" y="1017847"/>
                  </a:lnTo>
                  <a:lnTo>
                    <a:pt x="391129" y="1201266"/>
                  </a:lnTo>
                  <a:lnTo>
                    <a:pt x="462751" y="1371043"/>
                  </a:lnTo>
                  <a:lnTo>
                    <a:pt x="534374" y="1528191"/>
                  </a:lnTo>
                  <a:lnTo>
                    <a:pt x="605996" y="1673650"/>
                  </a:lnTo>
                  <a:lnTo>
                    <a:pt x="677619" y="1808290"/>
                  </a:lnTo>
                  <a:lnTo>
                    <a:pt x="749241" y="1932914"/>
                  </a:lnTo>
                  <a:lnTo>
                    <a:pt x="820864" y="2048269"/>
                  </a:lnTo>
                  <a:lnTo>
                    <a:pt x="892487" y="2155044"/>
                  </a:lnTo>
                  <a:lnTo>
                    <a:pt x="964109" y="2253876"/>
                  </a:lnTo>
                  <a:lnTo>
                    <a:pt x="1035732" y="2345357"/>
                  </a:lnTo>
                  <a:lnTo>
                    <a:pt x="1107354" y="2430033"/>
                  </a:lnTo>
                  <a:lnTo>
                    <a:pt x="1178977" y="2508411"/>
                  </a:lnTo>
                  <a:lnTo>
                    <a:pt x="1250599" y="2580959"/>
                  </a:lnTo>
                  <a:lnTo>
                    <a:pt x="1322222" y="2648110"/>
                  </a:lnTo>
                  <a:lnTo>
                    <a:pt x="1393844" y="2710267"/>
                  </a:lnTo>
                  <a:lnTo>
                    <a:pt x="1465467" y="2767800"/>
                  </a:lnTo>
                  <a:lnTo>
                    <a:pt x="1537089" y="2821054"/>
                  </a:lnTo>
                  <a:lnTo>
                    <a:pt x="1608712" y="2870347"/>
                  </a:lnTo>
                  <a:lnTo>
                    <a:pt x="1680334" y="2915973"/>
                  </a:lnTo>
                  <a:lnTo>
                    <a:pt x="1751957" y="2958206"/>
                  </a:lnTo>
                  <a:lnTo>
                    <a:pt x="1823579" y="2997297"/>
                  </a:lnTo>
                  <a:lnTo>
                    <a:pt x="1895202" y="3033480"/>
                  </a:lnTo>
                  <a:lnTo>
                    <a:pt x="1966824" y="3066972"/>
                  </a:lnTo>
                  <a:lnTo>
                    <a:pt x="2038447" y="3097973"/>
                  </a:lnTo>
                  <a:lnTo>
                    <a:pt x="2110069" y="3126667"/>
                  </a:lnTo>
                  <a:lnTo>
                    <a:pt x="2181692" y="3153228"/>
                  </a:lnTo>
                  <a:lnTo>
                    <a:pt x="2253315" y="3177813"/>
                  </a:lnTo>
                  <a:lnTo>
                    <a:pt x="2324937" y="3200569"/>
                  </a:lnTo>
                  <a:lnTo>
                    <a:pt x="2396560" y="3221632"/>
                  </a:lnTo>
                  <a:lnTo>
                    <a:pt x="2468182" y="3241129"/>
                  </a:lnTo>
                  <a:lnTo>
                    <a:pt x="2539805" y="3259175"/>
                  </a:lnTo>
                  <a:lnTo>
                    <a:pt x="2611427" y="3275880"/>
                  </a:lnTo>
                  <a:lnTo>
                    <a:pt x="2683050" y="3291341"/>
                  </a:lnTo>
                  <a:lnTo>
                    <a:pt x="2754672" y="3305653"/>
                  </a:lnTo>
                  <a:lnTo>
                    <a:pt x="2826295" y="3318900"/>
                  </a:lnTo>
                  <a:lnTo>
                    <a:pt x="2897917" y="3331162"/>
                  </a:lnTo>
                  <a:lnTo>
                    <a:pt x="2969540" y="3342511"/>
                  </a:lnTo>
                  <a:lnTo>
                    <a:pt x="3041162" y="3353017"/>
                  </a:lnTo>
                  <a:lnTo>
                    <a:pt x="3112785" y="3362741"/>
                  </a:lnTo>
                  <a:lnTo>
                    <a:pt x="3184407" y="3371741"/>
                  </a:lnTo>
                  <a:lnTo>
                    <a:pt x="3256030" y="3380073"/>
                  </a:lnTo>
                  <a:lnTo>
                    <a:pt x="3327652" y="3387784"/>
                  </a:lnTo>
                  <a:lnTo>
                    <a:pt x="3399275" y="3394922"/>
                  </a:lnTo>
                  <a:lnTo>
                    <a:pt x="3470897" y="3401529"/>
                  </a:lnTo>
                  <a:lnTo>
                    <a:pt x="3542520" y="3407645"/>
                  </a:lnTo>
                  <a:lnTo>
                    <a:pt x="3614143" y="3413305"/>
                  </a:lnTo>
                  <a:lnTo>
                    <a:pt x="3685765" y="3418545"/>
                  </a:lnTo>
                  <a:lnTo>
                    <a:pt x="3757388" y="3423395"/>
                  </a:lnTo>
                  <a:lnTo>
                    <a:pt x="3829010" y="3427884"/>
                  </a:lnTo>
                  <a:lnTo>
                    <a:pt x="3900633" y="3432039"/>
                  </a:lnTo>
                  <a:lnTo>
                    <a:pt x="3972255" y="3435885"/>
                  </a:lnTo>
                  <a:lnTo>
                    <a:pt x="4043878" y="3439445"/>
                  </a:lnTo>
                  <a:lnTo>
                    <a:pt x="4115500" y="3442740"/>
                  </a:lnTo>
                  <a:lnTo>
                    <a:pt x="4187123" y="3445791"/>
                  </a:lnTo>
                  <a:lnTo>
                    <a:pt x="4258745" y="3448614"/>
                  </a:lnTo>
                  <a:lnTo>
                    <a:pt x="4330368" y="3451227"/>
                  </a:lnTo>
                  <a:lnTo>
                    <a:pt x="4401990" y="3453646"/>
                  </a:lnTo>
                  <a:lnTo>
                    <a:pt x="4473613" y="3455885"/>
                  </a:lnTo>
                  <a:lnTo>
                    <a:pt x="4545235" y="3457957"/>
                  </a:lnTo>
                  <a:lnTo>
                    <a:pt x="4616858" y="3459876"/>
                  </a:lnTo>
                  <a:lnTo>
                    <a:pt x="4688480" y="3461651"/>
                  </a:lnTo>
                  <a:lnTo>
                    <a:pt x="4760103" y="3463295"/>
                  </a:lnTo>
                  <a:lnTo>
                    <a:pt x="4831725" y="3464816"/>
                  </a:lnTo>
                  <a:lnTo>
                    <a:pt x="4903348" y="3466224"/>
                  </a:lnTo>
                  <a:lnTo>
                    <a:pt x="4974971" y="3467527"/>
                  </a:lnTo>
                  <a:lnTo>
                    <a:pt x="5046593" y="3468734"/>
                  </a:lnTo>
                  <a:lnTo>
                    <a:pt x="5118216" y="3469850"/>
                  </a:lnTo>
                  <a:lnTo>
                    <a:pt x="5189838" y="34708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2.47 (1.00-6.10), p_Bonf = 0.294 (n = 6)  |  per IQR decline (Δ = 22.9 %): 7.99 (1.01-63.25)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2026-08-19T20:19:24Z</dcterms:modified>
  <cp:category/>
</cp:coreProperties>
</file>