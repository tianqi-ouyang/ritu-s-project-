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03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9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016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06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613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419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64195"/>
            </a:xfrm>
            <a:custGeom>
              <a:avLst/>
              <a:pathLst>
                <a:path w="7090630" h="3464195">
                  <a:moveTo>
                    <a:pt x="3625617" y="0"/>
                  </a:moveTo>
                  <a:lnTo>
                    <a:pt x="3652748" y="143061"/>
                  </a:lnTo>
                  <a:lnTo>
                    <a:pt x="3724371" y="482359"/>
                  </a:lnTo>
                  <a:lnTo>
                    <a:pt x="3795993" y="787196"/>
                  </a:lnTo>
                  <a:lnTo>
                    <a:pt x="3867616" y="1061073"/>
                  </a:lnTo>
                  <a:lnTo>
                    <a:pt x="3939238" y="1307133"/>
                  </a:lnTo>
                  <a:lnTo>
                    <a:pt x="4010861" y="1528201"/>
                  </a:lnTo>
                  <a:lnTo>
                    <a:pt x="4082483" y="1726817"/>
                  </a:lnTo>
                  <a:lnTo>
                    <a:pt x="4154106" y="1905260"/>
                  </a:lnTo>
                  <a:lnTo>
                    <a:pt x="4225729" y="2065580"/>
                  </a:lnTo>
                  <a:lnTo>
                    <a:pt x="4297351" y="2209617"/>
                  </a:lnTo>
                  <a:lnTo>
                    <a:pt x="4368974" y="2339024"/>
                  </a:lnTo>
                  <a:lnTo>
                    <a:pt x="4440596" y="2455288"/>
                  </a:lnTo>
                  <a:lnTo>
                    <a:pt x="4512219" y="2559744"/>
                  </a:lnTo>
                  <a:lnTo>
                    <a:pt x="4583841" y="2653591"/>
                  </a:lnTo>
                  <a:lnTo>
                    <a:pt x="4655464" y="2667601"/>
                  </a:lnTo>
                  <a:lnTo>
                    <a:pt x="4727086" y="2680808"/>
                  </a:lnTo>
                  <a:lnTo>
                    <a:pt x="4798709" y="2693801"/>
                  </a:lnTo>
                  <a:lnTo>
                    <a:pt x="4870331" y="2706584"/>
                  </a:lnTo>
                  <a:lnTo>
                    <a:pt x="4941954" y="2719160"/>
                  </a:lnTo>
                  <a:lnTo>
                    <a:pt x="5013576" y="2731532"/>
                  </a:lnTo>
                  <a:lnTo>
                    <a:pt x="5085199" y="2743704"/>
                  </a:lnTo>
                  <a:lnTo>
                    <a:pt x="5156821" y="2755679"/>
                  </a:lnTo>
                  <a:lnTo>
                    <a:pt x="5228444" y="2767461"/>
                  </a:lnTo>
                  <a:lnTo>
                    <a:pt x="5300066" y="2779052"/>
                  </a:lnTo>
                  <a:lnTo>
                    <a:pt x="5371689" y="2790455"/>
                  </a:lnTo>
                  <a:lnTo>
                    <a:pt x="5443311" y="2801673"/>
                  </a:lnTo>
                  <a:lnTo>
                    <a:pt x="5514934" y="2812711"/>
                  </a:lnTo>
                  <a:lnTo>
                    <a:pt x="5586557" y="2823569"/>
                  </a:lnTo>
                  <a:lnTo>
                    <a:pt x="5658179" y="2834252"/>
                  </a:lnTo>
                  <a:lnTo>
                    <a:pt x="5729802" y="2844762"/>
                  </a:lnTo>
                  <a:lnTo>
                    <a:pt x="5801424" y="2855102"/>
                  </a:lnTo>
                  <a:lnTo>
                    <a:pt x="5873047" y="2865274"/>
                  </a:lnTo>
                  <a:lnTo>
                    <a:pt x="5944669" y="2875282"/>
                  </a:lnTo>
                  <a:lnTo>
                    <a:pt x="6016292" y="2885128"/>
                  </a:lnTo>
                  <a:lnTo>
                    <a:pt x="6087914" y="2894815"/>
                  </a:lnTo>
                  <a:lnTo>
                    <a:pt x="6159537" y="2904345"/>
                  </a:lnTo>
                  <a:lnTo>
                    <a:pt x="6231159" y="2913721"/>
                  </a:lnTo>
                  <a:lnTo>
                    <a:pt x="6302782" y="2922945"/>
                  </a:lnTo>
                  <a:lnTo>
                    <a:pt x="6374404" y="2932020"/>
                  </a:lnTo>
                  <a:lnTo>
                    <a:pt x="6446027" y="2940947"/>
                  </a:lnTo>
                  <a:lnTo>
                    <a:pt x="6517649" y="2949731"/>
                  </a:lnTo>
                  <a:lnTo>
                    <a:pt x="6589272" y="2958372"/>
                  </a:lnTo>
                  <a:lnTo>
                    <a:pt x="6660894" y="2966874"/>
                  </a:lnTo>
                  <a:lnTo>
                    <a:pt x="6732517" y="2975238"/>
                  </a:lnTo>
                  <a:lnTo>
                    <a:pt x="6804139" y="2983466"/>
                  </a:lnTo>
                  <a:lnTo>
                    <a:pt x="6875762" y="2991562"/>
                  </a:lnTo>
                  <a:lnTo>
                    <a:pt x="6947385" y="2999526"/>
                  </a:lnTo>
                  <a:lnTo>
                    <a:pt x="7019007" y="3007362"/>
                  </a:lnTo>
                  <a:lnTo>
                    <a:pt x="7090630" y="3015070"/>
                  </a:lnTo>
                  <a:lnTo>
                    <a:pt x="7090630" y="3464195"/>
                  </a:lnTo>
                  <a:lnTo>
                    <a:pt x="7019007" y="3461984"/>
                  </a:lnTo>
                  <a:lnTo>
                    <a:pt x="6947385" y="3459524"/>
                  </a:lnTo>
                  <a:lnTo>
                    <a:pt x="6875762" y="3456786"/>
                  </a:lnTo>
                  <a:lnTo>
                    <a:pt x="6804139" y="3453738"/>
                  </a:lnTo>
                  <a:lnTo>
                    <a:pt x="6732517" y="3450346"/>
                  </a:lnTo>
                  <a:lnTo>
                    <a:pt x="6660894" y="3446570"/>
                  </a:lnTo>
                  <a:lnTo>
                    <a:pt x="6589272" y="3442367"/>
                  </a:lnTo>
                  <a:lnTo>
                    <a:pt x="6517649" y="3437690"/>
                  </a:lnTo>
                  <a:lnTo>
                    <a:pt x="6446027" y="3432483"/>
                  </a:lnTo>
                  <a:lnTo>
                    <a:pt x="6374404" y="3426688"/>
                  </a:lnTo>
                  <a:lnTo>
                    <a:pt x="6302782" y="3420238"/>
                  </a:lnTo>
                  <a:lnTo>
                    <a:pt x="6231159" y="3413058"/>
                  </a:lnTo>
                  <a:lnTo>
                    <a:pt x="6159537" y="3405067"/>
                  </a:lnTo>
                  <a:lnTo>
                    <a:pt x="6087914" y="3396172"/>
                  </a:lnTo>
                  <a:lnTo>
                    <a:pt x="6016292" y="3386272"/>
                  </a:lnTo>
                  <a:lnTo>
                    <a:pt x="5944669" y="3375253"/>
                  </a:lnTo>
                  <a:lnTo>
                    <a:pt x="5873047" y="3362989"/>
                  </a:lnTo>
                  <a:lnTo>
                    <a:pt x="5801424" y="3349337"/>
                  </a:lnTo>
                  <a:lnTo>
                    <a:pt x="5729802" y="3334143"/>
                  </a:lnTo>
                  <a:lnTo>
                    <a:pt x="5658179" y="3317230"/>
                  </a:lnTo>
                  <a:lnTo>
                    <a:pt x="5586557" y="3298406"/>
                  </a:lnTo>
                  <a:lnTo>
                    <a:pt x="5514934" y="3277454"/>
                  </a:lnTo>
                  <a:lnTo>
                    <a:pt x="5443311" y="3254133"/>
                  </a:lnTo>
                  <a:lnTo>
                    <a:pt x="5371689" y="3228176"/>
                  </a:lnTo>
                  <a:lnTo>
                    <a:pt x="5300066" y="3199285"/>
                  </a:lnTo>
                  <a:lnTo>
                    <a:pt x="5228444" y="3167127"/>
                  </a:lnTo>
                  <a:lnTo>
                    <a:pt x="5156821" y="3131334"/>
                  </a:lnTo>
                  <a:lnTo>
                    <a:pt x="5085199" y="3091495"/>
                  </a:lnTo>
                  <a:lnTo>
                    <a:pt x="5013576" y="3047152"/>
                  </a:lnTo>
                  <a:lnTo>
                    <a:pt x="4941954" y="2997796"/>
                  </a:lnTo>
                  <a:lnTo>
                    <a:pt x="4870331" y="2942861"/>
                  </a:lnTo>
                  <a:lnTo>
                    <a:pt x="4798709" y="2881715"/>
                  </a:lnTo>
                  <a:lnTo>
                    <a:pt x="4727086" y="2813658"/>
                  </a:lnTo>
                  <a:lnTo>
                    <a:pt x="4655464" y="2737906"/>
                  </a:lnTo>
                  <a:lnTo>
                    <a:pt x="4583841" y="2654177"/>
                  </a:lnTo>
                  <a:lnTo>
                    <a:pt x="4512219" y="2640533"/>
                  </a:lnTo>
                  <a:lnTo>
                    <a:pt x="4440596" y="2626664"/>
                  </a:lnTo>
                  <a:lnTo>
                    <a:pt x="4368974" y="2612566"/>
                  </a:lnTo>
                  <a:lnTo>
                    <a:pt x="4297351" y="2598237"/>
                  </a:lnTo>
                  <a:lnTo>
                    <a:pt x="4225729" y="2583673"/>
                  </a:lnTo>
                  <a:lnTo>
                    <a:pt x="4154106" y="2568868"/>
                  </a:lnTo>
                  <a:lnTo>
                    <a:pt x="4082483" y="2553820"/>
                  </a:lnTo>
                  <a:lnTo>
                    <a:pt x="4010861" y="2538525"/>
                  </a:lnTo>
                  <a:lnTo>
                    <a:pt x="3939238" y="2522978"/>
                  </a:lnTo>
                  <a:lnTo>
                    <a:pt x="3867616" y="2507175"/>
                  </a:lnTo>
                  <a:lnTo>
                    <a:pt x="3795993" y="2491113"/>
                  </a:lnTo>
                  <a:lnTo>
                    <a:pt x="3724371" y="2474786"/>
                  </a:lnTo>
                  <a:lnTo>
                    <a:pt x="3652748" y="2458191"/>
                  </a:lnTo>
                  <a:lnTo>
                    <a:pt x="3581126" y="2441323"/>
                  </a:lnTo>
                  <a:lnTo>
                    <a:pt x="3509503" y="2424177"/>
                  </a:lnTo>
                  <a:lnTo>
                    <a:pt x="3437881" y="2406749"/>
                  </a:lnTo>
                  <a:lnTo>
                    <a:pt x="3366258" y="2389035"/>
                  </a:lnTo>
                  <a:lnTo>
                    <a:pt x="3294636" y="2371029"/>
                  </a:lnTo>
                  <a:lnTo>
                    <a:pt x="3223013" y="2352727"/>
                  </a:lnTo>
                  <a:lnTo>
                    <a:pt x="3151391" y="2334124"/>
                  </a:lnTo>
                  <a:lnTo>
                    <a:pt x="3079768" y="2315215"/>
                  </a:lnTo>
                  <a:lnTo>
                    <a:pt x="3008146" y="2295995"/>
                  </a:lnTo>
                  <a:lnTo>
                    <a:pt x="2936523" y="2276459"/>
                  </a:lnTo>
                  <a:lnTo>
                    <a:pt x="2864901" y="2256602"/>
                  </a:lnTo>
                  <a:lnTo>
                    <a:pt x="2793278" y="2236418"/>
                  </a:lnTo>
                  <a:lnTo>
                    <a:pt x="2721655" y="2215902"/>
                  </a:lnTo>
                  <a:lnTo>
                    <a:pt x="2650033" y="2195049"/>
                  </a:lnTo>
                  <a:lnTo>
                    <a:pt x="2578410" y="2173852"/>
                  </a:lnTo>
                  <a:lnTo>
                    <a:pt x="2506788" y="2152307"/>
                  </a:lnTo>
                  <a:lnTo>
                    <a:pt x="2435165" y="2130408"/>
                  </a:lnTo>
                  <a:lnTo>
                    <a:pt x="2363543" y="2108148"/>
                  </a:lnTo>
                  <a:lnTo>
                    <a:pt x="2291920" y="2085522"/>
                  </a:lnTo>
                  <a:lnTo>
                    <a:pt x="2220298" y="2062524"/>
                  </a:lnTo>
                  <a:lnTo>
                    <a:pt x="2148675" y="2039148"/>
                  </a:lnTo>
                  <a:lnTo>
                    <a:pt x="2077053" y="2015388"/>
                  </a:lnTo>
                  <a:lnTo>
                    <a:pt x="2005430" y="1991236"/>
                  </a:lnTo>
                  <a:lnTo>
                    <a:pt x="1933808" y="1966688"/>
                  </a:lnTo>
                  <a:lnTo>
                    <a:pt x="1862185" y="1941735"/>
                  </a:lnTo>
                  <a:lnTo>
                    <a:pt x="1790563" y="1916372"/>
                  </a:lnTo>
                  <a:lnTo>
                    <a:pt x="1718940" y="1890592"/>
                  </a:lnTo>
                  <a:lnTo>
                    <a:pt x="1647318" y="1864388"/>
                  </a:lnTo>
                  <a:lnTo>
                    <a:pt x="1575695" y="1837753"/>
                  </a:lnTo>
                  <a:lnTo>
                    <a:pt x="1504073" y="1810680"/>
                  </a:lnTo>
                  <a:lnTo>
                    <a:pt x="1432450" y="1783161"/>
                  </a:lnTo>
                  <a:lnTo>
                    <a:pt x="1360827" y="1755190"/>
                  </a:lnTo>
                  <a:lnTo>
                    <a:pt x="1289205" y="1726759"/>
                  </a:lnTo>
                  <a:lnTo>
                    <a:pt x="1217582" y="1697860"/>
                  </a:lnTo>
                  <a:lnTo>
                    <a:pt x="1145960" y="1668486"/>
                  </a:lnTo>
                  <a:lnTo>
                    <a:pt x="1074337" y="1638629"/>
                  </a:lnTo>
                  <a:lnTo>
                    <a:pt x="1002715" y="1608280"/>
                  </a:lnTo>
                  <a:lnTo>
                    <a:pt x="931092" y="1577433"/>
                  </a:lnTo>
                  <a:lnTo>
                    <a:pt x="859470" y="1546078"/>
                  </a:lnTo>
                  <a:lnTo>
                    <a:pt x="787847" y="1514207"/>
                  </a:lnTo>
                  <a:lnTo>
                    <a:pt x="716225" y="1481813"/>
                  </a:lnTo>
                  <a:lnTo>
                    <a:pt x="644602" y="1448885"/>
                  </a:lnTo>
                  <a:lnTo>
                    <a:pt x="572980" y="1415416"/>
                  </a:lnTo>
                  <a:lnTo>
                    <a:pt x="501357" y="1381396"/>
                  </a:lnTo>
                  <a:lnTo>
                    <a:pt x="429735" y="1346817"/>
                  </a:lnTo>
                  <a:lnTo>
                    <a:pt x="358112" y="1311669"/>
                  </a:lnTo>
                  <a:lnTo>
                    <a:pt x="286490" y="1275942"/>
                  </a:lnTo>
                  <a:lnTo>
                    <a:pt x="214867" y="1239629"/>
                  </a:lnTo>
                  <a:lnTo>
                    <a:pt x="143245" y="1202717"/>
                  </a:lnTo>
                  <a:lnTo>
                    <a:pt x="71622" y="1165199"/>
                  </a:lnTo>
                  <a:lnTo>
                    <a:pt x="0" y="1127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97666" y="2073503"/>
              <a:ext cx="3465012" cy="3015070"/>
            </a:xfrm>
            <a:custGeom>
              <a:avLst/>
              <a:pathLst>
                <a:path w="3465012" h="3015070">
                  <a:moveTo>
                    <a:pt x="0" y="0"/>
                  </a:moveTo>
                  <a:lnTo>
                    <a:pt x="27131" y="143061"/>
                  </a:lnTo>
                  <a:lnTo>
                    <a:pt x="98754" y="482359"/>
                  </a:lnTo>
                  <a:lnTo>
                    <a:pt x="170376" y="787196"/>
                  </a:lnTo>
                  <a:lnTo>
                    <a:pt x="241999" y="1061073"/>
                  </a:lnTo>
                  <a:lnTo>
                    <a:pt x="313621" y="1307133"/>
                  </a:lnTo>
                  <a:lnTo>
                    <a:pt x="385244" y="1528201"/>
                  </a:lnTo>
                  <a:lnTo>
                    <a:pt x="456866" y="1726817"/>
                  </a:lnTo>
                  <a:lnTo>
                    <a:pt x="528489" y="1905260"/>
                  </a:lnTo>
                  <a:lnTo>
                    <a:pt x="600111" y="2065580"/>
                  </a:lnTo>
                  <a:lnTo>
                    <a:pt x="671734" y="2209617"/>
                  </a:lnTo>
                  <a:lnTo>
                    <a:pt x="743356" y="2339024"/>
                  </a:lnTo>
                  <a:lnTo>
                    <a:pt x="814979" y="2455288"/>
                  </a:lnTo>
                  <a:lnTo>
                    <a:pt x="886602" y="2559744"/>
                  </a:lnTo>
                  <a:lnTo>
                    <a:pt x="958224" y="2653591"/>
                  </a:lnTo>
                  <a:lnTo>
                    <a:pt x="1029847" y="2667601"/>
                  </a:lnTo>
                  <a:lnTo>
                    <a:pt x="1101469" y="2680808"/>
                  </a:lnTo>
                  <a:lnTo>
                    <a:pt x="1173092" y="2693801"/>
                  </a:lnTo>
                  <a:lnTo>
                    <a:pt x="1244714" y="2706584"/>
                  </a:lnTo>
                  <a:lnTo>
                    <a:pt x="1316337" y="2719160"/>
                  </a:lnTo>
                  <a:lnTo>
                    <a:pt x="1387959" y="2731532"/>
                  </a:lnTo>
                  <a:lnTo>
                    <a:pt x="1459582" y="2743704"/>
                  </a:lnTo>
                  <a:lnTo>
                    <a:pt x="1531204" y="2755679"/>
                  </a:lnTo>
                  <a:lnTo>
                    <a:pt x="1602827" y="2767461"/>
                  </a:lnTo>
                  <a:lnTo>
                    <a:pt x="1674449" y="2779052"/>
                  </a:lnTo>
                  <a:lnTo>
                    <a:pt x="1746072" y="2790455"/>
                  </a:lnTo>
                  <a:lnTo>
                    <a:pt x="1817694" y="2801673"/>
                  </a:lnTo>
                  <a:lnTo>
                    <a:pt x="1889317" y="2812711"/>
                  </a:lnTo>
                  <a:lnTo>
                    <a:pt x="1960939" y="2823569"/>
                  </a:lnTo>
                  <a:lnTo>
                    <a:pt x="2032562" y="2834252"/>
                  </a:lnTo>
                  <a:lnTo>
                    <a:pt x="2104184" y="2844762"/>
                  </a:lnTo>
                  <a:lnTo>
                    <a:pt x="2175807" y="2855102"/>
                  </a:lnTo>
                  <a:lnTo>
                    <a:pt x="2247430" y="2865274"/>
                  </a:lnTo>
                  <a:lnTo>
                    <a:pt x="2319052" y="2875282"/>
                  </a:lnTo>
                  <a:lnTo>
                    <a:pt x="2390675" y="2885128"/>
                  </a:lnTo>
                  <a:lnTo>
                    <a:pt x="2462297" y="2894815"/>
                  </a:lnTo>
                  <a:lnTo>
                    <a:pt x="2533920" y="2904345"/>
                  </a:lnTo>
                  <a:lnTo>
                    <a:pt x="2605542" y="2913721"/>
                  </a:lnTo>
                  <a:lnTo>
                    <a:pt x="2677165" y="2922945"/>
                  </a:lnTo>
                  <a:lnTo>
                    <a:pt x="2748787" y="2932020"/>
                  </a:lnTo>
                  <a:lnTo>
                    <a:pt x="2820410" y="2940947"/>
                  </a:lnTo>
                  <a:lnTo>
                    <a:pt x="2892032" y="2949731"/>
                  </a:lnTo>
                  <a:lnTo>
                    <a:pt x="2963655" y="2958372"/>
                  </a:lnTo>
                  <a:lnTo>
                    <a:pt x="3035277" y="2966874"/>
                  </a:lnTo>
                  <a:lnTo>
                    <a:pt x="3106900" y="2975238"/>
                  </a:lnTo>
                  <a:lnTo>
                    <a:pt x="3178522" y="2983466"/>
                  </a:lnTo>
                  <a:lnTo>
                    <a:pt x="3250145" y="2991562"/>
                  </a:lnTo>
                  <a:lnTo>
                    <a:pt x="3321767" y="2999526"/>
                  </a:lnTo>
                  <a:lnTo>
                    <a:pt x="3393390" y="3007362"/>
                  </a:lnTo>
                  <a:lnTo>
                    <a:pt x="3465012" y="30150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200567"/>
              <a:ext cx="7090630" cy="2337130"/>
            </a:xfrm>
            <a:custGeom>
              <a:avLst/>
              <a:pathLst>
                <a:path w="7090630" h="2337130">
                  <a:moveTo>
                    <a:pt x="7090630" y="2337130"/>
                  </a:moveTo>
                  <a:lnTo>
                    <a:pt x="7019007" y="2334920"/>
                  </a:lnTo>
                  <a:lnTo>
                    <a:pt x="6947385" y="2332460"/>
                  </a:lnTo>
                  <a:lnTo>
                    <a:pt x="6875762" y="2329722"/>
                  </a:lnTo>
                  <a:lnTo>
                    <a:pt x="6804139" y="2326674"/>
                  </a:lnTo>
                  <a:lnTo>
                    <a:pt x="6732517" y="2323281"/>
                  </a:lnTo>
                  <a:lnTo>
                    <a:pt x="6660894" y="2319506"/>
                  </a:lnTo>
                  <a:lnTo>
                    <a:pt x="6589272" y="2315303"/>
                  </a:lnTo>
                  <a:lnTo>
                    <a:pt x="6517649" y="2310625"/>
                  </a:lnTo>
                  <a:lnTo>
                    <a:pt x="6446027" y="2305419"/>
                  </a:lnTo>
                  <a:lnTo>
                    <a:pt x="6374404" y="2299623"/>
                  </a:lnTo>
                  <a:lnTo>
                    <a:pt x="6302782" y="2293173"/>
                  </a:lnTo>
                  <a:lnTo>
                    <a:pt x="6231159" y="2285994"/>
                  </a:lnTo>
                  <a:lnTo>
                    <a:pt x="6159537" y="2278002"/>
                  </a:lnTo>
                  <a:lnTo>
                    <a:pt x="6087914" y="2269108"/>
                  </a:lnTo>
                  <a:lnTo>
                    <a:pt x="6016292" y="2259208"/>
                  </a:lnTo>
                  <a:lnTo>
                    <a:pt x="5944669" y="2248189"/>
                  </a:lnTo>
                  <a:lnTo>
                    <a:pt x="5873047" y="2235924"/>
                  </a:lnTo>
                  <a:lnTo>
                    <a:pt x="5801424" y="2222273"/>
                  </a:lnTo>
                  <a:lnTo>
                    <a:pt x="5729802" y="2207078"/>
                  </a:lnTo>
                  <a:lnTo>
                    <a:pt x="5658179" y="2190166"/>
                  </a:lnTo>
                  <a:lnTo>
                    <a:pt x="5586557" y="2171342"/>
                  </a:lnTo>
                  <a:lnTo>
                    <a:pt x="5514934" y="2150389"/>
                  </a:lnTo>
                  <a:lnTo>
                    <a:pt x="5443311" y="2127069"/>
                  </a:lnTo>
                  <a:lnTo>
                    <a:pt x="5371689" y="2101112"/>
                  </a:lnTo>
                  <a:lnTo>
                    <a:pt x="5300066" y="2072220"/>
                  </a:lnTo>
                  <a:lnTo>
                    <a:pt x="5228444" y="2040063"/>
                  </a:lnTo>
                  <a:lnTo>
                    <a:pt x="5156821" y="2004270"/>
                  </a:lnTo>
                  <a:lnTo>
                    <a:pt x="5085199" y="1964430"/>
                  </a:lnTo>
                  <a:lnTo>
                    <a:pt x="5013576" y="1920088"/>
                  </a:lnTo>
                  <a:lnTo>
                    <a:pt x="4941954" y="1870732"/>
                  </a:lnTo>
                  <a:lnTo>
                    <a:pt x="4870331" y="1815797"/>
                  </a:lnTo>
                  <a:lnTo>
                    <a:pt x="4798709" y="1754651"/>
                  </a:lnTo>
                  <a:lnTo>
                    <a:pt x="4727086" y="1686593"/>
                  </a:lnTo>
                  <a:lnTo>
                    <a:pt x="4655464" y="1610842"/>
                  </a:lnTo>
                  <a:lnTo>
                    <a:pt x="4583841" y="1527113"/>
                  </a:lnTo>
                  <a:lnTo>
                    <a:pt x="4512219" y="1513468"/>
                  </a:lnTo>
                  <a:lnTo>
                    <a:pt x="4440596" y="1499599"/>
                  </a:lnTo>
                  <a:lnTo>
                    <a:pt x="4368974" y="1485502"/>
                  </a:lnTo>
                  <a:lnTo>
                    <a:pt x="4297351" y="1471173"/>
                  </a:lnTo>
                  <a:lnTo>
                    <a:pt x="4225729" y="1456608"/>
                  </a:lnTo>
                  <a:lnTo>
                    <a:pt x="4154106" y="1441804"/>
                  </a:lnTo>
                  <a:lnTo>
                    <a:pt x="4082483" y="1426756"/>
                  </a:lnTo>
                  <a:lnTo>
                    <a:pt x="4010861" y="1411461"/>
                  </a:lnTo>
                  <a:lnTo>
                    <a:pt x="3939238" y="1395914"/>
                  </a:lnTo>
                  <a:lnTo>
                    <a:pt x="3867616" y="1380111"/>
                  </a:lnTo>
                  <a:lnTo>
                    <a:pt x="3795993" y="1364048"/>
                  </a:lnTo>
                  <a:lnTo>
                    <a:pt x="3724371" y="1347722"/>
                  </a:lnTo>
                  <a:lnTo>
                    <a:pt x="3652748" y="1331126"/>
                  </a:lnTo>
                  <a:lnTo>
                    <a:pt x="3581126" y="1314258"/>
                  </a:lnTo>
                  <a:lnTo>
                    <a:pt x="3509503" y="1297112"/>
                  </a:lnTo>
                  <a:lnTo>
                    <a:pt x="3437881" y="1279685"/>
                  </a:lnTo>
                  <a:lnTo>
                    <a:pt x="3366258" y="1261970"/>
                  </a:lnTo>
                  <a:lnTo>
                    <a:pt x="3294636" y="1243965"/>
                  </a:lnTo>
                  <a:lnTo>
                    <a:pt x="3223013" y="1225663"/>
                  </a:lnTo>
                  <a:lnTo>
                    <a:pt x="3151391" y="1207060"/>
                  </a:lnTo>
                  <a:lnTo>
                    <a:pt x="3079768" y="1188151"/>
                  </a:lnTo>
                  <a:lnTo>
                    <a:pt x="3008146" y="1168931"/>
                  </a:lnTo>
                  <a:lnTo>
                    <a:pt x="2936523" y="1149395"/>
                  </a:lnTo>
                  <a:lnTo>
                    <a:pt x="2864901" y="1129537"/>
                  </a:lnTo>
                  <a:lnTo>
                    <a:pt x="2793278" y="1109353"/>
                  </a:lnTo>
                  <a:lnTo>
                    <a:pt x="2721655" y="1088838"/>
                  </a:lnTo>
                  <a:lnTo>
                    <a:pt x="2650033" y="1067984"/>
                  </a:lnTo>
                  <a:lnTo>
                    <a:pt x="2578410" y="1046788"/>
                  </a:lnTo>
                  <a:lnTo>
                    <a:pt x="2506788" y="1025243"/>
                  </a:lnTo>
                  <a:lnTo>
                    <a:pt x="2435165" y="1003343"/>
                  </a:lnTo>
                  <a:lnTo>
                    <a:pt x="2363543" y="981084"/>
                  </a:lnTo>
                  <a:lnTo>
                    <a:pt x="2291920" y="958458"/>
                  </a:lnTo>
                  <a:lnTo>
                    <a:pt x="2220298" y="935460"/>
                  </a:lnTo>
                  <a:lnTo>
                    <a:pt x="2148675" y="912084"/>
                  </a:lnTo>
                  <a:lnTo>
                    <a:pt x="2077053" y="888323"/>
                  </a:lnTo>
                  <a:lnTo>
                    <a:pt x="2005430" y="864172"/>
                  </a:lnTo>
                  <a:lnTo>
                    <a:pt x="1933808" y="839623"/>
                  </a:lnTo>
                  <a:lnTo>
                    <a:pt x="1862185" y="814671"/>
                  </a:lnTo>
                  <a:lnTo>
                    <a:pt x="1790563" y="789308"/>
                  </a:lnTo>
                  <a:lnTo>
                    <a:pt x="1718940" y="763528"/>
                  </a:lnTo>
                  <a:lnTo>
                    <a:pt x="1647318" y="737324"/>
                  </a:lnTo>
                  <a:lnTo>
                    <a:pt x="1575695" y="710688"/>
                  </a:lnTo>
                  <a:lnTo>
                    <a:pt x="1504073" y="683615"/>
                  </a:lnTo>
                  <a:lnTo>
                    <a:pt x="1432450" y="656097"/>
                  </a:lnTo>
                  <a:lnTo>
                    <a:pt x="1360827" y="628126"/>
                  </a:lnTo>
                  <a:lnTo>
                    <a:pt x="1289205" y="599695"/>
                  </a:lnTo>
                  <a:lnTo>
                    <a:pt x="1217582" y="570796"/>
                  </a:lnTo>
                  <a:lnTo>
                    <a:pt x="1145960" y="541422"/>
                  </a:lnTo>
                  <a:lnTo>
                    <a:pt x="1074337" y="511564"/>
                  </a:lnTo>
                  <a:lnTo>
                    <a:pt x="1002715" y="481216"/>
                  </a:lnTo>
                  <a:lnTo>
                    <a:pt x="931092" y="450368"/>
                  </a:lnTo>
                  <a:lnTo>
                    <a:pt x="859470" y="419014"/>
                  </a:lnTo>
                  <a:lnTo>
                    <a:pt x="787847" y="387143"/>
                  </a:lnTo>
                  <a:lnTo>
                    <a:pt x="716225" y="354748"/>
                  </a:lnTo>
                  <a:lnTo>
                    <a:pt x="644602" y="321820"/>
                  </a:lnTo>
                  <a:lnTo>
                    <a:pt x="572980" y="288351"/>
                  </a:lnTo>
                  <a:lnTo>
                    <a:pt x="501357" y="254331"/>
                  </a:lnTo>
                  <a:lnTo>
                    <a:pt x="429735" y="219752"/>
                  </a:lnTo>
                  <a:lnTo>
                    <a:pt x="358112" y="184604"/>
                  </a:lnTo>
                  <a:lnTo>
                    <a:pt x="286490" y="148878"/>
                  </a:lnTo>
                  <a:lnTo>
                    <a:pt x="214867" y="112564"/>
                  </a:lnTo>
                  <a:lnTo>
                    <a:pt x="143245" y="75653"/>
                  </a:lnTo>
                  <a:lnTo>
                    <a:pt x="71622" y="381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91195" y="2073503"/>
              <a:ext cx="4171484" cy="3388021"/>
            </a:xfrm>
            <a:custGeom>
              <a:avLst/>
              <a:pathLst>
                <a:path w="4171484" h="3388021">
                  <a:moveTo>
                    <a:pt x="0" y="0"/>
                  </a:moveTo>
                  <a:lnTo>
                    <a:pt x="17377" y="52983"/>
                  </a:lnTo>
                  <a:lnTo>
                    <a:pt x="89000" y="258288"/>
                  </a:lnTo>
                  <a:lnTo>
                    <a:pt x="160622" y="451307"/>
                  </a:lnTo>
                  <a:lnTo>
                    <a:pt x="232245" y="632775"/>
                  </a:lnTo>
                  <a:lnTo>
                    <a:pt x="303867" y="803384"/>
                  </a:lnTo>
                  <a:lnTo>
                    <a:pt x="375490" y="963784"/>
                  </a:lnTo>
                  <a:lnTo>
                    <a:pt x="447112" y="1114584"/>
                  </a:lnTo>
                  <a:lnTo>
                    <a:pt x="518735" y="1256361"/>
                  </a:lnTo>
                  <a:lnTo>
                    <a:pt x="590357" y="1389653"/>
                  </a:lnTo>
                  <a:lnTo>
                    <a:pt x="661980" y="1514968"/>
                  </a:lnTo>
                  <a:lnTo>
                    <a:pt x="733602" y="1632785"/>
                  </a:lnTo>
                  <a:lnTo>
                    <a:pt x="805225" y="1743551"/>
                  </a:lnTo>
                  <a:lnTo>
                    <a:pt x="876847" y="1847688"/>
                  </a:lnTo>
                  <a:lnTo>
                    <a:pt x="948470" y="1945594"/>
                  </a:lnTo>
                  <a:lnTo>
                    <a:pt x="1020092" y="2037641"/>
                  </a:lnTo>
                  <a:lnTo>
                    <a:pt x="1091715" y="2124179"/>
                  </a:lnTo>
                  <a:lnTo>
                    <a:pt x="1163337" y="2205539"/>
                  </a:lnTo>
                  <a:lnTo>
                    <a:pt x="1234960" y="2282030"/>
                  </a:lnTo>
                  <a:lnTo>
                    <a:pt x="1306582" y="2353944"/>
                  </a:lnTo>
                  <a:lnTo>
                    <a:pt x="1378205" y="2421554"/>
                  </a:lnTo>
                  <a:lnTo>
                    <a:pt x="1449828" y="2485118"/>
                  </a:lnTo>
                  <a:lnTo>
                    <a:pt x="1521450" y="2544878"/>
                  </a:lnTo>
                  <a:lnTo>
                    <a:pt x="1593073" y="2601062"/>
                  </a:lnTo>
                  <a:lnTo>
                    <a:pt x="1664695" y="2653884"/>
                  </a:lnTo>
                  <a:lnTo>
                    <a:pt x="1736318" y="2703545"/>
                  </a:lnTo>
                  <a:lnTo>
                    <a:pt x="1807940" y="2750234"/>
                  </a:lnTo>
                  <a:lnTo>
                    <a:pt x="1879563" y="2794129"/>
                  </a:lnTo>
                  <a:lnTo>
                    <a:pt x="1951185" y="2835398"/>
                  </a:lnTo>
                  <a:lnTo>
                    <a:pt x="2022808" y="2874197"/>
                  </a:lnTo>
                  <a:lnTo>
                    <a:pt x="2094430" y="2910673"/>
                  </a:lnTo>
                  <a:lnTo>
                    <a:pt x="2166053" y="2944968"/>
                  </a:lnTo>
                  <a:lnTo>
                    <a:pt x="2237675" y="2977209"/>
                  </a:lnTo>
                  <a:lnTo>
                    <a:pt x="2309298" y="3007522"/>
                  </a:lnTo>
                  <a:lnTo>
                    <a:pt x="2380920" y="3036020"/>
                  </a:lnTo>
                  <a:lnTo>
                    <a:pt x="2452543" y="3062813"/>
                  </a:lnTo>
                  <a:lnTo>
                    <a:pt x="2524165" y="3088003"/>
                  </a:lnTo>
                  <a:lnTo>
                    <a:pt x="2595788" y="3111685"/>
                  </a:lnTo>
                  <a:lnTo>
                    <a:pt x="2667410" y="3133950"/>
                  </a:lnTo>
                  <a:lnTo>
                    <a:pt x="2739033" y="3154883"/>
                  </a:lnTo>
                  <a:lnTo>
                    <a:pt x="2810656" y="3174563"/>
                  </a:lnTo>
                  <a:lnTo>
                    <a:pt x="2882278" y="3193065"/>
                  </a:lnTo>
                  <a:lnTo>
                    <a:pt x="2953901" y="3210460"/>
                  </a:lnTo>
                  <a:lnTo>
                    <a:pt x="3025523" y="3226814"/>
                  </a:lnTo>
                  <a:lnTo>
                    <a:pt x="3097146" y="3242190"/>
                  </a:lnTo>
                  <a:lnTo>
                    <a:pt x="3168768" y="3256645"/>
                  </a:lnTo>
                  <a:lnTo>
                    <a:pt x="3240391" y="3270235"/>
                  </a:lnTo>
                  <a:lnTo>
                    <a:pt x="3312013" y="3283012"/>
                  </a:lnTo>
                  <a:lnTo>
                    <a:pt x="3383636" y="3295025"/>
                  </a:lnTo>
                  <a:lnTo>
                    <a:pt x="3455258" y="3306318"/>
                  </a:lnTo>
                  <a:lnTo>
                    <a:pt x="3526881" y="3316936"/>
                  </a:lnTo>
                  <a:lnTo>
                    <a:pt x="3598503" y="3326918"/>
                  </a:lnTo>
                  <a:lnTo>
                    <a:pt x="3670126" y="3336303"/>
                  </a:lnTo>
                  <a:lnTo>
                    <a:pt x="3741748" y="3345127"/>
                  </a:lnTo>
                  <a:lnTo>
                    <a:pt x="3813371" y="3353422"/>
                  </a:lnTo>
                  <a:lnTo>
                    <a:pt x="3884993" y="3361221"/>
                  </a:lnTo>
                  <a:lnTo>
                    <a:pt x="3956616" y="3368553"/>
                  </a:lnTo>
                  <a:lnTo>
                    <a:pt x="4028238" y="3375447"/>
                  </a:lnTo>
                  <a:lnTo>
                    <a:pt x="4099861" y="3381928"/>
                  </a:lnTo>
                  <a:lnTo>
                    <a:pt x="4171484" y="33880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64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93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26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9986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302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98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2.35 (1.25-4.41), p_Bonf = 0.046 (n = 6)  |  per IQR decline (Δ = 24.2): 7.93 (1.73-36.38)  |  IQR: [-13.0,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2026-10-08T10:13:01Z</dcterms:modified>
  <cp:category/>
</cp:coreProperties>
</file>