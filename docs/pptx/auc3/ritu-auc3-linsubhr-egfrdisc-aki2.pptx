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64252"/>
            </a:xfrm>
            <a:custGeom>
              <a:avLst/>
              <a:pathLst>
                <a:path w="7090630" h="3464252">
                  <a:moveTo>
                    <a:pt x="3630195" y="0"/>
                  </a:moveTo>
                  <a:lnTo>
                    <a:pt x="3652748" y="119981"/>
                  </a:lnTo>
                  <a:lnTo>
                    <a:pt x="3724371" y="462241"/>
                  </a:lnTo>
                  <a:lnTo>
                    <a:pt x="3795993" y="769676"/>
                  </a:lnTo>
                  <a:lnTo>
                    <a:pt x="3867616" y="1045829"/>
                  </a:lnTo>
                  <a:lnTo>
                    <a:pt x="3939238" y="1293885"/>
                  </a:lnTo>
                  <a:lnTo>
                    <a:pt x="4010861" y="1516701"/>
                  </a:lnTo>
                  <a:lnTo>
                    <a:pt x="4082483" y="1716845"/>
                  </a:lnTo>
                  <a:lnTo>
                    <a:pt x="4154106" y="1896625"/>
                  </a:lnTo>
                  <a:lnTo>
                    <a:pt x="4225729" y="2058113"/>
                  </a:lnTo>
                  <a:lnTo>
                    <a:pt x="4297351" y="2203170"/>
                  </a:lnTo>
                  <a:lnTo>
                    <a:pt x="4368974" y="2333467"/>
                  </a:lnTo>
                  <a:lnTo>
                    <a:pt x="4440596" y="2450507"/>
                  </a:lnTo>
                  <a:lnTo>
                    <a:pt x="4512219" y="2555638"/>
                  </a:lnTo>
                  <a:lnTo>
                    <a:pt x="4583841" y="2650072"/>
                  </a:lnTo>
                  <a:lnTo>
                    <a:pt x="4655464" y="2667101"/>
                  </a:lnTo>
                  <a:lnTo>
                    <a:pt x="4727086" y="2680340"/>
                  </a:lnTo>
                  <a:lnTo>
                    <a:pt x="4798709" y="2693365"/>
                  </a:lnTo>
                  <a:lnTo>
                    <a:pt x="4870331" y="2706179"/>
                  </a:lnTo>
                  <a:lnTo>
                    <a:pt x="4941954" y="2718785"/>
                  </a:lnTo>
                  <a:lnTo>
                    <a:pt x="5013576" y="2731187"/>
                  </a:lnTo>
                  <a:lnTo>
                    <a:pt x="5085199" y="2743388"/>
                  </a:lnTo>
                  <a:lnTo>
                    <a:pt x="5156821" y="2755391"/>
                  </a:lnTo>
                  <a:lnTo>
                    <a:pt x="5228444" y="2767199"/>
                  </a:lnTo>
                  <a:lnTo>
                    <a:pt x="5300066" y="2778816"/>
                  </a:lnTo>
                  <a:lnTo>
                    <a:pt x="5371689" y="2790245"/>
                  </a:lnTo>
                  <a:lnTo>
                    <a:pt x="5443311" y="2801488"/>
                  </a:lnTo>
                  <a:lnTo>
                    <a:pt x="5514934" y="2812549"/>
                  </a:lnTo>
                  <a:lnTo>
                    <a:pt x="5586557" y="2823431"/>
                  </a:lnTo>
                  <a:lnTo>
                    <a:pt x="5658179" y="2834136"/>
                  </a:lnTo>
                  <a:lnTo>
                    <a:pt x="5729802" y="2844668"/>
                  </a:lnTo>
                  <a:lnTo>
                    <a:pt x="5801424" y="2855028"/>
                  </a:lnTo>
                  <a:lnTo>
                    <a:pt x="5873047" y="2865221"/>
                  </a:lnTo>
                  <a:lnTo>
                    <a:pt x="5944669" y="2875249"/>
                  </a:lnTo>
                  <a:lnTo>
                    <a:pt x="6016292" y="2885114"/>
                  </a:lnTo>
                  <a:lnTo>
                    <a:pt x="6087914" y="2894819"/>
                  </a:lnTo>
                  <a:lnTo>
                    <a:pt x="6159537" y="2904367"/>
                  </a:lnTo>
                  <a:lnTo>
                    <a:pt x="6231159" y="2913760"/>
                  </a:lnTo>
                  <a:lnTo>
                    <a:pt x="6302782" y="2923001"/>
                  </a:lnTo>
                  <a:lnTo>
                    <a:pt x="6374404" y="2932092"/>
                  </a:lnTo>
                  <a:lnTo>
                    <a:pt x="6446027" y="2941036"/>
                  </a:lnTo>
                  <a:lnTo>
                    <a:pt x="6517649" y="2949834"/>
                  </a:lnTo>
                  <a:lnTo>
                    <a:pt x="6589272" y="2958490"/>
                  </a:lnTo>
                  <a:lnTo>
                    <a:pt x="6660894" y="2967006"/>
                  </a:lnTo>
                  <a:lnTo>
                    <a:pt x="6732517" y="2975383"/>
                  </a:lnTo>
                  <a:lnTo>
                    <a:pt x="6804139" y="2983625"/>
                  </a:lnTo>
                  <a:lnTo>
                    <a:pt x="6875762" y="2991733"/>
                  </a:lnTo>
                  <a:lnTo>
                    <a:pt x="6947385" y="2999710"/>
                  </a:lnTo>
                  <a:lnTo>
                    <a:pt x="7019007" y="3007557"/>
                  </a:lnTo>
                  <a:lnTo>
                    <a:pt x="7090630" y="3015277"/>
                  </a:lnTo>
                  <a:lnTo>
                    <a:pt x="7090630" y="3464252"/>
                  </a:lnTo>
                  <a:lnTo>
                    <a:pt x="7019007" y="3462043"/>
                  </a:lnTo>
                  <a:lnTo>
                    <a:pt x="6947385" y="3459585"/>
                  </a:lnTo>
                  <a:lnTo>
                    <a:pt x="6875762" y="3456848"/>
                  </a:lnTo>
                  <a:lnTo>
                    <a:pt x="6804139" y="3453801"/>
                  </a:lnTo>
                  <a:lnTo>
                    <a:pt x="6732517" y="3450409"/>
                  </a:lnTo>
                  <a:lnTo>
                    <a:pt x="6660894" y="3446633"/>
                  </a:lnTo>
                  <a:lnTo>
                    <a:pt x="6589272" y="3442429"/>
                  </a:lnTo>
                  <a:lnTo>
                    <a:pt x="6517649" y="3437749"/>
                  </a:lnTo>
                  <a:lnTo>
                    <a:pt x="6446027" y="3432538"/>
                  </a:lnTo>
                  <a:lnTo>
                    <a:pt x="6374404" y="3426738"/>
                  </a:lnTo>
                  <a:lnTo>
                    <a:pt x="6302782" y="3420280"/>
                  </a:lnTo>
                  <a:lnTo>
                    <a:pt x="6231159" y="3413091"/>
                  </a:lnTo>
                  <a:lnTo>
                    <a:pt x="6159537" y="3405088"/>
                  </a:lnTo>
                  <a:lnTo>
                    <a:pt x="6087914" y="3396178"/>
                  </a:lnTo>
                  <a:lnTo>
                    <a:pt x="6016292" y="3386258"/>
                  </a:lnTo>
                  <a:lnTo>
                    <a:pt x="5944669" y="3375215"/>
                  </a:lnTo>
                  <a:lnTo>
                    <a:pt x="5873047" y="3362921"/>
                  </a:lnTo>
                  <a:lnTo>
                    <a:pt x="5801424" y="3349235"/>
                  </a:lnTo>
                  <a:lnTo>
                    <a:pt x="5729802" y="3333998"/>
                  </a:lnTo>
                  <a:lnTo>
                    <a:pt x="5658179" y="3317036"/>
                  </a:lnTo>
                  <a:lnTo>
                    <a:pt x="5586557" y="3298152"/>
                  </a:lnTo>
                  <a:lnTo>
                    <a:pt x="5514934" y="3277129"/>
                  </a:lnTo>
                  <a:lnTo>
                    <a:pt x="5443311" y="3253724"/>
                  </a:lnTo>
                  <a:lnTo>
                    <a:pt x="5371689" y="3227668"/>
                  </a:lnTo>
                  <a:lnTo>
                    <a:pt x="5300066" y="3198661"/>
                  </a:lnTo>
                  <a:lnTo>
                    <a:pt x="5228444" y="3166369"/>
                  </a:lnTo>
                  <a:lnTo>
                    <a:pt x="5156821" y="3130418"/>
                  </a:lnTo>
                  <a:lnTo>
                    <a:pt x="5085199" y="3090395"/>
                  </a:lnTo>
                  <a:lnTo>
                    <a:pt x="5013576" y="3045838"/>
                  </a:lnTo>
                  <a:lnTo>
                    <a:pt x="4941954" y="2996234"/>
                  </a:lnTo>
                  <a:lnTo>
                    <a:pt x="4870331" y="2941012"/>
                  </a:lnTo>
                  <a:lnTo>
                    <a:pt x="4798709" y="2879534"/>
                  </a:lnTo>
                  <a:lnTo>
                    <a:pt x="4727086" y="2811092"/>
                  </a:lnTo>
                  <a:lnTo>
                    <a:pt x="4655464" y="2734897"/>
                  </a:lnTo>
                  <a:lnTo>
                    <a:pt x="4583841" y="2653643"/>
                  </a:lnTo>
                  <a:lnTo>
                    <a:pt x="4512219" y="2639963"/>
                  </a:lnTo>
                  <a:lnTo>
                    <a:pt x="4440596" y="2626058"/>
                  </a:lnTo>
                  <a:lnTo>
                    <a:pt x="4368974" y="2611924"/>
                  </a:lnTo>
                  <a:lnTo>
                    <a:pt x="4297351" y="2597557"/>
                  </a:lnTo>
                  <a:lnTo>
                    <a:pt x="4225729" y="2582953"/>
                  </a:lnTo>
                  <a:lnTo>
                    <a:pt x="4154106" y="2568108"/>
                  </a:lnTo>
                  <a:lnTo>
                    <a:pt x="4082483" y="2553019"/>
                  </a:lnTo>
                  <a:lnTo>
                    <a:pt x="4010861" y="2537681"/>
                  </a:lnTo>
                  <a:lnTo>
                    <a:pt x="3939238" y="2522090"/>
                  </a:lnTo>
                  <a:lnTo>
                    <a:pt x="3867616" y="2506243"/>
                  </a:lnTo>
                  <a:lnTo>
                    <a:pt x="3795993" y="2490134"/>
                  </a:lnTo>
                  <a:lnTo>
                    <a:pt x="3724371" y="2473760"/>
                  </a:lnTo>
                  <a:lnTo>
                    <a:pt x="3652748" y="2457116"/>
                  </a:lnTo>
                  <a:lnTo>
                    <a:pt x="3581126" y="2440197"/>
                  </a:lnTo>
                  <a:lnTo>
                    <a:pt x="3509503" y="2423000"/>
                  </a:lnTo>
                  <a:lnTo>
                    <a:pt x="3437881" y="2405520"/>
                  </a:lnTo>
                  <a:lnTo>
                    <a:pt x="3366258" y="2387751"/>
                  </a:lnTo>
                  <a:lnTo>
                    <a:pt x="3294636" y="2369689"/>
                  </a:lnTo>
                  <a:lnTo>
                    <a:pt x="3223013" y="2351330"/>
                  </a:lnTo>
                  <a:lnTo>
                    <a:pt x="3151391" y="2332669"/>
                  </a:lnTo>
                  <a:lnTo>
                    <a:pt x="3079768" y="2313700"/>
                  </a:lnTo>
                  <a:lnTo>
                    <a:pt x="3008146" y="2294418"/>
                  </a:lnTo>
                  <a:lnTo>
                    <a:pt x="2936523" y="2274818"/>
                  </a:lnTo>
                  <a:lnTo>
                    <a:pt x="2864901" y="2254896"/>
                  </a:lnTo>
                  <a:lnTo>
                    <a:pt x="2793278" y="2234645"/>
                  </a:lnTo>
                  <a:lnTo>
                    <a:pt x="2721655" y="2214060"/>
                  </a:lnTo>
                  <a:lnTo>
                    <a:pt x="2650033" y="2193137"/>
                  </a:lnTo>
                  <a:lnTo>
                    <a:pt x="2578410" y="2171868"/>
                  </a:lnTo>
                  <a:lnTo>
                    <a:pt x="2506788" y="2150249"/>
                  </a:lnTo>
                  <a:lnTo>
                    <a:pt x="2435165" y="2128274"/>
                  </a:lnTo>
                  <a:lnTo>
                    <a:pt x="2363543" y="2105936"/>
                  </a:lnTo>
                  <a:lnTo>
                    <a:pt x="2291920" y="2083231"/>
                  </a:lnTo>
                  <a:lnTo>
                    <a:pt x="2220298" y="2060151"/>
                  </a:lnTo>
                  <a:lnTo>
                    <a:pt x="2148675" y="2036691"/>
                  </a:lnTo>
                  <a:lnTo>
                    <a:pt x="2077053" y="2012844"/>
                  </a:lnTo>
                  <a:lnTo>
                    <a:pt x="2005430" y="1988604"/>
                  </a:lnTo>
                  <a:lnTo>
                    <a:pt x="1933808" y="1963965"/>
                  </a:lnTo>
                  <a:lnTo>
                    <a:pt x="1862185" y="1938920"/>
                  </a:lnTo>
                  <a:lnTo>
                    <a:pt x="1790563" y="1913462"/>
                  </a:lnTo>
                  <a:lnTo>
                    <a:pt x="1718940" y="1887585"/>
                  </a:lnTo>
                  <a:lnTo>
                    <a:pt x="1647318" y="1861281"/>
                  </a:lnTo>
                  <a:lnTo>
                    <a:pt x="1575695" y="1834543"/>
                  </a:lnTo>
                  <a:lnTo>
                    <a:pt x="1504073" y="1807365"/>
                  </a:lnTo>
                  <a:lnTo>
                    <a:pt x="1432450" y="1779739"/>
                  </a:lnTo>
                  <a:lnTo>
                    <a:pt x="1360827" y="1751658"/>
                  </a:lnTo>
                  <a:lnTo>
                    <a:pt x="1289205" y="1723114"/>
                  </a:lnTo>
                  <a:lnTo>
                    <a:pt x="1217582" y="1694100"/>
                  </a:lnTo>
                  <a:lnTo>
                    <a:pt x="1145960" y="1664608"/>
                  </a:lnTo>
                  <a:lnTo>
                    <a:pt x="1074337" y="1634629"/>
                  </a:lnTo>
                  <a:lnTo>
                    <a:pt x="1002715" y="1604157"/>
                  </a:lnTo>
                  <a:lnTo>
                    <a:pt x="931092" y="1573182"/>
                  </a:lnTo>
                  <a:lnTo>
                    <a:pt x="859470" y="1541697"/>
                  </a:lnTo>
                  <a:lnTo>
                    <a:pt x="787847" y="1509693"/>
                  </a:lnTo>
                  <a:lnTo>
                    <a:pt x="716225" y="1477162"/>
                  </a:lnTo>
                  <a:lnTo>
                    <a:pt x="644602" y="1444094"/>
                  </a:lnTo>
                  <a:lnTo>
                    <a:pt x="572980" y="1410482"/>
                  </a:lnTo>
                  <a:lnTo>
                    <a:pt x="501357" y="1376315"/>
                  </a:lnTo>
                  <a:lnTo>
                    <a:pt x="429735" y="1341586"/>
                  </a:lnTo>
                  <a:lnTo>
                    <a:pt x="358112" y="1306284"/>
                  </a:lnTo>
                  <a:lnTo>
                    <a:pt x="286490" y="1270401"/>
                  </a:lnTo>
                  <a:lnTo>
                    <a:pt x="214867" y="1233926"/>
                  </a:lnTo>
                  <a:lnTo>
                    <a:pt x="143245" y="1196850"/>
                  </a:lnTo>
                  <a:lnTo>
                    <a:pt x="71622" y="1159163"/>
                  </a:lnTo>
                  <a:lnTo>
                    <a:pt x="0" y="11208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02244" y="2073503"/>
              <a:ext cx="3460434" cy="3015277"/>
            </a:xfrm>
            <a:custGeom>
              <a:avLst/>
              <a:pathLst>
                <a:path w="3460434" h="3015277">
                  <a:moveTo>
                    <a:pt x="0" y="0"/>
                  </a:moveTo>
                  <a:lnTo>
                    <a:pt x="22553" y="119981"/>
                  </a:lnTo>
                  <a:lnTo>
                    <a:pt x="94175" y="462241"/>
                  </a:lnTo>
                  <a:lnTo>
                    <a:pt x="165798" y="769676"/>
                  </a:lnTo>
                  <a:lnTo>
                    <a:pt x="237420" y="1045829"/>
                  </a:lnTo>
                  <a:lnTo>
                    <a:pt x="309043" y="1293885"/>
                  </a:lnTo>
                  <a:lnTo>
                    <a:pt x="380665" y="1516701"/>
                  </a:lnTo>
                  <a:lnTo>
                    <a:pt x="452288" y="1716845"/>
                  </a:lnTo>
                  <a:lnTo>
                    <a:pt x="523910" y="1896625"/>
                  </a:lnTo>
                  <a:lnTo>
                    <a:pt x="595533" y="2058113"/>
                  </a:lnTo>
                  <a:lnTo>
                    <a:pt x="667155" y="2203170"/>
                  </a:lnTo>
                  <a:lnTo>
                    <a:pt x="738778" y="2333467"/>
                  </a:lnTo>
                  <a:lnTo>
                    <a:pt x="810400" y="2450507"/>
                  </a:lnTo>
                  <a:lnTo>
                    <a:pt x="882023" y="2555638"/>
                  </a:lnTo>
                  <a:lnTo>
                    <a:pt x="953646" y="2650072"/>
                  </a:lnTo>
                  <a:lnTo>
                    <a:pt x="1025268" y="2667101"/>
                  </a:lnTo>
                  <a:lnTo>
                    <a:pt x="1096891" y="2680340"/>
                  </a:lnTo>
                  <a:lnTo>
                    <a:pt x="1168513" y="2693365"/>
                  </a:lnTo>
                  <a:lnTo>
                    <a:pt x="1240136" y="2706179"/>
                  </a:lnTo>
                  <a:lnTo>
                    <a:pt x="1311758" y="2718785"/>
                  </a:lnTo>
                  <a:lnTo>
                    <a:pt x="1383381" y="2731187"/>
                  </a:lnTo>
                  <a:lnTo>
                    <a:pt x="1455003" y="2743388"/>
                  </a:lnTo>
                  <a:lnTo>
                    <a:pt x="1526626" y="2755391"/>
                  </a:lnTo>
                  <a:lnTo>
                    <a:pt x="1598248" y="2767199"/>
                  </a:lnTo>
                  <a:lnTo>
                    <a:pt x="1669871" y="2778816"/>
                  </a:lnTo>
                  <a:lnTo>
                    <a:pt x="1741493" y="2790245"/>
                  </a:lnTo>
                  <a:lnTo>
                    <a:pt x="1813116" y="2801488"/>
                  </a:lnTo>
                  <a:lnTo>
                    <a:pt x="1884738" y="2812549"/>
                  </a:lnTo>
                  <a:lnTo>
                    <a:pt x="1956361" y="2823431"/>
                  </a:lnTo>
                  <a:lnTo>
                    <a:pt x="2027983" y="2834136"/>
                  </a:lnTo>
                  <a:lnTo>
                    <a:pt x="2099606" y="2844668"/>
                  </a:lnTo>
                  <a:lnTo>
                    <a:pt x="2171228" y="2855028"/>
                  </a:lnTo>
                  <a:lnTo>
                    <a:pt x="2242851" y="2865221"/>
                  </a:lnTo>
                  <a:lnTo>
                    <a:pt x="2314474" y="2875249"/>
                  </a:lnTo>
                  <a:lnTo>
                    <a:pt x="2386096" y="2885114"/>
                  </a:lnTo>
                  <a:lnTo>
                    <a:pt x="2457719" y="2894819"/>
                  </a:lnTo>
                  <a:lnTo>
                    <a:pt x="2529341" y="2904367"/>
                  </a:lnTo>
                  <a:lnTo>
                    <a:pt x="2600964" y="2913760"/>
                  </a:lnTo>
                  <a:lnTo>
                    <a:pt x="2672586" y="2923001"/>
                  </a:lnTo>
                  <a:lnTo>
                    <a:pt x="2744209" y="2932092"/>
                  </a:lnTo>
                  <a:lnTo>
                    <a:pt x="2815831" y="2941036"/>
                  </a:lnTo>
                  <a:lnTo>
                    <a:pt x="2887454" y="2949834"/>
                  </a:lnTo>
                  <a:lnTo>
                    <a:pt x="2959076" y="2958490"/>
                  </a:lnTo>
                  <a:lnTo>
                    <a:pt x="3030699" y="2967006"/>
                  </a:lnTo>
                  <a:lnTo>
                    <a:pt x="3102321" y="2975383"/>
                  </a:lnTo>
                  <a:lnTo>
                    <a:pt x="3173944" y="2983625"/>
                  </a:lnTo>
                  <a:lnTo>
                    <a:pt x="3245566" y="2991733"/>
                  </a:lnTo>
                  <a:lnTo>
                    <a:pt x="3317189" y="2999710"/>
                  </a:lnTo>
                  <a:lnTo>
                    <a:pt x="3388811" y="3007557"/>
                  </a:lnTo>
                  <a:lnTo>
                    <a:pt x="3460434" y="3015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94359"/>
              <a:ext cx="7090630" cy="2343396"/>
            </a:xfrm>
            <a:custGeom>
              <a:avLst/>
              <a:pathLst>
                <a:path w="7090630" h="2343396">
                  <a:moveTo>
                    <a:pt x="7090630" y="2343396"/>
                  </a:moveTo>
                  <a:lnTo>
                    <a:pt x="7019007" y="2341187"/>
                  </a:lnTo>
                  <a:lnTo>
                    <a:pt x="6947385" y="2338729"/>
                  </a:lnTo>
                  <a:lnTo>
                    <a:pt x="6875762" y="2335992"/>
                  </a:lnTo>
                  <a:lnTo>
                    <a:pt x="6804139" y="2332945"/>
                  </a:lnTo>
                  <a:lnTo>
                    <a:pt x="6732517" y="2329553"/>
                  </a:lnTo>
                  <a:lnTo>
                    <a:pt x="6660894" y="2325777"/>
                  </a:lnTo>
                  <a:lnTo>
                    <a:pt x="6589272" y="2321573"/>
                  </a:lnTo>
                  <a:lnTo>
                    <a:pt x="6517649" y="2316893"/>
                  </a:lnTo>
                  <a:lnTo>
                    <a:pt x="6446027" y="2311682"/>
                  </a:lnTo>
                  <a:lnTo>
                    <a:pt x="6374404" y="2305882"/>
                  </a:lnTo>
                  <a:lnTo>
                    <a:pt x="6302782" y="2299424"/>
                  </a:lnTo>
                  <a:lnTo>
                    <a:pt x="6231159" y="2292235"/>
                  </a:lnTo>
                  <a:lnTo>
                    <a:pt x="6159537" y="2284232"/>
                  </a:lnTo>
                  <a:lnTo>
                    <a:pt x="6087914" y="2275322"/>
                  </a:lnTo>
                  <a:lnTo>
                    <a:pt x="6016292" y="2265402"/>
                  </a:lnTo>
                  <a:lnTo>
                    <a:pt x="5944669" y="2254359"/>
                  </a:lnTo>
                  <a:lnTo>
                    <a:pt x="5873047" y="2242065"/>
                  </a:lnTo>
                  <a:lnTo>
                    <a:pt x="5801424" y="2228379"/>
                  </a:lnTo>
                  <a:lnTo>
                    <a:pt x="5729802" y="2213142"/>
                  </a:lnTo>
                  <a:lnTo>
                    <a:pt x="5658179" y="2196180"/>
                  </a:lnTo>
                  <a:lnTo>
                    <a:pt x="5586557" y="2177296"/>
                  </a:lnTo>
                  <a:lnTo>
                    <a:pt x="5514934" y="2156273"/>
                  </a:lnTo>
                  <a:lnTo>
                    <a:pt x="5443311" y="2132868"/>
                  </a:lnTo>
                  <a:lnTo>
                    <a:pt x="5371689" y="2106812"/>
                  </a:lnTo>
                  <a:lnTo>
                    <a:pt x="5300066" y="2077805"/>
                  </a:lnTo>
                  <a:lnTo>
                    <a:pt x="5228444" y="2045513"/>
                  </a:lnTo>
                  <a:lnTo>
                    <a:pt x="5156821" y="2009562"/>
                  </a:lnTo>
                  <a:lnTo>
                    <a:pt x="5085199" y="1969539"/>
                  </a:lnTo>
                  <a:lnTo>
                    <a:pt x="5013576" y="1924982"/>
                  </a:lnTo>
                  <a:lnTo>
                    <a:pt x="4941954" y="1875378"/>
                  </a:lnTo>
                  <a:lnTo>
                    <a:pt x="4870331" y="1820156"/>
                  </a:lnTo>
                  <a:lnTo>
                    <a:pt x="4798709" y="1758678"/>
                  </a:lnTo>
                  <a:lnTo>
                    <a:pt x="4727086" y="1690236"/>
                  </a:lnTo>
                  <a:lnTo>
                    <a:pt x="4655464" y="1614041"/>
                  </a:lnTo>
                  <a:lnTo>
                    <a:pt x="4583841" y="1532787"/>
                  </a:lnTo>
                  <a:lnTo>
                    <a:pt x="4512219" y="1519107"/>
                  </a:lnTo>
                  <a:lnTo>
                    <a:pt x="4440596" y="1505202"/>
                  </a:lnTo>
                  <a:lnTo>
                    <a:pt x="4368974" y="1491068"/>
                  </a:lnTo>
                  <a:lnTo>
                    <a:pt x="4297351" y="1476701"/>
                  </a:lnTo>
                  <a:lnTo>
                    <a:pt x="4225729" y="1462097"/>
                  </a:lnTo>
                  <a:lnTo>
                    <a:pt x="4154106" y="1447252"/>
                  </a:lnTo>
                  <a:lnTo>
                    <a:pt x="4082483" y="1432163"/>
                  </a:lnTo>
                  <a:lnTo>
                    <a:pt x="4010861" y="1416825"/>
                  </a:lnTo>
                  <a:lnTo>
                    <a:pt x="3939238" y="1401234"/>
                  </a:lnTo>
                  <a:lnTo>
                    <a:pt x="3867616" y="1385387"/>
                  </a:lnTo>
                  <a:lnTo>
                    <a:pt x="3795993" y="1369278"/>
                  </a:lnTo>
                  <a:lnTo>
                    <a:pt x="3724371" y="1352904"/>
                  </a:lnTo>
                  <a:lnTo>
                    <a:pt x="3652748" y="1336260"/>
                  </a:lnTo>
                  <a:lnTo>
                    <a:pt x="3581126" y="1319341"/>
                  </a:lnTo>
                  <a:lnTo>
                    <a:pt x="3509503" y="1302144"/>
                  </a:lnTo>
                  <a:lnTo>
                    <a:pt x="3437881" y="1284664"/>
                  </a:lnTo>
                  <a:lnTo>
                    <a:pt x="3366258" y="1266895"/>
                  </a:lnTo>
                  <a:lnTo>
                    <a:pt x="3294636" y="1248833"/>
                  </a:lnTo>
                  <a:lnTo>
                    <a:pt x="3223013" y="1230474"/>
                  </a:lnTo>
                  <a:lnTo>
                    <a:pt x="3151391" y="1211813"/>
                  </a:lnTo>
                  <a:lnTo>
                    <a:pt x="3079768" y="1192844"/>
                  </a:lnTo>
                  <a:lnTo>
                    <a:pt x="3008146" y="1173562"/>
                  </a:lnTo>
                  <a:lnTo>
                    <a:pt x="2936523" y="1153962"/>
                  </a:lnTo>
                  <a:lnTo>
                    <a:pt x="2864901" y="1134040"/>
                  </a:lnTo>
                  <a:lnTo>
                    <a:pt x="2793278" y="1113789"/>
                  </a:lnTo>
                  <a:lnTo>
                    <a:pt x="2721655" y="1093204"/>
                  </a:lnTo>
                  <a:lnTo>
                    <a:pt x="2650033" y="1072281"/>
                  </a:lnTo>
                  <a:lnTo>
                    <a:pt x="2578410" y="1051012"/>
                  </a:lnTo>
                  <a:lnTo>
                    <a:pt x="2506788" y="1029393"/>
                  </a:lnTo>
                  <a:lnTo>
                    <a:pt x="2435165" y="1007418"/>
                  </a:lnTo>
                  <a:lnTo>
                    <a:pt x="2363543" y="985080"/>
                  </a:lnTo>
                  <a:lnTo>
                    <a:pt x="2291920" y="962375"/>
                  </a:lnTo>
                  <a:lnTo>
                    <a:pt x="2220298" y="939295"/>
                  </a:lnTo>
                  <a:lnTo>
                    <a:pt x="2148675" y="915835"/>
                  </a:lnTo>
                  <a:lnTo>
                    <a:pt x="2077053" y="891988"/>
                  </a:lnTo>
                  <a:lnTo>
                    <a:pt x="2005430" y="867748"/>
                  </a:lnTo>
                  <a:lnTo>
                    <a:pt x="1933808" y="843109"/>
                  </a:lnTo>
                  <a:lnTo>
                    <a:pt x="1862185" y="818064"/>
                  </a:lnTo>
                  <a:lnTo>
                    <a:pt x="1790563" y="792606"/>
                  </a:lnTo>
                  <a:lnTo>
                    <a:pt x="1718940" y="766729"/>
                  </a:lnTo>
                  <a:lnTo>
                    <a:pt x="1647318" y="740425"/>
                  </a:lnTo>
                  <a:lnTo>
                    <a:pt x="1575695" y="713687"/>
                  </a:lnTo>
                  <a:lnTo>
                    <a:pt x="1504073" y="686509"/>
                  </a:lnTo>
                  <a:lnTo>
                    <a:pt x="1432450" y="658883"/>
                  </a:lnTo>
                  <a:lnTo>
                    <a:pt x="1360827" y="630802"/>
                  </a:lnTo>
                  <a:lnTo>
                    <a:pt x="1289205" y="602258"/>
                  </a:lnTo>
                  <a:lnTo>
                    <a:pt x="1217582" y="573244"/>
                  </a:lnTo>
                  <a:lnTo>
                    <a:pt x="1145960" y="543752"/>
                  </a:lnTo>
                  <a:lnTo>
                    <a:pt x="1074337" y="513773"/>
                  </a:lnTo>
                  <a:lnTo>
                    <a:pt x="1002715" y="483301"/>
                  </a:lnTo>
                  <a:lnTo>
                    <a:pt x="931092" y="452326"/>
                  </a:lnTo>
                  <a:lnTo>
                    <a:pt x="859470" y="420841"/>
                  </a:lnTo>
                  <a:lnTo>
                    <a:pt x="787847" y="388837"/>
                  </a:lnTo>
                  <a:lnTo>
                    <a:pt x="716225" y="356306"/>
                  </a:lnTo>
                  <a:lnTo>
                    <a:pt x="644602" y="323238"/>
                  </a:lnTo>
                  <a:lnTo>
                    <a:pt x="572980" y="289626"/>
                  </a:lnTo>
                  <a:lnTo>
                    <a:pt x="501357" y="255459"/>
                  </a:lnTo>
                  <a:lnTo>
                    <a:pt x="429735" y="220730"/>
                  </a:lnTo>
                  <a:lnTo>
                    <a:pt x="358112" y="185428"/>
                  </a:lnTo>
                  <a:lnTo>
                    <a:pt x="286490" y="149545"/>
                  </a:lnTo>
                  <a:lnTo>
                    <a:pt x="214867" y="113070"/>
                  </a:lnTo>
                  <a:lnTo>
                    <a:pt x="143245" y="75994"/>
                  </a:lnTo>
                  <a:lnTo>
                    <a:pt x="71622" y="383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97078" y="2073503"/>
              <a:ext cx="4165600" cy="3388181"/>
            </a:xfrm>
            <a:custGeom>
              <a:avLst/>
              <a:pathLst>
                <a:path w="4165600" h="3388181">
                  <a:moveTo>
                    <a:pt x="0" y="0"/>
                  </a:moveTo>
                  <a:lnTo>
                    <a:pt x="11494" y="35294"/>
                  </a:lnTo>
                  <a:lnTo>
                    <a:pt x="83116" y="242039"/>
                  </a:lnTo>
                  <a:lnTo>
                    <a:pt x="154739" y="436389"/>
                  </a:lnTo>
                  <a:lnTo>
                    <a:pt x="226361" y="619087"/>
                  </a:lnTo>
                  <a:lnTo>
                    <a:pt x="297984" y="790832"/>
                  </a:lnTo>
                  <a:lnTo>
                    <a:pt x="369606" y="952280"/>
                  </a:lnTo>
                  <a:lnTo>
                    <a:pt x="441229" y="1104049"/>
                  </a:lnTo>
                  <a:lnTo>
                    <a:pt x="512851" y="1246719"/>
                  </a:lnTo>
                  <a:lnTo>
                    <a:pt x="584474" y="1380836"/>
                  </a:lnTo>
                  <a:lnTo>
                    <a:pt x="656096" y="1506912"/>
                  </a:lnTo>
                  <a:lnTo>
                    <a:pt x="727719" y="1625429"/>
                  </a:lnTo>
                  <a:lnTo>
                    <a:pt x="799341" y="1736840"/>
                  </a:lnTo>
                  <a:lnTo>
                    <a:pt x="870964" y="1841573"/>
                  </a:lnTo>
                  <a:lnTo>
                    <a:pt x="942586" y="1940026"/>
                  </a:lnTo>
                  <a:lnTo>
                    <a:pt x="1014209" y="2032576"/>
                  </a:lnTo>
                  <a:lnTo>
                    <a:pt x="1085832" y="2119578"/>
                  </a:lnTo>
                  <a:lnTo>
                    <a:pt x="1157454" y="2201364"/>
                  </a:lnTo>
                  <a:lnTo>
                    <a:pt x="1229077" y="2278247"/>
                  </a:lnTo>
                  <a:lnTo>
                    <a:pt x="1300699" y="2350520"/>
                  </a:lnTo>
                  <a:lnTo>
                    <a:pt x="1372322" y="2418461"/>
                  </a:lnTo>
                  <a:lnTo>
                    <a:pt x="1443944" y="2482328"/>
                  </a:lnTo>
                  <a:lnTo>
                    <a:pt x="1515567" y="2542366"/>
                  </a:lnTo>
                  <a:lnTo>
                    <a:pt x="1587189" y="2598804"/>
                  </a:lnTo>
                  <a:lnTo>
                    <a:pt x="1658812" y="2651859"/>
                  </a:lnTo>
                  <a:lnTo>
                    <a:pt x="1730434" y="2701733"/>
                  </a:lnTo>
                  <a:lnTo>
                    <a:pt x="1802057" y="2748617"/>
                  </a:lnTo>
                  <a:lnTo>
                    <a:pt x="1873679" y="2792690"/>
                  </a:lnTo>
                  <a:lnTo>
                    <a:pt x="1945302" y="2834121"/>
                  </a:lnTo>
                  <a:lnTo>
                    <a:pt x="2016924" y="2873068"/>
                  </a:lnTo>
                  <a:lnTo>
                    <a:pt x="2088547" y="2909680"/>
                  </a:lnTo>
                  <a:lnTo>
                    <a:pt x="2160169" y="2944097"/>
                  </a:lnTo>
                  <a:lnTo>
                    <a:pt x="2231792" y="2976451"/>
                  </a:lnTo>
                  <a:lnTo>
                    <a:pt x="2303414" y="3006865"/>
                  </a:lnTo>
                  <a:lnTo>
                    <a:pt x="2375037" y="3035455"/>
                  </a:lnTo>
                  <a:lnTo>
                    <a:pt x="2446660" y="3062332"/>
                  </a:lnTo>
                  <a:lnTo>
                    <a:pt x="2518282" y="3087597"/>
                  </a:lnTo>
                  <a:lnTo>
                    <a:pt x="2589905" y="3111347"/>
                  </a:lnTo>
                  <a:lnTo>
                    <a:pt x="2661527" y="3133673"/>
                  </a:lnTo>
                  <a:lnTo>
                    <a:pt x="2733150" y="3154661"/>
                  </a:lnTo>
                  <a:lnTo>
                    <a:pt x="2804772" y="3174391"/>
                  </a:lnTo>
                  <a:lnTo>
                    <a:pt x="2876395" y="3192938"/>
                  </a:lnTo>
                  <a:lnTo>
                    <a:pt x="2948017" y="3210373"/>
                  </a:lnTo>
                  <a:lnTo>
                    <a:pt x="3019640" y="3226762"/>
                  </a:lnTo>
                  <a:lnTo>
                    <a:pt x="3091262" y="3242169"/>
                  </a:lnTo>
                  <a:lnTo>
                    <a:pt x="3162885" y="3256652"/>
                  </a:lnTo>
                  <a:lnTo>
                    <a:pt x="3234507" y="3270267"/>
                  </a:lnTo>
                  <a:lnTo>
                    <a:pt x="3306130" y="3283066"/>
                  </a:lnTo>
                  <a:lnTo>
                    <a:pt x="3377752" y="3295097"/>
                  </a:lnTo>
                  <a:lnTo>
                    <a:pt x="3449375" y="3306408"/>
                  </a:lnTo>
                  <a:lnTo>
                    <a:pt x="3520997" y="3317040"/>
                  </a:lnTo>
                  <a:lnTo>
                    <a:pt x="3592620" y="3327034"/>
                  </a:lnTo>
                  <a:lnTo>
                    <a:pt x="3664242" y="3336429"/>
                  </a:lnTo>
                  <a:lnTo>
                    <a:pt x="3735865" y="3345262"/>
                  </a:lnTo>
                  <a:lnTo>
                    <a:pt x="3807488" y="3353564"/>
                  </a:lnTo>
                  <a:lnTo>
                    <a:pt x="3879110" y="3361369"/>
                  </a:lnTo>
                  <a:lnTo>
                    <a:pt x="3950733" y="3368706"/>
                  </a:lnTo>
                  <a:lnTo>
                    <a:pt x="4022355" y="3375603"/>
                  </a:lnTo>
                  <a:lnTo>
                    <a:pt x="4093978" y="3382086"/>
                  </a:lnTo>
                  <a:lnTo>
                    <a:pt x="4165600" y="33881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2.35 (1.25-4.41), p_Bonf = 0.046 (n = 6)  |  per IQR decline (Δ = 23.9): 7.71 (1.72-34.65)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2026-10-09T13:21:29Z</dcterms:modified>
  <cp:category/>
</cp:coreProperties>
</file>