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22967"/>
            </a:xfrm>
            <a:custGeom>
              <a:avLst/>
              <a:pathLst>
                <a:path w="7090630" h="3422967">
                  <a:moveTo>
                    <a:pt x="751340" y="0"/>
                  </a:moveTo>
                  <a:lnTo>
                    <a:pt x="787847" y="81170"/>
                  </a:lnTo>
                  <a:lnTo>
                    <a:pt x="859470" y="233295"/>
                  </a:lnTo>
                  <a:lnTo>
                    <a:pt x="931092" y="378619"/>
                  </a:lnTo>
                  <a:lnTo>
                    <a:pt x="1002715" y="517445"/>
                  </a:lnTo>
                  <a:lnTo>
                    <a:pt x="1074337" y="650065"/>
                  </a:lnTo>
                  <a:lnTo>
                    <a:pt x="1145960" y="776755"/>
                  </a:lnTo>
                  <a:lnTo>
                    <a:pt x="1217582" y="897782"/>
                  </a:lnTo>
                  <a:lnTo>
                    <a:pt x="1289205" y="1013397"/>
                  </a:lnTo>
                  <a:lnTo>
                    <a:pt x="1360827" y="1123843"/>
                  </a:lnTo>
                  <a:lnTo>
                    <a:pt x="1432450" y="1229352"/>
                  </a:lnTo>
                  <a:lnTo>
                    <a:pt x="1504073" y="1330143"/>
                  </a:lnTo>
                  <a:lnTo>
                    <a:pt x="1575695" y="1426428"/>
                  </a:lnTo>
                  <a:lnTo>
                    <a:pt x="1647318" y="1518408"/>
                  </a:lnTo>
                  <a:lnTo>
                    <a:pt x="1718940" y="1606276"/>
                  </a:lnTo>
                  <a:lnTo>
                    <a:pt x="1790563" y="1690216"/>
                  </a:lnTo>
                  <a:lnTo>
                    <a:pt x="1862185" y="1770402"/>
                  </a:lnTo>
                  <a:lnTo>
                    <a:pt x="1933808" y="1847004"/>
                  </a:lnTo>
                  <a:lnTo>
                    <a:pt x="2005430" y="1920180"/>
                  </a:lnTo>
                  <a:lnTo>
                    <a:pt x="2077053" y="1990086"/>
                  </a:lnTo>
                  <a:lnTo>
                    <a:pt x="2148675" y="2056865"/>
                  </a:lnTo>
                  <a:lnTo>
                    <a:pt x="2220298" y="2120659"/>
                  </a:lnTo>
                  <a:lnTo>
                    <a:pt x="2291920" y="2181601"/>
                  </a:lnTo>
                  <a:lnTo>
                    <a:pt x="2363543" y="2239819"/>
                  </a:lnTo>
                  <a:lnTo>
                    <a:pt x="2435165" y="2295433"/>
                  </a:lnTo>
                  <a:lnTo>
                    <a:pt x="2506788" y="2348561"/>
                  </a:lnTo>
                  <a:lnTo>
                    <a:pt x="2578410" y="2399314"/>
                  </a:lnTo>
                  <a:lnTo>
                    <a:pt x="2650033" y="2447798"/>
                  </a:lnTo>
                  <a:lnTo>
                    <a:pt x="2721655" y="2494114"/>
                  </a:lnTo>
                  <a:lnTo>
                    <a:pt x="2793278" y="2538359"/>
                  </a:lnTo>
                  <a:lnTo>
                    <a:pt x="2864901" y="2580626"/>
                  </a:lnTo>
                  <a:lnTo>
                    <a:pt x="2936523" y="2621004"/>
                  </a:lnTo>
                  <a:lnTo>
                    <a:pt x="3008146" y="2650090"/>
                  </a:lnTo>
                  <a:lnTo>
                    <a:pt x="3079768" y="2619512"/>
                  </a:lnTo>
                  <a:lnTo>
                    <a:pt x="3151391" y="2587811"/>
                  </a:lnTo>
                  <a:lnTo>
                    <a:pt x="3223013" y="2554948"/>
                  </a:lnTo>
                  <a:lnTo>
                    <a:pt x="3294636" y="2520879"/>
                  </a:lnTo>
                  <a:lnTo>
                    <a:pt x="3366258" y="2485561"/>
                  </a:lnTo>
                  <a:lnTo>
                    <a:pt x="3437881" y="2448947"/>
                  </a:lnTo>
                  <a:lnTo>
                    <a:pt x="3509503" y="2410990"/>
                  </a:lnTo>
                  <a:lnTo>
                    <a:pt x="3581126" y="2371641"/>
                  </a:lnTo>
                  <a:lnTo>
                    <a:pt x="3652748" y="2330848"/>
                  </a:lnTo>
                  <a:lnTo>
                    <a:pt x="3724371" y="2288560"/>
                  </a:lnTo>
                  <a:lnTo>
                    <a:pt x="3795993" y="2244720"/>
                  </a:lnTo>
                  <a:lnTo>
                    <a:pt x="3867616" y="2199272"/>
                  </a:lnTo>
                  <a:lnTo>
                    <a:pt x="3939238" y="2152157"/>
                  </a:lnTo>
                  <a:lnTo>
                    <a:pt x="4010861" y="2103313"/>
                  </a:lnTo>
                  <a:lnTo>
                    <a:pt x="4082483" y="2052679"/>
                  </a:lnTo>
                  <a:lnTo>
                    <a:pt x="4154106" y="2000186"/>
                  </a:lnTo>
                  <a:lnTo>
                    <a:pt x="4225729" y="1945769"/>
                  </a:lnTo>
                  <a:lnTo>
                    <a:pt x="4297351" y="1889355"/>
                  </a:lnTo>
                  <a:lnTo>
                    <a:pt x="4368974" y="1830872"/>
                  </a:lnTo>
                  <a:lnTo>
                    <a:pt x="4440596" y="1770244"/>
                  </a:lnTo>
                  <a:lnTo>
                    <a:pt x="4512219" y="1707392"/>
                  </a:lnTo>
                  <a:lnTo>
                    <a:pt x="4583841" y="1642235"/>
                  </a:lnTo>
                  <a:lnTo>
                    <a:pt x="4655464" y="1574688"/>
                  </a:lnTo>
                  <a:lnTo>
                    <a:pt x="4727086" y="1504663"/>
                  </a:lnTo>
                  <a:lnTo>
                    <a:pt x="4798709" y="1432069"/>
                  </a:lnTo>
                  <a:lnTo>
                    <a:pt x="4870331" y="1356813"/>
                  </a:lnTo>
                  <a:lnTo>
                    <a:pt x="4941954" y="1278796"/>
                  </a:lnTo>
                  <a:lnTo>
                    <a:pt x="5013576" y="1197917"/>
                  </a:lnTo>
                  <a:lnTo>
                    <a:pt x="5085199" y="1114072"/>
                  </a:lnTo>
                  <a:lnTo>
                    <a:pt x="5156821" y="1027152"/>
                  </a:lnTo>
                  <a:lnTo>
                    <a:pt x="5228444" y="937043"/>
                  </a:lnTo>
                  <a:lnTo>
                    <a:pt x="5300066" y="843629"/>
                  </a:lnTo>
                  <a:lnTo>
                    <a:pt x="5371689" y="746788"/>
                  </a:lnTo>
                  <a:lnTo>
                    <a:pt x="5443311" y="646395"/>
                  </a:lnTo>
                  <a:lnTo>
                    <a:pt x="5514934" y="542320"/>
                  </a:lnTo>
                  <a:lnTo>
                    <a:pt x="5586557" y="434428"/>
                  </a:lnTo>
                  <a:lnTo>
                    <a:pt x="5658179" y="322577"/>
                  </a:lnTo>
                  <a:lnTo>
                    <a:pt x="5729802" y="206624"/>
                  </a:lnTo>
                  <a:lnTo>
                    <a:pt x="5801424" y="86418"/>
                  </a:lnTo>
                  <a:lnTo>
                    <a:pt x="5851093" y="0"/>
                  </a:lnTo>
                  <a:lnTo>
                    <a:pt x="7090630" y="0"/>
                  </a:lnTo>
                  <a:lnTo>
                    <a:pt x="7090630" y="3422967"/>
                  </a:lnTo>
                  <a:lnTo>
                    <a:pt x="7019007" y="3420122"/>
                  </a:lnTo>
                  <a:lnTo>
                    <a:pt x="6947385" y="3417145"/>
                  </a:lnTo>
                  <a:lnTo>
                    <a:pt x="6875762" y="3414028"/>
                  </a:lnTo>
                  <a:lnTo>
                    <a:pt x="6804139" y="3410765"/>
                  </a:lnTo>
                  <a:lnTo>
                    <a:pt x="6732517" y="3407349"/>
                  </a:lnTo>
                  <a:lnTo>
                    <a:pt x="6660894" y="3403774"/>
                  </a:lnTo>
                  <a:lnTo>
                    <a:pt x="6589272" y="3400031"/>
                  </a:lnTo>
                  <a:lnTo>
                    <a:pt x="6517649" y="3396113"/>
                  </a:lnTo>
                  <a:lnTo>
                    <a:pt x="6446027" y="3392011"/>
                  </a:lnTo>
                  <a:lnTo>
                    <a:pt x="6374404" y="3387718"/>
                  </a:lnTo>
                  <a:lnTo>
                    <a:pt x="6302782" y="3383224"/>
                  </a:lnTo>
                  <a:lnTo>
                    <a:pt x="6231159" y="3378519"/>
                  </a:lnTo>
                  <a:lnTo>
                    <a:pt x="6159537" y="3373595"/>
                  </a:lnTo>
                  <a:lnTo>
                    <a:pt x="6087914" y="3368439"/>
                  </a:lnTo>
                  <a:lnTo>
                    <a:pt x="6016292" y="3363043"/>
                  </a:lnTo>
                  <a:lnTo>
                    <a:pt x="5944669" y="3357394"/>
                  </a:lnTo>
                  <a:lnTo>
                    <a:pt x="5873047" y="3351480"/>
                  </a:lnTo>
                  <a:lnTo>
                    <a:pt x="5801424" y="3345290"/>
                  </a:lnTo>
                  <a:lnTo>
                    <a:pt x="5729802" y="3338810"/>
                  </a:lnTo>
                  <a:lnTo>
                    <a:pt x="5658179" y="3332027"/>
                  </a:lnTo>
                  <a:lnTo>
                    <a:pt x="5586557" y="3324926"/>
                  </a:lnTo>
                  <a:lnTo>
                    <a:pt x="5514934" y="3317493"/>
                  </a:lnTo>
                  <a:lnTo>
                    <a:pt x="5443311" y="3309713"/>
                  </a:lnTo>
                  <a:lnTo>
                    <a:pt x="5371689" y="3301568"/>
                  </a:lnTo>
                  <a:lnTo>
                    <a:pt x="5300066" y="3293041"/>
                  </a:lnTo>
                  <a:lnTo>
                    <a:pt x="5228444" y="3284116"/>
                  </a:lnTo>
                  <a:lnTo>
                    <a:pt x="5156821" y="3274773"/>
                  </a:lnTo>
                  <a:lnTo>
                    <a:pt x="5085199" y="3264993"/>
                  </a:lnTo>
                  <a:lnTo>
                    <a:pt x="5013576" y="3254755"/>
                  </a:lnTo>
                  <a:lnTo>
                    <a:pt x="4941954" y="3244038"/>
                  </a:lnTo>
                  <a:lnTo>
                    <a:pt x="4870331" y="3232819"/>
                  </a:lnTo>
                  <a:lnTo>
                    <a:pt x="4798709" y="3221076"/>
                  </a:lnTo>
                  <a:lnTo>
                    <a:pt x="4727086" y="3208782"/>
                  </a:lnTo>
                  <a:lnTo>
                    <a:pt x="4655464" y="3195914"/>
                  </a:lnTo>
                  <a:lnTo>
                    <a:pt x="4583841" y="3182443"/>
                  </a:lnTo>
                  <a:lnTo>
                    <a:pt x="4512219" y="3168341"/>
                  </a:lnTo>
                  <a:lnTo>
                    <a:pt x="4440596" y="3153580"/>
                  </a:lnTo>
                  <a:lnTo>
                    <a:pt x="4368974" y="3138128"/>
                  </a:lnTo>
                  <a:lnTo>
                    <a:pt x="4297351" y="3121952"/>
                  </a:lnTo>
                  <a:lnTo>
                    <a:pt x="4225729" y="3105020"/>
                  </a:lnTo>
                  <a:lnTo>
                    <a:pt x="4154106" y="3087295"/>
                  </a:lnTo>
                  <a:lnTo>
                    <a:pt x="4082483" y="3068741"/>
                  </a:lnTo>
                  <a:lnTo>
                    <a:pt x="4010861" y="3049318"/>
                  </a:lnTo>
                  <a:lnTo>
                    <a:pt x="3939238" y="3028986"/>
                  </a:lnTo>
                  <a:lnTo>
                    <a:pt x="3867616" y="3007703"/>
                  </a:lnTo>
                  <a:lnTo>
                    <a:pt x="3795993" y="2985424"/>
                  </a:lnTo>
                  <a:lnTo>
                    <a:pt x="3724371" y="2962101"/>
                  </a:lnTo>
                  <a:lnTo>
                    <a:pt x="3652748" y="2937688"/>
                  </a:lnTo>
                  <a:lnTo>
                    <a:pt x="3581126" y="2912132"/>
                  </a:lnTo>
                  <a:lnTo>
                    <a:pt x="3509503" y="2885379"/>
                  </a:lnTo>
                  <a:lnTo>
                    <a:pt x="3437881" y="2857375"/>
                  </a:lnTo>
                  <a:lnTo>
                    <a:pt x="3366258" y="2828060"/>
                  </a:lnTo>
                  <a:lnTo>
                    <a:pt x="3294636" y="2797373"/>
                  </a:lnTo>
                  <a:lnTo>
                    <a:pt x="3223013" y="2765250"/>
                  </a:lnTo>
                  <a:lnTo>
                    <a:pt x="3151391" y="2731624"/>
                  </a:lnTo>
                  <a:lnTo>
                    <a:pt x="3079768" y="2696423"/>
                  </a:lnTo>
                  <a:lnTo>
                    <a:pt x="3008146" y="2659576"/>
                  </a:lnTo>
                  <a:lnTo>
                    <a:pt x="2936523" y="2679587"/>
                  </a:lnTo>
                  <a:lnTo>
                    <a:pt x="2864901" y="2708040"/>
                  </a:lnTo>
                  <a:lnTo>
                    <a:pt x="2793278" y="2735487"/>
                  </a:lnTo>
                  <a:lnTo>
                    <a:pt x="2721655" y="2761962"/>
                  </a:lnTo>
                  <a:lnTo>
                    <a:pt x="2650033" y="2787501"/>
                  </a:lnTo>
                  <a:lnTo>
                    <a:pt x="2578410" y="2812136"/>
                  </a:lnTo>
                  <a:lnTo>
                    <a:pt x="2506788" y="2835899"/>
                  </a:lnTo>
                  <a:lnTo>
                    <a:pt x="2435165" y="2858822"/>
                  </a:lnTo>
                  <a:lnTo>
                    <a:pt x="2363543" y="2880933"/>
                  </a:lnTo>
                  <a:lnTo>
                    <a:pt x="2291920" y="2902262"/>
                  </a:lnTo>
                  <a:lnTo>
                    <a:pt x="2220298" y="2922836"/>
                  </a:lnTo>
                  <a:lnTo>
                    <a:pt x="2148675" y="2942683"/>
                  </a:lnTo>
                  <a:lnTo>
                    <a:pt x="2077053" y="2961827"/>
                  </a:lnTo>
                  <a:lnTo>
                    <a:pt x="2005430" y="2980294"/>
                  </a:lnTo>
                  <a:lnTo>
                    <a:pt x="1933808" y="2998107"/>
                  </a:lnTo>
                  <a:lnTo>
                    <a:pt x="1862185" y="3015291"/>
                  </a:lnTo>
                  <a:lnTo>
                    <a:pt x="1790563" y="3031866"/>
                  </a:lnTo>
                  <a:lnTo>
                    <a:pt x="1718940" y="3047854"/>
                  </a:lnTo>
                  <a:lnTo>
                    <a:pt x="1647318" y="3063277"/>
                  </a:lnTo>
                  <a:lnTo>
                    <a:pt x="1575695" y="3078155"/>
                  </a:lnTo>
                  <a:lnTo>
                    <a:pt x="1504073" y="3092505"/>
                  </a:lnTo>
                  <a:lnTo>
                    <a:pt x="1432450" y="3106349"/>
                  </a:lnTo>
                  <a:lnTo>
                    <a:pt x="1360827" y="3119702"/>
                  </a:lnTo>
                  <a:lnTo>
                    <a:pt x="1289205" y="3132583"/>
                  </a:lnTo>
                  <a:lnTo>
                    <a:pt x="1217582" y="3145008"/>
                  </a:lnTo>
                  <a:lnTo>
                    <a:pt x="1145960" y="3156993"/>
                  </a:lnTo>
                  <a:lnTo>
                    <a:pt x="1074337" y="3168555"/>
                  </a:lnTo>
                  <a:lnTo>
                    <a:pt x="1002715" y="3179707"/>
                  </a:lnTo>
                  <a:lnTo>
                    <a:pt x="931092" y="3190465"/>
                  </a:lnTo>
                  <a:lnTo>
                    <a:pt x="859470" y="3200842"/>
                  </a:lnTo>
                  <a:lnTo>
                    <a:pt x="787847" y="3210852"/>
                  </a:lnTo>
                  <a:lnTo>
                    <a:pt x="716225" y="3220507"/>
                  </a:lnTo>
                  <a:lnTo>
                    <a:pt x="644602" y="3229821"/>
                  </a:lnTo>
                  <a:lnTo>
                    <a:pt x="572980" y="3238806"/>
                  </a:lnTo>
                  <a:lnTo>
                    <a:pt x="501357" y="3247472"/>
                  </a:lnTo>
                  <a:lnTo>
                    <a:pt x="429735" y="3255832"/>
                  </a:lnTo>
                  <a:lnTo>
                    <a:pt x="358112" y="3263897"/>
                  </a:lnTo>
                  <a:lnTo>
                    <a:pt x="286490" y="3271675"/>
                  </a:lnTo>
                  <a:lnTo>
                    <a:pt x="214867" y="3279179"/>
                  </a:lnTo>
                  <a:lnTo>
                    <a:pt x="143245" y="3286417"/>
                  </a:lnTo>
                  <a:lnTo>
                    <a:pt x="71622" y="3293399"/>
                  </a:lnTo>
                  <a:lnTo>
                    <a:pt x="0" y="33001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23389" y="2073503"/>
              <a:ext cx="5099753" cy="2650090"/>
            </a:xfrm>
            <a:custGeom>
              <a:avLst/>
              <a:pathLst>
                <a:path w="5099753" h="2650090">
                  <a:moveTo>
                    <a:pt x="0" y="0"/>
                  </a:moveTo>
                  <a:lnTo>
                    <a:pt x="36507" y="81170"/>
                  </a:lnTo>
                  <a:lnTo>
                    <a:pt x="108130" y="233295"/>
                  </a:lnTo>
                  <a:lnTo>
                    <a:pt x="179752" y="378619"/>
                  </a:lnTo>
                  <a:lnTo>
                    <a:pt x="251375" y="517445"/>
                  </a:lnTo>
                  <a:lnTo>
                    <a:pt x="322997" y="650065"/>
                  </a:lnTo>
                  <a:lnTo>
                    <a:pt x="394620" y="776755"/>
                  </a:lnTo>
                  <a:lnTo>
                    <a:pt x="466242" y="897782"/>
                  </a:lnTo>
                  <a:lnTo>
                    <a:pt x="537865" y="1013397"/>
                  </a:lnTo>
                  <a:lnTo>
                    <a:pt x="609487" y="1123843"/>
                  </a:lnTo>
                  <a:lnTo>
                    <a:pt x="681110" y="1229352"/>
                  </a:lnTo>
                  <a:lnTo>
                    <a:pt x="752732" y="1330143"/>
                  </a:lnTo>
                  <a:lnTo>
                    <a:pt x="824355" y="1426428"/>
                  </a:lnTo>
                  <a:lnTo>
                    <a:pt x="895977" y="1518408"/>
                  </a:lnTo>
                  <a:lnTo>
                    <a:pt x="967600" y="1606276"/>
                  </a:lnTo>
                  <a:lnTo>
                    <a:pt x="1039222" y="1690216"/>
                  </a:lnTo>
                  <a:lnTo>
                    <a:pt x="1110845" y="1770402"/>
                  </a:lnTo>
                  <a:lnTo>
                    <a:pt x="1182467" y="1847004"/>
                  </a:lnTo>
                  <a:lnTo>
                    <a:pt x="1254090" y="1920180"/>
                  </a:lnTo>
                  <a:lnTo>
                    <a:pt x="1325713" y="1990086"/>
                  </a:lnTo>
                  <a:lnTo>
                    <a:pt x="1397335" y="2056865"/>
                  </a:lnTo>
                  <a:lnTo>
                    <a:pt x="1468958" y="2120659"/>
                  </a:lnTo>
                  <a:lnTo>
                    <a:pt x="1540580" y="2181601"/>
                  </a:lnTo>
                  <a:lnTo>
                    <a:pt x="1612203" y="2239819"/>
                  </a:lnTo>
                  <a:lnTo>
                    <a:pt x="1683825" y="2295433"/>
                  </a:lnTo>
                  <a:lnTo>
                    <a:pt x="1755448" y="2348561"/>
                  </a:lnTo>
                  <a:lnTo>
                    <a:pt x="1827070" y="2399314"/>
                  </a:lnTo>
                  <a:lnTo>
                    <a:pt x="1898693" y="2447798"/>
                  </a:lnTo>
                  <a:lnTo>
                    <a:pt x="1970315" y="2494114"/>
                  </a:lnTo>
                  <a:lnTo>
                    <a:pt x="2041938" y="2538359"/>
                  </a:lnTo>
                  <a:lnTo>
                    <a:pt x="2113560" y="2580626"/>
                  </a:lnTo>
                  <a:lnTo>
                    <a:pt x="2185183" y="2621004"/>
                  </a:lnTo>
                  <a:lnTo>
                    <a:pt x="2256805" y="2650090"/>
                  </a:lnTo>
                  <a:lnTo>
                    <a:pt x="2328428" y="2619512"/>
                  </a:lnTo>
                  <a:lnTo>
                    <a:pt x="2400050" y="2587811"/>
                  </a:lnTo>
                  <a:lnTo>
                    <a:pt x="2471673" y="2554948"/>
                  </a:lnTo>
                  <a:lnTo>
                    <a:pt x="2543295" y="2520879"/>
                  </a:lnTo>
                  <a:lnTo>
                    <a:pt x="2614918" y="2485561"/>
                  </a:lnTo>
                  <a:lnTo>
                    <a:pt x="2686541" y="2448947"/>
                  </a:lnTo>
                  <a:lnTo>
                    <a:pt x="2758163" y="2410990"/>
                  </a:lnTo>
                  <a:lnTo>
                    <a:pt x="2829786" y="2371641"/>
                  </a:lnTo>
                  <a:lnTo>
                    <a:pt x="2901408" y="2330848"/>
                  </a:lnTo>
                  <a:lnTo>
                    <a:pt x="2973031" y="2288560"/>
                  </a:lnTo>
                  <a:lnTo>
                    <a:pt x="3044653" y="2244720"/>
                  </a:lnTo>
                  <a:lnTo>
                    <a:pt x="3116276" y="2199272"/>
                  </a:lnTo>
                  <a:lnTo>
                    <a:pt x="3187898" y="2152157"/>
                  </a:lnTo>
                  <a:lnTo>
                    <a:pt x="3259521" y="2103313"/>
                  </a:lnTo>
                  <a:lnTo>
                    <a:pt x="3331143" y="2052679"/>
                  </a:lnTo>
                  <a:lnTo>
                    <a:pt x="3402766" y="2000186"/>
                  </a:lnTo>
                  <a:lnTo>
                    <a:pt x="3474388" y="1945769"/>
                  </a:lnTo>
                  <a:lnTo>
                    <a:pt x="3546011" y="1889355"/>
                  </a:lnTo>
                  <a:lnTo>
                    <a:pt x="3617633" y="1830872"/>
                  </a:lnTo>
                  <a:lnTo>
                    <a:pt x="3689256" y="1770244"/>
                  </a:lnTo>
                  <a:lnTo>
                    <a:pt x="3760878" y="1707392"/>
                  </a:lnTo>
                  <a:lnTo>
                    <a:pt x="3832501" y="1642235"/>
                  </a:lnTo>
                  <a:lnTo>
                    <a:pt x="3904123" y="1574688"/>
                  </a:lnTo>
                  <a:lnTo>
                    <a:pt x="3975746" y="1504663"/>
                  </a:lnTo>
                  <a:lnTo>
                    <a:pt x="4047369" y="1432069"/>
                  </a:lnTo>
                  <a:lnTo>
                    <a:pt x="4118991" y="1356813"/>
                  </a:lnTo>
                  <a:lnTo>
                    <a:pt x="4190614" y="1278796"/>
                  </a:lnTo>
                  <a:lnTo>
                    <a:pt x="4262236" y="1197917"/>
                  </a:lnTo>
                  <a:lnTo>
                    <a:pt x="4333859" y="1114072"/>
                  </a:lnTo>
                  <a:lnTo>
                    <a:pt x="4405481" y="1027152"/>
                  </a:lnTo>
                  <a:lnTo>
                    <a:pt x="4477104" y="937043"/>
                  </a:lnTo>
                  <a:lnTo>
                    <a:pt x="4548726" y="843629"/>
                  </a:lnTo>
                  <a:lnTo>
                    <a:pt x="4620349" y="746788"/>
                  </a:lnTo>
                  <a:lnTo>
                    <a:pt x="4691971" y="646395"/>
                  </a:lnTo>
                  <a:lnTo>
                    <a:pt x="4763594" y="542320"/>
                  </a:lnTo>
                  <a:lnTo>
                    <a:pt x="4835216" y="434428"/>
                  </a:lnTo>
                  <a:lnTo>
                    <a:pt x="4906839" y="322577"/>
                  </a:lnTo>
                  <a:lnTo>
                    <a:pt x="4978461" y="206624"/>
                  </a:lnTo>
                  <a:lnTo>
                    <a:pt x="5050084" y="86418"/>
                  </a:lnTo>
                  <a:lnTo>
                    <a:pt x="509975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3079"/>
              <a:ext cx="7090630" cy="763391"/>
            </a:xfrm>
            <a:custGeom>
              <a:avLst/>
              <a:pathLst>
                <a:path w="7090630" h="763391">
                  <a:moveTo>
                    <a:pt x="7090630" y="763391"/>
                  </a:moveTo>
                  <a:lnTo>
                    <a:pt x="7019007" y="760546"/>
                  </a:lnTo>
                  <a:lnTo>
                    <a:pt x="6947385" y="757569"/>
                  </a:lnTo>
                  <a:lnTo>
                    <a:pt x="6875762" y="754451"/>
                  </a:lnTo>
                  <a:lnTo>
                    <a:pt x="6804139" y="751189"/>
                  </a:lnTo>
                  <a:lnTo>
                    <a:pt x="6732517" y="747773"/>
                  </a:lnTo>
                  <a:lnTo>
                    <a:pt x="6660894" y="744197"/>
                  </a:lnTo>
                  <a:lnTo>
                    <a:pt x="6589272" y="740455"/>
                  </a:lnTo>
                  <a:lnTo>
                    <a:pt x="6517649" y="736537"/>
                  </a:lnTo>
                  <a:lnTo>
                    <a:pt x="6446027" y="732435"/>
                  </a:lnTo>
                  <a:lnTo>
                    <a:pt x="6374404" y="728142"/>
                  </a:lnTo>
                  <a:lnTo>
                    <a:pt x="6302782" y="723648"/>
                  </a:lnTo>
                  <a:lnTo>
                    <a:pt x="6231159" y="718943"/>
                  </a:lnTo>
                  <a:lnTo>
                    <a:pt x="6159537" y="714018"/>
                  </a:lnTo>
                  <a:lnTo>
                    <a:pt x="6087914" y="708863"/>
                  </a:lnTo>
                  <a:lnTo>
                    <a:pt x="6016292" y="703467"/>
                  </a:lnTo>
                  <a:lnTo>
                    <a:pt x="5944669" y="697818"/>
                  </a:lnTo>
                  <a:lnTo>
                    <a:pt x="5873047" y="691904"/>
                  </a:lnTo>
                  <a:lnTo>
                    <a:pt x="5801424" y="685714"/>
                  </a:lnTo>
                  <a:lnTo>
                    <a:pt x="5729802" y="679234"/>
                  </a:lnTo>
                  <a:lnTo>
                    <a:pt x="5658179" y="672451"/>
                  </a:lnTo>
                  <a:lnTo>
                    <a:pt x="5586557" y="665350"/>
                  </a:lnTo>
                  <a:lnTo>
                    <a:pt x="5514934" y="657917"/>
                  </a:lnTo>
                  <a:lnTo>
                    <a:pt x="5443311" y="650136"/>
                  </a:lnTo>
                  <a:lnTo>
                    <a:pt x="5371689" y="641991"/>
                  </a:lnTo>
                  <a:lnTo>
                    <a:pt x="5300066" y="633465"/>
                  </a:lnTo>
                  <a:lnTo>
                    <a:pt x="5228444" y="624540"/>
                  </a:lnTo>
                  <a:lnTo>
                    <a:pt x="5156821" y="615197"/>
                  </a:lnTo>
                  <a:lnTo>
                    <a:pt x="5085199" y="605417"/>
                  </a:lnTo>
                  <a:lnTo>
                    <a:pt x="5013576" y="595179"/>
                  </a:lnTo>
                  <a:lnTo>
                    <a:pt x="4941954" y="584462"/>
                  </a:lnTo>
                  <a:lnTo>
                    <a:pt x="4870331" y="573243"/>
                  </a:lnTo>
                  <a:lnTo>
                    <a:pt x="4798709" y="561499"/>
                  </a:lnTo>
                  <a:lnTo>
                    <a:pt x="4727086" y="549206"/>
                  </a:lnTo>
                  <a:lnTo>
                    <a:pt x="4655464" y="536337"/>
                  </a:lnTo>
                  <a:lnTo>
                    <a:pt x="4583841" y="522867"/>
                  </a:lnTo>
                  <a:lnTo>
                    <a:pt x="4512219" y="508765"/>
                  </a:lnTo>
                  <a:lnTo>
                    <a:pt x="4440596" y="494004"/>
                  </a:lnTo>
                  <a:lnTo>
                    <a:pt x="4368974" y="478552"/>
                  </a:lnTo>
                  <a:lnTo>
                    <a:pt x="4297351" y="462376"/>
                  </a:lnTo>
                  <a:lnTo>
                    <a:pt x="4225729" y="445444"/>
                  </a:lnTo>
                  <a:lnTo>
                    <a:pt x="4154106" y="427719"/>
                  </a:lnTo>
                  <a:lnTo>
                    <a:pt x="4082483" y="409165"/>
                  </a:lnTo>
                  <a:lnTo>
                    <a:pt x="4010861" y="389742"/>
                  </a:lnTo>
                  <a:lnTo>
                    <a:pt x="3939238" y="369410"/>
                  </a:lnTo>
                  <a:lnTo>
                    <a:pt x="3867616" y="348127"/>
                  </a:lnTo>
                  <a:lnTo>
                    <a:pt x="3795993" y="325847"/>
                  </a:lnTo>
                  <a:lnTo>
                    <a:pt x="3724371" y="302525"/>
                  </a:lnTo>
                  <a:lnTo>
                    <a:pt x="3652748" y="278112"/>
                  </a:lnTo>
                  <a:lnTo>
                    <a:pt x="3581126" y="252555"/>
                  </a:lnTo>
                  <a:lnTo>
                    <a:pt x="3509503" y="225803"/>
                  </a:lnTo>
                  <a:lnTo>
                    <a:pt x="3437881" y="197799"/>
                  </a:lnTo>
                  <a:lnTo>
                    <a:pt x="3366258" y="168484"/>
                  </a:lnTo>
                  <a:lnTo>
                    <a:pt x="3294636" y="137797"/>
                  </a:lnTo>
                  <a:lnTo>
                    <a:pt x="3223013" y="105674"/>
                  </a:lnTo>
                  <a:lnTo>
                    <a:pt x="3151391" y="72047"/>
                  </a:lnTo>
                  <a:lnTo>
                    <a:pt x="3079768" y="36847"/>
                  </a:lnTo>
                  <a:lnTo>
                    <a:pt x="3008146" y="0"/>
                  </a:lnTo>
                  <a:lnTo>
                    <a:pt x="2936523" y="20011"/>
                  </a:lnTo>
                  <a:lnTo>
                    <a:pt x="2864901" y="48464"/>
                  </a:lnTo>
                  <a:lnTo>
                    <a:pt x="2793278" y="75911"/>
                  </a:lnTo>
                  <a:lnTo>
                    <a:pt x="2721655" y="102386"/>
                  </a:lnTo>
                  <a:lnTo>
                    <a:pt x="2650033" y="127925"/>
                  </a:lnTo>
                  <a:lnTo>
                    <a:pt x="2578410" y="152560"/>
                  </a:lnTo>
                  <a:lnTo>
                    <a:pt x="2506788" y="176323"/>
                  </a:lnTo>
                  <a:lnTo>
                    <a:pt x="2435165" y="199245"/>
                  </a:lnTo>
                  <a:lnTo>
                    <a:pt x="2363543" y="221357"/>
                  </a:lnTo>
                  <a:lnTo>
                    <a:pt x="2291920" y="242686"/>
                  </a:lnTo>
                  <a:lnTo>
                    <a:pt x="2220298" y="263260"/>
                  </a:lnTo>
                  <a:lnTo>
                    <a:pt x="2148675" y="283107"/>
                  </a:lnTo>
                  <a:lnTo>
                    <a:pt x="2077053" y="302251"/>
                  </a:lnTo>
                  <a:lnTo>
                    <a:pt x="2005430" y="320718"/>
                  </a:lnTo>
                  <a:lnTo>
                    <a:pt x="1933808" y="338531"/>
                  </a:lnTo>
                  <a:lnTo>
                    <a:pt x="1862185" y="355714"/>
                  </a:lnTo>
                  <a:lnTo>
                    <a:pt x="1790563" y="372289"/>
                  </a:lnTo>
                  <a:lnTo>
                    <a:pt x="1718940" y="388278"/>
                  </a:lnTo>
                  <a:lnTo>
                    <a:pt x="1647318" y="403701"/>
                  </a:lnTo>
                  <a:lnTo>
                    <a:pt x="1575695" y="418578"/>
                  </a:lnTo>
                  <a:lnTo>
                    <a:pt x="1504073" y="432929"/>
                  </a:lnTo>
                  <a:lnTo>
                    <a:pt x="1432450" y="446772"/>
                  </a:lnTo>
                  <a:lnTo>
                    <a:pt x="1360827" y="460126"/>
                  </a:lnTo>
                  <a:lnTo>
                    <a:pt x="1289205" y="473007"/>
                  </a:lnTo>
                  <a:lnTo>
                    <a:pt x="1217582" y="485432"/>
                  </a:lnTo>
                  <a:lnTo>
                    <a:pt x="1145960" y="497417"/>
                  </a:lnTo>
                  <a:lnTo>
                    <a:pt x="1074337" y="508978"/>
                  </a:lnTo>
                  <a:lnTo>
                    <a:pt x="1002715" y="520131"/>
                  </a:lnTo>
                  <a:lnTo>
                    <a:pt x="931092" y="530888"/>
                  </a:lnTo>
                  <a:lnTo>
                    <a:pt x="859470" y="541265"/>
                  </a:lnTo>
                  <a:lnTo>
                    <a:pt x="787847" y="551275"/>
                  </a:lnTo>
                  <a:lnTo>
                    <a:pt x="716225" y="560931"/>
                  </a:lnTo>
                  <a:lnTo>
                    <a:pt x="644602" y="570245"/>
                  </a:lnTo>
                  <a:lnTo>
                    <a:pt x="572980" y="579230"/>
                  </a:lnTo>
                  <a:lnTo>
                    <a:pt x="501357" y="587896"/>
                  </a:lnTo>
                  <a:lnTo>
                    <a:pt x="429735" y="596256"/>
                  </a:lnTo>
                  <a:lnTo>
                    <a:pt x="358112" y="604320"/>
                  </a:lnTo>
                  <a:lnTo>
                    <a:pt x="286490" y="612099"/>
                  </a:lnTo>
                  <a:lnTo>
                    <a:pt x="214867" y="619603"/>
                  </a:lnTo>
                  <a:lnTo>
                    <a:pt x="143245" y="626841"/>
                  </a:lnTo>
                  <a:lnTo>
                    <a:pt x="71622" y="633823"/>
                  </a:lnTo>
                  <a:lnTo>
                    <a:pt x="0" y="6405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40748"/>
              <a:ext cx="7090630" cy="388079"/>
            </a:xfrm>
            <a:custGeom>
              <a:avLst/>
              <a:pathLst>
                <a:path w="7090630" h="388079">
                  <a:moveTo>
                    <a:pt x="0" y="0"/>
                  </a:moveTo>
                  <a:lnTo>
                    <a:pt x="71622" y="4925"/>
                  </a:lnTo>
                  <a:lnTo>
                    <a:pt x="143245" y="9827"/>
                  </a:lnTo>
                  <a:lnTo>
                    <a:pt x="214867" y="14706"/>
                  </a:lnTo>
                  <a:lnTo>
                    <a:pt x="286490" y="19560"/>
                  </a:lnTo>
                  <a:lnTo>
                    <a:pt x="358112" y="24391"/>
                  </a:lnTo>
                  <a:lnTo>
                    <a:pt x="429735" y="29199"/>
                  </a:lnTo>
                  <a:lnTo>
                    <a:pt x="501357" y="33983"/>
                  </a:lnTo>
                  <a:lnTo>
                    <a:pt x="572980" y="38745"/>
                  </a:lnTo>
                  <a:lnTo>
                    <a:pt x="644602" y="43483"/>
                  </a:lnTo>
                  <a:lnTo>
                    <a:pt x="716225" y="48198"/>
                  </a:lnTo>
                  <a:lnTo>
                    <a:pt x="787847" y="52890"/>
                  </a:lnTo>
                  <a:lnTo>
                    <a:pt x="859470" y="57560"/>
                  </a:lnTo>
                  <a:lnTo>
                    <a:pt x="931092" y="62207"/>
                  </a:lnTo>
                  <a:lnTo>
                    <a:pt x="1002715" y="66831"/>
                  </a:lnTo>
                  <a:lnTo>
                    <a:pt x="1074337" y="71433"/>
                  </a:lnTo>
                  <a:lnTo>
                    <a:pt x="1145960" y="76013"/>
                  </a:lnTo>
                  <a:lnTo>
                    <a:pt x="1217582" y="80570"/>
                  </a:lnTo>
                  <a:lnTo>
                    <a:pt x="1289205" y="85106"/>
                  </a:lnTo>
                  <a:lnTo>
                    <a:pt x="1360827" y="89619"/>
                  </a:lnTo>
                  <a:lnTo>
                    <a:pt x="1432450" y="94111"/>
                  </a:lnTo>
                  <a:lnTo>
                    <a:pt x="1504073" y="98580"/>
                  </a:lnTo>
                  <a:lnTo>
                    <a:pt x="1575695" y="103029"/>
                  </a:lnTo>
                  <a:lnTo>
                    <a:pt x="1647318" y="107455"/>
                  </a:lnTo>
                  <a:lnTo>
                    <a:pt x="1718940" y="111860"/>
                  </a:lnTo>
                  <a:lnTo>
                    <a:pt x="1790563" y="116244"/>
                  </a:lnTo>
                  <a:lnTo>
                    <a:pt x="1862185" y="120607"/>
                  </a:lnTo>
                  <a:lnTo>
                    <a:pt x="1933808" y="124948"/>
                  </a:lnTo>
                  <a:lnTo>
                    <a:pt x="2005430" y="129269"/>
                  </a:lnTo>
                  <a:lnTo>
                    <a:pt x="2077053" y="133568"/>
                  </a:lnTo>
                  <a:lnTo>
                    <a:pt x="2148675" y="137847"/>
                  </a:lnTo>
                  <a:lnTo>
                    <a:pt x="2220298" y="142104"/>
                  </a:lnTo>
                  <a:lnTo>
                    <a:pt x="2291920" y="146342"/>
                  </a:lnTo>
                  <a:lnTo>
                    <a:pt x="2363543" y="150558"/>
                  </a:lnTo>
                  <a:lnTo>
                    <a:pt x="2435165" y="154755"/>
                  </a:lnTo>
                  <a:lnTo>
                    <a:pt x="2506788" y="158931"/>
                  </a:lnTo>
                  <a:lnTo>
                    <a:pt x="2578410" y="163086"/>
                  </a:lnTo>
                  <a:lnTo>
                    <a:pt x="2650033" y="167222"/>
                  </a:lnTo>
                  <a:lnTo>
                    <a:pt x="2721655" y="171337"/>
                  </a:lnTo>
                  <a:lnTo>
                    <a:pt x="2793278" y="175433"/>
                  </a:lnTo>
                  <a:lnTo>
                    <a:pt x="2864901" y="179509"/>
                  </a:lnTo>
                  <a:lnTo>
                    <a:pt x="2936523" y="183565"/>
                  </a:lnTo>
                  <a:lnTo>
                    <a:pt x="3008146" y="187601"/>
                  </a:lnTo>
                  <a:lnTo>
                    <a:pt x="3079768" y="191618"/>
                  </a:lnTo>
                  <a:lnTo>
                    <a:pt x="3151391" y="195615"/>
                  </a:lnTo>
                  <a:lnTo>
                    <a:pt x="3223013" y="199593"/>
                  </a:lnTo>
                  <a:lnTo>
                    <a:pt x="3294636" y="203552"/>
                  </a:lnTo>
                  <a:lnTo>
                    <a:pt x="3366258" y="207491"/>
                  </a:lnTo>
                  <a:lnTo>
                    <a:pt x="3437881" y="211412"/>
                  </a:lnTo>
                  <a:lnTo>
                    <a:pt x="3509503" y="215313"/>
                  </a:lnTo>
                  <a:lnTo>
                    <a:pt x="3581126" y="219195"/>
                  </a:lnTo>
                  <a:lnTo>
                    <a:pt x="3652748" y="223059"/>
                  </a:lnTo>
                  <a:lnTo>
                    <a:pt x="3724371" y="226904"/>
                  </a:lnTo>
                  <a:lnTo>
                    <a:pt x="3795993" y="230730"/>
                  </a:lnTo>
                  <a:lnTo>
                    <a:pt x="3867616" y="234538"/>
                  </a:lnTo>
                  <a:lnTo>
                    <a:pt x="3939238" y="238327"/>
                  </a:lnTo>
                  <a:lnTo>
                    <a:pt x="4010861" y="242098"/>
                  </a:lnTo>
                  <a:lnTo>
                    <a:pt x="4082483" y="245851"/>
                  </a:lnTo>
                  <a:lnTo>
                    <a:pt x="4154106" y="249586"/>
                  </a:lnTo>
                  <a:lnTo>
                    <a:pt x="4225729" y="253302"/>
                  </a:lnTo>
                  <a:lnTo>
                    <a:pt x="4297351" y="257000"/>
                  </a:lnTo>
                  <a:lnTo>
                    <a:pt x="4368974" y="260681"/>
                  </a:lnTo>
                  <a:lnTo>
                    <a:pt x="4440596" y="264343"/>
                  </a:lnTo>
                  <a:lnTo>
                    <a:pt x="4512219" y="267988"/>
                  </a:lnTo>
                  <a:lnTo>
                    <a:pt x="4583841" y="271616"/>
                  </a:lnTo>
                  <a:lnTo>
                    <a:pt x="4655464" y="275225"/>
                  </a:lnTo>
                  <a:lnTo>
                    <a:pt x="4727086" y="278817"/>
                  </a:lnTo>
                  <a:lnTo>
                    <a:pt x="4798709" y="282392"/>
                  </a:lnTo>
                  <a:lnTo>
                    <a:pt x="4870331" y="285949"/>
                  </a:lnTo>
                  <a:lnTo>
                    <a:pt x="4941954" y="289490"/>
                  </a:lnTo>
                  <a:lnTo>
                    <a:pt x="5013576" y="293013"/>
                  </a:lnTo>
                  <a:lnTo>
                    <a:pt x="5085199" y="296519"/>
                  </a:lnTo>
                  <a:lnTo>
                    <a:pt x="5156821" y="300008"/>
                  </a:lnTo>
                  <a:lnTo>
                    <a:pt x="5228444" y="303480"/>
                  </a:lnTo>
                  <a:lnTo>
                    <a:pt x="5300066" y="306935"/>
                  </a:lnTo>
                  <a:lnTo>
                    <a:pt x="5371689" y="310373"/>
                  </a:lnTo>
                  <a:lnTo>
                    <a:pt x="5443311" y="313795"/>
                  </a:lnTo>
                  <a:lnTo>
                    <a:pt x="5514934" y="317200"/>
                  </a:lnTo>
                  <a:lnTo>
                    <a:pt x="5586557" y="320589"/>
                  </a:lnTo>
                  <a:lnTo>
                    <a:pt x="5658179" y="323962"/>
                  </a:lnTo>
                  <a:lnTo>
                    <a:pt x="5729802" y="327318"/>
                  </a:lnTo>
                  <a:lnTo>
                    <a:pt x="5801424" y="330657"/>
                  </a:lnTo>
                  <a:lnTo>
                    <a:pt x="5873047" y="333981"/>
                  </a:lnTo>
                  <a:lnTo>
                    <a:pt x="5944669" y="337288"/>
                  </a:lnTo>
                  <a:lnTo>
                    <a:pt x="6016292" y="340580"/>
                  </a:lnTo>
                  <a:lnTo>
                    <a:pt x="6087914" y="343855"/>
                  </a:lnTo>
                  <a:lnTo>
                    <a:pt x="6159537" y="347115"/>
                  </a:lnTo>
                  <a:lnTo>
                    <a:pt x="6231159" y="350358"/>
                  </a:lnTo>
                  <a:lnTo>
                    <a:pt x="6302782" y="353586"/>
                  </a:lnTo>
                  <a:lnTo>
                    <a:pt x="6374404" y="356799"/>
                  </a:lnTo>
                  <a:lnTo>
                    <a:pt x="6446027" y="359996"/>
                  </a:lnTo>
                  <a:lnTo>
                    <a:pt x="6517649" y="363177"/>
                  </a:lnTo>
                  <a:lnTo>
                    <a:pt x="6589272" y="366343"/>
                  </a:lnTo>
                  <a:lnTo>
                    <a:pt x="6660894" y="369494"/>
                  </a:lnTo>
                  <a:lnTo>
                    <a:pt x="6732517" y="372629"/>
                  </a:lnTo>
                  <a:lnTo>
                    <a:pt x="6804139" y="375749"/>
                  </a:lnTo>
                  <a:lnTo>
                    <a:pt x="6875762" y="378854"/>
                  </a:lnTo>
                  <a:lnTo>
                    <a:pt x="6947385" y="381944"/>
                  </a:lnTo>
                  <a:lnTo>
                    <a:pt x="7019007" y="385019"/>
                  </a:lnTo>
                  <a:lnTo>
                    <a:pt x="7090630" y="3880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1.06 (0.64-1.78), p_Bonf = 1.000 (n = 6)  |  per IQR decline (Δ = 27.2 %): 1.18 (0.29-4.80)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2026-10-09T13:21:28Z</dcterms:modified>
  <cp:category/>
</cp:coreProperties>
</file>