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33022"/>
            </a:xfrm>
            <a:custGeom>
              <a:avLst/>
              <a:pathLst>
                <a:path w="7090630" h="3433022">
                  <a:moveTo>
                    <a:pt x="0" y="699180"/>
                  </a:moveTo>
                  <a:lnTo>
                    <a:pt x="71622" y="772478"/>
                  </a:lnTo>
                  <a:lnTo>
                    <a:pt x="143245" y="843845"/>
                  </a:lnTo>
                  <a:lnTo>
                    <a:pt x="214867" y="913335"/>
                  </a:lnTo>
                  <a:lnTo>
                    <a:pt x="286490" y="980995"/>
                  </a:lnTo>
                  <a:lnTo>
                    <a:pt x="358112" y="1046874"/>
                  </a:lnTo>
                  <a:lnTo>
                    <a:pt x="429735" y="1111019"/>
                  </a:lnTo>
                  <a:lnTo>
                    <a:pt x="501357" y="1173475"/>
                  </a:lnTo>
                  <a:lnTo>
                    <a:pt x="572980" y="1234288"/>
                  </a:lnTo>
                  <a:lnTo>
                    <a:pt x="644602" y="1293500"/>
                  </a:lnTo>
                  <a:lnTo>
                    <a:pt x="716225" y="1351153"/>
                  </a:lnTo>
                  <a:lnTo>
                    <a:pt x="787847" y="1407288"/>
                  </a:lnTo>
                  <a:lnTo>
                    <a:pt x="859470" y="1461946"/>
                  </a:lnTo>
                  <a:lnTo>
                    <a:pt x="931092" y="1515165"/>
                  </a:lnTo>
                  <a:lnTo>
                    <a:pt x="1002715" y="1566984"/>
                  </a:lnTo>
                  <a:lnTo>
                    <a:pt x="1074337" y="1617438"/>
                  </a:lnTo>
                  <a:lnTo>
                    <a:pt x="1145960" y="1666564"/>
                  </a:lnTo>
                  <a:lnTo>
                    <a:pt x="1217582" y="1714397"/>
                  </a:lnTo>
                  <a:lnTo>
                    <a:pt x="1289205" y="1760971"/>
                  </a:lnTo>
                  <a:lnTo>
                    <a:pt x="1360827" y="1806319"/>
                  </a:lnTo>
                  <a:lnTo>
                    <a:pt x="1432450" y="1850474"/>
                  </a:lnTo>
                  <a:lnTo>
                    <a:pt x="1504073" y="1893466"/>
                  </a:lnTo>
                  <a:lnTo>
                    <a:pt x="1575695" y="1935326"/>
                  </a:lnTo>
                  <a:lnTo>
                    <a:pt x="1647318" y="1976085"/>
                  </a:lnTo>
                  <a:lnTo>
                    <a:pt x="1718940" y="2015770"/>
                  </a:lnTo>
                  <a:lnTo>
                    <a:pt x="1790563" y="2054411"/>
                  </a:lnTo>
                  <a:lnTo>
                    <a:pt x="1862185" y="2092035"/>
                  </a:lnTo>
                  <a:lnTo>
                    <a:pt x="1933808" y="2128669"/>
                  </a:lnTo>
                  <a:lnTo>
                    <a:pt x="2005430" y="2164338"/>
                  </a:lnTo>
                  <a:lnTo>
                    <a:pt x="2077053" y="2199069"/>
                  </a:lnTo>
                  <a:lnTo>
                    <a:pt x="2148675" y="2232885"/>
                  </a:lnTo>
                  <a:lnTo>
                    <a:pt x="2220298" y="2265811"/>
                  </a:lnTo>
                  <a:lnTo>
                    <a:pt x="2291920" y="2297870"/>
                  </a:lnTo>
                  <a:lnTo>
                    <a:pt x="2363543" y="2329085"/>
                  </a:lnTo>
                  <a:lnTo>
                    <a:pt x="2435165" y="2359479"/>
                  </a:lnTo>
                  <a:lnTo>
                    <a:pt x="2506788" y="2389073"/>
                  </a:lnTo>
                  <a:lnTo>
                    <a:pt x="2578410" y="2417888"/>
                  </a:lnTo>
                  <a:lnTo>
                    <a:pt x="2650033" y="2445944"/>
                  </a:lnTo>
                  <a:lnTo>
                    <a:pt x="2721655" y="2473262"/>
                  </a:lnTo>
                  <a:lnTo>
                    <a:pt x="2793278" y="2499860"/>
                  </a:lnTo>
                  <a:lnTo>
                    <a:pt x="2864901" y="2525759"/>
                  </a:lnTo>
                  <a:lnTo>
                    <a:pt x="2936523" y="2550976"/>
                  </a:lnTo>
                  <a:lnTo>
                    <a:pt x="3008146" y="2575529"/>
                  </a:lnTo>
                  <a:lnTo>
                    <a:pt x="3079768" y="2599435"/>
                  </a:lnTo>
                  <a:lnTo>
                    <a:pt x="3151391" y="2622713"/>
                  </a:lnTo>
                  <a:lnTo>
                    <a:pt x="3223013" y="2645377"/>
                  </a:lnTo>
                  <a:lnTo>
                    <a:pt x="3294636" y="2623096"/>
                  </a:lnTo>
                  <a:lnTo>
                    <a:pt x="3366258" y="2568459"/>
                  </a:lnTo>
                  <a:lnTo>
                    <a:pt x="3437881" y="2510354"/>
                  </a:lnTo>
                  <a:lnTo>
                    <a:pt x="3509503" y="2448560"/>
                  </a:lnTo>
                  <a:lnTo>
                    <a:pt x="3581126" y="2382843"/>
                  </a:lnTo>
                  <a:lnTo>
                    <a:pt x="3652748" y="2312954"/>
                  </a:lnTo>
                  <a:lnTo>
                    <a:pt x="3724371" y="2238629"/>
                  </a:lnTo>
                  <a:lnTo>
                    <a:pt x="3795993" y="2159585"/>
                  </a:lnTo>
                  <a:lnTo>
                    <a:pt x="3867616" y="2075523"/>
                  </a:lnTo>
                  <a:lnTo>
                    <a:pt x="3939238" y="1986124"/>
                  </a:lnTo>
                  <a:lnTo>
                    <a:pt x="4010861" y="1891051"/>
                  </a:lnTo>
                  <a:lnTo>
                    <a:pt x="4082483" y="1789941"/>
                  </a:lnTo>
                  <a:lnTo>
                    <a:pt x="4154106" y="1682413"/>
                  </a:lnTo>
                  <a:lnTo>
                    <a:pt x="4225729" y="1568059"/>
                  </a:lnTo>
                  <a:lnTo>
                    <a:pt x="4297351" y="1446445"/>
                  </a:lnTo>
                  <a:lnTo>
                    <a:pt x="4368974" y="1317110"/>
                  </a:lnTo>
                  <a:lnTo>
                    <a:pt x="4440596" y="1179566"/>
                  </a:lnTo>
                  <a:lnTo>
                    <a:pt x="4512219" y="1033289"/>
                  </a:lnTo>
                  <a:lnTo>
                    <a:pt x="4583841" y="877726"/>
                  </a:lnTo>
                  <a:lnTo>
                    <a:pt x="4655464" y="712288"/>
                  </a:lnTo>
                  <a:lnTo>
                    <a:pt x="4727086" y="536347"/>
                  </a:lnTo>
                  <a:lnTo>
                    <a:pt x="4798709" y="349236"/>
                  </a:lnTo>
                  <a:lnTo>
                    <a:pt x="4870331" y="150248"/>
                  </a:lnTo>
                  <a:lnTo>
                    <a:pt x="4921182" y="0"/>
                  </a:lnTo>
                  <a:lnTo>
                    <a:pt x="7090630" y="0"/>
                  </a:lnTo>
                  <a:lnTo>
                    <a:pt x="7090630" y="3285206"/>
                  </a:lnTo>
                  <a:lnTo>
                    <a:pt x="7019007" y="3279839"/>
                  </a:lnTo>
                  <a:lnTo>
                    <a:pt x="6947385" y="3274326"/>
                  </a:lnTo>
                  <a:lnTo>
                    <a:pt x="6875762" y="3268665"/>
                  </a:lnTo>
                  <a:lnTo>
                    <a:pt x="6804139" y="3262850"/>
                  </a:lnTo>
                  <a:lnTo>
                    <a:pt x="6732517" y="3256878"/>
                  </a:lnTo>
                  <a:lnTo>
                    <a:pt x="6660894" y="3250745"/>
                  </a:lnTo>
                  <a:lnTo>
                    <a:pt x="6589272" y="3244446"/>
                  </a:lnTo>
                  <a:lnTo>
                    <a:pt x="6517649" y="3237977"/>
                  </a:lnTo>
                  <a:lnTo>
                    <a:pt x="6446027" y="3231333"/>
                  </a:lnTo>
                  <a:lnTo>
                    <a:pt x="6374404" y="3224509"/>
                  </a:lnTo>
                  <a:lnTo>
                    <a:pt x="6302782" y="3217501"/>
                  </a:lnTo>
                  <a:lnTo>
                    <a:pt x="6231159" y="3210303"/>
                  </a:lnTo>
                  <a:lnTo>
                    <a:pt x="6159537" y="3202911"/>
                  </a:lnTo>
                  <a:lnTo>
                    <a:pt x="6087914" y="3195318"/>
                  </a:lnTo>
                  <a:lnTo>
                    <a:pt x="6016292" y="3187521"/>
                  </a:lnTo>
                  <a:lnTo>
                    <a:pt x="5944669" y="3179513"/>
                  </a:lnTo>
                  <a:lnTo>
                    <a:pt x="5873047" y="3171288"/>
                  </a:lnTo>
                  <a:lnTo>
                    <a:pt x="5801424" y="3162841"/>
                  </a:lnTo>
                  <a:lnTo>
                    <a:pt x="5729802" y="3154165"/>
                  </a:lnTo>
                  <a:lnTo>
                    <a:pt x="5658179" y="3145255"/>
                  </a:lnTo>
                  <a:lnTo>
                    <a:pt x="5586557" y="3136104"/>
                  </a:lnTo>
                  <a:lnTo>
                    <a:pt x="5514934" y="3126706"/>
                  </a:lnTo>
                  <a:lnTo>
                    <a:pt x="5443311" y="3117054"/>
                  </a:lnTo>
                  <a:lnTo>
                    <a:pt x="5371689" y="3107141"/>
                  </a:lnTo>
                  <a:lnTo>
                    <a:pt x="5300066" y="3096959"/>
                  </a:lnTo>
                  <a:lnTo>
                    <a:pt x="5228444" y="3086503"/>
                  </a:lnTo>
                  <a:lnTo>
                    <a:pt x="5156821" y="3075764"/>
                  </a:lnTo>
                  <a:lnTo>
                    <a:pt x="5085199" y="3064734"/>
                  </a:lnTo>
                  <a:lnTo>
                    <a:pt x="5013576" y="3053406"/>
                  </a:lnTo>
                  <a:lnTo>
                    <a:pt x="4941954" y="3041773"/>
                  </a:lnTo>
                  <a:lnTo>
                    <a:pt x="4870331" y="3029824"/>
                  </a:lnTo>
                  <a:lnTo>
                    <a:pt x="4798709" y="3017553"/>
                  </a:lnTo>
                  <a:lnTo>
                    <a:pt x="4727086" y="3004949"/>
                  </a:lnTo>
                  <a:lnTo>
                    <a:pt x="4655464" y="2992005"/>
                  </a:lnTo>
                  <a:lnTo>
                    <a:pt x="4583841" y="2978712"/>
                  </a:lnTo>
                  <a:lnTo>
                    <a:pt x="4512219" y="2965058"/>
                  </a:lnTo>
                  <a:lnTo>
                    <a:pt x="4440596" y="2951036"/>
                  </a:lnTo>
                  <a:lnTo>
                    <a:pt x="4368974" y="2936635"/>
                  </a:lnTo>
                  <a:lnTo>
                    <a:pt x="4297351" y="2921844"/>
                  </a:lnTo>
                  <a:lnTo>
                    <a:pt x="4225729" y="2906653"/>
                  </a:lnTo>
                  <a:lnTo>
                    <a:pt x="4154106" y="2891052"/>
                  </a:lnTo>
                  <a:lnTo>
                    <a:pt x="4082483" y="2875029"/>
                  </a:lnTo>
                  <a:lnTo>
                    <a:pt x="4010861" y="2858572"/>
                  </a:lnTo>
                  <a:lnTo>
                    <a:pt x="3939238" y="2841671"/>
                  </a:lnTo>
                  <a:lnTo>
                    <a:pt x="3867616" y="2824313"/>
                  </a:lnTo>
                  <a:lnTo>
                    <a:pt x="3795993" y="2806486"/>
                  </a:lnTo>
                  <a:lnTo>
                    <a:pt x="3724371" y="2788177"/>
                  </a:lnTo>
                  <a:lnTo>
                    <a:pt x="3652748" y="2769373"/>
                  </a:lnTo>
                  <a:lnTo>
                    <a:pt x="3581126" y="2750060"/>
                  </a:lnTo>
                  <a:lnTo>
                    <a:pt x="3509503" y="2730225"/>
                  </a:lnTo>
                  <a:lnTo>
                    <a:pt x="3437881" y="2709854"/>
                  </a:lnTo>
                  <a:lnTo>
                    <a:pt x="3366258" y="2688933"/>
                  </a:lnTo>
                  <a:lnTo>
                    <a:pt x="3294636" y="2667446"/>
                  </a:lnTo>
                  <a:lnTo>
                    <a:pt x="3223013" y="2674472"/>
                  </a:lnTo>
                  <a:lnTo>
                    <a:pt x="3151391" y="2722780"/>
                  </a:lnTo>
                  <a:lnTo>
                    <a:pt x="3079768" y="2768205"/>
                  </a:lnTo>
                  <a:lnTo>
                    <a:pt x="3008146" y="2810918"/>
                  </a:lnTo>
                  <a:lnTo>
                    <a:pt x="2936523" y="2851082"/>
                  </a:lnTo>
                  <a:lnTo>
                    <a:pt x="2864901" y="2888848"/>
                  </a:lnTo>
                  <a:lnTo>
                    <a:pt x="2793278" y="2924359"/>
                  </a:lnTo>
                  <a:lnTo>
                    <a:pt x="2721655" y="2957751"/>
                  </a:lnTo>
                  <a:lnTo>
                    <a:pt x="2650033" y="2989150"/>
                  </a:lnTo>
                  <a:lnTo>
                    <a:pt x="2578410" y="3018674"/>
                  </a:lnTo>
                  <a:lnTo>
                    <a:pt x="2506788" y="3046436"/>
                  </a:lnTo>
                  <a:lnTo>
                    <a:pt x="2435165" y="3072541"/>
                  </a:lnTo>
                  <a:lnTo>
                    <a:pt x="2363543" y="3097087"/>
                  </a:lnTo>
                  <a:lnTo>
                    <a:pt x="2291920" y="3120168"/>
                  </a:lnTo>
                  <a:lnTo>
                    <a:pt x="2220298" y="3141871"/>
                  </a:lnTo>
                  <a:lnTo>
                    <a:pt x="2148675" y="3162279"/>
                  </a:lnTo>
                  <a:lnTo>
                    <a:pt x="2077053" y="3181469"/>
                  </a:lnTo>
                  <a:lnTo>
                    <a:pt x="2005430" y="3199513"/>
                  </a:lnTo>
                  <a:lnTo>
                    <a:pt x="1933808" y="3216480"/>
                  </a:lnTo>
                  <a:lnTo>
                    <a:pt x="1862185" y="3232434"/>
                  </a:lnTo>
                  <a:lnTo>
                    <a:pt x="1790563" y="3247436"/>
                  </a:lnTo>
                  <a:lnTo>
                    <a:pt x="1718940" y="3261542"/>
                  </a:lnTo>
                  <a:lnTo>
                    <a:pt x="1647318" y="3274806"/>
                  </a:lnTo>
                  <a:lnTo>
                    <a:pt x="1575695" y="3287278"/>
                  </a:lnTo>
                  <a:lnTo>
                    <a:pt x="1504073" y="3299006"/>
                  </a:lnTo>
                  <a:lnTo>
                    <a:pt x="1432450" y="3310034"/>
                  </a:lnTo>
                  <a:lnTo>
                    <a:pt x="1360827" y="3320404"/>
                  </a:lnTo>
                  <a:lnTo>
                    <a:pt x="1289205" y="3330154"/>
                  </a:lnTo>
                  <a:lnTo>
                    <a:pt x="1217582" y="3339323"/>
                  </a:lnTo>
                  <a:lnTo>
                    <a:pt x="1145960" y="3347944"/>
                  </a:lnTo>
                  <a:lnTo>
                    <a:pt x="1074337" y="3356050"/>
                  </a:lnTo>
                  <a:lnTo>
                    <a:pt x="1002715" y="3363673"/>
                  </a:lnTo>
                  <a:lnTo>
                    <a:pt x="931092" y="3370841"/>
                  </a:lnTo>
                  <a:lnTo>
                    <a:pt x="859470" y="3377580"/>
                  </a:lnTo>
                  <a:lnTo>
                    <a:pt x="787847" y="3383918"/>
                  </a:lnTo>
                  <a:lnTo>
                    <a:pt x="716225" y="3389877"/>
                  </a:lnTo>
                  <a:lnTo>
                    <a:pt x="644602" y="3395480"/>
                  </a:lnTo>
                  <a:lnTo>
                    <a:pt x="572980" y="3400749"/>
                  </a:lnTo>
                  <a:lnTo>
                    <a:pt x="501357" y="3405704"/>
                  </a:lnTo>
                  <a:lnTo>
                    <a:pt x="429735" y="3410362"/>
                  </a:lnTo>
                  <a:lnTo>
                    <a:pt x="358112" y="3414743"/>
                  </a:lnTo>
                  <a:lnTo>
                    <a:pt x="286490" y="3418862"/>
                  </a:lnTo>
                  <a:lnTo>
                    <a:pt x="214867" y="3422735"/>
                  </a:lnTo>
                  <a:lnTo>
                    <a:pt x="143245" y="3426377"/>
                  </a:lnTo>
                  <a:lnTo>
                    <a:pt x="71622" y="3429802"/>
                  </a:lnTo>
                  <a:lnTo>
                    <a:pt x="0" y="34330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4921182" cy="2645377"/>
            </a:xfrm>
            <a:custGeom>
              <a:avLst/>
              <a:pathLst>
                <a:path w="4921182" h="2645377">
                  <a:moveTo>
                    <a:pt x="0" y="699180"/>
                  </a:moveTo>
                  <a:lnTo>
                    <a:pt x="71622" y="772478"/>
                  </a:lnTo>
                  <a:lnTo>
                    <a:pt x="143245" y="843845"/>
                  </a:lnTo>
                  <a:lnTo>
                    <a:pt x="214867" y="913335"/>
                  </a:lnTo>
                  <a:lnTo>
                    <a:pt x="286490" y="980995"/>
                  </a:lnTo>
                  <a:lnTo>
                    <a:pt x="358112" y="1046874"/>
                  </a:lnTo>
                  <a:lnTo>
                    <a:pt x="429735" y="1111019"/>
                  </a:lnTo>
                  <a:lnTo>
                    <a:pt x="501357" y="1173475"/>
                  </a:lnTo>
                  <a:lnTo>
                    <a:pt x="572980" y="1234288"/>
                  </a:lnTo>
                  <a:lnTo>
                    <a:pt x="644602" y="1293500"/>
                  </a:lnTo>
                  <a:lnTo>
                    <a:pt x="716225" y="1351153"/>
                  </a:lnTo>
                  <a:lnTo>
                    <a:pt x="787847" y="1407288"/>
                  </a:lnTo>
                  <a:lnTo>
                    <a:pt x="859470" y="1461946"/>
                  </a:lnTo>
                  <a:lnTo>
                    <a:pt x="931092" y="1515165"/>
                  </a:lnTo>
                  <a:lnTo>
                    <a:pt x="1002715" y="1566984"/>
                  </a:lnTo>
                  <a:lnTo>
                    <a:pt x="1074337" y="1617438"/>
                  </a:lnTo>
                  <a:lnTo>
                    <a:pt x="1145960" y="1666564"/>
                  </a:lnTo>
                  <a:lnTo>
                    <a:pt x="1217582" y="1714397"/>
                  </a:lnTo>
                  <a:lnTo>
                    <a:pt x="1289205" y="1760971"/>
                  </a:lnTo>
                  <a:lnTo>
                    <a:pt x="1360827" y="1806319"/>
                  </a:lnTo>
                  <a:lnTo>
                    <a:pt x="1432450" y="1850474"/>
                  </a:lnTo>
                  <a:lnTo>
                    <a:pt x="1504073" y="1893466"/>
                  </a:lnTo>
                  <a:lnTo>
                    <a:pt x="1575695" y="1935326"/>
                  </a:lnTo>
                  <a:lnTo>
                    <a:pt x="1647318" y="1976085"/>
                  </a:lnTo>
                  <a:lnTo>
                    <a:pt x="1718940" y="2015770"/>
                  </a:lnTo>
                  <a:lnTo>
                    <a:pt x="1790563" y="2054411"/>
                  </a:lnTo>
                  <a:lnTo>
                    <a:pt x="1862185" y="2092035"/>
                  </a:lnTo>
                  <a:lnTo>
                    <a:pt x="1933808" y="2128669"/>
                  </a:lnTo>
                  <a:lnTo>
                    <a:pt x="2005430" y="2164338"/>
                  </a:lnTo>
                  <a:lnTo>
                    <a:pt x="2077053" y="2199069"/>
                  </a:lnTo>
                  <a:lnTo>
                    <a:pt x="2148675" y="2232885"/>
                  </a:lnTo>
                  <a:lnTo>
                    <a:pt x="2220298" y="2265811"/>
                  </a:lnTo>
                  <a:lnTo>
                    <a:pt x="2291920" y="2297870"/>
                  </a:lnTo>
                  <a:lnTo>
                    <a:pt x="2363543" y="2329085"/>
                  </a:lnTo>
                  <a:lnTo>
                    <a:pt x="2435165" y="2359479"/>
                  </a:lnTo>
                  <a:lnTo>
                    <a:pt x="2506788" y="2389073"/>
                  </a:lnTo>
                  <a:lnTo>
                    <a:pt x="2578410" y="2417888"/>
                  </a:lnTo>
                  <a:lnTo>
                    <a:pt x="2650033" y="2445944"/>
                  </a:lnTo>
                  <a:lnTo>
                    <a:pt x="2721655" y="2473262"/>
                  </a:lnTo>
                  <a:lnTo>
                    <a:pt x="2793278" y="2499860"/>
                  </a:lnTo>
                  <a:lnTo>
                    <a:pt x="2864901" y="2525759"/>
                  </a:lnTo>
                  <a:lnTo>
                    <a:pt x="2936523" y="2550976"/>
                  </a:lnTo>
                  <a:lnTo>
                    <a:pt x="3008146" y="2575529"/>
                  </a:lnTo>
                  <a:lnTo>
                    <a:pt x="3079768" y="2599435"/>
                  </a:lnTo>
                  <a:lnTo>
                    <a:pt x="3151391" y="2622713"/>
                  </a:lnTo>
                  <a:lnTo>
                    <a:pt x="3223013" y="2645377"/>
                  </a:lnTo>
                  <a:lnTo>
                    <a:pt x="3294636" y="2623096"/>
                  </a:lnTo>
                  <a:lnTo>
                    <a:pt x="3366258" y="2568459"/>
                  </a:lnTo>
                  <a:lnTo>
                    <a:pt x="3437881" y="2510354"/>
                  </a:lnTo>
                  <a:lnTo>
                    <a:pt x="3509503" y="2448560"/>
                  </a:lnTo>
                  <a:lnTo>
                    <a:pt x="3581126" y="2382843"/>
                  </a:lnTo>
                  <a:lnTo>
                    <a:pt x="3652748" y="2312954"/>
                  </a:lnTo>
                  <a:lnTo>
                    <a:pt x="3724371" y="2238629"/>
                  </a:lnTo>
                  <a:lnTo>
                    <a:pt x="3795993" y="2159585"/>
                  </a:lnTo>
                  <a:lnTo>
                    <a:pt x="3867616" y="2075523"/>
                  </a:lnTo>
                  <a:lnTo>
                    <a:pt x="3939238" y="1986124"/>
                  </a:lnTo>
                  <a:lnTo>
                    <a:pt x="4010861" y="1891051"/>
                  </a:lnTo>
                  <a:lnTo>
                    <a:pt x="4082483" y="1789941"/>
                  </a:lnTo>
                  <a:lnTo>
                    <a:pt x="4154106" y="1682413"/>
                  </a:lnTo>
                  <a:lnTo>
                    <a:pt x="4225729" y="1568059"/>
                  </a:lnTo>
                  <a:lnTo>
                    <a:pt x="4297351" y="1446445"/>
                  </a:lnTo>
                  <a:lnTo>
                    <a:pt x="4368974" y="1317110"/>
                  </a:lnTo>
                  <a:lnTo>
                    <a:pt x="4440596" y="1179566"/>
                  </a:lnTo>
                  <a:lnTo>
                    <a:pt x="4512219" y="1033289"/>
                  </a:lnTo>
                  <a:lnTo>
                    <a:pt x="4583841" y="877726"/>
                  </a:lnTo>
                  <a:lnTo>
                    <a:pt x="4655464" y="712288"/>
                  </a:lnTo>
                  <a:lnTo>
                    <a:pt x="4727086" y="536347"/>
                  </a:lnTo>
                  <a:lnTo>
                    <a:pt x="4798709" y="349236"/>
                  </a:lnTo>
                  <a:lnTo>
                    <a:pt x="4870331" y="150248"/>
                  </a:lnTo>
                  <a:lnTo>
                    <a:pt x="492118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40949"/>
              <a:ext cx="7090630" cy="765576"/>
            </a:xfrm>
            <a:custGeom>
              <a:avLst/>
              <a:pathLst>
                <a:path w="7090630" h="765576">
                  <a:moveTo>
                    <a:pt x="7090630" y="617760"/>
                  </a:moveTo>
                  <a:lnTo>
                    <a:pt x="7019007" y="612393"/>
                  </a:lnTo>
                  <a:lnTo>
                    <a:pt x="6947385" y="606880"/>
                  </a:lnTo>
                  <a:lnTo>
                    <a:pt x="6875762" y="601219"/>
                  </a:lnTo>
                  <a:lnTo>
                    <a:pt x="6804139" y="595404"/>
                  </a:lnTo>
                  <a:lnTo>
                    <a:pt x="6732517" y="589432"/>
                  </a:lnTo>
                  <a:lnTo>
                    <a:pt x="6660894" y="583299"/>
                  </a:lnTo>
                  <a:lnTo>
                    <a:pt x="6589272" y="577000"/>
                  </a:lnTo>
                  <a:lnTo>
                    <a:pt x="6517649" y="570531"/>
                  </a:lnTo>
                  <a:lnTo>
                    <a:pt x="6446027" y="563887"/>
                  </a:lnTo>
                  <a:lnTo>
                    <a:pt x="6374404" y="557063"/>
                  </a:lnTo>
                  <a:lnTo>
                    <a:pt x="6302782" y="550055"/>
                  </a:lnTo>
                  <a:lnTo>
                    <a:pt x="6231159" y="542857"/>
                  </a:lnTo>
                  <a:lnTo>
                    <a:pt x="6159537" y="535464"/>
                  </a:lnTo>
                  <a:lnTo>
                    <a:pt x="6087914" y="527872"/>
                  </a:lnTo>
                  <a:lnTo>
                    <a:pt x="6016292" y="520075"/>
                  </a:lnTo>
                  <a:lnTo>
                    <a:pt x="5944669" y="512067"/>
                  </a:lnTo>
                  <a:lnTo>
                    <a:pt x="5873047" y="503842"/>
                  </a:lnTo>
                  <a:lnTo>
                    <a:pt x="5801424" y="495395"/>
                  </a:lnTo>
                  <a:lnTo>
                    <a:pt x="5729802" y="486719"/>
                  </a:lnTo>
                  <a:lnTo>
                    <a:pt x="5658179" y="477809"/>
                  </a:lnTo>
                  <a:lnTo>
                    <a:pt x="5586557" y="468658"/>
                  </a:lnTo>
                  <a:lnTo>
                    <a:pt x="5514934" y="459260"/>
                  </a:lnTo>
                  <a:lnTo>
                    <a:pt x="5443311" y="449608"/>
                  </a:lnTo>
                  <a:lnTo>
                    <a:pt x="5371689" y="439695"/>
                  </a:lnTo>
                  <a:lnTo>
                    <a:pt x="5300066" y="429513"/>
                  </a:lnTo>
                  <a:lnTo>
                    <a:pt x="5228444" y="419057"/>
                  </a:lnTo>
                  <a:lnTo>
                    <a:pt x="5156821" y="408318"/>
                  </a:lnTo>
                  <a:lnTo>
                    <a:pt x="5085199" y="397288"/>
                  </a:lnTo>
                  <a:lnTo>
                    <a:pt x="5013576" y="385960"/>
                  </a:lnTo>
                  <a:lnTo>
                    <a:pt x="4941954" y="374326"/>
                  </a:lnTo>
                  <a:lnTo>
                    <a:pt x="4870331" y="362378"/>
                  </a:lnTo>
                  <a:lnTo>
                    <a:pt x="4798709" y="350107"/>
                  </a:lnTo>
                  <a:lnTo>
                    <a:pt x="4727086" y="337503"/>
                  </a:lnTo>
                  <a:lnTo>
                    <a:pt x="4655464" y="324559"/>
                  </a:lnTo>
                  <a:lnTo>
                    <a:pt x="4583841" y="311266"/>
                  </a:lnTo>
                  <a:lnTo>
                    <a:pt x="4512219" y="297612"/>
                  </a:lnTo>
                  <a:lnTo>
                    <a:pt x="4440596" y="283590"/>
                  </a:lnTo>
                  <a:lnTo>
                    <a:pt x="4368974" y="269188"/>
                  </a:lnTo>
                  <a:lnTo>
                    <a:pt x="4297351" y="254398"/>
                  </a:lnTo>
                  <a:lnTo>
                    <a:pt x="4225729" y="239207"/>
                  </a:lnTo>
                  <a:lnTo>
                    <a:pt x="4154106" y="223606"/>
                  </a:lnTo>
                  <a:lnTo>
                    <a:pt x="4082483" y="207583"/>
                  </a:lnTo>
                  <a:lnTo>
                    <a:pt x="4010861" y="191126"/>
                  </a:lnTo>
                  <a:lnTo>
                    <a:pt x="3939238" y="174225"/>
                  </a:lnTo>
                  <a:lnTo>
                    <a:pt x="3867616" y="156867"/>
                  </a:lnTo>
                  <a:lnTo>
                    <a:pt x="3795993" y="139040"/>
                  </a:lnTo>
                  <a:lnTo>
                    <a:pt x="3724371" y="120731"/>
                  </a:lnTo>
                  <a:lnTo>
                    <a:pt x="3652748" y="101927"/>
                  </a:lnTo>
                  <a:lnTo>
                    <a:pt x="3581126" y="82614"/>
                  </a:lnTo>
                  <a:lnTo>
                    <a:pt x="3509503" y="62779"/>
                  </a:lnTo>
                  <a:lnTo>
                    <a:pt x="3437881" y="42408"/>
                  </a:lnTo>
                  <a:lnTo>
                    <a:pt x="3366258" y="21487"/>
                  </a:lnTo>
                  <a:lnTo>
                    <a:pt x="3294636" y="0"/>
                  </a:lnTo>
                  <a:lnTo>
                    <a:pt x="3223013" y="7026"/>
                  </a:lnTo>
                  <a:lnTo>
                    <a:pt x="3151391" y="55334"/>
                  </a:lnTo>
                  <a:lnTo>
                    <a:pt x="3079768" y="100759"/>
                  </a:lnTo>
                  <a:lnTo>
                    <a:pt x="3008146" y="143472"/>
                  </a:lnTo>
                  <a:lnTo>
                    <a:pt x="2936523" y="183636"/>
                  </a:lnTo>
                  <a:lnTo>
                    <a:pt x="2864901" y="221402"/>
                  </a:lnTo>
                  <a:lnTo>
                    <a:pt x="2793278" y="256913"/>
                  </a:lnTo>
                  <a:lnTo>
                    <a:pt x="2721655" y="290305"/>
                  </a:lnTo>
                  <a:lnTo>
                    <a:pt x="2650033" y="321704"/>
                  </a:lnTo>
                  <a:lnTo>
                    <a:pt x="2578410" y="351228"/>
                  </a:lnTo>
                  <a:lnTo>
                    <a:pt x="2506788" y="378990"/>
                  </a:lnTo>
                  <a:lnTo>
                    <a:pt x="2435165" y="405095"/>
                  </a:lnTo>
                  <a:lnTo>
                    <a:pt x="2363543" y="429641"/>
                  </a:lnTo>
                  <a:lnTo>
                    <a:pt x="2291920" y="452722"/>
                  </a:lnTo>
                  <a:lnTo>
                    <a:pt x="2220298" y="474425"/>
                  </a:lnTo>
                  <a:lnTo>
                    <a:pt x="2148675" y="494833"/>
                  </a:lnTo>
                  <a:lnTo>
                    <a:pt x="2077053" y="514023"/>
                  </a:lnTo>
                  <a:lnTo>
                    <a:pt x="2005430" y="532067"/>
                  </a:lnTo>
                  <a:lnTo>
                    <a:pt x="1933808" y="549034"/>
                  </a:lnTo>
                  <a:lnTo>
                    <a:pt x="1862185" y="564988"/>
                  </a:lnTo>
                  <a:lnTo>
                    <a:pt x="1790563" y="579990"/>
                  </a:lnTo>
                  <a:lnTo>
                    <a:pt x="1718940" y="594096"/>
                  </a:lnTo>
                  <a:lnTo>
                    <a:pt x="1647318" y="607360"/>
                  </a:lnTo>
                  <a:lnTo>
                    <a:pt x="1575695" y="619832"/>
                  </a:lnTo>
                  <a:lnTo>
                    <a:pt x="1504073" y="631560"/>
                  </a:lnTo>
                  <a:lnTo>
                    <a:pt x="1432450" y="642588"/>
                  </a:lnTo>
                  <a:lnTo>
                    <a:pt x="1360827" y="652958"/>
                  </a:lnTo>
                  <a:lnTo>
                    <a:pt x="1289205" y="662708"/>
                  </a:lnTo>
                  <a:lnTo>
                    <a:pt x="1217582" y="671877"/>
                  </a:lnTo>
                  <a:lnTo>
                    <a:pt x="1145960" y="680498"/>
                  </a:lnTo>
                  <a:lnTo>
                    <a:pt x="1074337" y="688604"/>
                  </a:lnTo>
                  <a:lnTo>
                    <a:pt x="1002715" y="696227"/>
                  </a:lnTo>
                  <a:lnTo>
                    <a:pt x="931092" y="703395"/>
                  </a:lnTo>
                  <a:lnTo>
                    <a:pt x="859470" y="710134"/>
                  </a:lnTo>
                  <a:lnTo>
                    <a:pt x="787847" y="716472"/>
                  </a:lnTo>
                  <a:lnTo>
                    <a:pt x="716225" y="722431"/>
                  </a:lnTo>
                  <a:lnTo>
                    <a:pt x="644602" y="728034"/>
                  </a:lnTo>
                  <a:lnTo>
                    <a:pt x="572980" y="733303"/>
                  </a:lnTo>
                  <a:lnTo>
                    <a:pt x="501357" y="738258"/>
                  </a:lnTo>
                  <a:lnTo>
                    <a:pt x="429735" y="742916"/>
                  </a:lnTo>
                  <a:lnTo>
                    <a:pt x="358112" y="747297"/>
                  </a:lnTo>
                  <a:lnTo>
                    <a:pt x="286490" y="751416"/>
                  </a:lnTo>
                  <a:lnTo>
                    <a:pt x="214867" y="755289"/>
                  </a:lnTo>
                  <a:lnTo>
                    <a:pt x="143245" y="758931"/>
                  </a:lnTo>
                  <a:lnTo>
                    <a:pt x="71622" y="762356"/>
                  </a:lnTo>
                  <a:lnTo>
                    <a:pt x="0" y="7655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445225"/>
              <a:ext cx="7090630" cy="1736197"/>
            </a:xfrm>
            <a:custGeom>
              <a:avLst/>
              <a:pathLst>
                <a:path w="7090630" h="1736197">
                  <a:moveTo>
                    <a:pt x="0" y="1736197"/>
                  </a:moveTo>
                  <a:lnTo>
                    <a:pt x="71622" y="1729586"/>
                  </a:lnTo>
                  <a:lnTo>
                    <a:pt x="143245" y="1722859"/>
                  </a:lnTo>
                  <a:lnTo>
                    <a:pt x="214867" y="1716014"/>
                  </a:lnTo>
                  <a:lnTo>
                    <a:pt x="286490" y="1709048"/>
                  </a:lnTo>
                  <a:lnTo>
                    <a:pt x="358112" y="1701960"/>
                  </a:lnTo>
                  <a:lnTo>
                    <a:pt x="429735" y="1694747"/>
                  </a:lnTo>
                  <a:lnTo>
                    <a:pt x="501357" y="1687407"/>
                  </a:lnTo>
                  <a:lnTo>
                    <a:pt x="572980" y="1679938"/>
                  </a:lnTo>
                  <a:lnTo>
                    <a:pt x="644602" y="1672337"/>
                  </a:lnTo>
                  <a:lnTo>
                    <a:pt x="716225" y="1664603"/>
                  </a:lnTo>
                  <a:lnTo>
                    <a:pt x="787847" y="1656733"/>
                  </a:lnTo>
                  <a:lnTo>
                    <a:pt x="859470" y="1648724"/>
                  </a:lnTo>
                  <a:lnTo>
                    <a:pt x="931092" y="1640575"/>
                  </a:lnTo>
                  <a:lnTo>
                    <a:pt x="1002715" y="1632282"/>
                  </a:lnTo>
                  <a:lnTo>
                    <a:pt x="1074337" y="1623843"/>
                  </a:lnTo>
                  <a:lnTo>
                    <a:pt x="1145960" y="1615256"/>
                  </a:lnTo>
                  <a:lnTo>
                    <a:pt x="1217582" y="1606518"/>
                  </a:lnTo>
                  <a:lnTo>
                    <a:pt x="1289205" y="1597626"/>
                  </a:lnTo>
                  <a:lnTo>
                    <a:pt x="1360827" y="1588578"/>
                  </a:lnTo>
                  <a:lnTo>
                    <a:pt x="1432450" y="1579371"/>
                  </a:lnTo>
                  <a:lnTo>
                    <a:pt x="1504073" y="1570001"/>
                  </a:lnTo>
                  <a:lnTo>
                    <a:pt x="1575695" y="1560467"/>
                  </a:lnTo>
                  <a:lnTo>
                    <a:pt x="1647318" y="1550765"/>
                  </a:lnTo>
                  <a:lnTo>
                    <a:pt x="1718940" y="1540893"/>
                  </a:lnTo>
                  <a:lnTo>
                    <a:pt x="1790563" y="1530846"/>
                  </a:lnTo>
                  <a:lnTo>
                    <a:pt x="1862185" y="1520623"/>
                  </a:lnTo>
                  <a:lnTo>
                    <a:pt x="1933808" y="1510221"/>
                  </a:lnTo>
                  <a:lnTo>
                    <a:pt x="2005430" y="1499635"/>
                  </a:lnTo>
                  <a:lnTo>
                    <a:pt x="2077053" y="1488863"/>
                  </a:lnTo>
                  <a:lnTo>
                    <a:pt x="2148675" y="1477902"/>
                  </a:lnTo>
                  <a:lnTo>
                    <a:pt x="2220298" y="1466747"/>
                  </a:lnTo>
                  <a:lnTo>
                    <a:pt x="2291920" y="1455397"/>
                  </a:lnTo>
                  <a:lnTo>
                    <a:pt x="2363543" y="1443847"/>
                  </a:lnTo>
                  <a:lnTo>
                    <a:pt x="2435165" y="1432094"/>
                  </a:lnTo>
                  <a:lnTo>
                    <a:pt x="2506788" y="1420134"/>
                  </a:lnTo>
                  <a:lnTo>
                    <a:pt x="2578410" y="1407963"/>
                  </a:lnTo>
                  <a:lnTo>
                    <a:pt x="2650033" y="1395579"/>
                  </a:lnTo>
                  <a:lnTo>
                    <a:pt x="2721655" y="1382977"/>
                  </a:lnTo>
                  <a:lnTo>
                    <a:pt x="2793278" y="1370153"/>
                  </a:lnTo>
                  <a:lnTo>
                    <a:pt x="2864901" y="1357103"/>
                  </a:lnTo>
                  <a:lnTo>
                    <a:pt x="2936523" y="1343824"/>
                  </a:lnTo>
                  <a:lnTo>
                    <a:pt x="3008146" y="1330311"/>
                  </a:lnTo>
                  <a:lnTo>
                    <a:pt x="3079768" y="1316561"/>
                  </a:lnTo>
                  <a:lnTo>
                    <a:pt x="3151391" y="1302569"/>
                  </a:lnTo>
                  <a:lnTo>
                    <a:pt x="3223013" y="1288330"/>
                  </a:lnTo>
                  <a:lnTo>
                    <a:pt x="3294636" y="1273842"/>
                  </a:lnTo>
                  <a:lnTo>
                    <a:pt x="3366258" y="1259098"/>
                  </a:lnTo>
                  <a:lnTo>
                    <a:pt x="3437881" y="1244095"/>
                  </a:lnTo>
                  <a:lnTo>
                    <a:pt x="3509503" y="1228828"/>
                  </a:lnTo>
                  <a:lnTo>
                    <a:pt x="3581126" y="1213293"/>
                  </a:lnTo>
                  <a:lnTo>
                    <a:pt x="3652748" y="1197484"/>
                  </a:lnTo>
                  <a:lnTo>
                    <a:pt x="3724371" y="1181397"/>
                  </a:lnTo>
                  <a:lnTo>
                    <a:pt x="3795993" y="1165028"/>
                  </a:lnTo>
                  <a:lnTo>
                    <a:pt x="3867616" y="1148370"/>
                  </a:lnTo>
                  <a:lnTo>
                    <a:pt x="3939238" y="1131419"/>
                  </a:lnTo>
                  <a:lnTo>
                    <a:pt x="4010861" y="1114170"/>
                  </a:lnTo>
                  <a:lnTo>
                    <a:pt x="4082483" y="1096618"/>
                  </a:lnTo>
                  <a:lnTo>
                    <a:pt x="4154106" y="1078757"/>
                  </a:lnTo>
                  <a:lnTo>
                    <a:pt x="4225729" y="1060582"/>
                  </a:lnTo>
                  <a:lnTo>
                    <a:pt x="4297351" y="1042087"/>
                  </a:lnTo>
                  <a:lnTo>
                    <a:pt x="4368974" y="1023267"/>
                  </a:lnTo>
                  <a:lnTo>
                    <a:pt x="4440596" y="1004115"/>
                  </a:lnTo>
                  <a:lnTo>
                    <a:pt x="4512219" y="984627"/>
                  </a:lnTo>
                  <a:lnTo>
                    <a:pt x="4583841" y="964796"/>
                  </a:lnTo>
                  <a:lnTo>
                    <a:pt x="4655464" y="944617"/>
                  </a:lnTo>
                  <a:lnTo>
                    <a:pt x="4727086" y="924082"/>
                  </a:lnTo>
                  <a:lnTo>
                    <a:pt x="4798709" y="903186"/>
                  </a:lnTo>
                  <a:lnTo>
                    <a:pt x="4870331" y="881923"/>
                  </a:lnTo>
                  <a:lnTo>
                    <a:pt x="4941954" y="860285"/>
                  </a:lnTo>
                  <a:lnTo>
                    <a:pt x="5013576" y="838267"/>
                  </a:lnTo>
                  <a:lnTo>
                    <a:pt x="5085199" y="815861"/>
                  </a:lnTo>
                  <a:lnTo>
                    <a:pt x="5156821" y="793062"/>
                  </a:lnTo>
                  <a:lnTo>
                    <a:pt x="5228444" y="769861"/>
                  </a:lnTo>
                  <a:lnTo>
                    <a:pt x="5300066" y="746253"/>
                  </a:lnTo>
                  <a:lnTo>
                    <a:pt x="5371689" y="722229"/>
                  </a:lnTo>
                  <a:lnTo>
                    <a:pt x="5443311" y="697782"/>
                  </a:lnTo>
                  <a:lnTo>
                    <a:pt x="5514934" y="672906"/>
                  </a:lnTo>
                  <a:lnTo>
                    <a:pt x="5586557" y="647592"/>
                  </a:lnTo>
                  <a:lnTo>
                    <a:pt x="5658179" y="621832"/>
                  </a:lnTo>
                  <a:lnTo>
                    <a:pt x="5729802" y="595620"/>
                  </a:lnTo>
                  <a:lnTo>
                    <a:pt x="5801424" y="568946"/>
                  </a:lnTo>
                  <a:lnTo>
                    <a:pt x="5873047" y="541803"/>
                  </a:lnTo>
                  <a:lnTo>
                    <a:pt x="5944669" y="514183"/>
                  </a:lnTo>
                  <a:lnTo>
                    <a:pt x="6016292" y="486077"/>
                  </a:lnTo>
                  <a:lnTo>
                    <a:pt x="6087914" y="457477"/>
                  </a:lnTo>
                  <a:lnTo>
                    <a:pt x="6159537" y="428373"/>
                  </a:lnTo>
                  <a:lnTo>
                    <a:pt x="6231159" y="398758"/>
                  </a:lnTo>
                  <a:lnTo>
                    <a:pt x="6302782" y="368621"/>
                  </a:lnTo>
                  <a:lnTo>
                    <a:pt x="6374404" y="337955"/>
                  </a:lnTo>
                  <a:lnTo>
                    <a:pt x="6446027" y="306749"/>
                  </a:lnTo>
                  <a:lnTo>
                    <a:pt x="6517649" y="274994"/>
                  </a:lnTo>
                  <a:lnTo>
                    <a:pt x="6589272" y="242681"/>
                  </a:lnTo>
                  <a:lnTo>
                    <a:pt x="6660894" y="209799"/>
                  </a:lnTo>
                  <a:lnTo>
                    <a:pt x="6732517" y="176339"/>
                  </a:lnTo>
                  <a:lnTo>
                    <a:pt x="6804139" y="142290"/>
                  </a:lnTo>
                  <a:lnTo>
                    <a:pt x="6875762" y="107642"/>
                  </a:lnTo>
                  <a:lnTo>
                    <a:pt x="6947385" y="72385"/>
                  </a:lnTo>
                  <a:lnTo>
                    <a:pt x="7019007" y="36508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0.82 (0.49-1.37), p_Bonf = 1.000 (n = 6)  |  per IQR decline (Δ = 23.5 %): 0.62 (0.18-2.08)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2026-10-09T13:21:38Z</dcterms:modified>
  <cp:category/>
</cp:coreProperties>
</file>