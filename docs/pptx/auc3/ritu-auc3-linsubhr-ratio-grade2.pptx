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91590"/>
            </a:xfrm>
            <a:custGeom>
              <a:avLst/>
              <a:pathLst>
                <a:path w="7090630" h="3391590">
                  <a:moveTo>
                    <a:pt x="316860" y="0"/>
                  </a:moveTo>
                  <a:lnTo>
                    <a:pt x="358112" y="76825"/>
                  </a:lnTo>
                  <a:lnTo>
                    <a:pt x="429735" y="205188"/>
                  </a:lnTo>
                  <a:lnTo>
                    <a:pt x="501357" y="328714"/>
                  </a:lnTo>
                  <a:lnTo>
                    <a:pt x="572980" y="447586"/>
                  </a:lnTo>
                  <a:lnTo>
                    <a:pt x="644602" y="561979"/>
                  </a:lnTo>
                  <a:lnTo>
                    <a:pt x="716225" y="672062"/>
                  </a:lnTo>
                  <a:lnTo>
                    <a:pt x="787847" y="777997"/>
                  </a:lnTo>
                  <a:lnTo>
                    <a:pt x="859470" y="879942"/>
                  </a:lnTo>
                  <a:lnTo>
                    <a:pt x="931092" y="978045"/>
                  </a:lnTo>
                  <a:lnTo>
                    <a:pt x="1002715" y="1072452"/>
                  </a:lnTo>
                  <a:lnTo>
                    <a:pt x="1074337" y="1163302"/>
                  </a:lnTo>
                  <a:lnTo>
                    <a:pt x="1145960" y="1250729"/>
                  </a:lnTo>
                  <a:lnTo>
                    <a:pt x="1217582" y="1334863"/>
                  </a:lnTo>
                  <a:lnTo>
                    <a:pt x="1289205" y="1415826"/>
                  </a:lnTo>
                  <a:lnTo>
                    <a:pt x="1360827" y="1493739"/>
                  </a:lnTo>
                  <a:lnTo>
                    <a:pt x="1432450" y="1568716"/>
                  </a:lnTo>
                  <a:lnTo>
                    <a:pt x="1504073" y="1640868"/>
                  </a:lnTo>
                  <a:lnTo>
                    <a:pt x="1575695" y="1710302"/>
                  </a:lnTo>
                  <a:lnTo>
                    <a:pt x="1647318" y="1777120"/>
                  </a:lnTo>
                  <a:lnTo>
                    <a:pt x="1718940" y="1841421"/>
                  </a:lnTo>
                  <a:lnTo>
                    <a:pt x="1790563" y="1903298"/>
                  </a:lnTo>
                  <a:lnTo>
                    <a:pt x="1862185" y="1962845"/>
                  </a:lnTo>
                  <a:lnTo>
                    <a:pt x="1933808" y="2020148"/>
                  </a:lnTo>
                  <a:lnTo>
                    <a:pt x="2005430" y="2075292"/>
                  </a:lnTo>
                  <a:lnTo>
                    <a:pt x="2077053" y="2128358"/>
                  </a:lnTo>
                  <a:lnTo>
                    <a:pt x="2148675" y="2179425"/>
                  </a:lnTo>
                  <a:lnTo>
                    <a:pt x="2220298" y="2228567"/>
                  </a:lnTo>
                  <a:lnTo>
                    <a:pt x="2291920" y="2275859"/>
                  </a:lnTo>
                  <a:lnTo>
                    <a:pt x="2363543" y="2321368"/>
                  </a:lnTo>
                  <a:lnTo>
                    <a:pt x="2435165" y="2365163"/>
                  </a:lnTo>
                  <a:lnTo>
                    <a:pt x="2506788" y="2407308"/>
                  </a:lnTo>
                  <a:lnTo>
                    <a:pt x="2578410" y="2447865"/>
                  </a:lnTo>
                  <a:lnTo>
                    <a:pt x="2650033" y="2486893"/>
                  </a:lnTo>
                  <a:lnTo>
                    <a:pt x="2721655" y="2524452"/>
                  </a:lnTo>
                  <a:lnTo>
                    <a:pt x="2793278" y="2560595"/>
                  </a:lnTo>
                  <a:lnTo>
                    <a:pt x="2864901" y="2595377"/>
                  </a:lnTo>
                  <a:lnTo>
                    <a:pt x="2936523" y="2628848"/>
                  </a:lnTo>
                  <a:lnTo>
                    <a:pt x="3008146" y="2655217"/>
                  </a:lnTo>
                  <a:lnTo>
                    <a:pt x="3079768" y="2659577"/>
                  </a:lnTo>
                  <a:lnTo>
                    <a:pt x="3151391" y="2663914"/>
                  </a:lnTo>
                  <a:lnTo>
                    <a:pt x="3223013" y="2668228"/>
                  </a:lnTo>
                  <a:lnTo>
                    <a:pt x="3294636" y="2672519"/>
                  </a:lnTo>
                  <a:lnTo>
                    <a:pt x="3366258" y="2676788"/>
                  </a:lnTo>
                  <a:lnTo>
                    <a:pt x="3437881" y="2681034"/>
                  </a:lnTo>
                  <a:lnTo>
                    <a:pt x="3509503" y="2685258"/>
                  </a:lnTo>
                  <a:lnTo>
                    <a:pt x="3581126" y="2689460"/>
                  </a:lnTo>
                  <a:lnTo>
                    <a:pt x="3652748" y="2693639"/>
                  </a:lnTo>
                  <a:lnTo>
                    <a:pt x="3724371" y="2697797"/>
                  </a:lnTo>
                  <a:lnTo>
                    <a:pt x="3795993" y="2701933"/>
                  </a:lnTo>
                  <a:lnTo>
                    <a:pt x="3867616" y="2706047"/>
                  </a:lnTo>
                  <a:lnTo>
                    <a:pt x="3939238" y="2710139"/>
                  </a:lnTo>
                  <a:lnTo>
                    <a:pt x="4010861" y="2714210"/>
                  </a:lnTo>
                  <a:lnTo>
                    <a:pt x="4082483" y="2718259"/>
                  </a:lnTo>
                  <a:lnTo>
                    <a:pt x="4154106" y="2722287"/>
                  </a:lnTo>
                  <a:lnTo>
                    <a:pt x="4225729" y="2726294"/>
                  </a:lnTo>
                  <a:lnTo>
                    <a:pt x="4297351" y="2730280"/>
                  </a:lnTo>
                  <a:lnTo>
                    <a:pt x="4368974" y="2734245"/>
                  </a:lnTo>
                  <a:lnTo>
                    <a:pt x="4440596" y="2738189"/>
                  </a:lnTo>
                  <a:lnTo>
                    <a:pt x="4512219" y="2742112"/>
                  </a:lnTo>
                  <a:lnTo>
                    <a:pt x="4583841" y="2746015"/>
                  </a:lnTo>
                  <a:lnTo>
                    <a:pt x="4655464" y="2749897"/>
                  </a:lnTo>
                  <a:lnTo>
                    <a:pt x="4727086" y="2753758"/>
                  </a:lnTo>
                  <a:lnTo>
                    <a:pt x="4798709" y="2757600"/>
                  </a:lnTo>
                  <a:lnTo>
                    <a:pt x="4870331" y="2761421"/>
                  </a:lnTo>
                  <a:lnTo>
                    <a:pt x="4941954" y="2765222"/>
                  </a:lnTo>
                  <a:lnTo>
                    <a:pt x="5013576" y="2769002"/>
                  </a:lnTo>
                  <a:lnTo>
                    <a:pt x="5085199" y="2772764"/>
                  </a:lnTo>
                  <a:lnTo>
                    <a:pt x="5156821" y="2776505"/>
                  </a:lnTo>
                  <a:lnTo>
                    <a:pt x="5228444" y="2780226"/>
                  </a:lnTo>
                  <a:lnTo>
                    <a:pt x="5300066" y="2783928"/>
                  </a:lnTo>
                  <a:lnTo>
                    <a:pt x="5371689" y="2787611"/>
                  </a:lnTo>
                  <a:lnTo>
                    <a:pt x="5443311" y="2791274"/>
                  </a:lnTo>
                  <a:lnTo>
                    <a:pt x="5514934" y="2794918"/>
                  </a:lnTo>
                  <a:lnTo>
                    <a:pt x="5586557" y="2798543"/>
                  </a:lnTo>
                  <a:lnTo>
                    <a:pt x="5658179" y="2802148"/>
                  </a:lnTo>
                  <a:lnTo>
                    <a:pt x="5729802" y="2805735"/>
                  </a:lnTo>
                  <a:lnTo>
                    <a:pt x="5801424" y="2809303"/>
                  </a:lnTo>
                  <a:lnTo>
                    <a:pt x="5873047" y="2812852"/>
                  </a:lnTo>
                  <a:lnTo>
                    <a:pt x="5944669" y="2816382"/>
                  </a:lnTo>
                  <a:lnTo>
                    <a:pt x="6016292" y="2819894"/>
                  </a:lnTo>
                  <a:lnTo>
                    <a:pt x="6087914" y="2823387"/>
                  </a:lnTo>
                  <a:lnTo>
                    <a:pt x="6159537" y="2826862"/>
                  </a:lnTo>
                  <a:lnTo>
                    <a:pt x="6231159" y="2830319"/>
                  </a:lnTo>
                  <a:lnTo>
                    <a:pt x="6302782" y="2833757"/>
                  </a:lnTo>
                  <a:lnTo>
                    <a:pt x="6374404" y="2837177"/>
                  </a:lnTo>
                  <a:lnTo>
                    <a:pt x="6446027" y="2840580"/>
                  </a:lnTo>
                  <a:lnTo>
                    <a:pt x="6517649" y="2843964"/>
                  </a:lnTo>
                  <a:lnTo>
                    <a:pt x="6589272" y="2847331"/>
                  </a:lnTo>
                  <a:lnTo>
                    <a:pt x="6660894" y="2850679"/>
                  </a:lnTo>
                  <a:lnTo>
                    <a:pt x="6732517" y="2854011"/>
                  </a:lnTo>
                  <a:lnTo>
                    <a:pt x="6804139" y="2857325"/>
                  </a:lnTo>
                  <a:lnTo>
                    <a:pt x="6875762" y="2860621"/>
                  </a:lnTo>
                  <a:lnTo>
                    <a:pt x="6947385" y="2863900"/>
                  </a:lnTo>
                  <a:lnTo>
                    <a:pt x="7019007" y="2867161"/>
                  </a:lnTo>
                  <a:lnTo>
                    <a:pt x="7090630" y="2870406"/>
                  </a:lnTo>
                  <a:lnTo>
                    <a:pt x="7090630" y="3391590"/>
                  </a:lnTo>
                  <a:lnTo>
                    <a:pt x="7019007" y="3387981"/>
                  </a:lnTo>
                  <a:lnTo>
                    <a:pt x="6947385" y="3384232"/>
                  </a:lnTo>
                  <a:lnTo>
                    <a:pt x="6875762" y="3380336"/>
                  </a:lnTo>
                  <a:lnTo>
                    <a:pt x="6804139" y="3376287"/>
                  </a:lnTo>
                  <a:lnTo>
                    <a:pt x="6732517" y="3372080"/>
                  </a:lnTo>
                  <a:lnTo>
                    <a:pt x="6660894" y="3367708"/>
                  </a:lnTo>
                  <a:lnTo>
                    <a:pt x="6589272" y="3363165"/>
                  </a:lnTo>
                  <a:lnTo>
                    <a:pt x="6517649" y="3358444"/>
                  </a:lnTo>
                  <a:lnTo>
                    <a:pt x="6446027" y="3353538"/>
                  </a:lnTo>
                  <a:lnTo>
                    <a:pt x="6374404" y="3348440"/>
                  </a:lnTo>
                  <a:lnTo>
                    <a:pt x="6302782" y="3343142"/>
                  </a:lnTo>
                  <a:lnTo>
                    <a:pt x="6231159" y="3337638"/>
                  </a:lnTo>
                  <a:lnTo>
                    <a:pt x="6159537" y="3331917"/>
                  </a:lnTo>
                  <a:lnTo>
                    <a:pt x="6087914" y="3325973"/>
                  </a:lnTo>
                  <a:lnTo>
                    <a:pt x="6016292" y="3319796"/>
                  </a:lnTo>
                  <a:lnTo>
                    <a:pt x="5944669" y="3313377"/>
                  </a:lnTo>
                  <a:lnTo>
                    <a:pt x="5873047" y="3306706"/>
                  </a:lnTo>
                  <a:lnTo>
                    <a:pt x="5801424" y="3299775"/>
                  </a:lnTo>
                  <a:lnTo>
                    <a:pt x="5729802" y="3292572"/>
                  </a:lnTo>
                  <a:lnTo>
                    <a:pt x="5658179" y="3285087"/>
                  </a:lnTo>
                  <a:lnTo>
                    <a:pt x="5586557" y="3277309"/>
                  </a:lnTo>
                  <a:lnTo>
                    <a:pt x="5514934" y="3269227"/>
                  </a:lnTo>
                  <a:lnTo>
                    <a:pt x="5443311" y="3260828"/>
                  </a:lnTo>
                  <a:lnTo>
                    <a:pt x="5371689" y="3252100"/>
                  </a:lnTo>
                  <a:lnTo>
                    <a:pt x="5300066" y="3243031"/>
                  </a:lnTo>
                  <a:lnTo>
                    <a:pt x="5228444" y="3233606"/>
                  </a:lnTo>
                  <a:lnTo>
                    <a:pt x="5156821" y="3223813"/>
                  </a:lnTo>
                  <a:lnTo>
                    <a:pt x="5085199" y="3213636"/>
                  </a:lnTo>
                  <a:lnTo>
                    <a:pt x="5013576" y="3203060"/>
                  </a:lnTo>
                  <a:lnTo>
                    <a:pt x="4941954" y="3192071"/>
                  </a:lnTo>
                  <a:lnTo>
                    <a:pt x="4870331" y="3180651"/>
                  </a:lnTo>
                  <a:lnTo>
                    <a:pt x="4798709" y="3168784"/>
                  </a:lnTo>
                  <a:lnTo>
                    <a:pt x="4727086" y="3156453"/>
                  </a:lnTo>
                  <a:lnTo>
                    <a:pt x="4655464" y="3143639"/>
                  </a:lnTo>
                  <a:lnTo>
                    <a:pt x="4583841" y="3130323"/>
                  </a:lnTo>
                  <a:lnTo>
                    <a:pt x="4512219" y="3116485"/>
                  </a:lnTo>
                  <a:lnTo>
                    <a:pt x="4440596" y="3102106"/>
                  </a:lnTo>
                  <a:lnTo>
                    <a:pt x="4368974" y="3087165"/>
                  </a:lnTo>
                  <a:lnTo>
                    <a:pt x="4297351" y="3071638"/>
                  </a:lnTo>
                  <a:lnTo>
                    <a:pt x="4225729" y="3055503"/>
                  </a:lnTo>
                  <a:lnTo>
                    <a:pt x="4154106" y="3038736"/>
                  </a:lnTo>
                  <a:lnTo>
                    <a:pt x="4082483" y="3021313"/>
                  </a:lnTo>
                  <a:lnTo>
                    <a:pt x="4010861" y="3003208"/>
                  </a:lnTo>
                  <a:lnTo>
                    <a:pt x="3939238" y="2984394"/>
                  </a:lnTo>
                  <a:lnTo>
                    <a:pt x="3867616" y="2964843"/>
                  </a:lnTo>
                  <a:lnTo>
                    <a:pt x="3795993" y="2944527"/>
                  </a:lnTo>
                  <a:lnTo>
                    <a:pt x="3724371" y="2923415"/>
                  </a:lnTo>
                  <a:lnTo>
                    <a:pt x="3652748" y="2901477"/>
                  </a:lnTo>
                  <a:lnTo>
                    <a:pt x="3581126" y="2878680"/>
                  </a:lnTo>
                  <a:lnTo>
                    <a:pt x="3509503" y="2854991"/>
                  </a:lnTo>
                  <a:lnTo>
                    <a:pt x="3437881" y="2830374"/>
                  </a:lnTo>
                  <a:lnTo>
                    <a:pt x="3366258" y="2804793"/>
                  </a:lnTo>
                  <a:lnTo>
                    <a:pt x="3294636" y="2778210"/>
                  </a:lnTo>
                  <a:lnTo>
                    <a:pt x="3223013" y="2750587"/>
                  </a:lnTo>
                  <a:lnTo>
                    <a:pt x="3151391" y="2721882"/>
                  </a:lnTo>
                  <a:lnTo>
                    <a:pt x="3079768" y="2692054"/>
                  </a:lnTo>
                  <a:lnTo>
                    <a:pt x="3008146" y="2661058"/>
                  </a:lnTo>
                  <a:lnTo>
                    <a:pt x="2936523" y="2650834"/>
                  </a:lnTo>
                  <a:lnTo>
                    <a:pt x="2864901" y="2646428"/>
                  </a:lnTo>
                  <a:lnTo>
                    <a:pt x="2793278" y="2641999"/>
                  </a:lnTo>
                  <a:lnTo>
                    <a:pt x="2721655" y="2637546"/>
                  </a:lnTo>
                  <a:lnTo>
                    <a:pt x="2650033" y="2633069"/>
                  </a:lnTo>
                  <a:lnTo>
                    <a:pt x="2578410" y="2628569"/>
                  </a:lnTo>
                  <a:lnTo>
                    <a:pt x="2506788" y="2624045"/>
                  </a:lnTo>
                  <a:lnTo>
                    <a:pt x="2435165" y="2619498"/>
                  </a:lnTo>
                  <a:lnTo>
                    <a:pt x="2363543" y="2614926"/>
                  </a:lnTo>
                  <a:lnTo>
                    <a:pt x="2291920" y="2610330"/>
                  </a:lnTo>
                  <a:lnTo>
                    <a:pt x="2220298" y="2605710"/>
                  </a:lnTo>
                  <a:lnTo>
                    <a:pt x="2148675" y="2601065"/>
                  </a:lnTo>
                  <a:lnTo>
                    <a:pt x="2077053" y="2596395"/>
                  </a:lnTo>
                  <a:lnTo>
                    <a:pt x="2005430" y="2591701"/>
                  </a:lnTo>
                  <a:lnTo>
                    <a:pt x="1933808" y="2586982"/>
                  </a:lnTo>
                  <a:lnTo>
                    <a:pt x="1862185" y="2582239"/>
                  </a:lnTo>
                  <a:lnTo>
                    <a:pt x="1790563" y="2577470"/>
                  </a:lnTo>
                  <a:lnTo>
                    <a:pt x="1718940" y="2572676"/>
                  </a:lnTo>
                  <a:lnTo>
                    <a:pt x="1647318" y="2567856"/>
                  </a:lnTo>
                  <a:lnTo>
                    <a:pt x="1575695" y="2563011"/>
                  </a:lnTo>
                  <a:lnTo>
                    <a:pt x="1504073" y="2558140"/>
                  </a:lnTo>
                  <a:lnTo>
                    <a:pt x="1432450" y="2553244"/>
                  </a:lnTo>
                  <a:lnTo>
                    <a:pt x="1360827" y="2548322"/>
                  </a:lnTo>
                  <a:lnTo>
                    <a:pt x="1289205" y="2543373"/>
                  </a:lnTo>
                  <a:lnTo>
                    <a:pt x="1217582" y="2538399"/>
                  </a:lnTo>
                  <a:lnTo>
                    <a:pt x="1145960" y="2533398"/>
                  </a:lnTo>
                  <a:lnTo>
                    <a:pt x="1074337" y="2528371"/>
                  </a:lnTo>
                  <a:lnTo>
                    <a:pt x="1002715" y="2523317"/>
                  </a:lnTo>
                  <a:lnTo>
                    <a:pt x="931092" y="2518236"/>
                  </a:lnTo>
                  <a:lnTo>
                    <a:pt x="859470" y="2513129"/>
                  </a:lnTo>
                  <a:lnTo>
                    <a:pt x="787847" y="2507994"/>
                  </a:lnTo>
                  <a:lnTo>
                    <a:pt x="716225" y="2502832"/>
                  </a:lnTo>
                  <a:lnTo>
                    <a:pt x="644602" y="2497643"/>
                  </a:lnTo>
                  <a:lnTo>
                    <a:pt x="572980" y="2492427"/>
                  </a:lnTo>
                  <a:lnTo>
                    <a:pt x="501357" y="2487183"/>
                  </a:lnTo>
                  <a:lnTo>
                    <a:pt x="429735" y="2481911"/>
                  </a:lnTo>
                  <a:lnTo>
                    <a:pt x="358112" y="2476612"/>
                  </a:lnTo>
                  <a:lnTo>
                    <a:pt x="286490" y="2471284"/>
                  </a:lnTo>
                  <a:lnTo>
                    <a:pt x="214867" y="2465928"/>
                  </a:lnTo>
                  <a:lnTo>
                    <a:pt x="143245" y="2460544"/>
                  </a:lnTo>
                  <a:lnTo>
                    <a:pt x="71622" y="2455131"/>
                  </a:lnTo>
                  <a:lnTo>
                    <a:pt x="0" y="24496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88910" y="2073503"/>
              <a:ext cx="6773769" cy="2870406"/>
            </a:xfrm>
            <a:custGeom>
              <a:avLst/>
              <a:pathLst>
                <a:path w="6773769" h="2870406">
                  <a:moveTo>
                    <a:pt x="0" y="0"/>
                  </a:moveTo>
                  <a:lnTo>
                    <a:pt x="41251" y="76825"/>
                  </a:lnTo>
                  <a:lnTo>
                    <a:pt x="112874" y="205188"/>
                  </a:lnTo>
                  <a:lnTo>
                    <a:pt x="184496" y="328714"/>
                  </a:lnTo>
                  <a:lnTo>
                    <a:pt x="256119" y="447586"/>
                  </a:lnTo>
                  <a:lnTo>
                    <a:pt x="327741" y="561979"/>
                  </a:lnTo>
                  <a:lnTo>
                    <a:pt x="399364" y="672062"/>
                  </a:lnTo>
                  <a:lnTo>
                    <a:pt x="470986" y="777997"/>
                  </a:lnTo>
                  <a:lnTo>
                    <a:pt x="542609" y="879942"/>
                  </a:lnTo>
                  <a:lnTo>
                    <a:pt x="614231" y="978045"/>
                  </a:lnTo>
                  <a:lnTo>
                    <a:pt x="685854" y="1072452"/>
                  </a:lnTo>
                  <a:lnTo>
                    <a:pt x="757476" y="1163302"/>
                  </a:lnTo>
                  <a:lnTo>
                    <a:pt x="829099" y="1250729"/>
                  </a:lnTo>
                  <a:lnTo>
                    <a:pt x="900721" y="1334863"/>
                  </a:lnTo>
                  <a:lnTo>
                    <a:pt x="972344" y="1415826"/>
                  </a:lnTo>
                  <a:lnTo>
                    <a:pt x="1043967" y="1493739"/>
                  </a:lnTo>
                  <a:lnTo>
                    <a:pt x="1115589" y="1568716"/>
                  </a:lnTo>
                  <a:lnTo>
                    <a:pt x="1187212" y="1640868"/>
                  </a:lnTo>
                  <a:lnTo>
                    <a:pt x="1258834" y="1710302"/>
                  </a:lnTo>
                  <a:lnTo>
                    <a:pt x="1330457" y="1777120"/>
                  </a:lnTo>
                  <a:lnTo>
                    <a:pt x="1402079" y="1841421"/>
                  </a:lnTo>
                  <a:lnTo>
                    <a:pt x="1473702" y="1903298"/>
                  </a:lnTo>
                  <a:lnTo>
                    <a:pt x="1545324" y="1962845"/>
                  </a:lnTo>
                  <a:lnTo>
                    <a:pt x="1616947" y="2020148"/>
                  </a:lnTo>
                  <a:lnTo>
                    <a:pt x="1688569" y="2075292"/>
                  </a:lnTo>
                  <a:lnTo>
                    <a:pt x="1760192" y="2128358"/>
                  </a:lnTo>
                  <a:lnTo>
                    <a:pt x="1831814" y="2179425"/>
                  </a:lnTo>
                  <a:lnTo>
                    <a:pt x="1903437" y="2228567"/>
                  </a:lnTo>
                  <a:lnTo>
                    <a:pt x="1975059" y="2275859"/>
                  </a:lnTo>
                  <a:lnTo>
                    <a:pt x="2046682" y="2321368"/>
                  </a:lnTo>
                  <a:lnTo>
                    <a:pt x="2118304" y="2365163"/>
                  </a:lnTo>
                  <a:lnTo>
                    <a:pt x="2189927" y="2407308"/>
                  </a:lnTo>
                  <a:lnTo>
                    <a:pt x="2261549" y="2447865"/>
                  </a:lnTo>
                  <a:lnTo>
                    <a:pt x="2333172" y="2486893"/>
                  </a:lnTo>
                  <a:lnTo>
                    <a:pt x="2404795" y="2524452"/>
                  </a:lnTo>
                  <a:lnTo>
                    <a:pt x="2476417" y="2560595"/>
                  </a:lnTo>
                  <a:lnTo>
                    <a:pt x="2548040" y="2595377"/>
                  </a:lnTo>
                  <a:lnTo>
                    <a:pt x="2619662" y="2628848"/>
                  </a:lnTo>
                  <a:lnTo>
                    <a:pt x="2691285" y="2655217"/>
                  </a:lnTo>
                  <a:lnTo>
                    <a:pt x="2762907" y="2659577"/>
                  </a:lnTo>
                  <a:lnTo>
                    <a:pt x="2834530" y="2663914"/>
                  </a:lnTo>
                  <a:lnTo>
                    <a:pt x="2906152" y="2668228"/>
                  </a:lnTo>
                  <a:lnTo>
                    <a:pt x="2977775" y="2672519"/>
                  </a:lnTo>
                  <a:lnTo>
                    <a:pt x="3049397" y="2676788"/>
                  </a:lnTo>
                  <a:lnTo>
                    <a:pt x="3121020" y="2681034"/>
                  </a:lnTo>
                  <a:lnTo>
                    <a:pt x="3192642" y="2685258"/>
                  </a:lnTo>
                  <a:lnTo>
                    <a:pt x="3264265" y="2689460"/>
                  </a:lnTo>
                  <a:lnTo>
                    <a:pt x="3335887" y="2693639"/>
                  </a:lnTo>
                  <a:lnTo>
                    <a:pt x="3407510" y="2697797"/>
                  </a:lnTo>
                  <a:lnTo>
                    <a:pt x="3479132" y="2701933"/>
                  </a:lnTo>
                  <a:lnTo>
                    <a:pt x="3550755" y="2706047"/>
                  </a:lnTo>
                  <a:lnTo>
                    <a:pt x="3622377" y="2710139"/>
                  </a:lnTo>
                  <a:lnTo>
                    <a:pt x="3694000" y="2714210"/>
                  </a:lnTo>
                  <a:lnTo>
                    <a:pt x="3765623" y="2718259"/>
                  </a:lnTo>
                  <a:lnTo>
                    <a:pt x="3837245" y="2722287"/>
                  </a:lnTo>
                  <a:lnTo>
                    <a:pt x="3908868" y="2726294"/>
                  </a:lnTo>
                  <a:lnTo>
                    <a:pt x="3980490" y="2730280"/>
                  </a:lnTo>
                  <a:lnTo>
                    <a:pt x="4052113" y="2734245"/>
                  </a:lnTo>
                  <a:lnTo>
                    <a:pt x="4123735" y="2738189"/>
                  </a:lnTo>
                  <a:lnTo>
                    <a:pt x="4195358" y="2742112"/>
                  </a:lnTo>
                  <a:lnTo>
                    <a:pt x="4266980" y="2746015"/>
                  </a:lnTo>
                  <a:lnTo>
                    <a:pt x="4338603" y="2749897"/>
                  </a:lnTo>
                  <a:lnTo>
                    <a:pt x="4410225" y="2753758"/>
                  </a:lnTo>
                  <a:lnTo>
                    <a:pt x="4481848" y="2757600"/>
                  </a:lnTo>
                  <a:lnTo>
                    <a:pt x="4553470" y="2761421"/>
                  </a:lnTo>
                  <a:lnTo>
                    <a:pt x="4625093" y="2765222"/>
                  </a:lnTo>
                  <a:lnTo>
                    <a:pt x="4696715" y="2769002"/>
                  </a:lnTo>
                  <a:lnTo>
                    <a:pt x="4768338" y="2772764"/>
                  </a:lnTo>
                  <a:lnTo>
                    <a:pt x="4839960" y="2776505"/>
                  </a:lnTo>
                  <a:lnTo>
                    <a:pt x="4911583" y="2780226"/>
                  </a:lnTo>
                  <a:lnTo>
                    <a:pt x="4983205" y="2783928"/>
                  </a:lnTo>
                  <a:lnTo>
                    <a:pt x="5054828" y="2787611"/>
                  </a:lnTo>
                  <a:lnTo>
                    <a:pt x="5126451" y="2791274"/>
                  </a:lnTo>
                  <a:lnTo>
                    <a:pt x="5198073" y="2794918"/>
                  </a:lnTo>
                  <a:lnTo>
                    <a:pt x="5269696" y="2798543"/>
                  </a:lnTo>
                  <a:lnTo>
                    <a:pt x="5341318" y="2802148"/>
                  </a:lnTo>
                  <a:lnTo>
                    <a:pt x="5412941" y="2805735"/>
                  </a:lnTo>
                  <a:lnTo>
                    <a:pt x="5484563" y="2809303"/>
                  </a:lnTo>
                  <a:lnTo>
                    <a:pt x="5556186" y="2812852"/>
                  </a:lnTo>
                  <a:lnTo>
                    <a:pt x="5627808" y="2816382"/>
                  </a:lnTo>
                  <a:lnTo>
                    <a:pt x="5699431" y="2819894"/>
                  </a:lnTo>
                  <a:lnTo>
                    <a:pt x="5771053" y="2823387"/>
                  </a:lnTo>
                  <a:lnTo>
                    <a:pt x="5842676" y="2826862"/>
                  </a:lnTo>
                  <a:lnTo>
                    <a:pt x="5914298" y="2830319"/>
                  </a:lnTo>
                  <a:lnTo>
                    <a:pt x="5985921" y="2833757"/>
                  </a:lnTo>
                  <a:lnTo>
                    <a:pt x="6057543" y="2837177"/>
                  </a:lnTo>
                  <a:lnTo>
                    <a:pt x="6129166" y="2840580"/>
                  </a:lnTo>
                  <a:lnTo>
                    <a:pt x="6200788" y="2843964"/>
                  </a:lnTo>
                  <a:lnTo>
                    <a:pt x="6272411" y="2847331"/>
                  </a:lnTo>
                  <a:lnTo>
                    <a:pt x="6344033" y="2850679"/>
                  </a:lnTo>
                  <a:lnTo>
                    <a:pt x="6415656" y="2854011"/>
                  </a:lnTo>
                  <a:lnTo>
                    <a:pt x="6487279" y="2857325"/>
                  </a:lnTo>
                  <a:lnTo>
                    <a:pt x="6558901" y="2860621"/>
                  </a:lnTo>
                  <a:lnTo>
                    <a:pt x="6630524" y="2863900"/>
                  </a:lnTo>
                  <a:lnTo>
                    <a:pt x="6702146" y="2867161"/>
                  </a:lnTo>
                  <a:lnTo>
                    <a:pt x="6773769" y="28704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23193"/>
              <a:ext cx="7090630" cy="941899"/>
            </a:xfrm>
            <a:custGeom>
              <a:avLst/>
              <a:pathLst>
                <a:path w="7090630" h="941899">
                  <a:moveTo>
                    <a:pt x="7090630" y="941899"/>
                  </a:moveTo>
                  <a:lnTo>
                    <a:pt x="7019007" y="938291"/>
                  </a:lnTo>
                  <a:lnTo>
                    <a:pt x="6947385" y="934542"/>
                  </a:lnTo>
                  <a:lnTo>
                    <a:pt x="6875762" y="930646"/>
                  </a:lnTo>
                  <a:lnTo>
                    <a:pt x="6804139" y="926597"/>
                  </a:lnTo>
                  <a:lnTo>
                    <a:pt x="6732517" y="922390"/>
                  </a:lnTo>
                  <a:lnTo>
                    <a:pt x="6660894" y="918018"/>
                  </a:lnTo>
                  <a:lnTo>
                    <a:pt x="6589272" y="913475"/>
                  </a:lnTo>
                  <a:lnTo>
                    <a:pt x="6517649" y="908754"/>
                  </a:lnTo>
                  <a:lnTo>
                    <a:pt x="6446027" y="903848"/>
                  </a:lnTo>
                  <a:lnTo>
                    <a:pt x="6374404" y="898750"/>
                  </a:lnTo>
                  <a:lnTo>
                    <a:pt x="6302782" y="893452"/>
                  </a:lnTo>
                  <a:lnTo>
                    <a:pt x="6231159" y="887947"/>
                  </a:lnTo>
                  <a:lnTo>
                    <a:pt x="6159537" y="882227"/>
                  </a:lnTo>
                  <a:lnTo>
                    <a:pt x="6087914" y="876282"/>
                  </a:lnTo>
                  <a:lnTo>
                    <a:pt x="6016292" y="870105"/>
                  </a:lnTo>
                  <a:lnTo>
                    <a:pt x="5944669" y="863686"/>
                  </a:lnTo>
                  <a:lnTo>
                    <a:pt x="5873047" y="857016"/>
                  </a:lnTo>
                  <a:lnTo>
                    <a:pt x="5801424" y="850084"/>
                  </a:lnTo>
                  <a:lnTo>
                    <a:pt x="5729802" y="842882"/>
                  </a:lnTo>
                  <a:lnTo>
                    <a:pt x="5658179" y="835397"/>
                  </a:lnTo>
                  <a:lnTo>
                    <a:pt x="5586557" y="827619"/>
                  </a:lnTo>
                  <a:lnTo>
                    <a:pt x="5514934" y="819536"/>
                  </a:lnTo>
                  <a:lnTo>
                    <a:pt x="5443311" y="811137"/>
                  </a:lnTo>
                  <a:lnTo>
                    <a:pt x="5371689" y="802410"/>
                  </a:lnTo>
                  <a:lnTo>
                    <a:pt x="5300066" y="793340"/>
                  </a:lnTo>
                  <a:lnTo>
                    <a:pt x="5228444" y="783916"/>
                  </a:lnTo>
                  <a:lnTo>
                    <a:pt x="5156821" y="774122"/>
                  </a:lnTo>
                  <a:lnTo>
                    <a:pt x="5085199" y="763945"/>
                  </a:lnTo>
                  <a:lnTo>
                    <a:pt x="5013576" y="753370"/>
                  </a:lnTo>
                  <a:lnTo>
                    <a:pt x="4941954" y="742381"/>
                  </a:lnTo>
                  <a:lnTo>
                    <a:pt x="4870331" y="730961"/>
                  </a:lnTo>
                  <a:lnTo>
                    <a:pt x="4798709" y="719094"/>
                  </a:lnTo>
                  <a:lnTo>
                    <a:pt x="4727086" y="706763"/>
                  </a:lnTo>
                  <a:lnTo>
                    <a:pt x="4655464" y="693948"/>
                  </a:lnTo>
                  <a:lnTo>
                    <a:pt x="4583841" y="680633"/>
                  </a:lnTo>
                  <a:lnTo>
                    <a:pt x="4512219" y="666795"/>
                  </a:lnTo>
                  <a:lnTo>
                    <a:pt x="4440596" y="652416"/>
                  </a:lnTo>
                  <a:lnTo>
                    <a:pt x="4368974" y="637474"/>
                  </a:lnTo>
                  <a:lnTo>
                    <a:pt x="4297351" y="621947"/>
                  </a:lnTo>
                  <a:lnTo>
                    <a:pt x="4225729" y="605812"/>
                  </a:lnTo>
                  <a:lnTo>
                    <a:pt x="4154106" y="589046"/>
                  </a:lnTo>
                  <a:lnTo>
                    <a:pt x="4082483" y="571623"/>
                  </a:lnTo>
                  <a:lnTo>
                    <a:pt x="4010861" y="553517"/>
                  </a:lnTo>
                  <a:lnTo>
                    <a:pt x="3939238" y="534703"/>
                  </a:lnTo>
                  <a:lnTo>
                    <a:pt x="3867616" y="515153"/>
                  </a:lnTo>
                  <a:lnTo>
                    <a:pt x="3795993" y="494837"/>
                  </a:lnTo>
                  <a:lnTo>
                    <a:pt x="3724371" y="473725"/>
                  </a:lnTo>
                  <a:lnTo>
                    <a:pt x="3652748" y="451787"/>
                  </a:lnTo>
                  <a:lnTo>
                    <a:pt x="3581126" y="428990"/>
                  </a:lnTo>
                  <a:lnTo>
                    <a:pt x="3509503" y="405300"/>
                  </a:lnTo>
                  <a:lnTo>
                    <a:pt x="3437881" y="380683"/>
                  </a:lnTo>
                  <a:lnTo>
                    <a:pt x="3366258" y="355102"/>
                  </a:lnTo>
                  <a:lnTo>
                    <a:pt x="3294636" y="328520"/>
                  </a:lnTo>
                  <a:lnTo>
                    <a:pt x="3223013" y="300897"/>
                  </a:lnTo>
                  <a:lnTo>
                    <a:pt x="3151391" y="272192"/>
                  </a:lnTo>
                  <a:lnTo>
                    <a:pt x="3079768" y="242364"/>
                  </a:lnTo>
                  <a:lnTo>
                    <a:pt x="3008146" y="211367"/>
                  </a:lnTo>
                  <a:lnTo>
                    <a:pt x="2936523" y="201144"/>
                  </a:lnTo>
                  <a:lnTo>
                    <a:pt x="2864901" y="196738"/>
                  </a:lnTo>
                  <a:lnTo>
                    <a:pt x="2793278" y="192308"/>
                  </a:lnTo>
                  <a:lnTo>
                    <a:pt x="2721655" y="187855"/>
                  </a:lnTo>
                  <a:lnTo>
                    <a:pt x="2650033" y="183379"/>
                  </a:lnTo>
                  <a:lnTo>
                    <a:pt x="2578410" y="178879"/>
                  </a:lnTo>
                  <a:lnTo>
                    <a:pt x="2506788" y="174355"/>
                  </a:lnTo>
                  <a:lnTo>
                    <a:pt x="2435165" y="169807"/>
                  </a:lnTo>
                  <a:lnTo>
                    <a:pt x="2363543" y="165236"/>
                  </a:lnTo>
                  <a:lnTo>
                    <a:pt x="2291920" y="160640"/>
                  </a:lnTo>
                  <a:lnTo>
                    <a:pt x="2220298" y="156019"/>
                  </a:lnTo>
                  <a:lnTo>
                    <a:pt x="2148675" y="151374"/>
                  </a:lnTo>
                  <a:lnTo>
                    <a:pt x="2077053" y="146705"/>
                  </a:lnTo>
                  <a:lnTo>
                    <a:pt x="2005430" y="142011"/>
                  </a:lnTo>
                  <a:lnTo>
                    <a:pt x="1933808" y="137292"/>
                  </a:lnTo>
                  <a:lnTo>
                    <a:pt x="1862185" y="132548"/>
                  </a:lnTo>
                  <a:lnTo>
                    <a:pt x="1790563" y="127779"/>
                  </a:lnTo>
                  <a:lnTo>
                    <a:pt x="1718940" y="122985"/>
                  </a:lnTo>
                  <a:lnTo>
                    <a:pt x="1647318" y="118166"/>
                  </a:lnTo>
                  <a:lnTo>
                    <a:pt x="1575695" y="113321"/>
                  </a:lnTo>
                  <a:lnTo>
                    <a:pt x="1504073" y="108450"/>
                  </a:lnTo>
                  <a:lnTo>
                    <a:pt x="1432450" y="103554"/>
                  </a:lnTo>
                  <a:lnTo>
                    <a:pt x="1360827" y="98631"/>
                  </a:lnTo>
                  <a:lnTo>
                    <a:pt x="1289205" y="93683"/>
                  </a:lnTo>
                  <a:lnTo>
                    <a:pt x="1217582" y="88709"/>
                  </a:lnTo>
                  <a:lnTo>
                    <a:pt x="1145960" y="83708"/>
                  </a:lnTo>
                  <a:lnTo>
                    <a:pt x="1074337" y="78680"/>
                  </a:lnTo>
                  <a:lnTo>
                    <a:pt x="1002715" y="73627"/>
                  </a:lnTo>
                  <a:lnTo>
                    <a:pt x="931092" y="68546"/>
                  </a:lnTo>
                  <a:lnTo>
                    <a:pt x="859470" y="63438"/>
                  </a:lnTo>
                  <a:lnTo>
                    <a:pt x="787847" y="58304"/>
                  </a:lnTo>
                  <a:lnTo>
                    <a:pt x="716225" y="53142"/>
                  </a:lnTo>
                  <a:lnTo>
                    <a:pt x="644602" y="47953"/>
                  </a:lnTo>
                  <a:lnTo>
                    <a:pt x="572980" y="42737"/>
                  </a:lnTo>
                  <a:lnTo>
                    <a:pt x="501357" y="37493"/>
                  </a:lnTo>
                  <a:lnTo>
                    <a:pt x="429735" y="32221"/>
                  </a:lnTo>
                  <a:lnTo>
                    <a:pt x="358112" y="26921"/>
                  </a:lnTo>
                  <a:lnTo>
                    <a:pt x="286490" y="21594"/>
                  </a:lnTo>
                  <a:lnTo>
                    <a:pt x="214867" y="16238"/>
                  </a:lnTo>
                  <a:lnTo>
                    <a:pt x="143245" y="10854"/>
                  </a:lnTo>
                  <a:lnTo>
                    <a:pt x="71622" y="54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491151"/>
              <a:ext cx="7090630" cy="1828351"/>
            </a:xfrm>
            <a:custGeom>
              <a:avLst/>
              <a:pathLst>
                <a:path w="7090630" h="1828351">
                  <a:moveTo>
                    <a:pt x="0" y="0"/>
                  </a:moveTo>
                  <a:lnTo>
                    <a:pt x="71622" y="44635"/>
                  </a:lnTo>
                  <a:lnTo>
                    <a:pt x="143245" y="88306"/>
                  </a:lnTo>
                  <a:lnTo>
                    <a:pt x="214867" y="131034"/>
                  </a:lnTo>
                  <a:lnTo>
                    <a:pt x="286490" y="172838"/>
                  </a:lnTo>
                  <a:lnTo>
                    <a:pt x="358112" y="213740"/>
                  </a:lnTo>
                  <a:lnTo>
                    <a:pt x="429735" y="253758"/>
                  </a:lnTo>
                  <a:lnTo>
                    <a:pt x="501357" y="292911"/>
                  </a:lnTo>
                  <a:lnTo>
                    <a:pt x="572980" y="331219"/>
                  </a:lnTo>
                  <a:lnTo>
                    <a:pt x="644602" y="368698"/>
                  </a:lnTo>
                  <a:lnTo>
                    <a:pt x="716225" y="405369"/>
                  </a:lnTo>
                  <a:lnTo>
                    <a:pt x="787847" y="441247"/>
                  </a:lnTo>
                  <a:lnTo>
                    <a:pt x="859470" y="476349"/>
                  </a:lnTo>
                  <a:lnTo>
                    <a:pt x="931092" y="510694"/>
                  </a:lnTo>
                  <a:lnTo>
                    <a:pt x="1002715" y="544296"/>
                  </a:lnTo>
                  <a:lnTo>
                    <a:pt x="1074337" y="577173"/>
                  </a:lnTo>
                  <a:lnTo>
                    <a:pt x="1145960" y="609339"/>
                  </a:lnTo>
                  <a:lnTo>
                    <a:pt x="1217582" y="640811"/>
                  </a:lnTo>
                  <a:lnTo>
                    <a:pt x="1289205" y="671602"/>
                  </a:lnTo>
                  <a:lnTo>
                    <a:pt x="1360827" y="701729"/>
                  </a:lnTo>
                  <a:lnTo>
                    <a:pt x="1432450" y="731204"/>
                  </a:lnTo>
                  <a:lnTo>
                    <a:pt x="1504073" y="760043"/>
                  </a:lnTo>
                  <a:lnTo>
                    <a:pt x="1575695" y="788258"/>
                  </a:lnTo>
                  <a:lnTo>
                    <a:pt x="1647318" y="815865"/>
                  </a:lnTo>
                  <a:lnTo>
                    <a:pt x="1718940" y="842874"/>
                  </a:lnTo>
                  <a:lnTo>
                    <a:pt x="1790563" y="869300"/>
                  </a:lnTo>
                  <a:lnTo>
                    <a:pt x="1862185" y="895156"/>
                  </a:lnTo>
                  <a:lnTo>
                    <a:pt x="1933808" y="920452"/>
                  </a:lnTo>
                  <a:lnTo>
                    <a:pt x="2005430" y="945203"/>
                  </a:lnTo>
                  <a:lnTo>
                    <a:pt x="2077053" y="969418"/>
                  </a:lnTo>
                  <a:lnTo>
                    <a:pt x="2148675" y="993111"/>
                  </a:lnTo>
                  <a:lnTo>
                    <a:pt x="2220298" y="1016291"/>
                  </a:lnTo>
                  <a:lnTo>
                    <a:pt x="2291920" y="1038971"/>
                  </a:lnTo>
                  <a:lnTo>
                    <a:pt x="2363543" y="1061161"/>
                  </a:lnTo>
                  <a:lnTo>
                    <a:pt x="2435165" y="1082871"/>
                  </a:lnTo>
                  <a:lnTo>
                    <a:pt x="2506788" y="1104112"/>
                  </a:lnTo>
                  <a:lnTo>
                    <a:pt x="2578410" y="1124895"/>
                  </a:lnTo>
                  <a:lnTo>
                    <a:pt x="2650033" y="1145228"/>
                  </a:lnTo>
                  <a:lnTo>
                    <a:pt x="2721655" y="1165123"/>
                  </a:lnTo>
                  <a:lnTo>
                    <a:pt x="2793278" y="1184587"/>
                  </a:lnTo>
                  <a:lnTo>
                    <a:pt x="2864901" y="1203631"/>
                  </a:lnTo>
                  <a:lnTo>
                    <a:pt x="2936523" y="1222263"/>
                  </a:lnTo>
                  <a:lnTo>
                    <a:pt x="3008146" y="1240493"/>
                  </a:lnTo>
                  <a:lnTo>
                    <a:pt x="3079768" y="1258330"/>
                  </a:lnTo>
                  <a:lnTo>
                    <a:pt x="3151391" y="1275780"/>
                  </a:lnTo>
                  <a:lnTo>
                    <a:pt x="3223013" y="1292854"/>
                  </a:lnTo>
                  <a:lnTo>
                    <a:pt x="3294636" y="1309559"/>
                  </a:lnTo>
                  <a:lnTo>
                    <a:pt x="3366258" y="1325903"/>
                  </a:lnTo>
                  <a:lnTo>
                    <a:pt x="3437881" y="1341894"/>
                  </a:lnTo>
                  <a:lnTo>
                    <a:pt x="3509503" y="1357540"/>
                  </a:lnTo>
                  <a:lnTo>
                    <a:pt x="3581126" y="1372847"/>
                  </a:lnTo>
                  <a:lnTo>
                    <a:pt x="3652748" y="1387824"/>
                  </a:lnTo>
                  <a:lnTo>
                    <a:pt x="3724371" y="1402477"/>
                  </a:lnTo>
                  <a:lnTo>
                    <a:pt x="3795993" y="1416814"/>
                  </a:lnTo>
                  <a:lnTo>
                    <a:pt x="3867616" y="1430841"/>
                  </a:lnTo>
                  <a:lnTo>
                    <a:pt x="3939238" y="1444565"/>
                  </a:lnTo>
                  <a:lnTo>
                    <a:pt x="4010861" y="1457992"/>
                  </a:lnTo>
                  <a:lnTo>
                    <a:pt x="4082483" y="1471130"/>
                  </a:lnTo>
                  <a:lnTo>
                    <a:pt x="4154106" y="1483983"/>
                  </a:lnTo>
                  <a:lnTo>
                    <a:pt x="4225729" y="1496559"/>
                  </a:lnTo>
                  <a:lnTo>
                    <a:pt x="4297351" y="1508863"/>
                  </a:lnTo>
                  <a:lnTo>
                    <a:pt x="4368974" y="1520901"/>
                  </a:lnTo>
                  <a:lnTo>
                    <a:pt x="4440596" y="1532680"/>
                  </a:lnTo>
                  <a:lnTo>
                    <a:pt x="4512219" y="1544204"/>
                  </a:lnTo>
                  <a:lnTo>
                    <a:pt x="4583841" y="1555478"/>
                  </a:lnTo>
                  <a:lnTo>
                    <a:pt x="4655464" y="1566510"/>
                  </a:lnTo>
                  <a:lnTo>
                    <a:pt x="4727086" y="1577303"/>
                  </a:lnTo>
                  <a:lnTo>
                    <a:pt x="4798709" y="1587862"/>
                  </a:lnTo>
                  <a:lnTo>
                    <a:pt x="4870331" y="1598194"/>
                  </a:lnTo>
                  <a:lnTo>
                    <a:pt x="4941954" y="1608303"/>
                  </a:lnTo>
                  <a:lnTo>
                    <a:pt x="5013576" y="1618193"/>
                  </a:lnTo>
                  <a:lnTo>
                    <a:pt x="5085199" y="1627869"/>
                  </a:lnTo>
                  <a:lnTo>
                    <a:pt x="5156821" y="1637336"/>
                  </a:lnTo>
                  <a:lnTo>
                    <a:pt x="5228444" y="1646599"/>
                  </a:lnTo>
                  <a:lnTo>
                    <a:pt x="5300066" y="1655662"/>
                  </a:lnTo>
                  <a:lnTo>
                    <a:pt x="5371689" y="1664529"/>
                  </a:lnTo>
                  <a:lnTo>
                    <a:pt x="5443311" y="1673204"/>
                  </a:lnTo>
                  <a:lnTo>
                    <a:pt x="5514934" y="1681692"/>
                  </a:lnTo>
                  <a:lnTo>
                    <a:pt x="5586557" y="1689997"/>
                  </a:lnTo>
                  <a:lnTo>
                    <a:pt x="5658179" y="1698122"/>
                  </a:lnTo>
                  <a:lnTo>
                    <a:pt x="5729802" y="1706072"/>
                  </a:lnTo>
                  <a:lnTo>
                    <a:pt x="5801424" y="1713850"/>
                  </a:lnTo>
                  <a:lnTo>
                    <a:pt x="5873047" y="1721460"/>
                  </a:lnTo>
                  <a:lnTo>
                    <a:pt x="5944669" y="1728905"/>
                  </a:lnTo>
                  <a:lnTo>
                    <a:pt x="6016292" y="1736190"/>
                  </a:lnTo>
                  <a:lnTo>
                    <a:pt x="6087914" y="1743317"/>
                  </a:lnTo>
                  <a:lnTo>
                    <a:pt x="6159537" y="1750290"/>
                  </a:lnTo>
                  <a:lnTo>
                    <a:pt x="6231159" y="1757113"/>
                  </a:lnTo>
                  <a:lnTo>
                    <a:pt x="6302782" y="1763788"/>
                  </a:lnTo>
                  <a:lnTo>
                    <a:pt x="6374404" y="1770319"/>
                  </a:lnTo>
                  <a:lnTo>
                    <a:pt x="6446027" y="1776709"/>
                  </a:lnTo>
                  <a:lnTo>
                    <a:pt x="6517649" y="1782961"/>
                  </a:lnTo>
                  <a:lnTo>
                    <a:pt x="6589272" y="1789078"/>
                  </a:lnTo>
                  <a:lnTo>
                    <a:pt x="6660894" y="1795062"/>
                  </a:lnTo>
                  <a:lnTo>
                    <a:pt x="6732517" y="1800918"/>
                  </a:lnTo>
                  <a:lnTo>
                    <a:pt x="6804139" y="1806647"/>
                  </a:lnTo>
                  <a:lnTo>
                    <a:pt x="6875762" y="1812252"/>
                  </a:lnTo>
                  <a:lnTo>
                    <a:pt x="6947385" y="1817736"/>
                  </a:lnTo>
                  <a:lnTo>
                    <a:pt x="7019007" y="1823101"/>
                  </a:lnTo>
                  <a:lnTo>
                    <a:pt x="7090630" y="18283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(1.07-1.62), p_Bonf = 0.059 (n = 6)  |  per IQR decline (Δ = 27.4 %): 2.13 (1.20-3.77)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2026-10-08T10:12:58Z</dcterms:modified>
  <cp:category/>
</cp:coreProperties>
</file>