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897"/>
            </a:xfrm>
            <a:custGeom>
              <a:avLst/>
              <a:pathLst>
                <a:path w="7090630" h="3482897">
                  <a:moveTo>
                    <a:pt x="2139058" y="0"/>
                  </a:moveTo>
                  <a:lnTo>
                    <a:pt x="2148675" y="58798"/>
                  </a:lnTo>
                  <a:lnTo>
                    <a:pt x="2220298" y="447040"/>
                  </a:lnTo>
                  <a:lnTo>
                    <a:pt x="2291920" y="791272"/>
                  </a:lnTo>
                  <a:lnTo>
                    <a:pt x="2363543" y="1096483"/>
                  </a:lnTo>
                  <a:lnTo>
                    <a:pt x="2435165" y="1367096"/>
                  </a:lnTo>
                  <a:lnTo>
                    <a:pt x="2506788" y="1607033"/>
                  </a:lnTo>
                  <a:lnTo>
                    <a:pt x="2578410" y="1819771"/>
                  </a:lnTo>
                  <a:lnTo>
                    <a:pt x="2650033" y="2008395"/>
                  </a:lnTo>
                  <a:lnTo>
                    <a:pt x="2721655" y="2175636"/>
                  </a:lnTo>
                  <a:lnTo>
                    <a:pt x="2793278" y="2323920"/>
                  </a:lnTo>
                  <a:lnTo>
                    <a:pt x="2864901" y="2455394"/>
                  </a:lnTo>
                  <a:lnTo>
                    <a:pt x="2936523" y="2571965"/>
                  </a:lnTo>
                  <a:lnTo>
                    <a:pt x="3008146" y="2658536"/>
                  </a:lnTo>
                  <a:lnTo>
                    <a:pt x="3079768" y="2678162"/>
                  </a:lnTo>
                  <a:lnTo>
                    <a:pt x="3151391" y="2697322"/>
                  </a:lnTo>
                  <a:lnTo>
                    <a:pt x="3223013" y="2716026"/>
                  </a:lnTo>
                  <a:lnTo>
                    <a:pt x="3294636" y="2734285"/>
                  </a:lnTo>
                  <a:lnTo>
                    <a:pt x="3366258" y="2752110"/>
                  </a:lnTo>
                  <a:lnTo>
                    <a:pt x="3437881" y="2769511"/>
                  </a:lnTo>
                  <a:lnTo>
                    <a:pt x="3509503" y="2786499"/>
                  </a:lnTo>
                  <a:lnTo>
                    <a:pt x="3581126" y="2803082"/>
                  </a:lnTo>
                  <a:lnTo>
                    <a:pt x="3652748" y="2819271"/>
                  </a:lnTo>
                  <a:lnTo>
                    <a:pt x="3724371" y="2835074"/>
                  </a:lnTo>
                  <a:lnTo>
                    <a:pt x="3795993" y="2850502"/>
                  </a:lnTo>
                  <a:lnTo>
                    <a:pt x="3867616" y="2865563"/>
                  </a:lnTo>
                  <a:lnTo>
                    <a:pt x="3939238" y="2880266"/>
                  </a:lnTo>
                  <a:lnTo>
                    <a:pt x="4010861" y="2894619"/>
                  </a:lnTo>
                  <a:lnTo>
                    <a:pt x="4082483" y="2908631"/>
                  </a:lnTo>
                  <a:lnTo>
                    <a:pt x="4154106" y="2922309"/>
                  </a:lnTo>
                  <a:lnTo>
                    <a:pt x="4225729" y="2935662"/>
                  </a:lnTo>
                  <a:lnTo>
                    <a:pt x="4297351" y="2948698"/>
                  </a:lnTo>
                  <a:lnTo>
                    <a:pt x="4368974" y="2961423"/>
                  </a:lnTo>
                  <a:lnTo>
                    <a:pt x="4440596" y="2973846"/>
                  </a:lnTo>
                  <a:lnTo>
                    <a:pt x="4512219" y="2985973"/>
                  </a:lnTo>
                  <a:lnTo>
                    <a:pt x="4583841" y="2997812"/>
                  </a:lnTo>
                  <a:lnTo>
                    <a:pt x="4655464" y="3009370"/>
                  </a:lnTo>
                  <a:lnTo>
                    <a:pt x="4727086" y="3020652"/>
                  </a:lnTo>
                  <a:lnTo>
                    <a:pt x="4798709" y="3031666"/>
                  </a:lnTo>
                  <a:lnTo>
                    <a:pt x="4870331" y="3042418"/>
                  </a:lnTo>
                  <a:lnTo>
                    <a:pt x="4941954" y="3052915"/>
                  </a:lnTo>
                  <a:lnTo>
                    <a:pt x="5013576" y="3063162"/>
                  </a:lnTo>
                  <a:lnTo>
                    <a:pt x="5085199" y="3073165"/>
                  </a:lnTo>
                  <a:lnTo>
                    <a:pt x="5156821" y="3082930"/>
                  </a:lnTo>
                  <a:lnTo>
                    <a:pt x="5228444" y="3092463"/>
                  </a:lnTo>
                  <a:lnTo>
                    <a:pt x="5300066" y="3101769"/>
                  </a:lnTo>
                  <a:lnTo>
                    <a:pt x="5371689" y="3110854"/>
                  </a:lnTo>
                  <a:lnTo>
                    <a:pt x="5443311" y="3119723"/>
                  </a:lnTo>
                  <a:lnTo>
                    <a:pt x="5514934" y="3128380"/>
                  </a:lnTo>
                  <a:lnTo>
                    <a:pt x="5586557" y="3136832"/>
                  </a:lnTo>
                  <a:lnTo>
                    <a:pt x="5658179" y="3145083"/>
                  </a:lnTo>
                  <a:lnTo>
                    <a:pt x="5729802" y="3153138"/>
                  </a:lnTo>
                  <a:lnTo>
                    <a:pt x="5801424" y="3161001"/>
                  </a:lnTo>
                  <a:lnTo>
                    <a:pt x="5873047" y="3168677"/>
                  </a:lnTo>
                  <a:lnTo>
                    <a:pt x="5944669" y="3176171"/>
                  </a:lnTo>
                  <a:lnTo>
                    <a:pt x="6016292" y="3183486"/>
                  </a:lnTo>
                  <a:lnTo>
                    <a:pt x="6087914" y="3190627"/>
                  </a:lnTo>
                  <a:lnTo>
                    <a:pt x="6159537" y="3197599"/>
                  </a:lnTo>
                  <a:lnTo>
                    <a:pt x="6231159" y="3204405"/>
                  </a:lnTo>
                  <a:lnTo>
                    <a:pt x="6302782" y="3211048"/>
                  </a:lnTo>
                  <a:lnTo>
                    <a:pt x="6374404" y="3217534"/>
                  </a:lnTo>
                  <a:lnTo>
                    <a:pt x="6446027" y="3223866"/>
                  </a:lnTo>
                  <a:lnTo>
                    <a:pt x="6517649" y="3230047"/>
                  </a:lnTo>
                  <a:lnTo>
                    <a:pt x="6589272" y="3236081"/>
                  </a:lnTo>
                  <a:lnTo>
                    <a:pt x="6660894" y="3241971"/>
                  </a:lnTo>
                  <a:lnTo>
                    <a:pt x="6732517" y="3247721"/>
                  </a:lnTo>
                  <a:lnTo>
                    <a:pt x="6804139" y="3253335"/>
                  </a:lnTo>
                  <a:lnTo>
                    <a:pt x="6875762" y="3258815"/>
                  </a:lnTo>
                  <a:lnTo>
                    <a:pt x="6947385" y="3264165"/>
                  </a:lnTo>
                  <a:lnTo>
                    <a:pt x="7019007" y="3269387"/>
                  </a:lnTo>
                  <a:lnTo>
                    <a:pt x="7090630" y="3274485"/>
                  </a:lnTo>
                  <a:lnTo>
                    <a:pt x="7090630" y="3482897"/>
                  </a:lnTo>
                  <a:lnTo>
                    <a:pt x="7019007" y="3482788"/>
                  </a:lnTo>
                  <a:lnTo>
                    <a:pt x="6947385" y="3482665"/>
                  </a:lnTo>
                  <a:lnTo>
                    <a:pt x="6875762" y="3482527"/>
                  </a:lnTo>
                  <a:lnTo>
                    <a:pt x="6804139" y="3482371"/>
                  </a:lnTo>
                  <a:lnTo>
                    <a:pt x="6732517" y="3482196"/>
                  </a:lnTo>
                  <a:lnTo>
                    <a:pt x="6660894" y="3481997"/>
                  </a:lnTo>
                  <a:lnTo>
                    <a:pt x="6589272" y="3481774"/>
                  </a:lnTo>
                  <a:lnTo>
                    <a:pt x="6517649" y="3481521"/>
                  </a:lnTo>
                  <a:lnTo>
                    <a:pt x="6446027" y="3481237"/>
                  </a:lnTo>
                  <a:lnTo>
                    <a:pt x="6374404" y="3480916"/>
                  </a:lnTo>
                  <a:lnTo>
                    <a:pt x="6302782" y="3480554"/>
                  </a:lnTo>
                  <a:lnTo>
                    <a:pt x="6231159" y="3480146"/>
                  </a:lnTo>
                  <a:lnTo>
                    <a:pt x="6159537" y="3479686"/>
                  </a:lnTo>
                  <a:lnTo>
                    <a:pt x="6087914" y="3479167"/>
                  </a:lnTo>
                  <a:lnTo>
                    <a:pt x="6016292" y="3478581"/>
                  </a:lnTo>
                  <a:lnTo>
                    <a:pt x="5944669" y="3477921"/>
                  </a:lnTo>
                  <a:lnTo>
                    <a:pt x="5873047" y="3477176"/>
                  </a:lnTo>
                  <a:lnTo>
                    <a:pt x="5801424" y="3476336"/>
                  </a:lnTo>
                  <a:lnTo>
                    <a:pt x="5729802" y="3475389"/>
                  </a:lnTo>
                  <a:lnTo>
                    <a:pt x="5658179" y="3474320"/>
                  </a:lnTo>
                  <a:lnTo>
                    <a:pt x="5586557" y="3473115"/>
                  </a:lnTo>
                  <a:lnTo>
                    <a:pt x="5514934" y="3471756"/>
                  </a:lnTo>
                  <a:lnTo>
                    <a:pt x="5443311" y="3470223"/>
                  </a:lnTo>
                  <a:lnTo>
                    <a:pt x="5371689" y="3468494"/>
                  </a:lnTo>
                  <a:lnTo>
                    <a:pt x="5300066" y="3466544"/>
                  </a:lnTo>
                  <a:lnTo>
                    <a:pt x="5228444" y="3464344"/>
                  </a:lnTo>
                  <a:lnTo>
                    <a:pt x="5156821" y="3461864"/>
                  </a:lnTo>
                  <a:lnTo>
                    <a:pt x="5085199" y="3459066"/>
                  </a:lnTo>
                  <a:lnTo>
                    <a:pt x="5013576" y="3455910"/>
                  </a:lnTo>
                  <a:lnTo>
                    <a:pt x="4941954" y="3452352"/>
                  </a:lnTo>
                  <a:lnTo>
                    <a:pt x="4870331" y="3448338"/>
                  </a:lnTo>
                  <a:lnTo>
                    <a:pt x="4798709" y="3443811"/>
                  </a:lnTo>
                  <a:lnTo>
                    <a:pt x="4727086" y="3438705"/>
                  </a:lnTo>
                  <a:lnTo>
                    <a:pt x="4655464" y="3432947"/>
                  </a:lnTo>
                  <a:lnTo>
                    <a:pt x="4583841" y="3426452"/>
                  </a:lnTo>
                  <a:lnTo>
                    <a:pt x="4512219" y="3419127"/>
                  </a:lnTo>
                  <a:lnTo>
                    <a:pt x="4440596" y="3410865"/>
                  </a:lnTo>
                  <a:lnTo>
                    <a:pt x="4368974" y="3401547"/>
                  </a:lnTo>
                  <a:lnTo>
                    <a:pt x="4297351" y="3391038"/>
                  </a:lnTo>
                  <a:lnTo>
                    <a:pt x="4225729" y="3379186"/>
                  </a:lnTo>
                  <a:lnTo>
                    <a:pt x="4154106" y="3365818"/>
                  </a:lnTo>
                  <a:lnTo>
                    <a:pt x="4082483" y="3350740"/>
                  </a:lnTo>
                  <a:lnTo>
                    <a:pt x="4010861" y="3333736"/>
                  </a:lnTo>
                  <a:lnTo>
                    <a:pt x="3939238" y="3314557"/>
                  </a:lnTo>
                  <a:lnTo>
                    <a:pt x="3867616" y="3292926"/>
                  </a:lnTo>
                  <a:lnTo>
                    <a:pt x="3795993" y="3268530"/>
                  </a:lnTo>
                  <a:lnTo>
                    <a:pt x="3724371" y="3241014"/>
                  </a:lnTo>
                  <a:lnTo>
                    <a:pt x="3652748" y="3209981"/>
                  </a:lnTo>
                  <a:lnTo>
                    <a:pt x="3581126" y="3174980"/>
                  </a:lnTo>
                  <a:lnTo>
                    <a:pt x="3509503" y="3135504"/>
                  </a:lnTo>
                  <a:lnTo>
                    <a:pt x="3437881" y="3090982"/>
                  </a:lnTo>
                  <a:lnTo>
                    <a:pt x="3366258" y="3040767"/>
                  </a:lnTo>
                  <a:lnTo>
                    <a:pt x="3294636" y="2984132"/>
                  </a:lnTo>
                  <a:lnTo>
                    <a:pt x="3223013" y="2920257"/>
                  </a:lnTo>
                  <a:lnTo>
                    <a:pt x="3151391" y="2848215"/>
                  </a:lnTo>
                  <a:lnTo>
                    <a:pt x="3079768" y="2766962"/>
                  </a:lnTo>
                  <a:lnTo>
                    <a:pt x="3008146" y="2675322"/>
                  </a:lnTo>
                  <a:lnTo>
                    <a:pt x="2936523" y="2638431"/>
                  </a:lnTo>
                  <a:lnTo>
                    <a:pt x="2864901" y="2617836"/>
                  </a:lnTo>
                  <a:lnTo>
                    <a:pt x="2793278" y="2596740"/>
                  </a:lnTo>
                  <a:lnTo>
                    <a:pt x="2721655" y="2575129"/>
                  </a:lnTo>
                  <a:lnTo>
                    <a:pt x="2650033" y="2552993"/>
                  </a:lnTo>
                  <a:lnTo>
                    <a:pt x="2578410" y="2530316"/>
                  </a:lnTo>
                  <a:lnTo>
                    <a:pt x="2506788" y="2507088"/>
                  </a:lnTo>
                  <a:lnTo>
                    <a:pt x="2435165" y="2483293"/>
                  </a:lnTo>
                  <a:lnTo>
                    <a:pt x="2363543" y="2458919"/>
                  </a:lnTo>
                  <a:lnTo>
                    <a:pt x="2291920" y="2433951"/>
                  </a:lnTo>
                  <a:lnTo>
                    <a:pt x="2220298" y="2408374"/>
                  </a:lnTo>
                  <a:lnTo>
                    <a:pt x="2148675" y="2382175"/>
                  </a:lnTo>
                  <a:lnTo>
                    <a:pt x="2077053" y="2355337"/>
                  </a:lnTo>
                  <a:lnTo>
                    <a:pt x="2005430" y="2327845"/>
                  </a:lnTo>
                  <a:lnTo>
                    <a:pt x="1933808" y="2299684"/>
                  </a:lnTo>
                  <a:lnTo>
                    <a:pt x="1862185" y="2270836"/>
                  </a:lnTo>
                  <a:lnTo>
                    <a:pt x="1790563" y="2241286"/>
                  </a:lnTo>
                  <a:lnTo>
                    <a:pt x="1718940" y="2211016"/>
                  </a:lnTo>
                  <a:lnTo>
                    <a:pt x="1647318" y="2180008"/>
                  </a:lnTo>
                  <a:lnTo>
                    <a:pt x="1575695" y="2148245"/>
                  </a:lnTo>
                  <a:lnTo>
                    <a:pt x="1504073" y="2115708"/>
                  </a:lnTo>
                  <a:lnTo>
                    <a:pt x="1432450" y="2082378"/>
                  </a:lnTo>
                  <a:lnTo>
                    <a:pt x="1360827" y="2048236"/>
                  </a:lnTo>
                  <a:lnTo>
                    <a:pt x="1289205" y="2013262"/>
                  </a:lnTo>
                  <a:lnTo>
                    <a:pt x="1217582" y="1977436"/>
                  </a:lnTo>
                  <a:lnTo>
                    <a:pt x="1145960" y="1940738"/>
                  </a:lnTo>
                  <a:lnTo>
                    <a:pt x="1074337" y="1903145"/>
                  </a:lnTo>
                  <a:lnTo>
                    <a:pt x="1002715" y="1864637"/>
                  </a:lnTo>
                  <a:lnTo>
                    <a:pt x="931092" y="1825190"/>
                  </a:lnTo>
                  <a:lnTo>
                    <a:pt x="859470" y="1784782"/>
                  </a:lnTo>
                  <a:lnTo>
                    <a:pt x="787847" y="1743390"/>
                  </a:lnTo>
                  <a:lnTo>
                    <a:pt x="716225" y="1700989"/>
                  </a:lnTo>
                  <a:lnTo>
                    <a:pt x="644602" y="1657556"/>
                  </a:lnTo>
                  <a:lnTo>
                    <a:pt x="572980" y="1613064"/>
                  </a:lnTo>
                  <a:lnTo>
                    <a:pt x="501357" y="1567488"/>
                  </a:lnTo>
                  <a:lnTo>
                    <a:pt x="429735" y="1520802"/>
                  </a:lnTo>
                  <a:lnTo>
                    <a:pt x="358112" y="1472978"/>
                  </a:lnTo>
                  <a:lnTo>
                    <a:pt x="286490" y="1423989"/>
                  </a:lnTo>
                  <a:lnTo>
                    <a:pt x="214867" y="1373807"/>
                  </a:lnTo>
                  <a:lnTo>
                    <a:pt x="143245" y="1322402"/>
                  </a:lnTo>
                  <a:lnTo>
                    <a:pt x="71622" y="1269745"/>
                  </a:lnTo>
                  <a:lnTo>
                    <a:pt x="0" y="1215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11107" y="2073503"/>
              <a:ext cx="4951571" cy="3274485"/>
            </a:xfrm>
            <a:custGeom>
              <a:avLst/>
              <a:pathLst>
                <a:path w="4951571" h="3274485">
                  <a:moveTo>
                    <a:pt x="0" y="0"/>
                  </a:moveTo>
                  <a:lnTo>
                    <a:pt x="9617" y="58798"/>
                  </a:lnTo>
                  <a:lnTo>
                    <a:pt x="81240" y="447040"/>
                  </a:lnTo>
                  <a:lnTo>
                    <a:pt x="152862" y="791272"/>
                  </a:lnTo>
                  <a:lnTo>
                    <a:pt x="224485" y="1096483"/>
                  </a:lnTo>
                  <a:lnTo>
                    <a:pt x="296107" y="1367096"/>
                  </a:lnTo>
                  <a:lnTo>
                    <a:pt x="367730" y="1607033"/>
                  </a:lnTo>
                  <a:lnTo>
                    <a:pt x="439352" y="1819771"/>
                  </a:lnTo>
                  <a:lnTo>
                    <a:pt x="510975" y="2008395"/>
                  </a:lnTo>
                  <a:lnTo>
                    <a:pt x="582597" y="2175636"/>
                  </a:lnTo>
                  <a:lnTo>
                    <a:pt x="654220" y="2323920"/>
                  </a:lnTo>
                  <a:lnTo>
                    <a:pt x="725842" y="2455394"/>
                  </a:lnTo>
                  <a:lnTo>
                    <a:pt x="797465" y="2571965"/>
                  </a:lnTo>
                  <a:lnTo>
                    <a:pt x="869087" y="2658536"/>
                  </a:lnTo>
                  <a:lnTo>
                    <a:pt x="940710" y="2678162"/>
                  </a:lnTo>
                  <a:lnTo>
                    <a:pt x="1012332" y="2697322"/>
                  </a:lnTo>
                  <a:lnTo>
                    <a:pt x="1083955" y="2716026"/>
                  </a:lnTo>
                  <a:lnTo>
                    <a:pt x="1155577" y="2734285"/>
                  </a:lnTo>
                  <a:lnTo>
                    <a:pt x="1227200" y="2752110"/>
                  </a:lnTo>
                  <a:lnTo>
                    <a:pt x="1298822" y="2769511"/>
                  </a:lnTo>
                  <a:lnTo>
                    <a:pt x="1370445" y="2786499"/>
                  </a:lnTo>
                  <a:lnTo>
                    <a:pt x="1442067" y="2803082"/>
                  </a:lnTo>
                  <a:lnTo>
                    <a:pt x="1513690" y="2819271"/>
                  </a:lnTo>
                  <a:lnTo>
                    <a:pt x="1585313" y="2835074"/>
                  </a:lnTo>
                  <a:lnTo>
                    <a:pt x="1656935" y="2850502"/>
                  </a:lnTo>
                  <a:lnTo>
                    <a:pt x="1728558" y="2865563"/>
                  </a:lnTo>
                  <a:lnTo>
                    <a:pt x="1800180" y="2880266"/>
                  </a:lnTo>
                  <a:lnTo>
                    <a:pt x="1871803" y="2894619"/>
                  </a:lnTo>
                  <a:lnTo>
                    <a:pt x="1943425" y="2908631"/>
                  </a:lnTo>
                  <a:lnTo>
                    <a:pt x="2015048" y="2922309"/>
                  </a:lnTo>
                  <a:lnTo>
                    <a:pt x="2086670" y="2935662"/>
                  </a:lnTo>
                  <a:lnTo>
                    <a:pt x="2158293" y="2948698"/>
                  </a:lnTo>
                  <a:lnTo>
                    <a:pt x="2229915" y="2961423"/>
                  </a:lnTo>
                  <a:lnTo>
                    <a:pt x="2301538" y="2973846"/>
                  </a:lnTo>
                  <a:lnTo>
                    <a:pt x="2373160" y="2985973"/>
                  </a:lnTo>
                  <a:lnTo>
                    <a:pt x="2444783" y="2997812"/>
                  </a:lnTo>
                  <a:lnTo>
                    <a:pt x="2516405" y="3009370"/>
                  </a:lnTo>
                  <a:lnTo>
                    <a:pt x="2588028" y="3020652"/>
                  </a:lnTo>
                  <a:lnTo>
                    <a:pt x="2659650" y="3031666"/>
                  </a:lnTo>
                  <a:lnTo>
                    <a:pt x="2731273" y="3042418"/>
                  </a:lnTo>
                  <a:lnTo>
                    <a:pt x="2802895" y="3052915"/>
                  </a:lnTo>
                  <a:lnTo>
                    <a:pt x="2874518" y="3063162"/>
                  </a:lnTo>
                  <a:lnTo>
                    <a:pt x="2946141" y="3073165"/>
                  </a:lnTo>
                  <a:lnTo>
                    <a:pt x="3017763" y="3082930"/>
                  </a:lnTo>
                  <a:lnTo>
                    <a:pt x="3089386" y="3092463"/>
                  </a:lnTo>
                  <a:lnTo>
                    <a:pt x="3161008" y="3101769"/>
                  </a:lnTo>
                  <a:lnTo>
                    <a:pt x="3232631" y="3110854"/>
                  </a:lnTo>
                  <a:lnTo>
                    <a:pt x="3304253" y="3119723"/>
                  </a:lnTo>
                  <a:lnTo>
                    <a:pt x="3375876" y="3128380"/>
                  </a:lnTo>
                  <a:lnTo>
                    <a:pt x="3447498" y="3136832"/>
                  </a:lnTo>
                  <a:lnTo>
                    <a:pt x="3519121" y="3145083"/>
                  </a:lnTo>
                  <a:lnTo>
                    <a:pt x="3590743" y="3153138"/>
                  </a:lnTo>
                  <a:lnTo>
                    <a:pt x="3662366" y="3161001"/>
                  </a:lnTo>
                  <a:lnTo>
                    <a:pt x="3733988" y="3168677"/>
                  </a:lnTo>
                  <a:lnTo>
                    <a:pt x="3805611" y="3176171"/>
                  </a:lnTo>
                  <a:lnTo>
                    <a:pt x="3877233" y="3183486"/>
                  </a:lnTo>
                  <a:lnTo>
                    <a:pt x="3948856" y="3190627"/>
                  </a:lnTo>
                  <a:lnTo>
                    <a:pt x="4020478" y="3197599"/>
                  </a:lnTo>
                  <a:lnTo>
                    <a:pt x="4092101" y="3204405"/>
                  </a:lnTo>
                  <a:lnTo>
                    <a:pt x="4163723" y="3211048"/>
                  </a:lnTo>
                  <a:lnTo>
                    <a:pt x="4235346" y="3217534"/>
                  </a:lnTo>
                  <a:lnTo>
                    <a:pt x="4306969" y="3223866"/>
                  </a:lnTo>
                  <a:lnTo>
                    <a:pt x="4378591" y="3230047"/>
                  </a:lnTo>
                  <a:lnTo>
                    <a:pt x="4450214" y="3236081"/>
                  </a:lnTo>
                  <a:lnTo>
                    <a:pt x="4521836" y="3241971"/>
                  </a:lnTo>
                  <a:lnTo>
                    <a:pt x="4593459" y="3247721"/>
                  </a:lnTo>
                  <a:lnTo>
                    <a:pt x="4665081" y="3253335"/>
                  </a:lnTo>
                  <a:lnTo>
                    <a:pt x="4736704" y="3258815"/>
                  </a:lnTo>
                  <a:lnTo>
                    <a:pt x="4808326" y="3264165"/>
                  </a:lnTo>
                  <a:lnTo>
                    <a:pt x="4879949" y="3269387"/>
                  </a:lnTo>
                  <a:lnTo>
                    <a:pt x="4951571" y="3274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89307"/>
              <a:ext cx="7090630" cy="2267092"/>
            </a:xfrm>
            <a:custGeom>
              <a:avLst/>
              <a:pathLst>
                <a:path w="7090630" h="2267092">
                  <a:moveTo>
                    <a:pt x="7090630" y="2267092"/>
                  </a:moveTo>
                  <a:lnTo>
                    <a:pt x="7019007" y="2266983"/>
                  </a:lnTo>
                  <a:lnTo>
                    <a:pt x="6947385" y="2266860"/>
                  </a:lnTo>
                  <a:lnTo>
                    <a:pt x="6875762" y="2266722"/>
                  </a:lnTo>
                  <a:lnTo>
                    <a:pt x="6804139" y="2266566"/>
                  </a:lnTo>
                  <a:lnTo>
                    <a:pt x="6732517" y="2266391"/>
                  </a:lnTo>
                  <a:lnTo>
                    <a:pt x="6660894" y="2266192"/>
                  </a:lnTo>
                  <a:lnTo>
                    <a:pt x="6589272" y="2265969"/>
                  </a:lnTo>
                  <a:lnTo>
                    <a:pt x="6517649" y="2265716"/>
                  </a:lnTo>
                  <a:lnTo>
                    <a:pt x="6446027" y="2265432"/>
                  </a:lnTo>
                  <a:lnTo>
                    <a:pt x="6374404" y="2265111"/>
                  </a:lnTo>
                  <a:lnTo>
                    <a:pt x="6302782" y="2264749"/>
                  </a:lnTo>
                  <a:lnTo>
                    <a:pt x="6231159" y="2264341"/>
                  </a:lnTo>
                  <a:lnTo>
                    <a:pt x="6159537" y="2263881"/>
                  </a:lnTo>
                  <a:lnTo>
                    <a:pt x="6087914" y="2263362"/>
                  </a:lnTo>
                  <a:lnTo>
                    <a:pt x="6016292" y="2262776"/>
                  </a:lnTo>
                  <a:lnTo>
                    <a:pt x="5944669" y="2262116"/>
                  </a:lnTo>
                  <a:lnTo>
                    <a:pt x="5873047" y="2261371"/>
                  </a:lnTo>
                  <a:lnTo>
                    <a:pt x="5801424" y="2260531"/>
                  </a:lnTo>
                  <a:lnTo>
                    <a:pt x="5729802" y="2259584"/>
                  </a:lnTo>
                  <a:lnTo>
                    <a:pt x="5658179" y="2258515"/>
                  </a:lnTo>
                  <a:lnTo>
                    <a:pt x="5586557" y="2257310"/>
                  </a:lnTo>
                  <a:lnTo>
                    <a:pt x="5514934" y="2255951"/>
                  </a:lnTo>
                  <a:lnTo>
                    <a:pt x="5443311" y="2254418"/>
                  </a:lnTo>
                  <a:lnTo>
                    <a:pt x="5371689" y="2252689"/>
                  </a:lnTo>
                  <a:lnTo>
                    <a:pt x="5300066" y="2250739"/>
                  </a:lnTo>
                  <a:lnTo>
                    <a:pt x="5228444" y="2248539"/>
                  </a:lnTo>
                  <a:lnTo>
                    <a:pt x="5156821" y="2246059"/>
                  </a:lnTo>
                  <a:lnTo>
                    <a:pt x="5085199" y="2243261"/>
                  </a:lnTo>
                  <a:lnTo>
                    <a:pt x="5013576" y="2240106"/>
                  </a:lnTo>
                  <a:lnTo>
                    <a:pt x="4941954" y="2236547"/>
                  </a:lnTo>
                  <a:lnTo>
                    <a:pt x="4870331" y="2232533"/>
                  </a:lnTo>
                  <a:lnTo>
                    <a:pt x="4798709" y="2228006"/>
                  </a:lnTo>
                  <a:lnTo>
                    <a:pt x="4727086" y="2222900"/>
                  </a:lnTo>
                  <a:lnTo>
                    <a:pt x="4655464" y="2217142"/>
                  </a:lnTo>
                  <a:lnTo>
                    <a:pt x="4583841" y="2210647"/>
                  </a:lnTo>
                  <a:lnTo>
                    <a:pt x="4512219" y="2203322"/>
                  </a:lnTo>
                  <a:lnTo>
                    <a:pt x="4440596" y="2195060"/>
                  </a:lnTo>
                  <a:lnTo>
                    <a:pt x="4368974" y="2185742"/>
                  </a:lnTo>
                  <a:lnTo>
                    <a:pt x="4297351" y="2175233"/>
                  </a:lnTo>
                  <a:lnTo>
                    <a:pt x="4225729" y="2163381"/>
                  </a:lnTo>
                  <a:lnTo>
                    <a:pt x="4154106" y="2150013"/>
                  </a:lnTo>
                  <a:lnTo>
                    <a:pt x="4082483" y="2134935"/>
                  </a:lnTo>
                  <a:lnTo>
                    <a:pt x="4010861" y="2117931"/>
                  </a:lnTo>
                  <a:lnTo>
                    <a:pt x="3939238" y="2098752"/>
                  </a:lnTo>
                  <a:lnTo>
                    <a:pt x="3867616" y="2077121"/>
                  </a:lnTo>
                  <a:lnTo>
                    <a:pt x="3795993" y="2052725"/>
                  </a:lnTo>
                  <a:lnTo>
                    <a:pt x="3724371" y="2025209"/>
                  </a:lnTo>
                  <a:lnTo>
                    <a:pt x="3652748" y="1994176"/>
                  </a:lnTo>
                  <a:lnTo>
                    <a:pt x="3581126" y="1959175"/>
                  </a:lnTo>
                  <a:lnTo>
                    <a:pt x="3509503" y="1919700"/>
                  </a:lnTo>
                  <a:lnTo>
                    <a:pt x="3437881" y="1875177"/>
                  </a:lnTo>
                  <a:lnTo>
                    <a:pt x="3366258" y="1824962"/>
                  </a:lnTo>
                  <a:lnTo>
                    <a:pt x="3294636" y="1768327"/>
                  </a:lnTo>
                  <a:lnTo>
                    <a:pt x="3223013" y="1704452"/>
                  </a:lnTo>
                  <a:lnTo>
                    <a:pt x="3151391" y="1632410"/>
                  </a:lnTo>
                  <a:lnTo>
                    <a:pt x="3079768" y="1551157"/>
                  </a:lnTo>
                  <a:lnTo>
                    <a:pt x="3008146" y="1459517"/>
                  </a:lnTo>
                  <a:lnTo>
                    <a:pt x="2936523" y="1422626"/>
                  </a:lnTo>
                  <a:lnTo>
                    <a:pt x="2864901" y="1402031"/>
                  </a:lnTo>
                  <a:lnTo>
                    <a:pt x="2793278" y="1380935"/>
                  </a:lnTo>
                  <a:lnTo>
                    <a:pt x="2721655" y="1359324"/>
                  </a:lnTo>
                  <a:lnTo>
                    <a:pt x="2650033" y="1337188"/>
                  </a:lnTo>
                  <a:lnTo>
                    <a:pt x="2578410" y="1314511"/>
                  </a:lnTo>
                  <a:lnTo>
                    <a:pt x="2506788" y="1291283"/>
                  </a:lnTo>
                  <a:lnTo>
                    <a:pt x="2435165" y="1267488"/>
                  </a:lnTo>
                  <a:lnTo>
                    <a:pt x="2363543" y="1243114"/>
                  </a:lnTo>
                  <a:lnTo>
                    <a:pt x="2291920" y="1218146"/>
                  </a:lnTo>
                  <a:lnTo>
                    <a:pt x="2220298" y="1192570"/>
                  </a:lnTo>
                  <a:lnTo>
                    <a:pt x="2148675" y="1166370"/>
                  </a:lnTo>
                  <a:lnTo>
                    <a:pt x="2077053" y="1139532"/>
                  </a:lnTo>
                  <a:lnTo>
                    <a:pt x="2005430" y="1112041"/>
                  </a:lnTo>
                  <a:lnTo>
                    <a:pt x="1933808" y="1083879"/>
                  </a:lnTo>
                  <a:lnTo>
                    <a:pt x="1862185" y="1055031"/>
                  </a:lnTo>
                  <a:lnTo>
                    <a:pt x="1790563" y="1025481"/>
                  </a:lnTo>
                  <a:lnTo>
                    <a:pt x="1718940" y="995211"/>
                  </a:lnTo>
                  <a:lnTo>
                    <a:pt x="1647318" y="964203"/>
                  </a:lnTo>
                  <a:lnTo>
                    <a:pt x="1575695" y="932440"/>
                  </a:lnTo>
                  <a:lnTo>
                    <a:pt x="1504073" y="899903"/>
                  </a:lnTo>
                  <a:lnTo>
                    <a:pt x="1432450" y="866573"/>
                  </a:lnTo>
                  <a:lnTo>
                    <a:pt x="1360827" y="832431"/>
                  </a:lnTo>
                  <a:lnTo>
                    <a:pt x="1289205" y="797457"/>
                  </a:lnTo>
                  <a:lnTo>
                    <a:pt x="1217582" y="761631"/>
                  </a:lnTo>
                  <a:lnTo>
                    <a:pt x="1145960" y="724933"/>
                  </a:lnTo>
                  <a:lnTo>
                    <a:pt x="1074337" y="687340"/>
                  </a:lnTo>
                  <a:lnTo>
                    <a:pt x="1002715" y="648832"/>
                  </a:lnTo>
                  <a:lnTo>
                    <a:pt x="931092" y="609385"/>
                  </a:lnTo>
                  <a:lnTo>
                    <a:pt x="859470" y="568977"/>
                  </a:lnTo>
                  <a:lnTo>
                    <a:pt x="787847" y="527585"/>
                  </a:lnTo>
                  <a:lnTo>
                    <a:pt x="716225" y="485184"/>
                  </a:lnTo>
                  <a:lnTo>
                    <a:pt x="644602" y="441751"/>
                  </a:lnTo>
                  <a:lnTo>
                    <a:pt x="572980" y="397259"/>
                  </a:lnTo>
                  <a:lnTo>
                    <a:pt x="501357" y="351683"/>
                  </a:lnTo>
                  <a:lnTo>
                    <a:pt x="429735" y="304997"/>
                  </a:lnTo>
                  <a:lnTo>
                    <a:pt x="358112" y="257173"/>
                  </a:lnTo>
                  <a:lnTo>
                    <a:pt x="286490" y="208184"/>
                  </a:lnTo>
                  <a:lnTo>
                    <a:pt x="214867" y="158002"/>
                  </a:lnTo>
                  <a:lnTo>
                    <a:pt x="143245" y="106597"/>
                  </a:lnTo>
                  <a:lnTo>
                    <a:pt x="71622" y="539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1351" y="2073503"/>
              <a:ext cx="5521327" cy="3470411"/>
            </a:xfrm>
            <a:custGeom>
              <a:avLst/>
              <a:pathLst>
                <a:path w="5521327" h="3470411">
                  <a:moveTo>
                    <a:pt x="0" y="0"/>
                  </a:moveTo>
                  <a:lnTo>
                    <a:pt x="6393" y="23125"/>
                  </a:lnTo>
                  <a:lnTo>
                    <a:pt x="78015" y="264149"/>
                  </a:lnTo>
                  <a:lnTo>
                    <a:pt x="149638" y="488387"/>
                  </a:lnTo>
                  <a:lnTo>
                    <a:pt x="221260" y="697007"/>
                  </a:lnTo>
                  <a:lnTo>
                    <a:pt x="292883" y="891097"/>
                  </a:lnTo>
                  <a:lnTo>
                    <a:pt x="364505" y="1071670"/>
                  </a:lnTo>
                  <a:lnTo>
                    <a:pt x="436128" y="1239665"/>
                  </a:lnTo>
                  <a:lnTo>
                    <a:pt x="507750" y="1395961"/>
                  </a:lnTo>
                  <a:lnTo>
                    <a:pt x="579373" y="1541370"/>
                  </a:lnTo>
                  <a:lnTo>
                    <a:pt x="650996" y="1676652"/>
                  </a:lnTo>
                  <a:lnTo>
                    <a:pt x="722618" y="1802512"/>
                  </a:lnTo>
                  <a:lnTo>
                    <a:pt x="794241" y="1919607"/>
                  </a:lnTo>
                  <a:lnTo>
                    <a:pt x="865863" y="2028545"/>
                  </a:lnTo>
                  <a:lnTo>
                    <a:pt x="937486" y="2129897"/>
                  </a:lnTo>
                  <a:lnTo>
                    <a:pt x="1009108" y="2224189"/>
                  </a:lnTo>
                  <a:lnTo>
                    <a:pt x="1080731" y="2311915"/>
                  </a:lnTo>
                  <a:lnTo>
                    <a:pt x="1152353" y="2393530"/>
                  </a:lnTo>
                  <a:lnTo>
                    <a:pt x="1223976" y="2469461"/>
                  </a:lnTo>
                  <a:lnTo>
                    <a:pt x="1295598" y="2540104"/>
                  </a:lnTo>
                  <a:lnTo>
                    <a:pt x="1367221" y="2605827"/>
                  </a:lnTo>
                  <a:lnTo>
                    <a:pt x="1438843" y="2666972"/>
                  </a:lnTo>
                  <a:lnTo>
                    <a:pt x="1510466" y="2723858"/>
                  </a:lnTo>
                  <a:lnTo>
                    <a:pt x="1582088" y="2776783"/>
                  </a:lnTo>
                  <a:lnTo>
                    <a:pt x="1653711" y="2826021"/>
                  </a:lnTo>
                  <a:lnTo>
                    <a:pt x="1725333" y="2871830"/>
                  </a:lnTo>
                  <a:lnTo>
                    <a:pt x="1796956" y="2914449"/>
                  </a:lnTo>
                  <a:lnTo>
                    <a:pt x="1868578" y="2954099"/>
                  </a:lnTo>
                  <a:lnTo>
                    <a:pt x="1940201" y="2990988"/>
                  </a:lnTo>
                  <a:lnTo>
                    <a:pt x="2011824" y="3025307"/>
                  </a:lnTo>
                  <a:lnTo>
                    <a:pt x="2083446" y="3057237"/>
                  </a:lnTo>
                  <a:lnTo>
                    <a:pt x="2155069" y="3086942"/>
                  </a:lnTo>
                  <a:lnTo>
                    <a:pt x="2226691" y="3114579"/>
                  </a:lnTo>
                  <a:lnTo>
                    <a:pt x="2298314" y="3140290"/>
                  </a:lnTo>
                  <a:lnTo>
                    <a:pt x="2369936" y="3164211"/>
                  </a:lnTo>
                  <a:lnTo>
                    <a:pt x="2441559" y="3186466"/>
                  </a:lnTo>
                  <a:lnTo>
                    <a:pt x="2513181" y="3207171"/>
                  </a:lnTo>
                  <a:lnTo>
                    <a:pt x="2584804" y="3226434"/>
                  </a:lnTo>
                  <a:lnTo>
                    <a:pt x="2656426" y="3244355"/>
                  </a:lnTo>
                  <a:lnTo>
                    <a:pt x="2728049" y="3261028"/>
                  </a:lnTo>
                  <a:lnTo>
                    <a:pt x="2799671" y="3276540"/>
                  </a:lnTo>
                  <a:lnTo>
                    <a:pt x="2871294" y="3290972"/>
                  </a:lnTo>
                  <a:lnTo>
                    <a:pt x="2942916" y="3304398"/>
                  </a:lnTo>
                  <a:lnTo>
                    <a:pt x="3014539" y="3316889"/>
                  </a:lnTo>
                  <a:lnTo>
                    <a:pt x="3086161" y="3328510"/>
                  </a:lnTo>
                  <a:lnTo>
                    <a:pt x="3157784" y="3339322"/>
                  </a:lnTo>
                  <a:lnTo>
                    <a:pt x="3229406" y="3349381"/>
                  </a:lnTo>
                  <a:lnTo>
                    <a:pt x="3301029" y="3358739"/>
                  </a:lnTo>
                  <a:lnTo>
                    <a:pt x="3372652" y="3367446"/>
                  </a:lnTo>
                  <a:lnTo>
                    <a:pt x="3444274" y="3375546"/>
                  </a:lnTo>
                  <a:lnTo>
                    <a:pt x="3515897" y="3383082"/>
                  </a:lnTo>
                  <a:lnTo>
                    <a:pt x="3587519" y="3390093"/>
                  </a:lnTo>
                  <a:lnTo>
                    <a:pt x="3659142" y="3396616"/>
                  </a:lnTo>
                  <a:lnTo>
                    <a:pt x="3730764" y="3402684"/>
                  </a:lnTo>
                  <a:lnTo>
                    <a:pt x="3802387" y="3408330"/>
                  </a:lnTo>
                  <a:lnTo>
                    <a:pt x="3874009" y="3413582"/>
                  </a:lnTo>
                  <a:lnTo>
                    <a:pt x="3945632" y="3418469"/>
                  </a:lnTo>
                  <a:lnTo>
                    <a:pt x="4017254" y="3423016"/>
                  </a:lnTo>
                  <a:lnTo>
                    <a:pt x="4088877" y="3427245"/>
                  </a:lnTo>
                  <a:lnTo>
                    <a:pt x="4160499" y="3431181"/>
                  </a:lnTo>
                  <a:lnTo>
                    <a:pt x="4232122" y="3434842"/>
                  </a:lnTo>
                  <a:lnTo>
                    <a:pt x="4303744" y="3438248"/>
                  </a:lnTo>
                  <a:lnTo>
                    <a:pt x="4375367" y="3441417"/>
                  </a:lnTo>
                  <a:lnTo>
                    <a:pt x="4446989" y="3444365"/>
                  </a:lnTo>
                  <a:lnTo>
                    <a:pt x="4518612" y="3447108"/>
                  </a:lnTo>
                  <a:lnTo>
                    <a:pt x="4590234" y="3449659"/>
                  </a:lnTo>
                  <a:lnTo>
                    <a:pt x="4661857" y="3452034"/>
                  </a:lnTo>
                  <a:lnTo>
                    <a:pt x="4733480" y="3454242"/>
                  </a:lnTo>
                  <a:lnTo>
                    <a:pt x="4805102" y="3456297"/>
                  </a:lnTo>
                  <a:lnTo>
                    <a:pt x="4876725" y="3458209"/>
                  </a:lnTo>
                  <a:lnTo>
                    <a:pt x="4948347" y="3459988"/>
                  </a:lnTo>
                  <a:lnTo>
                    <a:pt x="5019970" y="3461642"/>
                  </a:lnTo>
                  <a:lnTo>
                    <a:pt x="5091592" y="3463182"/>
                  </a:lnTo>
                  <a:lnTo>
                    <a:pt x="5163215" y="3464614"/>
                  </a:lnTo>
                  <a:lnTo>
                    <a:pt x="5234837" y="3465947"/>
                  </a:lnTo>
                  <a:lnTo>
                    <a:pt x="5306460" y="3467186"/>
                  </a:lnTo>
                  <a:lnTo>
                    <a:pt x="5378082" y="3468340"/>
                  </a:lnTo>
                  <a:lnTo>
                    <a:pt x="5449705" y="3469413"/>
                  </a:lnTo>
                  <a:lnTo>
                    <a:pt x="5521327" y="3470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2.48 (1.35-4.55), p_Bonf = 0.020 (n = 6)  |  per IQR decline (Δ = 27.4 %): 12.13 (2.30-64.05)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2026-08-19T20:19:10Z</dcterms:modified>
  <cp:category/>
</cp:coreProperties>
</file>