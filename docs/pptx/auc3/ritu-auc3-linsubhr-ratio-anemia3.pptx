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642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681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720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8759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66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701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9740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77791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72049" y="2073503"/>
              <a:ext cx="7090630" cy="3483004"/>
            </a:xfrm>
            <a:custGeom>
              <a:avLst/>
              <a:pathLst>
                <a:path w="7090630" h="3483004">
                  <a:moveTo>
                    <a:pt x="2162020" y="0"/>
                  </a:moveTo>
                  <a:lnTo>
                    <a:pt x="2220298" y="334877"/>
                  </a:lnTo>
                  <a:lnTo>
                    <a:pt x="2291920" y="698863"/>
                  </a:lnTo>
                  <a:lnTo>
                    <a:pt x="2363543" y="1020775"/>
                  </a:lnTo>
                  <a:lnTo>
                    <a:pt x="2435165" y="1305476"/>
                  </a:lnTo>
                  <a:lnTo>
                    <a:pt x="2506788" y="1557268"/>
                  </a:lnTo>
                  <a:lnTo>
                    <a:pt x="2578410" y="1779954"/>
                  </a:lnTo>
                  <a:lnTo>
                    <a:pt x="2650033" y="1976900"/>
                  </a:lnTo>
                  <a:lnTo>
                    <a:pt x="2721655" y="2151080"/>
                  </a:lnTo>
                  <a:lnTo>
                    <a:pt x="2793278" y="2305126"/>
                  </a:lnTo>
                  <a:lnTo>
                    <a:pt x="2864901" y="2441366"/>
                  </a:lnTo>
                  <a:lnTo>
                    <a:pt x="2936523" y="2561858"/>
                  </a:lnTo>
                  <a:lnTo>
                    <a:pt x="3008146" y="2657116"/>
                  </a:lnTo>
                  <a:lnTo>
                    <a:pt x="3079768" y="2677077"/>
                  </a:lnTo>
                  <a:lnTo>
                    <a:pt x="3151391" y="2696556"/>
                  </a:lnTo>
                  <a:lnTo>
                    <a:pt x="3223013" y="2715564"/>
                  </a:lnTo>
                  <a:lnTo>
                    <a:pt x="3294636" y="2734114"/>
                  </a:lnTo>
                  <a:lnTo>
                    <a:pt x="3366258" y="2752216"/>
                  </a:lnTo>
                  <a:lnTo>
                    <a:pt x="3437881" y="2769880"/>
                  </a:lnTo>
                  <a:lnTo>
                    <a:pt x="3509503" y="2787118"/>
                  </a:lnTo>
                  <a:lnTo>
                    <a:pt x="3581126" y="2803940"/>
                  </a:lnTo>
                  <a:lnTo>
                    <a:pt x="3652748" y="2820356"/>
                  </a:lnTo>
                  <a:lnTo>
                    <a:pt x="3724371" y="2836375"/>
                  </a:lnTo>
                  <a:lnTo>
                    <a:pt x="3795993" y="2852007"/>
                  </a:lnTo>
                  <a:lnTo>
                    <a:pt x="3867616" y="2867262"/>
                  </a:lnTo>
                  <a:lnTo>
                    <a:pt x="3939238" y="2882149"/>
                  </a:lnTo>
                  <a:lnTo>
                    <a:pt x="4010861" y="2896676"/>
                  </a:lnTo>
                  <a:lnTo>
                    <a:pt x="4082483" y="2910852"/>
                  </a:lnTo>
                  <a:lnTo>
                    <a:pt x="4154106" y="2924686"/>
                  </a:lnTo>
                  <a:lnTo>
                    <a:pt x="4225729" y="2938186"/>
                  </a:lnTo>
                  <a:lnTo>
                    <a:pt x="4297351" y="2951360"/>
                  </a:lnTo>
                  <a:lnTo>
                    <a:pt x="4368974" y="2964215"/>
                  </a:lnTo>
                  <a:lnTo>
                    <a:pt x="4440596" y="2976761"/>
                  </a:lnTo>
                  <a:lnTo>
                    <a:pt x="4512219" y="2989003"/>
                  </a:lnTo>
                  <a:lnTo>
                    <a:pt x="4583841" y="3000950"/>
                  </a:lnTo>
                  <a:lnTo>
                    <a:pt x="4655464" y="3012608"/>
                  </a:lnTo>
                  <a:lnTo>
                    <a:pt x="4727086" y="3023985"/>
                  </a:lnTo>
                  <a:lnTo>
                    <a:pt x="4798709" y="3035087"/>
                  </a:lnTo>
                  <a:lnTo>
                    <a:pt x="4870331" y="3045921"/>
                  </a:lnTo>
                  <a:lnTo>
                    <a:pt x="4941954" y="3056493"/>
                  </a:lnTo>
                  <a:lnTo>
                    <a:pt x="5013576" y="3066810"/>
                  </a:lnTo>
                  <a:lnTo>
                    <a:pt x="5085199" y="3076878"/>
                  </a:lnTo>
                  <a:lnTo>
                    <a:pt x="5156821" y="3086703"/>
                  </a:lnTo>
                  <a:lnTo>
                    <a:pt x="5228444" y="3096291"/>
                  </a:lnTo>
                  <a:lnTo>
                    <a:pt x="5300066" y="3105647"/>
                  </a:lnTo>
                  <a:lnTo>
                    <a:pt x="5371689" y="3114777"/>
                  </a:lnTo>
                  <a:lnTo>
                    <a:pt x="5443311" y="3123687"/>
                  </a:lnTo>
                  <a:lnTo>
                    <a:pt x="5514934" y="3132381"/>
                  </a:lnTo>
                  <a:lnTo>
                    <a:pt x="5586557" y="3140866"/>
                  </a:lnTo>
                  <a:lnTo>
                    <a:pt x="5658179" y="3149145"/>
                  </a:lnTo>
                  <a:lnTo>
                    <a:pt x="5729802" y="3157225"/>
                  </a:lnTo>
                  <a:lnTo>
                    <a:pt x="5801424" y="3165110"/>
                  </a:lnTo>
                  <a:lnTo>
                    <a:pt x="5873047" y="3172804"/>
                  </a:lnTo>
                  <a:lnTo>
                    <a:pt x="5944669" y="3180313"/>
                  </a:lnTo>
                  <a:lnTo>
                    <a:pt x="6016292" y="3187640"/>
                  </a:lnTo>
                  <a:lnTo>
                    <a:pt x="6087914" y="3194790"/>
                  </a:lnTo>
                  <a:lnTo>
                    <a:pt x="6159537" y="3201768"/>
                  </a:lnTo>
                  <a:lnTo>
                    <a:pt x="6231159" y="3208577"/>
                  </a:lnTo>
                  <a:lnTo>
                    <a:pt x="6302782" y="3215221"/>
                  </a:lnTo>
                  <a:lnTo>
                    <a:pt x="6374404" y="3221705"/>
                  </a:lnTo>
                  <a:lnTo>
                    <a:pt x="6446027" y="3228033"/>
                  </a:lnTo>
                  <a:lnTo>
                    <a:pt x="6517649" y="3234208"/>
                  </a:lnTo>
                  <a:lnTo>
                    <a:pt x="6589272" y="3240234"/>
                  </a:lnTo>
                  <a:lnTo>
                    <a:pt x="6660894" y="3246114"/>
                  </a:lnTo>
                  <a:lnTo>
                    <a:pt x="6732517" y="3251852"/>
                  </a:lnTo>
                  <a:lnTo>
                    <a:pt x="6804139" y="3257452"/>
                  </a:lnTo>
                  <a:lnTo>
                    <a:pt x="6875762" y="3262916"/>
                  </a:lnTo>
                  <a:lnTo>
                    <a:pt x="6947385" y="3268249"/>
                  </a:lnTo>
                  <a:lnTo>
                    <a:pt x="7019007" y="3273452"/>
                  </a:lnTo>
                  <a:lnTo>
                    <a:pt x="7090630" y="3278530"/>
                  </a:lnTo>
                  <a:lnTo>
                    <a:pt x="7090630" y="3483004"/>
                  </a:lnTo>
                  <a:lnTo>
                    <a:pt x="7019007" y="3482907"/>
                  </a:lnTo>
                  <a:lnTo>
                    <a:pt x="6947385" y="3482798"/>
                  </a:lnTo>
                  <a:lnTo>
                    <a:pt x="6875762" y="3482674"/>
                  </a:lnTo>
                  <a:lnTo>
                    <a:pt x="6804139" y="3482533"/>
                  </a:lnTo>
                  <a:lnTo>
                    <a:pt x="6732517" y="3482375"/>
                  </a:lnTo>
                  <a:lnTo>
                    <a:pt x="6660894" y="3482195"/>
                  </a:lnTo>
                  <a:lnTo>
                    <a:pt x="6589272" y="3481993"/>
                  </a:lnTo>
                  <a:lnTo>
                    <a:pt x="6517649" y="3481764"/>
                  </a:lnTo>
                  <a:lnTo>
                    <a:pt x="6446027" y="3481504"/>
                  </a:lnTo>
                  <a:lnTo>
                    <a:pt x="6374404" y="3481211"/>
                  </a:lnTo>
                  <a:lnTo>
                    <a:pt x="6302782" y="3480880"/>
                  </a:lnTo>
                  <a:lnTo>
                    <a:pt x="6231159" y="3480505"/>
                  </a:lnTo>
                  <a:lnTo>
                    <a:pt x="6159537" y="3480082"/>
                  </a:lnTo>
                  <a:lnTo>
                    <a:pt x="6087914" y="3479603"/>
                  </a:lnTo>
                  <a:lnTo>
                    <a:pt x="6016292" y="3479061"/>
                  </a:lnTo>
                  <a:lnTo>
                    <a:pt x="5944669" y="3478449"/>
                  </a:lnTo>
                  <a:lnTo>
                    <a:pt x="5873047" y="3477756"/>
                  </a:lnTo>
                  <a:lnTo>
                    <a:pt x="5801424" y="3476974"/>
                  </a:lnTo>
                  <a:lnTo>
                    <a:pt x="5729802" y="3476088"/>
                  </a:lnTo>
                  <a:lnTo>
                    <a:pt x="5658179" y="3475087"/>
                  </a:lnTo>
                  <a:lnTo>
                    <a:pt x="5586557" y="3473956"/>
                  </a:lnTo>
                  <a:lnTo>
                    <a:pt x="5514934" y="3472676"/>
                  </a:lnTo>
                  <a:lnTo>
                    <a:pt x="5443311" y="3471229"/>
                  </a:lnTo>
                  <a:lnTo>
                    <a:pt x="5371689" y="3469593"/>
                  </a:lnTo>
                  <a:lnTo>
                    <a:pt x="5300066" y="3467743"/>
                  </a:lnTo>
                  <a:lnTo>
                    <a:pt x="5228444" y="3465652"/>
                  </a:lnTo>
                  <a:lnTo>
                    <a:pt x="5156821" y="3463287"/>
                  </a:lnTo>
                  <a:lnTo>
                    <a:pt x="5085199" y="3460612"/>
                  </a:lnTo>
                  <a:lnTo>
                    <a:pt x="5013576" y="3457589"/>
                  </a:lnTo>
                  <a:lnTo>
                    <a:pt x="4941954" y="3454170"/>
                  </a:lnTo>
                  <a:lnTo>
                    <a:pt x="4870331" y="3450304"/>
                  </a:lnTo>
                  <a:lnTo>
                    <a:pt x="4798709" y="3445933"/>
                  </a:lnTo>
                  <a:lnTo>
                    <a:pt x="4727086" y="3440991"/>
                  </a:lnTo>
                  <a:lnTo>
                    <a:pt x="4655464" y="3435403"/>
                  </a:lnTo>
                  <a:lnTo>
                    <a:pt x="4583841" y="3429085"/>
                  </a:lnTo>
                  <a:lnTo>
                    <a:pt x="4512219" y="3421940"/>
                  </a:lnTo>
                  <a:lnTo>
                    <a:pt x="4440596" y="3413862"/>
                  </a:lnTo>
                  <a:lnTo>
                    <a:pt x="4368974" y="3404728"/>
                  </a:lnTo>
                  <a:lnTo>
                    <a:pt x="4297351" y="3394401"/>
                  </a:lnTo>
                  <a:lnTo>
                    <a:pt x="4225729" y="3382723"/>
                  </a:lnTo>
                  <a:lnTo>
                    <a:pt x="4154106" y="3369519"/>
                  </a:lnTo>
                  <a:lnTo>
                    <a:pt x="4082483" y="3354590"/>
                  </a:lnTo>
                  <a:lnTo>
                    <a:pt x="4010861" y="3337709"/>
                  </a:lnTo>
                  <a:lnTo>
                    <a:pt x="3939238" y="3318622"/>
                  </a:lnTo>
                  <a:lnTo>
                    <a:pt x="3867616" y="3297040"/>
                  </a:lnTo>
                  <a:lnTo>
                    <a:pt x="3795993" y="3272637"/>
                  </a:lnTo>
                  <a:lnTo>
                    <a:pt x="3724371" y="3245045"/>
                  </a:lnTo>
                  <a:lnTo>
                    <a:pt x="3652748" y="3213847"/>
                  </a:lnTo>
                  <a:lnTo>
                    <a:pt x="3581126" y="3178571"/>
                  </a:lnTo>
                  <a:lnTo>
                    <a:pt x="3509503" y="3138684"/>
                  </a:lnTo>
                  <a:lnTo>
                    <a:pt x="3437881" y="3093584"/>
                  </a:lnTo>
                  <a:lnTo>
                    <a:pt x="3366258" y="3042590"/>
                  </a:lnTo>
                  <a:lnTo>
                    <a:pt x="3294636" y="2984930"/>
                  </a:lnTo>
                  <a:lnTo>
                    <a:pt x="3223013" y="2919735"/>
                  </a:lnTo>
                  <a:lnTo>
                    <a:pt x="3151391" y="2846018"/>
                  </a:lnTo>
                  <a:lnTo>
                    <a:pt x="3079768" y="2762667"/>
                  </a:lnTo>
                  <a:lnTo>
                    <a:pt x="3008146" y="2668421"/>
                  </a:lnTo>
                  <a:lnTo>
                    <a:pt x="2936523" y="2636661"/>
                  </a:lnTo>
                  <a:lnTo>
                    <a:pt x="2864901" y="2615700"/>
                  </a:lnTo>
                  <a:lnTo>
                    <a:pt x="2793278" y="2594220"/>
                  </a:lnTo>
                  <a:lnTo>
                    <a:pt x="2721655" y="2572209"/>
                  </a:lnTo>
                  <a:lnTo>
                    <a:pt x="2650033" y="2549653"/>
                  </a:lnTo>
                  <a:lnTo>
                    <a:pt x="2578410" y="2526538"/>
                  </a:lnTo>
                  <a:lnTo>
                    <a:pt x="2506788" y="2502852"/>
                  </a:lnTo>
                  <a:lnTo>
                    <a:pt x="2435165" y="2478580"/>
                  </a:lnTo>
                  <a:lnTo>
                    <a:pt x="2363543" y="2453707"/>
                  </a:lnTo>
                  <a:lnTo>
                    <a:pt x="2291920" y="2428219"/>
                  </a:lnTo>
                  <a:lnTo>
                    <a:pt x="2220298" y="2402100"/>
                  </a:lnTo>
                  <a:lnTo>
                    <a:pt x="2148675" y="2375335"/>
                  </a:lnTo>
                  <a:lnTo>
                    <a:pt x="2077053" y="2347907"/>
                  </a:lnTo>
                  <a:lnTo>
                    <a:pt x="2005430" y="2319801"/>
                  </a:lnTo>
                  <a:lnTo>
                    <a:pt x="1933808" y="2290999"/>
                  </a:lnTo>
                  <a:lnTo>
                    <a:pt x="1862185" y="2261485"/>
                  </a:lnTo>
                  <a:lnTo>
                    <a:pt x="1790563" y="2231240"/>
                  </a:lnTo>
                  <a:lnTo>
                    <a:pt x="1718940" y="2200246"/>
                  </a:lnTo>
                  <a:lnTo>
                    <a:pt x="1647318" y="2168486"/>
                  </a:lnTo>
                  <a:lnTo>
                    <a:pt x="1575695" y="2135940"/>
                  </a:lnTo>
                  <a:lnTo>
                    <a:pt x="1504073" y="2102589"/>
                  </a:lnTo>
                  <a:lnTo>
                    <a:pt x="1432450" y="2068412"/>
                  </a:lnTo>
                  <a:lnTo>
                    <a:pt x="1360827" y="2033390"/>
                  </a:lnTo>
                  <a:lnTo>
                    <a:pt x="1289205" y="1997501"/>
                  </a:lnTo>
                  <a:lnTo>
                    <a:pt x="1217582" y="1960724"/>
                  </a:lnTo>
                  <a:lnTo>
                    <a:pt x="1145960" y="1923036"/>
                  </a:lnTo>
                  <a:lnTo>
                    <a:pt x="1074337" y="1884417"/>
                  </a:lnTo>
                  <a:lnTo>
                    <a:pt x="1002715" y="1844841"/>
                  </a:lnTo>
                  <a:lnTo>
                    <a:pt x="931092" y="1804287"/>
                  </a:lnTo>
                  <a:lnTo>
                    <a:pt x="859470" y="1762729"/>
                  </a:lnTo>
                  <a:lnTo>
                    <a:pt x="787847" y="1720142"/>
                  </a:lnTo>
                  <a:lnTo>
                    <a:pt x="716225" y="1676502"/>
                  </a:lnTo>
                  <a:lnTo>
                    <a:pt x="644602" y="1631781"/>
                  </a:lnTo>
                  <a:lnTo>
                    <a:pt x="572980" y="1585955"/>
                  </a:lnTo>
                  <a:lnTo>
                    <a:pt x="501357" y="1538994"/>
                  </a:lnTo>
                  <a:lnTo>
                    <a:pt x="429735" y="1490871"/>
                  </a:lnTo>
                  <a:lnTo>
                    <a:pt x="358112" y="1441557"/>
                  </a:lnTo>
                  <a:lnTo>
                    <a:pt x="286490" y="1391023"/>
                  </a:lnTo>
                  <a:lnTo>
                    <a:pt x="214867" y="1339239"/>
                  </a:lnTo>
                  <a:lnTo>
                    <a:pt x="143245" y="1286173"/>
                  </a:lnTo>
                  <a:lnTo>
                    <a:pt x="71622" y="1231794"/>
                  </a:lnTo>
                  <a:lnTo>
                    <a:pt x="0" y="11760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334069" y="2073503"/>
              <a:ext cx="4928609" cy="3278530"/>
            </a:xfrm>
            <a:custGeom>
              <a:avLst/>
              <a:pathLst>
                <a:path w="4928609" h="3278530">
                  <a:moveTo>
                    <a:pt x="0" y="0"/>
                  </a:moveTo>
                  <a:lnTo>
                    <a:pt x="58277" y="334877"/>
                  </a:lnTo>
                  <a:lnTo>
                    <a:pt x="129900" y="698863"/>
                  </a:lnTo>
                  <a:lnTo>
                    <a:pt x="201522" y="1020775"/>
                  </a:lnTo>
                  <a:lnTo>
                    <a:pt x="273145" y="1305476"/>
                  </a:lnTo>
                  <a:lnTo>
                    <a:pt x="344767" y="1557268"/>
                  </a:lnTo>
                  <a:lnTo>
                    <a:pt x="416390" y="1779954"/>
                  </a:lnTo>
                  <a:lnTo>
                    <a:pt x="488012" y="1976900"/>
                  </a:lnTo>
                  <a:lnTo>
                    <a:pt x="559635" y="2151080"/>
                  </a:lnTo>
                  <a:lnTo>
                    <a:pt x="631258" y="2305126"/>
                  </a:lnTo>
                  <a:lnTo>
                    <a:pt x="702880" y="2441366"/>
                  </a:lnTo>
                  <a:lnTo>
                    <a:pt x="774503" y="2561858"/>
                  </a:lnTo>
                  <a:lnTo>
                    <a:pt x="846125" y="2657116"/>
                  </a:lnTo>
                  <a:lnTo>
                    <a:pt x="917748" y="2677077"/>
                  </a:lnTo>
                  <a:lnTo>
                    <a:pt x="989370" y="2696556"/>
                  </a:lnTo>
                  <a:lnTo>
                    <a:pt x="1060993" y="2715564"/>
                  </a:lnTo>
                  <a:lnTo>
                    <a:pt x="1132615" y="2734114"/>
                  </a:lnTo>
                  <a:lnTo>
                    <a:pt x="1204238" y="2752216"/>
                  </a:lnTo>
                  <a:lnTo>
                    <a:pt x="1275860" y="2769880"/>
                  </a:lnTo>
                  <a:lnTo>
                    <a:pt x="1347483" y="2787118"/>
                  </a:lnTo>
                  <a:lnTo>
                    <a:pt x="1419105" y="2803940"/>
                  </a:lnTo>
                  <a:lnTo>
                    <a:pt x="1490728" y="2820356"/>
                  </a:lnTo>
                  <a:lnTo>
                    <a:pt x="1562350" y="2836375"/>
                  </a:lnTo>
                  <a:lnTo>
                    <a:pt x="1633973" y="2852007"/>
                  </a:lnTo>
                  <a:lnTo>
                    <a:pt x="1705595" y="2867262"/>
                  </a:lnTo>
                  <a:lnTo>
                    <a:pt x="1777218" y="2882149"/>
                  </a:lnTo>
                  <a:lnTo>
                    <a:pt x="1848840" y="2896676"/>
                  </a:lnTo>
                  <a:lnTo>
                    <a:pt x="1920463" y="2910852"/>
                  </a:lnTo>
                  <a:lnTo>
                    <a:pt x="1992086" y="2924686"/>
                  </a:lnTo>
                  <a:lnTo>
                    <a:pt x="2063708" y="2938186"/>
                  </a:lnTo>
                  <a:lnTo>
                    <a:pt x="2135331" y="2951360"/>
                  </a:lnTo>
                  <a:lnTo>
                    <a:pt x="2206953" y="2964215"/>
                  </a:lnTo>
                  <a:lnTo>
                    <a:pt x="2278576" y="2976761"/>
                  </a:lnTo>
                  <a:lnTo>
                    <a:pt x="2350198" y="2989003"/>
                  </a:lnTo>
                  <a:lnTo>
                    <a:pt x="2421821" y="3000950"/>
                  </a:lnTo>
                  <a:lnTo>
                    <a:pt x="2493443" y="3012608"/>
                  </a:lnTo>
                  <a:lnTo>
                    <a:pt x="2565066" y="3023985"/>
                  </a:lnTo>
                  <a:lnTo>
                    <a:pt x="2636688" y="3035087"/>
                  </a:lnTo>
                  <a:lnTo>
                    <a:pt x="2708311" y="3045921"/>
                  </a:lnTo>
                  <a:lnTo>
                    <a:pt x="2779933" y="3056493"/>
                  </a:lnTo>
                  <a:lnTo>
                    <a:pt x="2851556" y="3066810"/>
                  </a:lnTo>
                  <a:lnTo>
                    <a:pt x="2923178" y="3076878"/>
                  </a:lnTo>
                  <a:lnTo>
                    <a:pt x="2994801" y="3086703"/>
                  </a:lnTo>
                  <a:lnTo>
                    <a:pt x="3066423" y="3096291"/>
                  </a:lnTo>
                  <a:lnTo>
                    <a:pt x="3138046" y="3105647"/>
                  </a:lnTo>
                  <a:lnTo>
                    <a:pt x="3209668" y="3114777"/>
                  </a:lnTo>
                  <a:lnTo>
                    <a:pt x="3281291" y="3123687"/>
                  </a:lnTo>
                  <a:lnTo>
                    <a:pt x="3352914" y="3132381"/>
                  </a:lnTo>
                  <a:lnTo>
                    <a:pt x="3424536" y="3140866"/>
                  </a:lnTo>
                  <a:lnTo>
                    <a:pt x="3496159" y="3149145"/>
                  </a:lnTo>
                  <a:lnTo>
                    <a:pt x="3567781" y="3157225"/>
                  </a:lnTo>
                  <a:lnTo>
                    <a:pt x="3639404" y="3165110"/>
                  </a:lnTo>
                  <a:lnTo>
                    <a:pt x="3711026" y="3172804"/>
                  </a:lnTo>
                  <a:lnTo>
                    <a:pt x="3782649" y="3180313"/>
                  </a:lnTo>
                  <a:lnTo>
                    <a:pt x="3854271" y="3187640"/>
                  </a:lnTo>
                  <a:lnTo>
                    <a:pt x="3925894" y="3194790"/>
                  </a:lnTo>
                  <a:lnTo>
                    <a:pt x="3997516" y="3201768"/>
                  </a:lnTo>
                  <a:lnTo>
                    <a:pt x="4069139" y="3208577"/>
                  </a:lnTo>
                  <a:lnTo>
                    <a:pt x="4140761" y="3215221"/>
                  </a:lnTo>
                  <a:lnTo>
                    <a:pt x="4212384" y="3221705"/>
                  </a:lnTo>
                  <a:lnTo>
                    <a:pt x="4284006" y="3228033"/>
                  </a:lnTo>
                  <a:lnTo>
                    <a:pt x="4355629" y="3234208"/>
                  </a:lnTo>
                  <a:lnTo>
                    <a:pt x="4427251" y="3240234"/>
                  </a:lnTo>
                  <a:lnTo>
                    <a:pt x="4498874" y="3246114"/>
                  </a:lnTo>
                  <a:lnTo>
                    <a:pt x="4570496" y="3251852"/>
                  </a:lnTo>
                  <a:lnTo>
                    <a:pt x="4642119" y="3257452"/>
                  </a:lnTo>
                  <a:lnTo>
                    <a:pt x="4713742" y="3262916"/>
                  </a:lnTo>
                  <a:lnTo>
                    <a:pt x="4785364" y="3268249"/>
                  </a:lnTo>
                  <a:lnTo>
                    <a:pt x="4856987" y="3273452"/>
                  </a:lnTo>
                  <a:lnTo>
                    <a:pt x="4928609" y="327853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249573"/>
              <a:ext cx="7090630" cy="2306934"/>
            </a:xfrm>
            <a:custGeom>
              <a:avLst/>
              <a:pathLst>
                <a:path w="7090630" h="2306934">
                  <a:moveTo>
                    <a:pt x="7090630" y="2306934"/>
                  </a:moveTo>
                  <a:lnTo>
                    <a:pt x="7019007" y="2306837"/>
                  </a:lnTo>
                  <a:lnTo>
                    <a:pt x="6947385" y="2306727"/>
                  </a:lnTo>
                  <a:lnTo>
                    <a:pt x="6875762" y="2306603"/>
                  </a:lnTo>
                  <a:lnTo>
                    <a:pt x="6804139" y="2306463"/>
                  </a:lnTo>
                  <a:lnTo>
                    <a:pt x="6732517" y="2306304"/>
                  </a:lnTo>
                  <a:lnTo>
                    <a:pt x="6660894" y="2306125"/>
                  </a:lnTo>
                  <a:lnTo>
                    <a:pt x="6589272" y="2305922"/>
                  </a:lnTo>
                  <a:lnTo>
                    <a:pt x="6517649" y="2305693"/>
                  </a:lnTo>
                  <a:lnTo>
                    <a:pt x="6446027" y="2305434"/>
                  </a:lnTo>
                  <a:lnTo>
                    <a:pt x="6374404" y="2305141"/>
                  </a:lnTo>
                  <a:lnTo>
                    <a:pt x="6302782" y="2304810"/>
                  </a:lnTo>
                  <a:lnTo>
                    <a:pt x="6231159" y="2304435"/>
                  </a:lnTo>
                  <a:lnTo>
                    <a:pt x="6159537" y="2304011"/>
                  </a:lnTo>
                  <a:lnTo>
                    <a:pt x="6087914" y="2303532"/>
                  </a:lnTo>
                  <a:lnTo>
                    <a:pt x="6016292" y="2302991"/>
                  </a:lnTo>
                  <a:lnTo>
                    <a:pt x="5944669" y="2302378"/>
                  </a:lnTo>
                  <a:lnTo>
                    <a:pt x="5873047" y="2301686"/>
                  </a:lnTo>
                  <a:lnTo>
                    <a:pt x="5801424" y="2300903"/>
                  </a:lnTo>
                  <a:lnTo>
                    <a:pt x="5729802" y="2300018"/>
                  </a:lnTo>
                  <a:lnTo>
                    <a:pt x="5658179" y="2299017"/>
                  </a:lnTo>
                  <a:lnTo>
                    <a:pt x="5586557" y="2297885"/>
                  </a:lnTo>
                  <a:lnTo>
                    <a:pt x="5514934" y="2296606"/>
                  </a:lnTo>
                  <a:lnTo>
                    <a:pt x="5443311" y="2295159"/>
                  </a:lnTo>
                  <a:lnTo>
                    <a:pt x="5371689" y="2293523"/>
                  </a:lnTo>
                  <a:lnTo>
                    <a:pt x="5300066" y="2291673"/>
                  </a:lnTo>
                  <a:lnTo>
                    <a:pt x="5228444" y="2289581"/>
                  </a:lnTo>
                  <a:lnTo>
                    <a:pt x="5156821" y="2287216"/>
                  </a:lnTo>
                  <a:lnTo>
                    <a:pt x="5085199" y="2284542"/>
                  </a:lnTo>
                  <a:lnTo>
                    <a:pt x="5013576" y="2281518"/>
                  </a:lnTo>
                  <a:lnTo>
                    <a:pt x="4941954" y="2278100"/>
                  </a:lnTo>
                  <a:lnTo>
                    <a:pt x="4870331" y="2274234"/>
                  </a:lnTo>
                  <a:lnTo>
                    <a:pt x="4798709" y="2269863"/>
                  </a:lnTo>
                  <a:lnTo>
                    <a:pt x="4727086" y="2264921"/>
                  </a:lnTo>
                  <a:lnTo>
                    <a:pt x="4655464" y="2259333"/>
                  </a:lnTo>
                  <a:lnTo>
                    <a:pt x="4583841" y="2253014"/>
                  </a:lnTo>
                  <a:lnTo>
                    <a:pt x="4512219" y="2245870"/>
                  </a:lnTo>
                  <a:lnTo>
                    <a:pt x="4440596" y="2237792"/>
                  </a:lnTo>
                  <a:lnTo>
                    <a:pt x="4368974" y="2228658"/>
                  </a:lnTo>
                  <a:lnTo>
                    <a:pt x="4297351" y="2218330"/>
                  </a:lnTo>
                  <a:lnTo>
                    <a:pt x="4225729" y="2206653"/>
                  </a:lnTo>
                  <a:lnTo>
                    <a:pt x="4154106" y="2193449"/>
                  </a:lnTo>
                  <a:lnTo>
                    <a:pt x="4082483" y="2178519"/>
                  </a:lnTo>
                  <a:lnTo>
                    <a:pt x="4010861" y="2161638"/>
                  </a:lnTo>
                  <a:lnTo>
                    <a:pt x="3939238" y="2142551"/>
                  </a:lnTo>
                  <a:lnTo>
                    <a:pt x="3867616" y="2120969"/>
                  </a:lnTo>
                  <a:lnTo>
                    <a:pt x="3795993" y="2096567"/>
                  </a:lnTo>
                  <a:lnTo>
                    <a:pt x="3724371" y="2068975"/>
                  </a:lnTo>
                  <a:lnTo>
                    <a:pt x="3652748" y="2037776"/>
                  </a:lnTo>
                  <a:lnTo>
                    <a:pt x="3581126" y="2002500"/>
                  </a:lnTo>
                  <a:lnTo>
                    <a:pt x="3509503" y="1962614"/>
                  </a:lnTo>
                  <a:lnTo>
                    <a:pt x="3437881" y="1917514"/>
                  </a:lnTo>
                  <a:lnTo>
                    <a:pt x="3366258" y="1866519"/>
                  </a:lnTo>
                  <a:lnTo>
                    <a:pt x="3294636" y="1808860"/>
                  </a:lnTo>
                  <a:lnTo>
                    <a:pt x="3223013" y="1743664"/>
                  </a:lnTo>
                  <a:lnTo>
                    <a:pt x="3151391" y="1669948"/>
                  </a:lnTo>
                  <a:lnTo>
                    <a:pt x="3079768" y="1586596"/>
                  </a:lnTo>
                  <a:lnTo>
                    <a:pt x="3008146" y="1492351"/>
                  </a:lnTo>
                  <a:lnTo>
                    <a:pt x="2936523" y="1460590"/>
                  </a:lnTo>
                  <a:lnTo>
                    <a:pt x="2864901" y="1439629"/>
                  </a:lnTo>
                  <a:lnTo>
                    <a:pt x="2793278" y="1418149"/>
                  </a:lnTo>
                  <a:lnTo>
                    <a:pt x="2721655" y="1396138"/>
                  </a:lnTo>
                  <a:lnTo>
                    <a:pt x="2650033" y="1373582"/>
                  </a:lnTo>
                  <a:lnTo>
                    <a:pt x="2578410" y="1350468"/>
                  </a:lnTo>
                  <a:lnTo>
                    <a:pt x="2506788" y="1326782"/>
                  </a:lnTo>
                  <a:lnTo>
                    <a:pt x="2435165" y="1302510"/>
                  </a:lnTo>
                  <a:lnTo>
                    <a:pt x="2363543" y="1277637"/>
                  </a:lnTo>
                  <a:lnTo>
                    <a:pt x="2291920" y="1252149"/>
                  </a:lnTo>
                  <a:lnTo>
                    <a:pt x="2220298" y="1226030"/>
                  </a:lnTo>
                  <a:lnTo>
                    <a:pt x="2148675" y="1199264"/>
                  </a:lnTo>
                  <a:lnTo>
                    <a:pt x="2077053" y="1171837"/>
                  </a:lnTo>
                  <a:lnTo>
                    <a:pt x="2005430" y="1143730"/>
                  </a:lnTo>
                  <a:lnTo>
                    <a:pt x="1933808" y="1114929"/>
                  </a:lnTo>
                  <a:lnTo>
                    <a:pt x="1862185" y="1085414"/>
                  </a:lnTo>
                  <a:lnTo>
                    <a:pt x="1790563" y="1055169"/>
                  </a:lnTo>
                  <a:lnTo>
                    <a:pt x="1718940" y="1024176"/>
                  </a:lnTo>
                  <a:lnTo>
                    <a:pt x="1647318" y="992416"/>
                  </a:lnTo>
                  <a:lnTo>
                    <a:pt x="1575695" y="959870"/>
                  </a:lnTo>
                  <a:lnTo>
                    <a:pt x="1504073" y="926518"/>
                  </a:lnTo>
                  <a:lnTo>
                    <a:pt x="1432450" y="892342"/>
                  </a:lnTo>
                  <a:lnTo>
                    <a:pt x="1360827" y="857319"/>
                  </a:lnTo>
                  <a:lnTo>
                    <a:pt x="1289205" y="821430"/>
                  </a:lnTo>
                  <a:lnTo>
                    <a:pt x="1217582" y="784653"/>
                  </a:lnTo>
                  <a:lnTo>
                    <a:pt x="1145960" y="746966"/>
                  </a:lnTo>
                  <a:lnTo>
                    <a:pt x="1074337" y="708346"/>
                  </a:lnTo>
                  <a:lnTo>
                    <a:pt x="1002715" y="668771"/>
                  </a:lnTo>
                  <a:lnTo>
                    <a:pt x="931092" y="628216"/>
                  </a:lnTo>
                  <a:lnTo>
                    <a:pt x="859470" y="586658"/>
                  </a:lnTo>
                  <a:lnTo>
                    <a:pt x="787847" y="544072"/>
                  </a:lnTo>
                  <a:lnTo>
                    <a:pt x="716225" y="500431"/>
                  </a:lnTo>
                  <a:lnTo>
                    <a:pt x="644602" y="455711"/>
                  </a:lnTo>
                  <a:lnTo>
                    <a:pt x="572980" y="409884"/>
                  </a:lnTo>
                  <a:lnTo>
                    <a:pt x="501357" y="362923"/>
                  </a:lnTo>
                  <a:lnTo>
                    <a:pt x="429735" y="314801"/>
                  </a:lnTo>
                  <a:lnTo>
                    <a:pt x="358112" y="265487"/>
                  </a:lnTo>
                  <a:lnTo>
                    <a:pt x="286490" y="214953"/>
                  </a:lnTo>
                  <a:lnTo>
                    <a:pt x="214867" y="163169"/>
                  </a:lnTo>
                  <a:lnTo>
                    <a:pt x="143245" y="110103"/>
                  </a:lnTo>
                  <a:lnTo>
                    <a:pt x="71622" y="5572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75032" y="2073503"/>
              <a:ext cx="5487646" cy="3471405"/>
            </a:xfrm>
            <a:custGeom>
              <a:avLst/>
              <a:pathLst>
                <a:path w="5487646" h="3471405">
                  <a:moveTo>
                    <a:pt x="0" y="0"/>
                  </a:moveTo>
                  <a:lnTo>
                    <a:pt x="44334" y="157353"/>
                  </a:lnTo>
                  <a:lnTo>
                    <a:pt x="115957" y="393509"/>
                  </a:lnTo>
                  <a:lnTo>
                    <a:pt x="187580" y="612898"/>
                  </a:lnTo>
                  <a:lnTo>
                    <a:pt x="259202" y="816713"/>
                  </a:lnTo>
                  <a:lnTo>
                    <a:pt x="330825" y="1006057"/>
                  </a:lnTo>
                  <a:lnTo>
                    <a:pt x="402447" y="1181960"/>
                  </a:lnTo>
                  <a:lnTo>
                    <a:pt x="474070" y="1345374"/>
                  </a:lnTo>
                  <a:lnTo>
                    <a:pt x="545692" y="1497186"/>
                  </a:lnTo>
                  <a:lnTo>
                    <a:pt x="617315" y="1638221"/>
                  </a:lnTo>
                  <a:lnTo>
                    <a:pt x="688937" y="1769243"/>
                  </a:lnTo>
                  <a:lnTo>
                    <a:pt x="760560" y="1890964"/>
                  </a:lnTo>
                  <a:lnTo>
                    <a:pt x="832182" y="2004042"/>
                  </a:lnTo>
                  <a:lnTo>
                    <a:pt x="903805" y="2109093"/>
                  </a:lnTo>
                  <a:lnTo>
                    <a:pt x="975427" y="2206686"/>
                  </a:lnTo>
                  <a:lnTo>
                    <a:pt x="1047050" y="2297350"/>
                  </a:lnTo>
                  <a:lnTo>
                    <a:pt x="1118672" y="2381578"/>
                  </a:lnTo>
                  <a:lnTo>
                    <a:pt x="1190295" y="2459826"/>
                  </a:lnTo>
                  <a:lnTo>
                    <a:pt x="1261917" y="2532518"/>
                  </a:lnTo>
                  <a:lnTo>
                    <a:pt x="1333540" y="2600050"/>
                  </a:lnTo>
                  <a:lnTo>
                    <a:pt x="1405162" y="2662788"/>
                  </a:lnTo>
                  <a:lnTo>
                    <a:pt x="1476785" y="2721071"/>
                  </a:lnTo>
                  <a:lnTo>
                    <a:pt x="1548408" y="2775217"/>
                  </a:lnTo>
                  <a:lnTo>
                    <a:pt x="1620030" y="2825519"/>
                  </a:lnTo>
                  <a:lnTo>
                    <a:pt x="1691653" y="2872249"/>
                  </a:lnTo>
                  <a:lnTo>
                    <a:pt x="1763275" y="2915662"/>
                  </a:lnTo>
                  <a:lnTo>
                    <a:pt x="1834898" y="2955993"/>
                  </a:lnTo>
                  <a:lnTo>
                    <a:pt x="1906520" y="2993461"/>
                  </a:lnTo>
                  <a:lnTo>
                    <a:pt x="1978143" y="3028268"/>
                  </a:lnTo>
                  <a:lnTo>
                    <a:pt x="2049765" y="3060605"/>
                  </a:lnTo>
                  <a:lnTo>
                    <a:pt x="2121388" y="3090645"/>
                  </a:lnTo>
                  <a:lnTo>
                    <a:pt x="2193010" y="3118553"/>
                  </a:lnTo>
                  <a:lnTo>
                    <a:pt x="2264633" y="3144480"/>
                  </a:lnTo>
                  <a:lnTo>
                    <a:pt x="2336255" y="3168566"/>
                  </a:lnTo>
                  <a:lnTo>
                    <a:pt x="2407878" y="3190942"/>
                  </a:lnTo>
                  <a:lnTo>
                    <a:pt x="2479500" y="3211730"/>
                  </a:lnTo>
                  <a:lnTo>
                    <a:pt x="2551123" y="3231041"/>
                  </a:lnTo>
                  <a:lnTo>
                    <a:pt x="2622745" y="3248982"/>
                  </a:lnTo>
                  <a:lnTo>
                    <a:pt x="2694368" y="3265649"/>
                  </a:lnTo>
                  <a:lnTo>
                    <a:pt x="2765990" y="3281133"/>
                  </a:lnTo>
                  <a:lnTo>
                    <a:pt x="2837613" y="3295517"/>
                  </a:lnTo>
                  <a:lnTo>
                    <a:pt x="2909236" y="3308880"/>
                  </a:lnTo>
                  <a:lnTo>
                    <a:pt x="2980858" y="3321295"/>
                  </a:lnTo>
                  <a:lnTo>
                    <a:pt x="3052481" y="3332828"/>
                  </a:lnTo>
                  <a:lnTo>
                    <a:pt x="3124103" y="3343542"/>
                  </a:lnTo>
                  <a:lnTo>
                    <a:pt x="3195726" y="3353496"/>
                  </a:lnTo>
                  <a:lnTo>
                    <a:pt x="3267348" y="3362743"/>
                  </a:lnTo>
                  <a:lnTo>
                    <a:pt x="3338971" y="3371334"/>
                  </a:lnTo>
                  <a:lnTo>
                    <a:pt x="3410593" y="3379314"/>
                  </a:lnTo>
                  <a:lnTo>
                    <a:pt x="3482216" y="3386729"/>
                  </a:lnTo>
                  <a:lnTo>
                    <a:pt x="3553838" y="3393616"/>
                  </a:lnTo>
                  <a:lnTo>
                    <a:pt x="3625461" y="3400015"/>
                  </a:lnTo>
                  <a:lnTo>
                    <a:pt x="3697083" y="3405959"/>
                  </a:lnTo>
                  <a:lnTo>
                    <a:pt x="3768706" y="3411482"/>
                  </a:lnTo>
                  <a:lnTo>
                    <a:pt x="3840328" y="3416612"/>
                  </a:lnTo>
                  <a:lnTo>
                    <a:pt x="3911951" y="3421378"/>
                  </a:lnTo>
                  <a:lnTo>
                    <a:pt x="3983573" y="3425806"/>
                  </a:lnTo>
                  <a:lnTo>
                    <a:pt x="4055196" y="3429920"/>
                  </a:lnTo>
                  <a:lnTo>
                    <a:pt x="4126818" y="3433741"/>
                  </a:lnTo>
                  <a:lnTo>
                    <a:pt x="4198441" y="3437291"/>
                  </a:lnTo>
                  <a:lnTo>
                    <a:pt x="4270064" y="3440589"/>
                  </a:lnTo>
                  <a:lnTo>
                    <a:pt x="4341686" y="3443653"/>
                  </a:lnTo>
                  <a:lnTo>
                    <a:pt x="4413309" y="3446500"/>
                  </a:lnTo>
                  <a:lnTo>
                    <a:pt x="4484931" y="3449144"/>
                  </a:lnTo>
                  <a:lnTo>
                    <a:pt x="4556554" y="3451600"/>
                  </a:lnTo>
                  <a:lnTo>
                    <a:pt x="4628176" y="3453883"/>
                  </a:lnTo>
                  <a:lnTo>
                    <a:pt x="4699799" y="3456003"/>
                  </a:lnTo>
                  <a:lnTo>
                    <a:pt x="4771421" y="3457972"/>
                  </a:lnTo>
                  <a:lnTo>
                    <a:pt x="4843044" y="3459802"/>
                  </a:lnTo>
                  <a:lnTo>
                    <a:pt x="4914666" y="3461502"/>
                  </a:lnTo>
                  <a:lnTo>
                    <a:pt x="4986289" y="3463081"/>
                  </a:lnTo>
                  <a:lnTo>
                    <a:pt x="5057911" y="3464548"/>
                  </a:lnTo>
                  <a:lnTo>
                    <a:pt x="5129534" y="3465911"/>
                  </a:lnTo>
                  <a:lnTo>
                    <a:pt x="5201156" y="3467178"/>
                  </a:lnTo>
                  <a:lnTo>
                    <a:pt x="5272779" y="3468354"/>
                  </a:lnTo>
                  <a:lnTo>
                    <a:pt x="5344401" y="3469447"/>
                  </a:lnTo>
                  <a:lnTo>
                    <a:pt x="5416024" y="3470462"/>
                  </a:lnTo>
                  <a:lnTo>
                    <a:pt x="5487646" y="3471405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170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28545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139043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9118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71573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7" name="tx37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896563"/>
              <a:ext cx="711247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2.53 (1.36-4.70), p_Bonf = 0.020 (n = 6)  |  per IQR decline (Δ = 27.2 %): 12.48 (2.31-67.37)  |  IQR: [-12.3, 14.9] 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17517" y="1669789"/>
              <a:ext cx="291318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3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2026-10-09T11:57:47Z</dcterms:modified>
  <cp:category/>
</cp:coreProperties>
</file>