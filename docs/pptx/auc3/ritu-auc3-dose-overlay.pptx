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857836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3677407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2496978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5691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2616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56636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8710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94649" y="544805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426762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3087192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3045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6092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9140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21872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1228722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1345759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462795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579832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696869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813905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930942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047978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165015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282052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399088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516125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633162" y="4267621"/>
              <a:ext cx="117036" cy="1180429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750198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867235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2984272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3101308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3218345" y="2851106"/>
              <a:ext cx="117036" cy="259694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335382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452418" y="3559364"/>
              <a:ext cx="117036" cy="188868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569455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686491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80352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920565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4037601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154638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271675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388711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505748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622785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739821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856858" y="3087192"/>
              <a:ext cx="117036" cy="2360858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4973895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5090931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20796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325004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442041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559078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5676114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5793151" y="2142849"/>
              <a:ext cx="117036" cy="330520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122872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1345759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1462795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1579832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1696869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1813905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1930942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2047978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2165015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228205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2399088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2516125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263316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2750198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286723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2984272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310130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321834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3335382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345241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356945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3686491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3803528" y="2851106"/>
              <a:ext cx="117036" cy="259694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3920565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4037601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4154638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4271675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4388711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4505748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4622785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4739821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4856858" y="3323278"/>
              <a:ext cx="117036" cy="212477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4973895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5090931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5207968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5325004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5442041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5559078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5676114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5793151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tx98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9" name="tx99"/>
            <p:cNvSpPr/>
            <p:nvPr/>
          </p:nvSpPr>
          <p:spPr>
            <a:xfrm>
              <a:off x="835933" y="421664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00" name="tx100"/>
            <p:cNvSpPr/>
            <p:nvPr/>
          </p:nvSpPr>
          <p:spPr>
            <a:xfrm>
              <a:off x="756929" y="303621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1186052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24907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3795494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600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5100215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800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3154546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106" name="tx106"/>
            <p:cNvSpPr/>
            <p:nvPr/>
          </p:nvSpPr>
          <p:spPr>
            <a:xfrm rot="-5400000">
              <a:off x="-151233" y="3731670"/>
              <a:ext cx="1521561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of Patients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108" name="rc108"/>
            <p:cNvSpPr/>
            <p:nvPr/>
          </p:nvSpPr>
          <p:spPr>
            <a:xfrm>
              <a:off x="6418965" y="3712717"/>
              <a:ext cx="201455" cy="20145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6418965" y="3932173"/>
              <a:ext cx="201455" cy="20145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tx110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111" name="tx111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112" name="tx112"/>
            <p:cNvSpPr/>
            <p:nvPr/>
          </p:nvSpPr>
          <p:spPr>
            <a:xfrm>
              <a:off x="994649" y="1688767"/>
              <a:ext cx="37797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 (AUC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2026-08-17T08:00:04Z</dcterms:modified>
  <cp:category/>
</cp:coreProperties>
</file>