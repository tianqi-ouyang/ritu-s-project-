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857836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3677407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2496978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95691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2616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56636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87108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94649" y="5448051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94649" y="4267621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94649" y="3087192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3045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60927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9140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21872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rc18"/>
            <p:cNvSpPr/>
            <p:nvPr/>
          </p:nvSpPr>
          <p:spPr>
            <a:xfrm>
              <a:off x="1228722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1345759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462795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579832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696869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813905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930942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047978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165015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2282052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399088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516125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633162" y="4267621"/>
              <a:ext cx="117036" cy="1180429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2750198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2867235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2984272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3101308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3218345" y="2851106"/>
              <a:ext cx="117036" cy="259694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3335382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3452418" y="3559364"/>
              <a:ext cx="117036" cy="188868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3569455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3686491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380352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3920565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4037601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154638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271675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4388711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4505748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622785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4739821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4856858" y="3087192"/>
              <a:ext cx="117036" cy="2360858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4973895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5090931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520796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5325004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5442041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5559078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5676114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5793151" y="2142849"/>
              <a:ext cx="117036" cy="330520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1228722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1345759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1462795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1579832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1696869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1813905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1930942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2047978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2165015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2282052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2399088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2516125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2633162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2750198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2867235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2984272" y="4031536"/>
              <a:ext cx="117036" cy="141651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3101308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3218345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3335382" y="4503707"/>
              <a:ext cx="117036" cy="9443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3452418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3569455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3686491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3803528" y="2851106"/>
              <a:ext cx="117036" cy="259694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3920565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4037601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4154638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4271675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4388711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4505748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4622785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4739821" y="3559364"/>
              <a:ext cx="117036" cy="188868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4856858" y="3323278"/>
              <a:ext cx="117036" cy="2124772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4973895" y="4503707"/>
              <a:ext cx="117036" cy="9443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5090931" y="4503707"/>
              <a:ext cx="117036" cy="9443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5207968" y="4503707"/>
              <a:ext cx="117036" cy="9443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5325004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5442041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5559078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5676114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5793151" y="3559364"/>
              <a:ext cx="117036" cy="188868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tx98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9" name="tx99"/>
            <p:cNvSpPr/>
            <p:nvPr/>
          </p:nvSpPr>
          <p:spPr>
            <a:xfrm>
              <a:off x="835933" y="4216644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100" name="tx100"/>
            <p:cNvSpPr/>
            <p:nvPr/>
          </p:nvSpPr>
          <p:spPr>
            <a:xfrm>
              <a:off x="756929" y="3036214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01" name="tx101"/>
            <p:cNvSpPr/>
            <p:nvPr/>
          </p:nvSpPr>
          <p:spPr>
            <a:xfrm>
              <a:off x="1186052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102" name="tx102"/>
            <p:cNvSpPr/>
            <p:nvPr/>
          </p:nvSpPr>
          <p:spPr>
            <a:xfrm>
              <a:off x="249077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103" name="tx103"/>
            <p:cNvSpPr/>
            <p:nvPr/>
          </p:nvSpPr>
          <p:spPr>
            <a:xfrm>
              <a:off x="3795494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600</a:t>
              </a:r>
            </a:p>
          </p:txBody>
        </p:sp>
        <p:sp>
          <p:nvSpPr>
            <p:cNvPr id="104" name="tx104"/>
            <p:cNvSpPr/>
            <p:nvPr/>
          </p:nvSpPr>
          <p:spPr>
            <a:xfrm>
              <a:off x="5100215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800</a:t>
              </a:r>
            </a:p>
          </p:txBody>
        </p:sp>
        <p:sp>
          <p:nvSpPr>
            <p:cNvPr id="105" name="tx105"/>
            <p:cNvSpPr/>
            <p:nvPr/>
          </p:nvSpPr>
          <p:spPr>
            <a:xfrm>
              <a:off x="3154546" y="5870717"/>
              <a:ext cx="82981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(mg)</a:t>
              </a:r>
            </a:p>
          </p:txBody>
        </p:sp>
        <p:sp>
          <p:nvSpPr>
            <p:cNvPr id="106" name="tx106"/>
            <p:cNvSpPr/>
            <p:nvPr/>
          </p:nvSpPr>
          <p:spPr>
            <a:xfrm rot="-5400000">
              <a:off x="-151233" y="3731670"/>
              <a:ext cx="1521561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of Patients</a:t>
              </a:r>
            </a:p>
          </p:txBody>
        </p:sp>
        <p:sp>
          <p:nvSpPr>
            <p:cNvPr id="107" name="tx107"/>
            <p:cNvSpPr/>
            <p:nvPr/>
          </p:nvSpPr>
          <p:spPr>
            <a:xfrm>
              <a:off x="6409965" y="3467930"/>
              <a:ext cx="85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Type</a:t>
              </a:r>
            </a:p>
          </p:txBody>
        </p:sp>
        <p:sp>
          <p:nvSpPr>
            <p:cNvPr id="108" name="rc108"/>
            <p:cNvSpPr/>
            <p:nvPr/>
          </p:nvSpPr>
          <p:spPr>
            <a:xfrm>
              <a:off x="6418965" y="3712717"/>
              <a:ext cx="201455" cy="20145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6418965" y="3932173"/>
              <a:ext cx="201455" cy="20145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" name="tx110"/>
            <p:cNvSpPr/>
            <p:nvPr/>
          </p:nvSpPr>
          <p:spPr>
            <a:xfrm>
              <a:off x="6717988" y="3762467"/>
              <a:ext cx="108941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Actual (REDCap)</a:t>
              </a:r>
            </a:p>
          </p:txBody>
        </p:sp>
        <p:sp>
          <p:nvSpPr>
            <p:cNvPr id="111" name="tx111"/>
            <p:cNvSpPr/>
            <p:nvPr/>
          </p:nvSpPr>
          <p:spPr>
            <a:xfrm>
              <a:off x="6717988" y="3981923"/>
              <a:ext cx="1791675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(CKD-EPI Cr-Cys)</a:t>
              </a:r>
            </a:p>
          </p:txBody>
        </p:sp>
        <p:sp>
          <p:nvSpPr>
            <p:cNvPr id="112" name="tx112"/>
            <p:cNvSpPr/>
            <p:nvPr/>
          </p:nvSpPr>
          <p:spPr>
            <a:xfrm>
              <a:off x="994649" y="1688767"/>
              <a:ext cx="377976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Dose Distribution (AUC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2026-10-30T13:19:26Z</dcterms:modified>
  <cp:category/>
</cp:coreProperties>
</file>