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569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16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66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71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045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92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40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1872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8205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9908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633162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5019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723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8427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0130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1834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5241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6945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8649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92056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03760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50574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62278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39821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856858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97389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9093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20796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44204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5590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22872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575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8205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9908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1612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50198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6723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8427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10130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21834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5241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6945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8649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803528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92056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15463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7167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71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50574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62278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5685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9738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90931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8605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4907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79549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10021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6" name="tx106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2026-10-27T11:23:10Z</dcterms:modified>
  <cp:category/>
</cp:coreProperties>
</file>