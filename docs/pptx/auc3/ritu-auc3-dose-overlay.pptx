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994649" y="4857836"/>
              <a:ext cx="5149612" cy="0"/>
            </a:xfrm>
            <a:custGeom>
              <a:avLst/>
              <a:pathLst>
                <a:path w="5149612" h="0">
                  <a:moveTo>
                    <a:pt x="0" y="0"/>
                  </a:moveTo>
                  <a:lnTo>
                    <a:pt x="5149612" y="0"/>
                  </a:lnTo>
                  <a:lnTo>
                    <a:pt x="5149612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994649" y="3677407"/>
              <a:ext cx="5149612" cy="0"/>
            </a:xfrm>
            <a:custGeom>
              <a:avLst/>
              <a:pathLst>
                <a:path w="5149612" h="0">
                  <a:moveTo>
                    <a:pt x="0" y="0"/>
                  </a:moveTo>
                  <a:lnTo>
                    <a:pt x="5149612" y="0"/>
                  </a:lnTo>
                  <a:lnTo>
                    <a:pt x="5149612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994649" y="2496978"/>
              <a:ext cx="5149612" cy="0"/>
            </a:xfrm>
            <a:custGeom>
              <a:avLst/>
              <a:pathLst>
                <a:path w="5149612" h="0">
                  <a:moveTo>
                    <a:pt x="0" y="0"/>
                  </a:moveTo>
                  <a:lnTo>
                    <a:pt x="5149612" y="0"/>
                  </a:lnTo>
                  <a:lnTo>
                    <a:pt x="5149612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1956919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3261640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4566361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871082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994649" y="5448051"/>
              <a:ext cx="5149612" cy="0"/>
            </a:xfrm>
            <a:custGeom>
              <a:avLst/>
              <a:pathLst>
                <a:path w="5149612" h="0">
                  <a:moveTo>
                    <a:pt x="0" y="0"/>
                  </a:moveTo>
                  <a:lnTo>
                    <a:pt x="5149612" y="0"/>
                  </a:lnTo>
                  <a:lnTo>
                    <a:pt x="5149612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994649" y="4267621"/>
              <a:ext cx="5149612" cy="0"/>
            </a:xfrm>
            <a:custGeom>
              <a:avLst/>
              <a:pathLst>
                <a:path w="5149612" h="0">
                  <a:moveTo>
                    <a:pt x="0" y="0"/>
                  </a:moveTo>
                  <a:lnTo>
                    <a:pt x="5149612" y="0"/>
                  </a:lnTo>
                  <a:lnTo>
                    <a:pt x="5149612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994649" y="3087192"/>
              <a:ext cx="5149612" cy="0"/>
            </a:xfrm>
            <a:custGeom>
              <a:avLst/>
              <a:pathLst>
                <a:path w="5149612" h="0">
                  <a:moveTo>
                    <a:pt x="0" y="0"/>
                  </a:moveTo>
                  <a:lnTo>
                    <a:pt x="5149612" y="0"/>
                  </a:lnTo>
                  <a:lnTo>
                    <a:pt x="5149612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1304558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2609279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3914001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5218722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rc18"/>
            <p:cNvSpPr/>
            <p:nvPr/>
          </p:nvSpPr>
          <p:spPr>
            <a:xfrm>
              <a:off x="1228722" y="5448051"/>
              <a:ext cx="117036" cy="0"/>
            </a:xfrm>
            <a:prstGeom prst="rect">
              <a:avLst/>
            </a:prstGeom>
            <a:solidFill>
              <a:srgbClr val="E31A1C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" name="rc19"/>
            <p:cNvSpPr/>
            <p:nvPr/>
          </p:nvSpPr>
          <p:spPr>
            <a:xfrm>
              <a:off x="1345759" y="5211965"/>
              <a:ext cx="117036" cy="236085"/>
            </a:xfrm>
            <a:prstGeom prst="rect">
              <a:avLst/>
            </a:prstGeom>
            <a:solidFill>
              <a:srgbClr val="E31A1C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" name="rc20"/>
            <p:cNvSpPr/>
            <p:nvPr/>
          </p:nvSpPr>
          <p:spPr>
            <a:xfrm>
              <a:off x="1462795" y="5448051"/>
              <a:ext cx="117036" cy="0"/>
            </a:xfrm>
            <a:prstGeom prst="rect">
              <a:avLst/>
            </a:prstGeom>
            <a:solidFill>
              <a:srgbClr val="E31A1C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" name="rc21"/>
            <p:cNvSpPr/>
            <p:nvPr/>
          </p:nvSpPr>
          <p:spPr>
            <a:xfrm>
              <a:off x="1579832" y="5448051"/>
              <a:ext cx="117036" cy="0"/>
            </a:xfrm>
            <a:prstGeom prst="rect">
              <a:avLst/>
            </a:prstGeom>
            <a:solidFill>
              <a:srgbClr val="E31A1C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" name="rc22"/>
            <p:cNvSpPr/>
            <p:nvPr/>
          </p:nvSpPr>
          <p:spPr>
            <a:xfrm>
              <a:off x="1696869" y="5448051"/>
              <a:ext cx="117036" cy="0"/>
            </a:xfrm>
            <a:prstGeom prst="rect">
              <a:avLst/>
            </a:prstGeom>
            <a:solidFill>
              <a:srgbClr val="E31A1C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" name="rc23"/>
            <p:cNvSpPr/>
            <p:nvPr/>
          </p:nvSpPr>
          <p:spPr>
            <a:xfrm>
              <a:off x="1813905" y="5211965"/>
              <a:ext cx="117036" cy="236085"/>
            </a:xfrm>
            <a:prstGeom prst="rect">
              <a:avLst/>
            </a:prstGeom>
            <a:solidFill>
              <a:srgbClr val="E31A1C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" name="rc24"/>
            <p:cNvSpPr/>
            <p:nvPr/>
          </p:nvSpPr>
          <p:spPr>
            <a:xfrm>
              <a:off x="1930942" y="4739793"/>
              <a:ext cx="117036" cy="708257"/>
            </a:xfrm>
            <a:prstGeom prst="rect">
              <a:avLst/>
            </a:prstGeom>
            <a:solidFill>
              <a:srgbClr val="E31A1C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" name="rc25"/>
            <p:cNvSpPr/>
            <p:nvPr/>
          </p:nvSpPr>
          <p:spPr>
            <a:xfrm>
              <a:off x="2047978" y="5211965"/>
              <a:ext cx="117036" cy="236085"/>
            </a:xfrm>
            <a:prstGeom prst="rect">
              <a:avLst/>
            </a:prstGeom>
            <a:solidFill>
              <a:srgbClr val="E31A1C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" name="rc26"/>
            <p:cNvSpPr/>
            <p:nvPr/>
          </p:nvSpPr>
          <p:spPr>
            <a:xfrm>
              <a:off x="2165015" y="4975879"/>
              <a:ext cx="117036" cy="472171"/>
            </a:xfrm>
            <a:prstGeom prst="rect">
              <a:avLst/>
            </a:prstGeom>
            <a:solidFill>
              <a:srgbClr val="E31A1C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7" name="rc27"/>
            <p:cNvSpPr/>
            <p:nvPr/>
          </p:nvSpPr>
          <p:spPr>
            <a:xfrm>
              <a:off x="2282052" y="5448051"/>
              <a:ext cx="117036" cy="0"/>
            </a:xfrm>
            <a:prstGeom prst="rect">
              <a:avLst/>
            </a:prstGeom>
            <a:solidFill>
              <a:srgbClr val="E31A1C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8" name="rc28"/>
            <p:cNvSpPr/>
            <p:nvPr/>
          </p:nvSpPr>
          <p:spPr>
            <a:xfrm>
              <a:off x="2399088" y="4975879"/>
              <a:ext cx="117036" cy="472171"/>
            </a:xfrm>
            <a:prstGeom prst="rect">
              <a:avLst/>
            </a:prstGeom>
            <a:solidFill>
              <a:srgbClr val="E31A1C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9" name="rc29"/>
            <p:cNvSpPr/>
            <p:nvPr/>
          </p:nvSpPr>
          <p:spPr>
            <a:xfrm>
              <a:off x="2516125" y="4739793"/>
              <a:ext cx="117036" cy="708257"/>
            </a:xfrm>
            <a:prstGeom prst="rect">
              <a:avLst/>
            </a:prstGeom>
            <a:solidFill>
              <a:srgbClr val="E31A1C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0" name="rc30"/>
            <p:cNvSpPr/>
            <p:nvPr/>
          </p:nvSpPr>
          <p:spPr>
            <a:xfrm>
              <a:off x="2633162" y="4267621"/>
              <a:ext cx="117036" cy="1180429"/>
            </a:xfrm>
            <a:prstGeom prst="rect">
              <a:avLst/>
            </a:prstGeom>
            <a:solidFill>
              <a:srgbClr val="E31A1C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1" name="rc31"/>
            <p:cNvSpPr/>
            <p:nvPr/>
          </p:nvSpPr>
          <p:spPr>
            <a:xfrm>
              <a:off x="2750198" y="4503707"/>
              <a:ext cx="117036" cy="944343"/>
            </a:xfrm>
            <a:prstGeom prst="rect">
              <a:avLst/>
            </a:prstGeom>
            <a:solidFill>
              <a:srgbClr val="E31A1C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2" name="rc32"/>
            <p:cNvSpPr/>
            <p:nvPr/>
          </p:nvSpPr>
          <p:spPr>
            <a:xfrm>
              <a:off x="2867235" y="3795450"/>
              <a:ext cx="117036" cy="1652600"/>
            </a:xfrm>
            <a:prstGeom prst="rect">
              <a:avLst/>
            </a:prstGeom>
            <a:solidFill>
              <a:srgbClr val="E31A1C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3" name="rc33"/>
            <p:cNvSpPr/>
            <p:nvPr/>
          </p:nvSpPr>
          <p:spPr>
            <a:xfrm>
              <a:off x="2984272" y="4739793"/>
              <a:ext cx="117036" cy="708257"/>
            </a:xfrm>
            <a:prstGeom prst="rect">
              <a:avLst/>
            </a:prstGeom>
            <a:solidFill>
              <a:srgbClr val="E31A1C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4" name="rc34"/>
            <p:cNvSpPr/>
            <p:nvPr/>
          </p:nvSpPr>
          <p:spPr>
            <a:xfrm>
              <a:off x="3101308" y="4739793"/>
              <a:ext cx="117036" cy="708257"/>
            </a:xfrm>
            <a:prstGeom prst="rect">
              <a:avLst/>
            </a:prstGeom>
            <a:solidFill>
              <a:srgbClr val="E31A1C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5" name="rc35"/>
            <p:cNvSpPr/>
            <p:nvPr/>
          </p:nvSpPr>
          <p:spPr>
            <a:xfrm>
              <a:off x="3218345" y="2851106"/>
              <a:ext cx="117036" cy="2596944"/>
            </a:xfrm>
            <a:prstGeom prst="rect">
              <a:avLst/>
            </a:prstGeom>
            <a:solidFill>
              <a:srgbClr val="E31A1C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6" name="rc36"/>
            <p:cNvSpPr/>
            <p:nvPr/>
          </p:nvSpPr>
          <p:spPr>
            <a:xfrm>
              <a:off x="3335382" y="4503707"/>
              <a:ext cx="117036" cy="944343"/>
            </a:xfrm>
            <a:prstGeom prst="rect">
              <a:avLst/>
            </a:prstGeom>
            <a:solidFill>
              <a:srgbClr val="E31A1C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7" name="rc37"/>
            <p:cNvSpPr/>
            <p:nvPr/>
          </p:nvSpPr>
          <p:spPr>
            <a:xfrm>
              <a:off x="3452418" y="3559364"/>
              <a:ext cx="117036" cy="1888686"/>
            </a:xfrm>
            <a:prstGeom prst="rect">
              <a:avLst/>
            </a:prstGeom>
            <a:solidFill>
              <a:srgbClr val="E31A1C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8" name="rc38"/>
            <p:cNvSpPr/>
            <p:nvPr/>
          </p:nvSpPr>
          <p:spPr>
            <a:xfrm>
              <a:off x="3569455" y="4739793"/>
              <a:ext cx="117036" cy="708257"/>
            </a:xfrm>
            <a:prstGeom prst="rect">
              <a:avLst/>
            </a:prstGeom>
            <a:solidFill>
              <a:srgbClr val="E31A1C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9" name="rc39"/>
            <p:cNvSpPr/>
            <p:nvPr/>
          </p:nvSpPr>
          <p:spPr>
            <a:xfrm>
              <a:off x="3686491" y="4503707"/>
              <a:ext cx="117036" cy="944343"/>
            </a:xfrm>
            <a:prstGeom prst="rect">
              <a:avLst/>
            </a:prstGeom>
            <a:solidFill>
              <a:srgbClr val="E31A1C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0" name="rc40"/>
            <p:cNvSpPr/>
            <p:nvPr/>
          </p:nvSpPr>
          <p:spPr>
            <a:xfrm>
              <a:off x="3803528" y="4031536"/>
              <a:ext cx="117036" cy="1416514"/>
            </a:xfrm>
            <a:prstGeom prst="rect">
              <a:avLst/>
            </a:prstGeom>
            <a:solidFill>
              <a:srgbClr val="E31A1C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1" name="rc41"/>
            <p:cNvSpPr/>
            <p:nvPr/>
          </p:nvSpPr>
          <p:spPr>
            <a:xfrm>
              <a:off x="3920565" y="4503707"/>
              <a:ext cx="117036" cy="944343"/>
            </a:xfrm>
            <a:prstGeom prst="rect">
              <a:avLst/>
            </a:prstGeom>
            <a:solidFill>
              <a:srgbClr val="E31A1C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2" name="rc42"/>
            <p:cNvSpPr/>
            <p:nvPr/>
          </p:nvSpPr>
          <p:spPr>
            <a:xfrm>
              <a:off x="4037601" y="4503707"/>
              <a:ext cx="117036" cy="944343"/>
            </a:xfrm>
            <a:prstGeom prst="rect">
              <a:avLst/>
            </a:prstGeom>
            <a:solidFill>
              <a:srgbClr val="E31A1C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3" name="rc43"/>
            <p:cNvSpPr/>
            <p:nvPr/>
          </p:nvSpPr>
          <p:spPr>
            <a:xfrm>
              <a:off x="4154638" y="4739793"/>
              <a:ext cx="117036" cy="708257"/>
            </a:xfrm>
            <a:prstGeom prst="rect">
              <a:avLst/>
            </a:prstGeom>
            <a:solidFill>
              <a:srgbClr val="E31A1C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4" name="rc44"/>
            <p:cNvSpPr/>
            <p:nvPr/>
          </p:nvSpPr>
          <p:spPr>
            <a:xfrm>
              <a:off x="4271675" y="4031536"/>
              <a:ext cx="117036" cy="1416514"/>
            </a:xfrm>
            <a:prstGeom prst="rect">
              <a:avLst/>
            </a:prstGeom>
            <a:solidFill>
              <a:srgbClr val="E31A1C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5" name="rc45"/>
            <p:cNvSpPr/>
            <p:nvPr/>
          </p:nvSpPr>
          <p:spPr>
            <a:xfrm>
              <a:off x="4388711" y="4739793"/>
              <a:ext cx="117036" cy="708257"/>
            </a:xfrm>
            <a:prstGeom prst="rect">
              <a:avLst/>
            </a:prstGeom>
            <a:solidFill>
              <a:srgbClr val="E31A1C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6" name="rc46"/>
            <p:cNvSpPr/>
            <p:nvPr/>
          </p:nvSpPr>
          <p:spPr>
            <a:xfrm>
              <a:off x="4505748" y="4975879"/>
              <a:ext cx="117036" cy="472171"/>
            </a:xfrm>
            <a:prstGeom prst="rect">
              <a:avLst/>
            </a:prstGeom>
            <a:solidFill>
              <a:srgbClr val="E31A1C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7" name="rc47"/>
            <p:cNvSpPr/>
            <p:nvPr/>
          </p:nvSpPr>
          <p:spPr>
            <a:xfrm>
              <a:off x="4622785" y="5211965"/>
              <a:ext cx="117036" cy="236085"/>
            </a:xfrm>
            <a:prstGeom prst="rect">
              <a:avLst/>
            </a:prstGeom>
            <a:solidFill>
              <a:srgbClr val="E31A1C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8" name="rc48"/>
            <p:cNvSpPr/>
            <p:nvPr/>
          </p:nvSpPr>
          <p:spPr>
            <a:xfrm>
              <a:off x="4739821" y="3795450"/>
              <a:ext cx="117036" cy="1652600"/>
            </a:xfrm>
            <a:prstGeom prst="rect">
              <a:avLst/>
            </a:prstGeom>
            <a:solidFill>
              <a:srgbClr val="E31A1C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9" name="rc49"/>
            <p:cNvSpPr/>
            <p:nvPr/>
          </p:nvSpPr>
          <p:spPr>
            <a:xfrm>
              <a:off x="4856858" y="3087192"/>
              <a:ext cx="117036" cy="2360858"/>
            </a:xfrm>
            <a:prstGeom prst="rect">
              <a:avLst/>
            </a:prstGeom>
            <a:solidFill>
              <a:srgbClr val="E31A1C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0" name="rc50"/>
            <p:cNvSpPr/>
            <p:nvPr/>
          </p:nvSpPr>
          <p:spPr>
            <a:xfrm>
              <a:off x="4973895" y="4975879"/>
              <a:ext cx="117036" cy="472171"/>
            </a:xfrm>
            <a:prstGeom prst="rect">
              <a:avLst/>
            </a:prstGeom>
            <a:solidFill>
              <a:srgbClr val="E31A1C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1" name="rc51"/>
            <p:cNvSpPr/>
            <p:nvPr/>
          </p:nvSpPr>
          <p:spPr>
            <a:xfrm>
              <a:off x="5090931" y="5211965"/>
              <a:ext cx="117036" cy="236085"/>
            </a:xfrm>
            <a:prstGeom prst="rect">
              <a:avLst/>
            </a:prstGeom>
            <a:solidFill>
              <a:srgbClr val="E31A1C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2" name="rc52"/>
            <p:cNvSpPr/>
            <p:nvPr/>
          </p:nvSpPr>
          <p:spPr>
            <a:xfrm>
              <a:off x="5207968" y="4031536"/>
              <a:ext cx="117036" cy="1416514"/>
            </a:xfrm>
            <a:prstGeom prst="rect">
              <a:avLst/>
            </a:prstGeom>
            <a:solidFill>
              <a:srgbClr val="E31A1C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3" name="rc53"/>
            <p:cNvSpPr/>
            <p:nvPr/>
          </p:nvSpPr>
          <p:spPr>
            <a:xfrm>
              <a:off x="5325004" y="5211965"/>
              <a:ext cx="117036" cy="236085"/>
            </a:xfrm>
            <a:prstGeom prst="rect">
              <a:avLst/>
            </a:prstGeom>
            <a:solidFill>
              <a:srgbClr val="E31A1C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4" name="rc54"/>
            <p:cNvSpPr/>
            <p:nvPr/>
          </p:nvSpPr>
          <p:spPr>
            <a:xfrm>
              <a:off x="5442041" y="4503707"/>
              <a:ext cx="117036" cy="944343"/>
            </a:xfrm>
            <a:prstGeom prst="rect">
              <a:avLst/>
            </a:prstGeom>
            <a:solidFill>
              <a:srgbClr val="E31A1C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5" name="rc55"/>
            <p:cNvSpPr/>
            <p:nvPr/>
          </p:nvSpPr>
          <p:spPr>
            <a:xfrm>
              <a:off x="5559078" y="5211965"/>
              <a:ext cx="117036" cy="236085"/>
            </a:xfrm>
            <a:prstGeom prst="rect">
              <a:avLst/>
            </a:prstGeom>
            <a:solidFill>
              <a:srgbClr val="E31A1C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6" name="rc56"/>
            <p:cNvSpPr/>
            <p:nvPr/>
          </p:nvSpPr>
          <p:spPr>
            <a:xfrm>
              <a:off x="5676114" y="4975879"/>
              <a:ext cx="117036" cy="472171"/>
            </a:xfrm>
            <a:prstGeom prst="rect">
              <a:avLst/>
            </a:prstGeom>
            <a:solidFill>
              <a:srgbClr val="E31A1C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7" name="rc57"/>
            <p:cNvSpPr/>
            <p:nvPr/>
          </p:nvSpPr>
          <p:spPr>
            <a:xfrm>
              <a:off x="5793151" y="2142849"/>
              <a:ext cx="117036" cy="3305201"/>
            </a:xfrm>
            <a:prstGeom prst="rect">
              <a:avLst/>
            </a:prstGeom>
            <a:solidFill>
              <a:srgbClr val="E31A1C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8" name="rc58"/>
            <p:cNvSpPr/>
            <p:nvPr/>
          </p:nvSpPr>
          <p:spPr>
            <a:xfrm>
              <a:off x="1228722" y="5211965"/>
              <a:ext cx="117036" cy="236085"/>
            </a:xfrm>
            <a:prstGeom prst="rect">
              <a:avLst/>
            </a:prstGeom>
            <a:solidFill>
              <a:srgbClr val="1F78B4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9" name="rc59"/>
            <p:cNvSpPr/>
            <p:nvPr/>
          </p:nvSpPr>
          <p:spPr>
            <a:xfrm>
              <a:off x="1345759" y="5448051"/>
              <a:ext cx="117036" cy="0"/>
            </a:xfrm>
            <a:prstGeom prst="rect">
              <a:avLst/>
            </a:prstGeom>
            <a:solidFill>
              <a:srgbClr val="1F78B4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0" name="rc60"/>
            <p:cNvSpPr/>
            <p:nvPr/>
          </p:nvSpPr>
          <p:spPr>
            <a:xfrm>
              <a:off x="1462795" y="5448051"/>
              <a:ext cx="117036" cy="0"/>
            </a:xfrm>
            <a:prstGeom prst="rect">
              <a:avLst/>
            </a:prstGeom>
            <a:solidFill>
              <a:srgbClr val="1F78B4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1" name="rc61"/>
            <p:cNvSpPr/>
            <p:nvPr/>
          </p:nvSpPr>
          <p:spPr>
            <a:xfrm>
              <a:off x="1579832" y="5448051"/>
              <a:ext cx="117036" cy="0"/>
            </a:xfrm>
            <a:prstGeom prst="rect">
              <a:avLst/>
            </a:prstGeom>
            <a:solidFill>
              <a:srgbClr val="1F78B4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2" name="rc62"/>
            <p:cNvSpPr/>
            <p:nvPr/>
          </p:nvSpPr>
          <p:spPr>
            <a:xfrm>
              <a:off x="1696869" y="5448051"/>
              <a:ext cx="117036" cy="0"/>
            </a:xfrm>
            <a:prstGeom prst="rect">
              <a:avLst/>
            </a:prstGeom>
            <a:solidFill>
              <a:srgbClr val="1F78B4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3" name="rc63"/>
            <p:cNvSpPr/>
            <p:nvPr/>
          </p:nvSpPr>
          <p:spPr>
            <a:xfrm>
              <a:off x="1813905" y="5211965"/>
              <a:ext cx="117036" cy="236085"/>
            </a:xfrm>
            <a:prstGeom prst="rect">
              <a:avLst/>
            </a:prstGeom>
            <a:solidFill>
              <a:srgbClr val="1F78B4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4" name="rc64"/>
            <p:cNvSpPr/>
            <p:nvPr/>
          </p:nvSpPr>
          <p:spPr>
            <a:xfrm>
              <a:off x="1930942" y="4975879"/>
              <a:ext cx="117036" cy="472171"/>
            </a:xfrm>
            <a:prstGeom prst="rect">
              <a:avLst/>
            </a:prstGeom>
            <a:solidFill>
              <a:srgbClr val="1F78B4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5" name="rc65"/>
            <p:cNvSpPr/>
            <p:nvPr/>
          </p:nvSpPr>
          <p:spPr>
            <a:xfrm>
              <a:off x="2047978" y="5211965"/>
              <a:ext cx="117036" cy="236085"/>
            </a:xfrm>
            <a:prstGeom prst="rect">
              <a:avLst/>
            </a:prstGeom>
            <a:solidFill>
              <a:srgbClr val="1F78B4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6" name="rc66"/>
            <p:cNvSpPr/>
            <p:nvPr/>
          </p:nvSpPr>
          <p:spPr>
            <a:xfrm>
              <a:off x="2165015" y="4975879"/>
              <a:ext cx="117036" cy="472171"/>
            </a:xfrm>
            <a:prstGeom prst="rect">
              <a:avLst/>
            </a:prstGeom>
            <a:solidFill>
              <a:srgbClr val="1F78B4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7" name="rc67"/>
            <p:cNvSpPr/>
            <p:nvPr/>
          </p:nvSpPr>
          <p:spPr>
            <a:xfrm>
              <a:off x="2282052" y="5211965"/>
              <a:ext cx="117036" cy="236085"/>
            </a:xfrm>
            <a:prstGeom prst="rect">
              <a:avLst/>
            </a:prstGeom>
            <a:solidFill>
              <a:srgbClr val="1F78B4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8" name="rc68"/>
            <p:cNvSpPr/>
            <p:nvPr/>
          </p:nvSpPr>
          <p:spPr>
            <a:xfrm>
              <a:off x="2399088" y="5211965"/>
              <a:ext cx="117036" cy="236085"/>
            </a:xfrm>
            <a:prstGeom prst="rect">
              <a:avLst/>
            </a:prstGeom>
            <a:solidFill>
              <a:srgbClr val="1F78B4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9" name="rc69"/>
            <p:cNvSpPr/>
            <p:nvPr/>
          </p:nvSpPr>
          <p:spPr>
            <a:xfrm>
              <a:off x="2516125" y="5211965"/>
              <a:ext cx="117036" cy="236085"/>
            </a:xfrm>
            <a:prstGeom prst="rect">
              <a:avLst/>
            </a:prstGeom>
            <a:solidFill>
              <a:srgbClr val="1F78B4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0" name="rc70"/>
            <p:cNvSpPr/>
            <p:nvPr/>
          </p:nvSpPr>
          <p:spPr>
            <a:xfrm>
              <a:off x="2633162" y="5211965"/>
              <a:ext cx="117036" cy="236085"/>
            </a:xfrm>
            <a:prstGeom prst="rect">
              <a:avLst/>
            </a:prstGeom>
            <a:solidFill>
              <a:srgbClr val="1F78B4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1" name="rc71"/>
            <p:cNvSpPr/>
            <p:nvPr/>
          </p:nvSpPr>
          <p:spPr>
            <a:xfrm>
              <a:off x="2750198" y="5448051"/>
              <a:ext cx="117036" cy="0"/>
            </a:xfrm>
            <a:prstGeom prst="rect">
              <a:avLst/>
            </a:prstGeom>
            <a:solidFill>
              <a:srgbClr val="1F78B4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2" name="rc72"/>
            <p:cNvSpPr/>
            <p:nvPr/>
          </p:nvSpPr>
          <p:spPr>
            <a:xfrm>
              <a:off x="2867235" y="4267621"/>
              <a:ext cx="117036" cy="1180429"/>
            </a:xfrm>
            <a:prstGeom prst="rect">
              <a:avLst/>
            </a:prstGeom>
            <a:solidFill>
              <a:srgbClr val="1F78B4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3" name="rc73"/>
            <p:cNvSpPr/>
            <p:nvPr/>
          </p:nvSpPr>
          <p:spPr>
            <a:xfrm>
              <a:off x="2984272" y="4031536"/>
              <a:ext cx="117036" cy="1416514"/>
            </a:xfrm>
            <a:prstGeom prst="rect">
              <a:avLst/>
            </a:prstGeom>
            <a:solidFill>
              <a:srgbClr val="1F78B4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4" name="rc74"/>
            <p:cNvSpPr/>
            <p:nvPr/>
          </p:nvSpPr>
          <p:spPr>
            <a:xfrm>
              <a:off x="3101308" y="3795450"/>
              <a:ext cx="117036" cy="1652600"/>
            </a:xfrm>
            <a:prstGeom prst="rect">
              <a:avLst/>
            </a:prstGeom>
            <a:solidFill>
              <a:srgbClr val="1F78B4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5" name="rc75"/>
            <p:cNvSpPr/>
            <p:nvPr/>
          </p:nvSpPr>
          <p:spPr>
            <a:xfrm>
              <a:off x="3218345" y="4267621"/>
              <a:ext cx="117036" cy="1180429"/>
            </a:xfrm>
            <a:prstGeom prst="rect">
              <a:avLst/>
            </a:prstGeom>
            <a:solidFill>
              <a:srgbClr val="1F78B4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6" name="rc76"/>
            <p:cNvSpPr/>
            <p:nvPr/>
          </p:nvSpPr>
          <p:spPr>
            <a:xfrm>
              <a:off x="3335382" y="4503707"/>
              <a:ext cx="117036" cy="944343"/>
            </a:xfrm>
            <a:prstGeom prst="rect">
              <a:avLst/>
            </a:prstGeom>
            <a:solidFill>
              <a:srgbClr val="1F78B4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7" name="rc77"/>
            <p:cNvSpPr/>
            <p:nvPr/>
          </p:nvSpPr>
          <p:spPr>
            <a:xfrm>
              <a:off x="3452418" y="3795450"/>
              <a:ext cx="117036" cy="1652600"/>
            </a:xfrm>
            <a:prstGeom prst="rect">
              <a:avLst/>
            </a:prstGeom>
            <a:solidFill>
              <a:srgbClr val="1F78B4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8" name="rc78"/>
            <p:cNvSpPr/>
            <p:nvPr/>
          </p:nvSpPr>
          <p:spPr>
            <a:xfrm>
              <a:off x="3569455" y="4267621"/>
              <a:ext cx="117036" cy="1180429"/>
            </a:xfrm>
            <a:prstGeom prst="rect">
              <a:avLst/>
            </a:prstGeom>
            <a:solidFill>
              <a:srgbClr val="1F78B4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9" name="rc79"/>
            <p:cNvSpPr/>
            <p:nvPr/>
          </p:nvSpPr>
          <p:spPr>
            <a:xfrm>
              <a:off x="3686491" y="3795450"/>
              <a:ext cx="117036" cy="1652600"/>
            </a:xfrm>
            <a:prstGeom prst="rect">
              <a:avLst/>
            </a:prstGeom>
            <a:solidFill>
              <a:srgbClr val="1F78B4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0" name="rc80"/>
            <p:cNvSpPr/>
            <p:nvPr/>
          </p:nvSpPr>
          <p:spPr>
            <a:xfrm>
              <a:off x="3803528" y="2851106"/>
              <a:ext cx="117036" cy="2596944"/>
            </a:xfrm>
            <a:prstGeom prst="rect">
              <a:avLst/>
            </a:prstGeom>
            <a:solidFill>
              <a:srgbClr val="1F78B4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1" name="rc81"/>
            <p:cNvSpPr/>
            <p:nvPr/>
          </p:nvSpPr>
          <p:spPr>
            <a:xfrm>
              <a:off x="3920565" y="4739793"/>
              <a:ext cx="117036" cy="708257"/>
            </a:xfrm>
            <a:prstGeom prst="rect">
              <a:avLst/>
            </a:prstGeom>
            <a:solidFill>
              <a:srgbClr val="1F78B4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2" name="rc82"/>
            <p:cNvSpPr/>
            <p:nvPr/>
          </p:nvSpPr>
          <p:spPr>
            <a:xfrm>
              <a:off x="4037601" y="4267621"/>
              <a:ext cx="117036" cy="1180429"/>
            </a:xfrm>
            <a:prstGeom prst="rect">
              <a:avLst/>
            </a:prstGeom>
            <a:solidFill>
              <a:srgbClr val="1F78B4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3" name="rc83"/>
            <p:cNvSpPr/>
            <p:nvPr/>
          </p:nvSpPr>
          <p:spPr>
            <a:xfrm>
              <a:off x="4154638" y="5211965"/>
              <a:ext cx="117036" cy="236085"/>
            </a:xfrm>
            <a:prstGeom prst="rect">
              <a:avLst/>
            </a:prstGeom>
            <a:solidFill>
              <a:srgbClr val="1F78B4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4" name="rc84"/>
            <p:cNvSpPr/>
            <p:nvPr/>
          </p:nvSpPr>
          <p:spPr>
            <a:xfrm>
              <a:off x="4271675" y="3795450"/>
              <a:ext cx="117036" cy="1652600"/>
            </a:xfrm>
            <a:prstGeom prst="rect">
              <a:avLst/>
            </a:prstGeom>
            <a:solidFill>
              <a:srgbClr val="1F78B4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5" name="rc85"/>
            <p:cNvSpPr/>
            <p:nvPr/>
          </p:nvSpPr>
          <p:spPr>
            <a:xfrm>
              <a:off x="4388711" y="3795450"/>
              <a:ext cx="117036" cy="1652600"/>
            </a:xfrm>
            <a:prstGeom prst="rect">
              <a:avLst/>
            </a:prstGeom>
            <a:solidFill>
              <a:srgbClr val="1F78B4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6" name="rc86"/>
            <p:cNvSpPr/>
            <p:nvPr/>
          </p:nvSpPr>
          <p:spPr>
            <a:xfrm>
              <a:off x="4505748" y="4739793"/>
              <a:ext cx="117036" cy="708257"/>
            </a:xfrm>
            <a:prstGeom prst="rect">
              <a:avLst/>
            </a:prstGeom>
            <a:solidFill>
              <a:srgbClr val="1F78B4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7" name="rc87"/>
            <p:cNvSpPr/>
            <p:nvPr/>
          </p:nvSpPr>
          <p:spPr>
            <a:xfrm>
              <a:off x="4622785" y="3795450"/>
              <a:ext cx="117036" cy="1652600"/>
            </a:xfrm>
            <a:prstGeom prst="rect">
              <a:avLst/>
            </a:prstGeom>
            <a:solidFill>
              <a:srgbClr val="1F78B4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8" name="rc88"/>
            <p:cNvSpPr/>
            <p:nvPr/>
          </p:nvSpPr>
          <p:spPr>
            <a:xfrm>
              <a:off x="4739821" y="3559364"/>
              <a:ext cx="117036" cy="1888686"/>
            </a:xfrm>
            <a:prstGeom prst="rect">
              <a:avLst/>
            </a:prstGeom>
            <a:solidFill>
              <a:srgbClr val="1F78B4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9" name="rc89"/>
            <p:cNvSpPr/>
            <p:nvPr/>
          </p:nvSpPr>
          <p:spPr>
            <a:xfrm>
              <a:off x="4856858" y="3323278"/>
              <a:ext cx="117036" cy="2124772"/>
            </a:xfrm>
            <a:prstGeom prst="rect">
              <a:avLst/>
            </a:prstGeom>
            <a:solidFill>
              <a:srgbClr val="1F78B4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0" name="rc90"/>
            <p:cNvSpPr/>
            <p:nvPr/>
          </p:nvSpPr>
          <p:spPr>
            <a:xfrm>
              <a:off x="4973895" y="4503707"/>
              <a:ext cx="117036" cy="944343"/>
            </a:xfrm>
            <a:prstGeom prst="rect">
              <a:avLst/>
            </a:prstGeom>
            <a:solidFill>
              <a:srgbClr val="1F78B4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1" name="rc91"/>
            <p:cNvSpPr/>
            <p:nvPr/>
          </p:nvSpPr>
          <p:spPr>
            <a:xfrm>
              <a:off x="5090931" y="4503707"/>
              <a:ext cx="117036" cy="944343"/>
            </a:xfrm>
            <a:prstGeom prst="rect">
              <a:avLst/>
            </a:prstGeom>
            <a:solidFill>
              <a:srgbClr val="1F78B4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2" name="rc92"/>
            <p:cNvSpPr/>
            <p:nvPr/>
          </p:nvSpPr>
          <p:spPr>
            <a:xfrm>
              <a:off x="5207968" y="4503707"/>
              <a:ext cx="117036" cy="944343"/>
            </a:xfrm>
            <a:prstGeom prst="rect">
              <a:avLst/>
            </a:prstGeom>
            <a:solidFill>
              <a:srgbClr val="1F78B4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3" name="rc93"/>
            <p:cNvSpPr/>
            <p:nvPr/>
          </p:nvSpPr>
          <p:spPr>
            <a:xfrm>
              <a:off x="5325004" y="5211965"/>
              <a:ext cx="117036" cy="236085"/>
            </a:xfrm>
            <a:prstGeom prst="rect">
              <a:avLst/>
            </a:prstGeom>
            <a:solidFill>
              <a:srgbClr val="1F78B4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4" name="rc94"/>
            <p:cNvSpPr/>
            <p:nvPr/>
          </p:nvSpPr>
          <p:spPr>
            <a:xfrm>
              <a:off x="5442041" y="5448051"/>
              <a:ext cx="117036" cy="0"/>
            </a:xfrm>
            <a:prstGeom prst="rect">
              <a:avLst/>
            </a:prstGeom>
            <a:solidFill>
              <a:srgbClr val="1F78B4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5" name="rc95"/>
            <p:cNvSpPr/>
            <p:nvPr/>
          </p:nvSpPr>
          <p:spPr>
            <a:xfrm>
              <a:off x="5559078" y="4975879"/>
              <a:ext cx="117036" cy="472171"/>
            </a:xfrm>
            <a:prstGeom prst="rect">
              <a:avLst/>
            </a:prstGeom>
            <a:solidFill>
              <a:srgbClr val="1F78B4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6" name="rc96"/>
            <p:cNvSpPr/>
            <p:nvPr/>
          </p:nvSpPr>
          <p:spPr>
            <a:xfrm>
              <a:off x="5676114" y="5211965"/>
              <a:ext cx="117036" cy="236085"/>
            </a:xfrm>
            <a:prstGeom prst="rect">
              <a:avLst/>
            </a:prstGeom>
            <a:solidFill>
              <a:srgbClr val="1F78B4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7" name="rc97"/>
            <p:cNvSpPr/>
            <p:nvPr/>
          </p:nvSpPr>
          <p:spPr>
            <a:xfrm>
              <a:off x="5793151" y="3559364"/>
              <a:ext cx="117036" cy="1888686"/>
            </a:xfrm>
            <a:prstGeom prst="rect">
              <a:avLst/>
            </a:prstGeom>
            <a:solidFill>
              <a:srgbClr val="1F78B4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8" name="tx98"/>
            <p:cNvSpPr/>
            <p:nvPr/>
          </p:nvSpPr>
          <p:spPr>
            <a:xfrm>
              <a:off x="835933" y="5397073"/>
              <a:ext cx="79004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99" name="tx99"/>
            <p:cNvSpPr/>
            <p:nvPr/>
          </p:nvSpPr>
          <p:spPr>
            <a:xfrm>
              <a:off x="835933" y="4216644"/>
              <a:ext cx="79004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</a:t>
              </a:r>
            </a:p>
          </p:txBody>
        </p:sp>
        <p:sp>
          <p:nvSpPr>
            <p:cNvPr id="100" name="tx100"/>
            <p:cNvSpPr/>
            <p:nvPr/>
          </p:nvSpPr>
          <p:spPr>
            <a:xfrm>
              <a:off x="756929" y="3036214"/>
              <a:ext cx="158008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101" name="tx101"/>
            <p:cNvSpPr/>
            <p:nvPr/>
          </p:nvSpPr>
          <p:spPr>
            <a:xfrm>
              <a:off x="1186052" y="5693022"/>
              <a:ext cx="237012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200</a:t>
              </a:r>
            </a:p>
          </p:txBody>
        </p:sp>
        <p:sp>
          <p:nvSpPr>
            <p:cNvPr id="102" name="tx102"/>
            <p:cNvSpPr/>
            <p:nvPr/>
          </p:nvSpPr>
          <p:spPr>
            <a:xfrm>
              <a:off x="2490773" y="5693022"/>
              <a:ext cx="237012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400</a:t>
              </a:r>
            </a:p>
          </p:txBody>
        </p:sp>
        <p:sp>
          <p:nvSpPr>
            <p:cNvPr id="103" name="tx103"/>
            <p:cNvSpPr/>
            <p:nvPr/>
          </p:nvSpPr>
          <p:spPr>
            <a:xfrm>
              <a:off x="3795494" y="5693022"/>
              <a:ext cx="237012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600</a:t>
              </a:r>
            </a:p>
          </p:txBody>
        </p:sp>
        <p:sp>
          <p:nvSpPr>
            <p:cNvPr id="104" name="tx104"/>
            <p:cNvSpPr/>
            <p:nvPr/>
          </p:nvSpPr>
          <p:spPr>
            <a:xfrm>
              <a:off x="5100215" y="5693022"/>
              <a:ext cx="237012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800</a:t>
              </a:r>
            </a:p>
          </p:txBody>
        </p:sp>
        <p:sp>
          <p:nvSpPr>
            <p:cNvPr id="105" name="tx105"/>
            <p:cNvSpPr/>
            <p:nvPr/>
          </p:nvSpPr>
          <p:spPr>
            <a:xfrm>
              <a:off x="3154546" y="5870717"/>
              <a:ext cx="829818" cy="1275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Dose (mg)</a:t>
              </a:r>
            </a:p>
          </p:txBody>
        </p:sp>
        <p:sp>
          <p:nvSpPr>
            <p:cNvPr id="106" name="tx106"/>
            <p:cNvSpPr/>
            <p:nvPr/>
          </p:nvSpPr>
          <p:spPr>
            <a:xfrm rot="-5400000">
              <a:off x="-151233" y="3731670"/>
              <a:ext cx="1521561" cy="1275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Number of Patients</a:t>
              </a:r>
            </a:p>
          </p:txBody>
        </p:sp>
        <p:sp>
          <p:nvSpPr>
            <p:cNvPr id="107" name="tx107"/>
            <p:cNvSpPr/>
            <p:nvPr/>
          </p:nvSpPr>
          <p:spPr>
            <a:xfrm>
              <a:off x="6409965" y="3467930"/>
              <a:ext cx="859536" cy="1275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Dose Type</a:t>
              </a:r>
            </a:p>
          </p:txBody>
        </p:sp>
        <p:sp>
          <p:nvSpPr>
            <p:cNvPr id="108" name="rc108"/>
            <p:cNvSpPr/>
            <p:nvPr/>
          </p:nvSpPr>
          <p:spPr>
            <a:xfrm>
              <a:off x="6418965" y="3712717"/>
              <a:ext cx="201455" cy="201455"/>
            </a:xfrm>
            <a:prstGeom prst="rect">
              <a:avLst/>
            </a:prstGeom>
            <a:solidFill>
              <a:srgbClr val="E31A1C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9" name="rc109"/>
            <p:cNvSpPr/>
            <p:nvPr/>
          </p:nvSpPr>
          <p:spPr>
            <a:xfrm>
              <a:off x="6418965" y="3932173"/>
              <a:ext cx="201455" cy="201455"/>
            </a:xfrm>
            <a:prstGeom prst="rect">
              <a:avLst/>
            </a:prstGeom>
            <a:solidFill>
              <a:srgbClr val="1F78B4">
                <a:alpha val="5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0" name="tx110"/>
            <p:cNvSpPr/>
            <p:nvPr/>
          </p:nvSpPr>
          <p:spPr>
            <a:xfrm>
              <a:off x="6717988" y="3762467"/>
              <a:ext cx="1089416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Actual (REDCap)</a:t>
              </a:r>
            </a:p>
          </p:txBody>
        </p:sp>
        <p:sp>
          <p:nvSpPr>
            <p:cNvPr id="111" name="tx111"/>
            <p:cNvSpPr/>
            <p:nvPr/>
          </p:nvSpPr>
          <p:spPr>
            <a:xfrm>
              <a:off x="6717988" y="3981923"/>
              <a:ext cx="1791675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Predicted (CKD-EPI Cr-Cys)</a:t>
              </a:r>
            </a:p>
          </p:txBody>
        </p:sp>
        <p:sp>
          <p:nvSpPr>
            <p:cNvPr id="112" name="tx112"/>
            <p:cNvSpPr/>
            <p:nvPr/>
          </p:nvSpPr>
          <p:spPr>
            <a:xfrm>
              <a:off x="994649" y="1688767"/>
              <a:ext cx="3779763" cy="1530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6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Carboplatin Dose Distribution (AUC ≥ 3)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2026-10-13T10:28:28Z</dcterms:modified>
  <cp:category/>
</cp:coreProperties>
</file>