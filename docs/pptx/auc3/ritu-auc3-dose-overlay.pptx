
<file path=[Content_Types].xml><?xml version="1.0" encoding="utf-8"?>
<Types xmlns="http://schemas.openxmlformats.org/package/2006/content-types">
  <Default Extension="xml" ContentType="application/xml"/>
  <Default Extension="jpeg" ContentType="image/jpeg"/>
  <Default Extension="bin" ContentType="application/vnd.openxmlformats-officedocument.presentationml.printerSettings"/>
  <Default Extension="rels" ContentType="application/vnd.openxmlformats-package.relationships+xml"/>
  <Default Extension="gif" ContentType="image/gif"/>
  <Default Extension="png" ContentType="image/png"/>
  <Default Extension="svg" ContentType="image/svg+xml"/>
  <Default Extension="bmp" ContentType="image/bmp"/>
  <Default Extension="emf" ContentType="image/x-emf"/>
  <Default Extension="wmf" ContentType="image/x-wmf"/>
  <Default Extension="tiff" ContentType="image/tiff"/>
  <Default Extension="jpg" ContentType="application/octet-stream"/>
  <Override PartName="/ppt/presentation.xml" ContentType="application/vnd.openxmlformats-officedocument.presentationml.presentation.main+xml"/>
  <Override PartName="/ppt/slideMasters/slideMaster1.xml" ContentType="application/vnd.openxmlformats-officedocument.presentationml.slideMaster+xml"/>
  <Override PartName="/ppt/tags/tag1.xml" ContentType="application/vnd.openxmlformats-officedocument.presentationml.tags+xml"/>
  <Override PartName="/ppt/presProps.xml" ContentType="application/vnd.openxmlformats-officedocument.presentationml.presProps+xml"/>
  <Override PartName="/ppt/viewProps.xml" ContentType="application/vnd.openxmlformats-officedocument.presentationml.viewProps+xml"/>
  <Override PartName="/ppt/theme/theme1.xml" ContentType="application/vnd.openxmlformats-officedocument.theme+xml"/>
  <Override PartName="/ppt/tableStyles.xml" ContentType="application/vnd.openxmlformats-officedocument.presentationml.tableStyles+xml"/>
  <Override PartName="/ppt/slideLayouts/slideLayout1.xml" ContentType="application/vnd.openxmlformats-officedocument.presentationml.slideLayout+xml"/>
  <Override PartName="/ppt/slideLayouts/slideLayout2.xml" ContentType="application/vnd.openxmlformats-officedocument.presentationml.slideLayout+xml"/>
  <Override PartName="/ppt/slideLayouts/slideLayout3.xml" ContentType="application/vnd.openxmlformats-officedocument.presentationml.slideLayout+xml"/>
  <Override PartName="/ppt/slideLayouts/slideLayout4.xml" ContentType="application/vnd.openxmlformats-officedocument.presentationml.slideLayout+xml"/>
  <Override PartName="/ppt/slideLayouts/slideLayout5.xml" ContentType="application/vnd.openxmlformats-officedocument.presentationml.slideLayout+xml"/>
  <Override PartName="/ppt/slideLayouts/slideLayout6.xml" ContentType="application/vnd.openxmlformats-officedocument.presentationml.slideLayout+xml"/>
  <Override PartName="/ppt/slideLayouts/slideLayout7.xml" ContentType="application/vnd.openxmlformats-officedocument.presentationml.slideLayout+xml"/>
  <Override PartName="/docProps/core.xml" ContentType="application/vnd.openxmlformats-package.core-properties+xml"/>
  <Override PartName="/docProps/app.xml" ContentType="application/vnd.openxmlformats-officedocument.extended-properties+xml"/>
  <Override PartName="/ppt/slides/slide1.xml" ContentType="application/vnd.openxmlformats-officedocument.presentationml.slide+xml"/>
</Types>
</file>

<file path=_rels/.rels><?xml version="1.0" encoding="UTF-8" standalone="yes"?>

<Relationships  xmlns="http://schemas.openxmlformats.org/package/2006/relationships">
<Relationship Id="rId3" Type="http://schemas.openxmlformats.org/package/2006/relationships/metadata/core-properties" Target="docProps/core.xml"/>
<Relationship Id="rId4" Type="http://schemas.openxmlformats.org/officeDocument/2006/relationships/extended-properties" Target="docProps/app.xml"/>
<Relationship Id="rId1" Type="http://schemas.openxmlformats.org/officeDocument/2006/relationships/officeDocument" Target="ppt/presentation.xml"/>
<Relationship Id="rId2" Type="http://schemas.openxmlformats.org/package/2006/relationships/metadata/thumbnail" Target="docProps/thumbnail.jpeg"/>
</Relationships>

</file>

<file path=ppt/presentation.xml><?xml version="1.0" encoding="utf-8"?>
<p:presentation xmlns:a="http://schemas.openxmlformats.org/drawingml/2006/main" xmlns:r="http://schemas.openxmlformats.org/officeDocument/2006/relationships" xmlns:p="http://schemas.openxmlformats.org/presentationml/2006/main" saveSubsetFonts="1">
  <p:sldMasterIdLst>
    <p:sldMasterId id="2147483648" r:id="rId1"/>
  </p:sldMasterIdLst>
  <p:sldIdLst>
    <p:sldId id="256" r:id="rId8"/>
  </p:sldIdLst>
  <p:sldSz cx="9144000" cy="6858000" type="screen4x3"/>
  <p:notesSz cx="6858000" cy="9144000"/>
  <p:custDataLst>
    <p:tags r:id="rId3"/>
  </p:custDataLst>
  <p:defaultTextStyle>
    <a:defPPr>
      <a:defRPr lang="en-US"/>
    </a:defPPr>
    <a:lvl1pPr marL="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1pPr>
    <a:lvl2pPr marL="457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2pPr>
    <a:lvl3pPr marL="914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3pPr>
    <a:lvl4pPr marL="1371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4pPr>
    <a:lvl5pPr marL="18288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5pPr>
    <a:lvl6pPr marL="22860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6pPr>
    <a:lvl7pPr marL="27432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7pPr>
    <a:lvl8pPr marL="32004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8pPr>
    <a:lvl9pPr marL="3657600" algn="l" defTabSz="914400" rtl="0" eaLnBrk="1" latinLnBrk="0" hangingPunct="1">
      <a:defRPr sz="1800" kern="1200">
        <a:solidFill>
          <a:schemeClr val="tx1"/>
        </a:solidFill>
        <a:latin typeface="+mn-lt"/>
        <a:ea typeface="+mn-ea"/>
        <a:cs typeface="+mn-cs"/>
      </a:defRPr>
    </a:lvl9pPr>
  </p:defaultTextStyle>
</p:presentation>
</file>

<file path=ppt/presProps.xml><?xml version="1.0" encoding="utf-8"?>
<p:presentationPr xmlns:a="http://schemas.openxmlformats.org/drawingml/2006/main" xmlns:r="http://schemas.openxmlformats.org/officeDocument/2006/relationships" xmlns:p="http://schemas.openxmlformats.org/presentationml/2006/main">
  <p:extLst>
    <p:ext uri="{E76CE94A-603C-4142-B9EB-6D1370010A27}">
      <p14:discardImageEditData xmlns:p14="http://schemas.microsoft.com/office/powerpoint/2010/main" val="0"/>
    </p:ext>
    <p:ext uri="{D31A062A-798A-4329-ABDD-BBA856620510}">
      <p14:defaultImageDpi xmlns:p14="http://schemas.microsoft.com/office/powerpoint/2010/main" val="220"/>
    </p:ext>
  </p:extLst>
</p:presentationPr>
</file>

<file path=ppt/tableStyles.xml><?xml version="1.0" encoding="utf-8"?>
<a:tblStyleLst xmlns:a="http://schemas.openxmlformats.org/drawingml/2006/main" def="{5C22544A-7EE6-4342-B048-85BDC9FD1C3A}"/>
</file>

<file path=ppt/viewProps.xml><?xml version="1.0" encoding="utf-8"?>
<p:viewPr xmlns:a="http://schemas.openxmlformats.org/drawingml/2006/main" xmlns:r="http://schemas.openxmlformats.org/officeDocument/2006/relationships" xmlns:p="http://schemas.openxmlformats.org/presentationml/2006/main">
  <p:normalViewPr>
    <p:restoredLeft sz="15620"/>
    <p:restoredTop sz="94660"/>
  </p:normalViewPr>
  <p:slideViewPr>
    <p:cSldViewPr>
      <p:cViewPr varScale="1">
        <p:scale>
          <a:sx n="92" d="100"/>
          <a:sy n="92" d="100"/>
        </p:scale>
        <p:origin x="-1376" y="-104"/>
      </p:cViewPr>
      <p:guideLst>
        <p:guide orient="horz" pos="2160"/>
        <p:guide pos="2880"/>
      </p:guideLst>
    </p:cSldViewPr>
  </p:slideViewPr>
  <p:notesTextViewPr>
    <p:cViewPr>
      <p:scale>
        <a:sx n="1" d="1"/>
        <a:sy n="1" d="1"/>
      </p:scale>
      <p:origin x="0" y="0"/>
    </p:cViewPr>
  </p:notesTextViewPr>
  <p:gridSpacing cx="72008" cy="72008"/>
</p:viewPr>
</file>

<file path=ppt/_rels/presentation.xml.rels><?xml version="1.0" encoding="UTF-8" standalone="yes"?>

<Relationships  xmlns="http://schemas.openxmlformats.org/package/2006/relationships">
<Relationship Id="rId3" Type="http://schemas.openxmlformats.org/officeDocument/2006/relationships/tags" Target="tags/tag1.xml"/>
<Relationship Id="rId4" Type="http://schemas.openxmlformats.org/officeDocument/2006/relationships/presProps" Target="presProps.xml"/>
<Relationship Id="rId5" Type="http://schemas.openxmlformats.org/officeDocument/2006/relationships/viewProps" Target="viewProps.xml"/>
<Relationship Id="rId6" Type="http://schemas.openxmlformats.org/officeDocument/2006/relationships/theme" Target="theme/theme1.xml"/>
<Relationship Id="rId7" Type="http://schemas.openxmlformats.org/officeDocument/2006/relationships/tableStyles" Target="tableStyles.xml"/>
<Relationship Id="rId1" Type="http://schemas.openxmlformats.org/officeDocument/2006/relationships/slideMaster" Target="slideMasters/slideMaster1.xml"/>
<Relationship Id="rId2" Type="http://schemas.openxmlformats.org/officeDocument/2006/relationships/printerSettings" Target="printerSettings/printerSettings1.bin"/>
<Relationship Id="rId8" Type="http://schemas.openxmlformats.org/officeDocument/2006/relationships/slide" Target="slides/slide1.xml"/>
</Relationships>

</file>

<file path=ppt/slideLayouts/_rels/slideLayout1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2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3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4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5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6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_rels/slideLayout7.xml.rels><?xml version="1.0" encoding="UTF-8" standalone="yes"?>
<Relationships xmlns="http://schemas.openxmlformats.org/package/2006/relationships"><Relationship Id="rId1" Type="http://schemas.openxmlformats.org/officeDocument/2006/relationships/slideMaster" Target="../slideMasters/slideMaster1.xml"/></Relationships>
</file>

<file path=ppt/slideLayouts/slideLayout1.xml><?xml version="1.0" encoding="utf-8"?>
<p:sldLayout xmlns:a="http://schemas.openxmlformats.org/drawingml/2006/main" xmlns:r="http://schemas.openxmlformats.org/officeDocument/2006/relationships" xmlns:p="http://schemas.openxmlformats.org/presentationml/2006/main" type="title" preserve="1">
  <p:cSld name="Title Slide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ctrTitle"/>
          </p:nvPr>
        </p:nvSpPr>
        <p:spPr>
          <a:xfrm>
            <a:off x="685800" y="2130425"/>
            <a:ext cx="7772400" cy="1470025"/>
          </a:xfrm>
        </p:spPr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Subtitle 2"/>
          <p:cNvSpPr>
            <a:spLocks noGrp="1"/>
          </p:cNvSpPr>
          <p:nvPr>
            <p:ph type="subTitle" idx="1"/>
          </p:nvPr>
        </p:nvSpPr>
        <p:spPr>
          <a:xfrm>
            <a:off x="1371600" y="3886200"/>
            <a:ext cx="6400800" cy="1752600"/>
          </a:xfrm>
        </p:spPr>
        <p:txBody>
          <a:bodyPr/>
          <a:lstStyle>
            <a:lvl1pPr marL="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1pPr>
            <a:lvl2pPr marL="457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2pPr>
            <a:lvl3pPr marL="914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3pPr>
            <a:lvl4pPr marL="1371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4pPr>
            <a:lvl5pPr marL="18288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5pPr>
            <a:lvl6pPr marL="22860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6pPr>
            <a:lvl7pPr marL="27432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7pPr>
            <a:lvl8pPr marL="32004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8pPr>
            <a:lvl9pPr marL="3657600" indent="0" algn="ctr">
              <a:buNone/>
              <a:defRPr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r>
              <a:rPr lang="en-US" smtClean="0"/>
              <a:t>Click to edit Master subtitle style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214881138"/>
      </p:ext>
    </p:extLst>
  </p:cSld>
  <p:clrMapOvr>
    <a:masterClrMapping/>
  </p:clrMapOvr>
</p:sldLayout>
</file>

<file path=ppt/slideLayouts/slideLayout2.xml><?xml version="1.0" encoding="utf-8"?>
<p:sldLayout xmlns:a="http://schemas.openxmlformats.org/drawingml/2006/main" xmlns:r="http://schemas.openxmlformats.org/officeDocument/2006/relationships" xmlns:p="http://schemas.openxmlformats.org/presentationml/2006/main" type="obj" preserve="1">
  <p:cSld name="Title and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idx="1"/>
          </p:nvPr>
        </p:nvSpPr>
        <p:spPr/>
        <p:txBody>
          <a:bodyPr/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1576982"/>
      </p:ext>
    </p:extLst>
  </p:cSld>
  <p:clrMapOvr>
    <a:masterClrMapping/>
  </p:clrMapOvr>
</p:sldLayout>
</file>

<file path=ppt/slideLayouts/slideLayout3.xml><?xml version="1.0" encoding="utf-8"?>
<p:sldLayout xmlns:a="http://schemas.openxmlformats.org/drawingml/2006/main" xmlns:r="http://schemas.openxmlformats.org/officeDocument/2006/relationships" xmlns:p="http://schemas.openxmlformats.org/presentationml/2006/main" type="secHead" preserve="1">
  <p:cSld name="Section Header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>
          <a:xfrm>
            <a:off x="722313" y="4406900"/>
            <a:ext cx="7772400" cy="1362075"/>
          </a:xfrm>
        </p:spPr>
        <p:txBody>
          <a:bodyPr anchor="t"/>
          <a:lstStyle>
            <a:lvl1pPr algn="l">
              <a:defRPr sz="4000" b="1" cap="all"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722313" y="2906713"/>
            <a:ext cx="7772400" cy="1500187"/>
          </a:xfrm>
        </p:spPr>
        <p:txBody>
          <a:bodyPr anchor="b"/>
          <a:lstStyle>
            <a:lvl1pPr marL="0" indent="0">
              <a:buNone/>
              <a:defRPr sz="2000">
                <a:solidFill>
                  <a:schemeClr val="tx1">
                    <a:tint val="75000"/>
                  </a:schemeClr>
                </a:solidFill>
              </a:defRPr>
            </a:lvl1pPr>
            <a:lvl2pPr marL="457200" indent="0">
              <a:buNone/>
              <a:defRPr sz="1800">
                <a:solidFill>
                  <a:schemeClr val="tx1">
                    <a:tint val="75000"/>
                  </a:schemeClr>
                </a:solidFill>
              </a:defRPr>
            </a:lvl2pPr>
            <a:lvl3pPr marL="914400" indent="0">
              <a:buNone/>
              <a:defRPr sz="1600">
                <a:solidFill>
                  <a:schemeClr val="tx1">
                    <a:tint val="75000"/>
                  </a:schemeClr>
                </a:solidFill>
              </a:defRPr>
            </a:lvl3pPr>
            <a:lvl4pPr marL="1371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4pPr>
            <a:lvl5pPr marL="18288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5pPr>
            <a:lvl6pPr marL="22860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6pPr>
            <a:lvl7pPr marL="27432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7pPr>
            <a:lvl8pPr marL="32004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8pPr>
            <a:lvl9pPr marL="3657600" indent="0">
              <a:buNone/>
              <a:defRPr sz="1400">
                <a:solidFill>
                  <a:schemeClr val="tx1">
                    <a:tint val="75000"/>
                  </a:schemeClr>
                </a:solidFill>
              </a:defRPr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431545585"/>
      </p:ext>
    </p:extLst>
  </p:cSld>
  <p:clrMapOvr>
    <a:masterClrMapping/>
  </p:clrMapOvr>
</p:sldLayout>
</file>

<file path=ppt/slideLayouts/slideLayout4.xml><?xml version="1.0" encoding="utf-8"?>
<p:sldLayout xmlns:a="http://schemas.openxmlformats.org/drawingml/2006/main" xmlns:r="http://schemas.openxmlformats.org/officeDocument/2006/relationships" xmlns:p="http://schemas.openxmlformats.org/presentationml/2006/main" type="twoObj" preserve="1">
  <p:cSld name="Two Content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Content Placeholder 2"/>
          <p:cNvSpPr>
            <a:spLocks noGrp="1"/>
          </p:cNvSpPr>
          <p:nvPr>
            <p:ph sz="half" idx="1"/>
          </p:nvPr>
        </p:nvSpPr>
        <p:spPr>
          <a:xfrm>
            <a:off x="457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648200" y="1600200"/>
            <a:ext cx="4038600" cy="4525963"/>
          </a:xfrm>
        </p:spPr>
        <p:txBody>
          <a:bodyPr/>
          <a:lstStyle>
            <a:lvl1pPr>
              <a:defRPr sz="2800"/>
            </a:lvl1pPr>
            <a:lvl2pPr>
              <a:defRPr sz="2400"/>
            </a:lvl2pPr>
            <a:lvl3pPr>
              <a:defRPr sz="2000"/>
            </a:lvl3pPr>
            <a:lvl4pPr>
              <a:defRPr sz="1800"/>
            </a:lvl4pPr>
            <a:lvl5pPr>
              <a:defRPr sz="1800"/>
            </a:lvl5pPr>
            <a:lvl6pPr>
              <a:defRPr sz="1800"/>
            </a:lvl6pPr>
            <a:lvl7pPr>
              <a:defRPr sz="1800"/>
            </a:lvl7pPr>
            <a:lvl8pPr>
              <a:defRPr sz="1800"/>
            </a:lvl8pPr>
            <a:lvl9pPr>
              <a:defRPr sz="18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Date Placeholder 4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6" name="Footer Placeholder 5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7" name="Slide Number Placeholder 6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468392282"/>
      </p:ext>
    </p:extLst>
  </p:cSld>
  <p:clrMapOvr>
    <a:masterClrMapping/>
  </p:clrMapOvr>
</p:sldLayout>
</file>

<file path=ppt/slideLayouts/slideLayout5.xml><?xml version="1.0" encoding="utf-8"?>
<p:sldLayout xmlns:a="http://schemas.openxmlformats.org/drawingml/2006/main" xmlns:r="http://schemas.openxmlformats.org/officeDocument/2006/relationships" xmlns:p="http://schemas.openxmlformats.org/presentationml/2006/main" type="twoTxTwoObj" preserve="1">
  <p:cSld name="Comparison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>
            <a:lvl1pPr>
              <a:defRPr/>
            </a:lvl1pPr>
          </a:lstStyle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535113"/>
            <a:ext cx="4040188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4" name="Content Placeholder 3"/>
          <p:cNvSpPr>
            <a:spLocks noGrp="1"/>
          </p:cNvSpPr>
          <p:nvPr>
            <p:ph sz="half" idx="2"/>
          </p:nvPr>
        </p:nvSpPr>
        <p:spPr>
          <a:xfrm>
            <a:off x="457200" y="2174875"/>
            <a:ext cx="4040188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5" name="Text Placeholder 4"/>
          <p:cNvSpPr>
            <a:spLocks noGrp="1"/>
          </p:cNvSpPr>
          <p:nvPr>
            <p:ph type="body" sz="quarter" idx="3"/>
          </p:nvPr>
        </p:nvSpPr>
        <p:spPr>
          <a:xfrm>
            <a:off x="4645025" y="1535113"/>
            <a:ext cx="4041775" cy="639762"/>
          </a:xfrm>
        </p:spPr>
        <p:txBody>
          <a:bodyPr anchor="b"/>
          <a:lstStyle>
            <a:lvl1pPr marL="0" indent="0">
              <a:buNone/>
              <a:defRPr sz="2400" b="1"/>
            </a:lvl1pPr>
            <a:lvl2pPr marL="457200" indent="0">
              <a:buNone/>
              <a:defRPr sz="2000" b="1"/>
            </a:lvl2pPr>
            <a:lvl3pPr marL="914400" indent="0">
              <a:buNone/>
              <a:defRPr sz="1800" b="1"/>
            </a:lvl3pPr>
            <a:lvl4pPr marL="1371600" indent="0">
              <a:buNone/>
              <a:defRPr sz="1600" b="1"/>
            </a:lvl4pPr>
            <a:lvl5pPr marL="1828800" indent="0">
              <a:buNone/>
              <a:defRPr sz="1600" b="1"/>
            </a:lvl5pPr>
            <a:lvl6pPr marL="2286000" indent="0">
              <a:buNone/>
              <a:defRPr sz="1600" b="1"/>
            </a:lvl6pPr>
            <a:lvl7pPr marL="2743200" indent="0">
              <a:buNone/>
              <a:defRPr sz="1600" b="1"/>
            </a:lvl7pPr>
            <a:lvl8pPr marL="3200400" indent="0">
              <a:buNone/>
              <a:defRPr sz="1600" b="1"/>
            </a:lvl8pPr>
            <a:lvl9pPr marL="3657600" indent="0">
              <a:buNone/>
              <a:defRPr sz="1600" b="1"/>
            </a:lvl9pPr>
          </a:lstStyle>
          <a:p>
            <a:pPr lvl="0"/>
            <a:r>
              <a:rPr lang="en-US" smtClean="0"/>
              <a:t>Click to edit Master text styles</a:t>
            </a:r>
          </a:p>
        </p:txBody>
      </p:sp>
      <p:sp>
        <p:nvSpPr>
          <p:cNvPr id="6" name="Content Placeholder 5"/>
          <p:cNvSpPr>
            <a:spLocks noGrp="1"/>
          </p:cNvSpPr>
          <p:nvPr>
            <p:ph sz="quarter" idx="4"/>
          </p:nvPr>
        </p:nvSpPr>
        <p:spPr>
          <a:xfrm>
            <a:off x="4645025" y="2174875"/>
            <a:ext cx="4041775" cy="3951288"/>
          </a:xfrm>
        </p:spPr>
        <p:txBody>
          <a:bodyPr/>
          <a:lstStyle>
            <a:lvl1pPr>
              <a:defRPr sz="2400"/>
            </a:lvl1pPr>
            <a:lvl2pPr>
              <a:defRPr sz="2000"/>
            </a:lvl2pPr>
            <a:lvl3pPr>
              <a:defRPr sz="1800"/>
            </a:lvl3pPr>
            <a:lvl4pPr>
              <a:defRPr sz="1600"/>
            </a:lvl4pPr>
            <a:lvl5pPr>
              <a:defRPr sz="1600"/>
            </a:lvl5pPr>
            <a:lvl6pPr>
              <a:defRPr sz="1600"/>
            </a:lvl6pPr>
            <a:lvl7pPr>
              <a:defRPr sz="1600"/>
            </a:lvl7pPr>
            <a:lvl8pPr>
              <a:defRPr sz="1600"/>
            </a:lvl8pPr>
            <a:lvl9pPr>
              <a:defRPr sz="1600"/>
            </a:lvl9pPr>
          </a:lstStyle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7" name="Date Placeholder 6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8" name="Footer Placeholder 7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9" name="Slide Number Placeholder 8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120349123"/>
      </p:ext>
    </p:extLst>
  </p:cSld>
  <p:clrMapOvr>
    <a:masterClrMapping/>
  </p:clrMapOvr>
</p:sldLayout>
</file>

<file path=ppt/slideLayouts/slideLayout6.xml><?xml version="1.0" encoding="utf-8"?>
<p:sldLayout xmlns:a="http://schemas.openxmlformats.org/drawingml/2006/main" xmlns:r="http://schemas.openxmlformats.org/officeDocument/2006/relationships" xmlns:p="http://schemas.openxmlformats.org/presentationml/2006/main" type="titleOnly" preserve="1">
  <p:cSld name="Title Only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1"/>
          <p:cNvSpPr>
            <a:spLocks noGrp="1"/>
          </p:cNvSpPr>
          <p:nvPr>
            <p:ph type="title"/>
          </p:nvPr>
        </p:nvSpPr>
        <p:spPr/>
        <p:txBody>
          <a:bodyPr/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Date Placeholder 2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4" name="Footer Placeholder 3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5" name="Slide Number Placeholder 4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1385807973"/>
      </p:ext>
    </p:extLst>
  </p:cSld>
  <p:clrMapOvr>
    <a:masterClrMapping/>
  </p:clrMapOvr>
</p:sldLayout>
</file>

<file path=ppt/slideLayouts/slideLayout7.xml><?xml version="1.0" encoding="utf-8"?>
<p:sldLayout xmlns:a="http://schemas.openxmlformats.org/drawingml/2006/main" xmlns:r="http://schemas.openxmlformats.org/officeDocument/2006/relationships" xmlns:p="http://schemas.openxmlformats.org/presentationml/2006/main" type="blank" preserve="1">
  <p:cSld name="Blank"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Date Placeholder 1"/>
          <p:cNvSpPr>
            <a:spLocks noGrp="1"/>
          </p:cNvSpPr>
          <p:nvPr>
            <p:ph type="dt" sz="half" idx="10"/>
          </p:nvPr>
        </p:nvSpPr>
        <p:spPr/>
        <p:txBody>
          <a:bodyPr/>
          <a:lstStyle/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3" name="Footer Placeholder 2"/>
          <p:cNvSpPr>
            <a:spLocks noGrp="1"/>
          </p:cNvSpPr>
          <p:nvPr>
            <p:ph type="ftr" sz="quarter" idx="11"/>
          </p:nvPr>
        </p:nvSpPr>
        <p:spPr/>
        <p:txBody>
          <a:bodyPr/>
          <a:lstStyle/>
          <a:p>
            <a:endParaRPr lang="en-GB"/>
          </a:p>
        </p:txBody>
      </p:sp>
      <p:sp>
        <p:nvSpPr>
          <p:cNvPr id="4" name="Slide Number Placeholder 3"/>
          <p:cNvSpPr>
            <a:spLocks noGrp="1"/>
          </p:cNvSpPr>
          <p:nvPr>
            <p:ph type="sldNum" sz="quarter" idx="12"/>
          </p:nvPr>
        </p:nvSpPr>
        <p:spPr/>
        <p:txBody>
          <a:bodyPr/>
          <a:lstStyle/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2755996059"/>
      </p:ext>
    </p:extLst>
  </p:cSld>
  <p:clrMapOvr>
    <a:masterClrMapping/>
  </p:clrMapOvr>
</p:sldLayout>
</file>

<file path=ppt/slideMasters/_rels/slideMaster1.xml.rels><?xml version="1.0" encoding="UTF-8" standalone="yes"?>
<Relationships xmlns="http://schemas.openxmlformats.org/package/2006/relationships"><Relationship Id="rId3" Type="http://schemas.openxmlformats.org/officeDocument/2006/relationships/slideLayout" Target="../slideLayouts/slideLayout3.xml"/><Relationship Id="rId4" Type="http://schemas.openxmlformats.org/officeDocument/2006/relationships/slideLayout" Target="../slideLayouts/slideLayout4.xml"/><Relationship Id="rId5" Type="http://schemas.openxmlformats.org/officeDocument/2006/relationships/slideLayout" Target="../slideLayouts/slideLayout5.xml"/><Relationship Id="rId6" Type="http://schemas.openxmlformats.org/officeDocument/2006/relationships/slideLayout" Target="../slideLayouts/slideLayout6.xml"/><Relationship Id="rId7" Type="http://schemas.openxmlformats.org/officeDocument/2006/relationships/slideLayout" Target="../slideLayouts/slideLayout7.xml"/><Relationship Id="rId8" Type="http://schemas.openxmlformats.org/officeDocument/2006/relationships/theme" Target="../theme/theme1.xml"/><Relationship Id="rId1" Type="http://schemas.openxmlformats.org/officeDocument/2006/relationships/slideLayout" Target="../slideLayouts/slideLayout1.xml"/><Relationship Id="rId2" Type="http://schemas.openxmlformats.org/officeDocument/2006/relationships/slideLayout" Target="../slideLayouts/slideLayout2.xml"/></Relationships>
</file>

<file path=ppt/slideMasters/slideMaster1.xml><?xml version="1.0" encoding="utf-8"?>
<p:sldMaster xmlns:a="http://schemas.openxmlformats.org/drawingml/2006/main" xmlns:r="http://schemas.openxmlformats.org/officeDocument/2006/relationships" xmlns:p="http://schemas.openxmlformats.org/presentationml/2006/main">
  <p:cSld>
    <p:bg>
      <p:bgRef idx="1001">
        <a:schemeClr val="bg1"/>
      </p:bgRef>
    </p:bg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sp>
        <p:nvSpPr>
          <p:cNvPr id="2" name="Title Placeholder 1"/>
          <p:cNvSpPr>
            <a:spLocks noGrp="1"/>
          </p:cNvSpPr>
          <p:nvPr>
            <p:ph type="title"/>
          </p:nvPr>
        </p:nvSpPr>
        <p:spPr>
          <a:xfrm>
            <a:off x="457200" y="274638"/>
            <a:ext cx="8229600" cy="1143000"/>
          </a:xfrm>
          <a:prstGeom prst="rect">
            <a:avLst/>
          </a:prstGeom>
        </p:spPr>
        <p:txBody>
          <a:bodyPr vert="horz" lIns="91440" tIns="45720" rIns="91440" bIns="45720" rtlCol="0" anchor="ctr">
            <a:normAutofit/>
          </a:bodyPr>
          <a:lstStyle/>
          <a:p>
            <a:r>
              <a:rPr lang="en-US" smtClean="0"/>
              <a:t>Click to edit Master title style</a:t>
            </a:r>
            <a:endParaRPr lang="en-GB"/>
          </a:p>
        </p:txBody>
      </p:sp>
      <p:sp>
        <p:nvSpPr>
          <p:cNvPr id="3" name="Text Placeholder 2"/>
          <p:cNvSpPr>
            <a:spLocks noGrp="1"/>
          </p:cNvSpPr>
          <p:nvPr>
            <p:ph type="body" idx="1"/>
          </p:nvPr>
        </p:nvSpPr>
        <p:spPr>
          <a:xfrm>
            <a:off x="457200" y="1600200"/>
            <a:ext cx="8229600" cy="4525963"/>
          </a:xfrm>
          <a:prstGeom prst="rect">
            <a:avLst/>
          </a:prstGeom>
        </p:spPr>
        <p:txBody>
          <a:bodyPr vert="horz" lIns="91440" tIns="45720" rIns="91440" bIns="45720" rtlCol="0">
            <a:normAutofit/>
          </a:bodyPr>
          <a:lstStyle/>
          <a:p>
            <a:pPr lvl="0"/>
            <a:r>
              <a:rPr lang="en-US" smtClean="0"/>
              <a:t>Click to edit Master text styles</a:t>
            </a:r>
          </a:p>
          <a:p>
            <a:pPr lvl="1"/>
            <a:r>
              <a:rPr lang="en-US" smtClean="0"/>
              <a:t>Second level</a:t>
            </a:r>
          </a:p>
          <a:p>
            <a:pPr lvl="2"/>
            <a:r>
              <a:rPr lang="en-US" smtClean="0"/>
              <a:t>Third level</a:t>
            </a:r>
          </a:p>
          <a:p>
            <a:pPr lvl="3"/>
            <a:r>
              <a:rPr lang="en-US" smtClean="0"/>
              <a:t>Fourth level</a:t>
            </a:r>
          </a:p>
          <a:p>
            <a:pPr lvl="4"/>
            <a:r>
              <a:rPr lang="en-US" smtClean="0"/>
              <a:t>Fifth level</a:t>
            </a:r>
            <a:endParaRPr lang="en-GB"/>
          </a:p>
        </p:txBody>
      </p:sp>
      <p:sp>
        <p:nvSpPr>
          <p:cNvPr id="4" name="Date Placeholder 3"/>
          <p:cNvSpPr>
            <a:spLocks noGrp="1"/>
          </p:cNvSpPr>
          <p:nvPr>
            <p:ph type="dt" sz="half" idx="2"/>
          </p:nvPr>
        </p:nvSpPr>
        <p:spPr>
          <a:xfrm>
            <a:off x="457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l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E6744CE3-0875-4B69-89C0-6F72D8139561}" type="datetimeFigureOut">
              <a:rPr lang="en-GB" smtClean="0"/>
              <a:t>26/05/17</a:t>
            </a:fld>
            <a:endParaRPr lang="en-GB"/>
          </a:p>
        </p:txBody>
      </p:sp>
      <p:sp>
        <p:nvSpPr>
          <p:cNvPr id="5" name="Footer Placeholder 4"/>
          <p:cNvSpPr>
            <a:spLocks noGrp="1"/>
          </p:cNvSpPr>
          <p:nvPr>
            <p:ph type="ftr" sz="quarter" idx="3"/>
          </p:nvPr>
        </p:nvSpPr>
        <p:spPr>
          <a:xfrm>
            <a:off x="3124200" y="6356350"/>
            <a:ext cx="2895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ct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endParaRPr lang="en-GB"/>
          </a:p>
        </p:txBody>
      </p:sp>
      <p:sp>
        <p:nvSpPr>
          <p:cNvPr id="6" name="Slide Number Placeholder 5"/>
          <p:cNvSpPr>
            <a:spLocks noGrp="1"/>
          </p:cNvSpPr>
          <p:nvPr>
            <p:ph type="sldNum" sz="quarter" idx="4"/>
          </p:nvPr>
        </p:nvSpPr>
        <p:spPr>
          <a:xfrm>
            <a:off x="6553200" y="6356350"/>
            <a:ext cx="2133600" cy="365125"/>
          </a:xfrm>
          <a:prstGeom prst="rect">
            <a:avLst/>
          </a:prstGeom>
        </p:spPr>
        <p:txBody>
          <a:bodyPr vert="horz" lIns="91440" tIns="45720" rIns="91440" bIns="45720" rtlCol="0" anchor="ctr"/>
          <a:lstStyle>
            <a:lvl1pPr algn="r">
              <a:defRPr sz="1200">
                <a:solidFill>
                  <a:schemeClr val="tx1">
                    <a:tint val="75000"/>
                  </a:schemeClr>
                </a:solidFill>
              </a:defRPr>
            </a:lvl1pPr>
          </a:lstStyle>
          <a:p>
            <a:fld id="{8DADB20D-508E-4C6D-A9E4-257D5607B0F6}" type="slidenum">
              <a:rPr lang="en-GB" smtClean="0"/>
              <a:t>‹#›</a:t>
            </a:fld>
            <a:endParaRPr lang="en-GB"/>
          </a:p>
        </p:txBody>
      </p:sp>
    </p:spTree>
    <p:extLst>
      <p:ext uri="{BB962C8B-B14F-4D97-AF65-F5344CB8AC3E}">
        <p14:creationId xmlns:p14="http://schemas.microsoft.com/office/powerpoint/2010/main" val="307823620"/>
      </p:ext>
    </p:extLst>
  </p:cSld>
  <p:clrMap bg1="lt1" tx1="dk1" bg2="lt2" tx2="dk2" accent1="accent1" accent2="accent2" accent3="accent3" accent4="accent4" accent5="accent5" accent6="accent6" hlink="hlink" folHlink="folHlink"/>
  <p:sldLayoutIdLst>
    <p:sldLayoutId id="2147483649" r:id="rId1"/>
    <p:sldLayoutId id="2147483650" r:id="rId2"/>
    <p:sldLayoutId id="2147483651" r:id="rId3"/>
    <p:sldLayoutId id="2147483652" r:id="rId4"/>
    <p:sldLayoutId id="2147483653" r:id="rId5"/>
    <p:sldLayoutId id="2147483654" r:id="rId6"/>
    <p:sldLayoutId id="2147483655" r:id="rId7"/>
  </p:sldLayoutIdLst>
  <p:txStyles>
    <p:titleStyle>
      <a:lvl1pPr algn="ctr" defTabSz="914400" rtl="0" eaLnBrk="1" latinLnBrk="0" hangingPunct="1">
        <a:spcBef>
          <a:spcPct val="0"/>
        </a:spcBef>
        <a:buNone/>
        <a:defRPr sz="4400" kern="1200">
          <a:solidFill>
            <a:schemeClr val="tx1"/>
          </a:solidFill>
          <a:latin typeface="+mj-lt"/>
          <a:ea typeface="+mj-ea"/>
          <a:cs typeface="+mj-cs"/>
        </a:defRPr>
      </a:lvl1pPr>
    </p:titleStyle>
    <p:bodyStyle>
      <a:lvl1pPr marL="342900" indent="-3429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3200" kern="1200">
          <a:solidFill>
            <a:schemeClr val="tx1"/>
          </a:solidFill>
          <a:latin typeface="+mn-lt"/>
          <a:ea typeface="+mn-ea"/>
          <a:cs typeface="+mn-cs"/>
        </a:defRPr>
      </a:lvl1pPr>
      <a:lvl2pPr marL="742950" indent="-28575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800" kern="1200">
          <a:solidFill>
            <a:schemeClr val="tx1"/>
          </a:solidFill>
          <a:latin typeface="+mn-lt"/>
          <a:ea typeface="+mn-ea"/>
          <a:cs typeface="+mn-cs"/>
        </a:defRPr>
      </a:lvl2pPr>
      <a:lvl3pPr marL="1143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400" kern="1200">
          <a:solidFill>
            <a:schemeClr val="tx1"/>
          </a:solidFill>
          <a:latin typeface="+mn-lt"/>
          <a:ea typeface="+mn-ea"/>
          <a:cs typeface="+mn-cs"/>
        </a:defRPr>
      </a:lvl3pPr>
      <a:lvl4pPr marL="1600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–"/>
        <a:defRPr sz="2000" kern="1200">
          <a:solidFill>
            <a:schemeClr val="tx1"/>
          </a:solidFill>
          <a:latin typeface="+mn-lt"/>
          <a:ea typeface="+mn-ea"/>
          <a:cs typeface="+mn-cs"/>
        </a:defRPr>
      </a:lvl4pPr>
      <a:lvl5pPr marL="20574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»"/>
        <a:defRPr sz="2000" kern="1200">
          <a:solidFill>
            <a:schemeClr val="tx1"/>
          </a:solidFill>
          <a:latin typeface="+mn-lt"/>
          <a:ea typeface="+mn-ea"/>
          <a:cs typeface="+mn-cs"/>
        </a:defRPr>
      </a:lvl5pPr>
      <a:lvl6pPr marL="25146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6pPr>
      <a:lvl7pPr marL="29718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7pPr>
      <a:lvl8pPr marL="34290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8pPr>
      <a:lvl9pPr marL="3886200" indent="-228600" algn="l" defTabSz="914400" rtl="0" eaLnBrk="1" latinLnBrk="0" hangingPunct="1">
        <a:spcBef>
          <a:spcPct val="20000"/>
        </a:spcBef>
        <a:buFont typeface="Arial" panose="020B0604020202020204" pitchFamily="34" charset="0"/>
        <a:buChar char="•"/>
        <a:defRPr sz="2000" kern="1200">
          <a:solidFill>
            <a:schemeClr val="tx1"/>
          </a:solidFill>
          <a:latin typeface="+mn-lt"/>
          <a:ea typeface="+mn-ea"/>
          <a:cs typeface="+mn-cs"/>
        </a:defRPr>
      </a:lvl9pPr>
    </p:bodyStyle>
    <p:otherStyle>
      <a:defPPr>
        <a:defRPr lang="en-US"/>
      </a:defPPr>
      <a:lvl1pPr marL="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1pPr>
      <a:lvl2pPr marL="457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2pPr>
      <a:lvl3pPr marL="914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3pPr>
      <a:lvl4pPr marL="1371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4pPr>
      <a:lvl5pPr marL="18288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5pPr>
      <a:lvl6pPr marL="22860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6pPr>
      <a:lvl7pPr marL="27432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7pPr>
      <a:lvl8pPr marL="32004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8pPr>
      <a:lvl9pPr marL="3657600" algn="l" defTabSz="914400" rtl="0" eaLnBrk="1" latinLnBrk="0" hangingPunct="1">
        <a:defRPr sz="1800" kern="1200">
          <a:solidFill>
            <a:schemeClr val="tx1"/>
          </a:solidFill>
          <a:latin typeface="+mn-lt"/>
          <a:ea typeface="+mn-ea"/>
          <a:cs typeface="+mn-cs"/>
        </a:defRPr>
      </a:lvl9pPr>
    </p:otherStyle>
  </p:txStyles>
</p:sldMaster>
</file>

<file path=ppt/slides/_rels/slide1.xml.rels><?xml version="1.0" encoding="UTF-8" standalone="yes"?>

<Relationships  xmlns="http://schemas.openxmlformats.org/package/2006/relationships">
<Relationship Id="rId1" Type="http://schemas.openxmlformats.org/officeDocument/2006/relationships/slideLayout" Target="../slideLayouts/slideLayout2.xml"/>
</Relationships>

</file>

<file path=ppt/slides/slide1.xml><?xml version="1.0" encoding="utf-8"?>
<p:sld xmlns:a="http://schemas.openxmlformats.org/drawingml/2006/main" xmlns:r="http://schemas.openxmlformats.org/officeDocument/2006/relationships" xmlns:p="http://schemas.openxmlformats.org/presentationml/2006/main">
  <p:cSld>
    <p:spTree>
      <p:nvGrpSpPr>
        <p:cNvPr id="1" name=""/>
        <p:cNvGrpSpPr/>
        <p:nvPr/>
      </p:nvGrpSpPr>
      <p:grpSpPr>
        <a:xfrm>
          <a:off x="0" y="0"/>
          <a:ext cx="0" cy="0"/>
          <a:chOff x="0" y="0"/>
          <a:chExt cx="0" cy="0"/>
        </a:xfrm>
      </p:grpSpPr>
      <p:grpSp xmlns:pic="http://schemas.openxmlformats.org/drawingml/2006/picture">
        <p:nvGrpSpPr>
          <p:cNvPr id="2" name="Content Placeholder 2"/>
          <p:cNvGrpSpPr/>
          <p:nvPr/>
        </p:nvGrpSpPr>
        <p:grpSpPr>
          <a:xfrm>
            <a:off x="457200" y="1600200"/>
            <a:ext cx="8229600" cy="4525963"/>
            <a:chOff x="457200" y="1600200"/>
            <a:chExt cx="8229600" cy="4525963"/>
          </a:xfrm>
        </p:grpSpPr>
        <p:sp>
          <p:nvSpPr>
            <p:cNvPr id="3" name="rc3"/>
            <p:cNvSpPr/>
            <p:nvPr/>
          </p:nvSpPr>
          <p:spPr>
            <a:xfrm>
              <a:off x="457200" y="1600200"/>
              <a:ext cx="8229600" cy="4525962"/>
            </a:xfrm>
            <a:prstGeom prst="rect">
              <a:avLst/>
            </a:prstGeom>
            <a:solidFill>
              <a:srgbClr val="FFFFFF">
                <a:alpha val="100000"/>
              </a:srgbClr>
            </a:solidFill>
            <a:ln w="9525" cap="rnd">
              <a:solidFill>
                <a:srgbClr val="FFFFFF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4" name="pl4"/>
            <p:cNvSpPr/>
            <p:nvPr/>
          </p:nvSpPr>
          <p:spPr>
            <a:xfrm>
              <a:off x="994649" y="4857836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5" name="pl5"/>
            <p:cNvSpPr/>
            <p:nvPr/>
          </p:nvSpPr>
          <p:spPr>
            <a:xfrm>
              <a:off x="994649" y="3677407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6" name="pl6"/>
            <p:cNvSpPr/>
            <p:nvPr/>
          </p:nvSpPr>
          <p:spPr>
            <a:xfrm>
              <a:off x="994649" y="2496978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7" name="pl7"/>
            <p:cNvSpPr/>
            <p:nvPr/>
          </p:nvSpPr>
          <p:spPr>
            <a:xfrm>
              <a:off x="195691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8" name="pl8"/>
            <p:cNvSpPr/>
            <p:nvPr/>
          </p:nvSpPr>
          <p:spPr>
            <a:xfrm>
              <a:off x="3261640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9" name="pl9"/>
            <p:cNvSpPr/>
            <p:nvPr/>
          </p:nvSpPr>
          <p:spPr>
            <a:xfrm>
              <a:off x="456636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0" name="pl10"/>
            <p:cNvSpPr/>
            <p:nvPr/>
          </p:nvSpPr>
          <p:spPr>
            <a:xfrm>
              <a:off x="587108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8623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1" name="pl11"/>
            <p:cNvSpPr/>
            <p:nvPr/>
          </p:nvSpPr>
          <p:spPr>
            <a:xfrm>
              <a:off x="994649" y="544805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2" name="pl12"/>
            <p:cNvSpPr/>
            <p:nvPr/>
          </p:nvSpPr>
          <p:spPr>
            <a:xfrm>
              <a:off x="994649" y="4267621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3" name="pl13"/>
            <p:cNvSpPr/>
            <p:nvPr/>
          </p:nvSpPr>
          <p:spPr>
            <a:xfrm>
              <a:off x="994649" y="3087192"/>
              <a:ext cx="5149612" cy="0"/>
            </a:xfrm>
            <a:custGeom>
              <a:avLst/>
              <a:pathLst>
                <a:path w="5149612" h="0">
                  <a:moveTo>
                    <a:pt x="0" y="0"/>
                  </a:moveTo>
                  <a:lnTo>
                    <a:pt x="5149612" y="0"/>
                  </a:lnTo>
                  <a:lnTo>
                    <a:pt x="5149612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4" name="pl14"/>
            <p:cNvSpPr/>
            <p:nvPr/>
          </p:nvSpPr>
          <p:spPr>
            <a:xfrm>
              <a:off x="1304558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5" name="pl15"/>
            <p:cNvSpPr/>
            <p:nvPr/>
          </p:nvSpPr>
          <p:spPr>
            <a:xfrm>
              <a:off x="2609279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6" name="pl16"/>
            <p:cNvSpPr/>
            <p:nvPr/>
          </p:nvSpPr>
          <p:spPr>
            <a:xfrm>
              <a:off x="3914001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7" name="pl17"/>
            <p:cNvSpPr/>
            <p:nvPr/>
          </p:nvSpPr>
          <p:spPr>
            <a:xfrm>
              <a:off x="5218722" y="1977589"/>
              <a:ext cx="0" cy="3635721"/>
            </a:xfrm>
            <a:custGeom>
              <a:avLst/>
              <a:pathLst>
                <a:path w="0" h="3635721">
                  <a:moveTo>
                    <a:pt x="0" y="3635721"/>
                  </a:moveTo>
                  <a:lnTo>
                    <a:pt x="0" y="0"/>
                  </a:lnTo>
                  <a:lnTo>
                    <a:pt x="0" y="0"/>
                  </a:lnTo>
                </a:path>
              </a:pathLst>
            </a:custGeom>
            <a:ln w="17246" cap="flat">
              <a:solidFill>
                <a:srgbClr val="EBEBEB">
                  <a:alpha val="100000"/>
                </a:srgbClr>
              </a:solidFill>
              <a:prstDash val="solid"/>
              <a:round/>
            </a:ln>
          </p:spPr>
          <p:txBody>
            <a:bodyPr/>
            <a:lstStyle/>
            <a:p/>
          </p:txBody>
        </p:sp>
        <p:sp>
          <p:nvSpPr>
            <p:cNvPr id="18" name="rc18"/>
            <p:cNvSpPr/>
            <p:nvPr/>
          </p:nvSpPr>
          <p:spPr>
            <a:xfrm>
              <a:off x="122872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9" name="rc19"/>
            <p:cNvSpPr/>
            <p:nvPr/>
          </p:nvSpPr>
          <p:spPr>
            <a:xfrm>
              <a:off x="1345759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0" name="rc2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1" name="rc2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2" name="rc2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3" name="rc2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4" name="rc24"/>
            <p:cNvSpPr/>
            <p:nvPr/>
          </p:nvSpPr>
          <p:spPr>
            <a:xfrm>
              <a:off x="193094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5" name="rc2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6" name="rc2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7" name="rc27"/>
            <p:cNvSpPr/>
            <p:nvPr/>
          </p:nvSpPr>
          <p:spPr>
            <a:xfrm>
              <a:off x="2282052" y="5448051"/>
              <a:ext cx="117036" cy="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8" name="rc28"/>
            <p:cNvSpPr/>
            <p:nvPr/>
          </p:nvSpPr>
          <p:spPr>
            <a:xfrm>
              <a:off x="239908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29" name="rc29"/>
            <p:cNvSpPr/>
            <p:nvPr/>
          </p:nvSpPr>
          <p:spPr>
            <a:xfrm>
              <a:off x="251612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0" name="rc30"/>
            <p:cNvSpPr/>
            <p:nvPr/>
          </p:nvSpPr>
          <p:spPr>
            <a:xfrm>
              <a:off x="2633162" y="4267621"/>
              <a:ext cx="117036" cy="1180429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1" name="rc31"/>
            <p:cNvSpPr/>
            <p:nvPr/>
          </p:nvSpPr>
          <p:spPr>
            <a:xfrm>
              <a:off x="2750198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2" name="rc32"/>
            <p:cNvSpPr/>
            <p:nvPr/>
          </p:nvSpPr>
          <p:spPr>
            <a:xfrm>
              <a:off x="2867235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3" name="rc33"/>
            <p:cNvSpPr/>
            <p:nvPr/>
          </p:nvSpPr>
          <p:spPr>
            <a:xfrm>
              <a:off x="2984272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4" name="rc34"/>
            <p:cNvSpPr/>
            <p:nvPr/>
          </p:nvSpPr>
          <p:spPr>
            <a:xfrm>
              <a:off x="310130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5" name="rc35"/>
            <p:cNvSpPr/>
            <p:nvPr/>
          </p:nvSpPr>
          <p:spPr>
            <a:xfrm>
              <a:off x="3218345" y="2851106"/>
              <a:ext cx="117036" cy="259694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6" name="rc3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7" name="rc37"/>
            <p:cNvSpPr/>
            <p:nvPr/>
          </p:nvSpPr>
          <p:spPr>
            <a:xfrm>
              <a:off x="3452418" y="3559364"/>
              <a:ext cx="117036" cy="1888686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8" name="rc38"/>
            <p:cNvSpPr/>
            <p:nvPr/>
          </p:nvSpPr>
          <p:spPr>
            <a:xfrm>
              <a:off x="3569455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39" name="rc39"/>
            <p:cNvSpPr/>
            <p:nvPr/>
          </p:nvSpPr>
          <p:spPr>
            <a:xfrm>
              <a:off x="368649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0" name="rc40"/>
            <p:cNvSpPr/>
            <p:nvPr/>
          </p:nvSpPr>
          <p:spPr>
            <a:xfrm>
              <a:off x="380352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1" name="rc41"/>
            <p:cNvSpPr/>
            <p:nvPr/>
          </p:nvSpPr>
          <p:spPr>
            <a:xfrm>
              <a:off x="3920565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2" name="rc42"/>
            <p:cNvSpPr/>
            <p:nvPr/>
          </p:nvSpPr>
          <p:spPr>
            <a:xfrm>
              <a:off x="403760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3" name="rc43"/>
            <p:cNvSpPr/>
            <p:nvPr/>
          </p:nvSpPr>
          <p:spPr>
            <a:xfrm>
              <a:off x="4154638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4" name="rc44"/>
            <p:cNvSpPr/>
            <p:nvPr/>
          </p:nvSpPr>
          <p:spPr>
            <a:xfrm>
              <a:off x="4271675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5" name="rc45"/>
            <p:cNvSpPr/>
            <p:nvPr/>
          </p:nvSpPr>
          <p:spPr>
            <a:xfrm>
              <a:off x="4388711" y="4739793"/>
              <a:ext cx="117036" cy="708257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6" name="rc46"/>
            <p:cNvSpPr/>
            <p:nvPr/>
          </p:nvSpPr>
          <p:spPr>
            <a:xfrm>
              <a:off x="4505748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7" name="rc47"/>
            <p:cNvSpPr/>
            <p:nvPr/>
          </p:nvSpPr>
          <p:spPr>
            <a:xfrm>
              <a:off x="4622785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8" name="rc48"/>
            <p:cNvSpPr/>
            <p:nvPr/>
          </p:nvSpPr>
          <p:spPr>
            <a:xfrm>
              <a:off x="4739821" y="3795450"/>
              <a:ext cx="117036" cy="1652600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49" name="rc49"/>
            <p:cNvSpPr/>
            <p:nvPr/>
          </p:nvSpPr>
          <p:spPr>
            <a:xfrm>
              <a:off x="4856858" y="3087192"/>
              <a:ext cx="117036" cy="2360858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0" name="rc50"/>
            <p:cNvSpPr/>
            <p:nvPr/>
          </p:nvSpPr>
          <p:spPr>
            <a:xfrm>
              <a:off x="4973895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1" name="rc51"/>
            <p:cNvSpPr/>
            <p:nvPr/>
          </p:nvSpPr>
          <p:spPr>
            <a:xfrm>
              <a:off x="5090931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2" name="rc52"/>
            <p:cNvSpPr/>
            <p:nvPr/>
          </p:nvSpPr>
          <p:spPr>
            <a:xfrm>
              <a:off x="5207968" y="4031536"/>
              <a:ext cx="117036" cy="1416514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3" name="rc5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4" name="rc54"/>
            <p:cNvSpPr/>
            <p:nvPr/>
          </p:nvSpPr>
          <p:spPr>
            <a:xfrm>
              <a:off x="5442041" y="4503707"/>
              <a:ext cx="117036" cy="944343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5" name="rc55"/>
            <p:cNvSpPr/>
            <p:nvPr/>
          </p:nvSpPr>
          <p:spPr>
            <a:xfrm>
              <a:off x="5559078" y="5211965"/>
              <a:ext cx="117036" cy="23608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6" name="rc56"/>
            <p:cNvSpPr/>
            <p:nvPr/>
          </p:nvSpPr>
          <p:spPr>
            <a:xfrm>
              <a:off x="5676114" y="4975879"/>
              <a:ext cx="117036" cy="47217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7" name="rc57"/>
            <p:cNvSpPr/>
            <p:nvPr/>
          </p:nvSpPr>
          <p:spPr>
            <a:xfrm>
              <a:off x="5793151" y="2142849"/>
              <a:ext cx="117036" cy="3305201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8" name="rc58"/>
            <p:cNvSpPr/>
            <p:nvPr/>
          </p:nvSpPr>
          <p:spPr>
            <a:xfrm>
              <a:off x="122872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59" name="rc59"/>
            <p:cNvSpPr/>
            <p:nvPr/>
          </p:nvSpPr>
          <p:spPr>
            <a:xfrm>
              <a:off x="134575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0" name="rc60"/>
            <p:cNvSpPr/>
            <p:nvPr/>
          </p:nvSpPr>
          <p:spPr>
            <a:xfrm>
              <a:off x="1462795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1" name="rc61"/>
            <p:cNvSpPr/>
            <p:nvPr/>
          </p:nvSpPr>
          <p:spPr>
            <a:xfrm>
              <a:off x="1579832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2" name="rc62"/>
            <p:cNvSpPr/>
            <p:nvPr/>
          </p:nvSpPr>
          <p:spPr>
            <a:xfrm>
              <a:off x="1696869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3" name="rc63"/>
            <p:cNvSpPr/>
            <p:nvPr/>
          </p:nvSpPr>
          <p:spPr>
            <a:xfrm>
              <a:off x="181390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4" name="rc64"/>
            <p:cNvSpPr/>
            <p:nvPr/>
          </p:nvSpPr>
          <p:spPr>
            <a:xfrm>
              <a:off x="1930942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5" name="rc65"/>
            <p:cNvSpPr/>
            <p:nvPr/>
          </p:nvSpPr>
          <p:spPr>
            <a:xfrm>
              <a:off x="204797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6" name="rc66"/>
            <p:cNvSpPr/>
            <p:nvPr/>
          </p:nvSpPr>
          <p:spPr>
            <a:xfrm>
              <a:off x="2165015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7" name="rc67"/>
            <p:cNvSpPr/>
            <p:nvPr/>
          </p:nvSpPr>
          <p:spPr>
            <a:xfrm>
              <a:off x="228205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8" name="rc68"/>
            <p:cNvSpPr/>
            <p:nvPr/>
          </p:nvSpPr>
          <p:spPr>
            <a:xfrm>
              <a:off x="239908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69" name="rc69"/>
            <p:cNvSpPr/>
            <p:nvPr/>
          </p:nvSpPr>
          <p:spPr>
            <a:xfrm>
              <a:off x="2516125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0" name="rc70"/>
            <p:cNvSpPr/>
            <p:nvPr/>
          </p:nvSpPr>
          <p:spPr>
            <a:xfrm>
              <a:off x="2633162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1" name="rc71"/>
            <p:cNvSpPr/>
            <p:nvPr/>
          </p:nvSpPr>
          <p:spPr>
            <a:xfrm>
              <a:off x="2750198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2" name="rc72"/>
            <p:cNvSpPr/>
            <p:nvPr/>
          </p:nvSpPr>
          <p:spPr>
            <a:xfrm>
              <a:off x="286723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3" name="rc73"/>
            <p:cNvSpPr/>
            <p:nvPr/>
          </p:nvSpPr>
          <p:spPr>
            <a:xfrm>
              <a:off x="2984272" y="4031536"/>
              <a:ext cx="117036" cy="141651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4" name="rc74"/>
            <p:cNvSpPr/>
            <p:nvPr/>
          </p:nvSpPr>
          <p:spPr>
            <a:xfrm>
              <a:off x="310130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5" name="rc75"/>
            <p:cNvSpPr/>
            <p:nvPr/>
          </p:nvSpPr>
          <p:spPr>
            <a:xfrm>
              <a:off x="321834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6" name="rc76"/>
            <p:cNvSpPr/>
            <p:nvPr/>
          </p:nvSpPr>
          <p:spPr>
            <a:xfrm>
              <a:off x="3335382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7" name="rc77"/>
            <p:cNvSpPr/>
            <p:nvPr/>
          </p:nvSpPr>
          <p:spPr>
            <a:xfrm>
              <a:off x="3452418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8" name="rc78"/>
            <p:cNvSpPr/>
            <p:nvPr/>
          </p:nvSpPr>
          <p:spPr>
            <a:xfrm>
              <a:off x="3569455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79" name="rc79"/>
            <p:cNvSpPr/>
            <p:nvPr/>
          </p:nvSpPr>
          <p:spPr>
            <a:xfrm>
              <a:off x="368649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0" name="rc80"/>
            <p:cNvSpPr/>
            <p:nvPr/>
          </p:nvSpPr>
          <p:spPr>
            <a:xfrm>
              <a:off x="3803528" y="2851106"/>
              <a:ext cx="117036" cy="2596944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1" name="rc81"/>
            <p:cNvSpPr/>
            <p:nvPr/>
          </p:nvSpPr>
          <p:spPr>
            <a:xfrm>
              <a:off x="3920565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2" name="rc82"/>
            <p:cNvSpPr/>
            <p:nvPr/>
          </p:nvSpPr>
          <p:spPr>
            <a:xfrm>
              <a:off x="4037601" y="4267621"/>
              <a:ext cx="117036" cy="1180429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3" name="rc83"/>
            <p:cNvSpPr/>
            <p:nvPr/>
          </p:nvSpPr>
          <p:spPr>
            <a:xfrm>
              <a:off x="4154638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4" name="rc84"/>
            <p:cNvSpPr/>
            <p:nvPr/>
          </p:nvSpPr>
          <p:spPr>
            <a:xfrm>
              <a:off x="427167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5" name="rc85"/>
            <p:cNvSpPr/>
            <p:nvPr/>
          </p:nvSpPr>
          <p:spPr>
            <a:xfrm>
              <a:off x="4388711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6" name="rc86"/>
            <p:cNvSpPr/>
            <p:nvPr/>
          </p:nvSpPr>
          <p:spPr>
            <a:xfrm>
              <a:off x="4505748" y="4739793"/>
              <a:ext cx="117036" cy="708257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7" name="rc87"/>
            <p:cNvSpPr/>
            <p:nvPr/>
          </p:nvSpPr>
          <p:spPr>
            <a:xfrm>
              <a:off x="4622785" y="3795450"/>
              <a:ext cx="117036" cy="165260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8" name="rc88"/>
            <p:cNvSpPr/>
            <p:nvPr/>
          </p:nvSpPr>
          <p:spPr>
            <a:xfrm>
              <a:off x="473982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89" name="rc89"/>
            <p:cNvSpPr/>
            <p:nvPr/>
          </p:nvSpPr>
          <p:spPr>
            <a:xfrm>
              <a:off x="4856858" y="3323278"/>
              <a:ext cx="117036" cy="2124772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0" name="rc90"/>
            <p:cNvSpPr/>
            <p:nvPr/>
          </p:nvSpPr>
          <p:spPr>
            <a:xfrm>
              <a:off x="4973895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1" name="rc91"/>
            <p:cNvSpPr/>
            <p:nvPr/>
          </p:nvSpPr>
          <p:spPr>
            <a:xfrm>
              <a:off x="5090931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2" name="rc92"/>
            <p:cNvSpPr/>
            <p:nvPr/>
          </p:nvSpPr>
          <p:spPr>
            <a:xfrm>
              <a:off x="5207968" y="4503707"/>
              <a:ext cx="117036" cy="944343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3" name="rc93"/>
            <p:cNvSpPr/>
            <p:nvPr/>
          </p:nvSpPr>
          <p:spPr>
            <a:xfrm>
              <a:off x="532500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4" name="rc94"/>
            <p:cNvSpPr/>
            <p:nvPr/>
          </p:nvSpPr>
          <p:spPr>
            <a:xfrm>
              <a:off x="5442041" y="5448051"/>
              <a:ext cx="117036" cy="0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5" name="rc95"/>
            <p:cNvSpPr/>
            <p:nvPr/>
          </p:nvSpPr>
          <p:spPr>
            <a:xfrm>
              <a:off x="5559078" y="4975879"/>
              <a:ext cx="117036" cy="472171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6" name="rc96"/>
            <p:cNvSpPr/>
            <p:nvPr/>
          </p:nvSpPr>
          <p:spPr>
            <a:xfrm>
              <a:off x="5676114" y="5211965"/>
              <a:ext cx="117036" cy="23608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7" name="rc97"/>
            <p:cNvSpPr/>
            <p:nvPr/>
          </p:nvSpPr>
          <p:spPr>
            <a:xfrm>
              <a:off x="5793151" y="3559364"/>
              <a:ext cx="117036" cy="1888686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98" name="tx98"/>
            <p:cNvSpPr/>
            <p:nvPr/>
          </p:nvSpPr>
          <p:spPr>
            <a:xfrm>
              <a:off x="835933" y="5397073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0</a:t>
              </a:r>
            </a:p>
          </p:txBody>
        </p:sp>
        <p:sp>
          <p:nvSpPr>
            <p:cNvPr id="99" name="tx99"/>
            <p:cNvSpPr/>
            <p:nvPr/>
          </p:nvSpPr>
          <p:spPr>
            <a:xfrm>
              <a:off x="835933" y="4216644"/>
              <a:ext cx="79004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5</a:t>
              </a:r>
            </a:p>
          </p:txBody>
        </p:sp>
        <p:sp>
          <p:nvSpPr>
            <p:cNvPr id="100" name="tx100"/>
            <p:cNvSpPr/>
            <p:nvPr/>
          </p:nvSpPr>
          <p:spPr>
            <a:xfrm>
              <a:off x="756929" y="3036214"/>
              <a:ext cx="158008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10</a:t>
              </a:r>
            </a:p>
          </p:txBody>
        </p:sp>
        <p:sp>
          <p:nvSpPr>
            <p:cNvPr id="101" name="tx101"/>
            <p:cNvSpPr/>
            <p:nvPr/>
          </p:nvSpPr>
          <p:spPr>
            <a:xfrm>
              <a:off x="1186052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200</a:t>
              </a:r>
            </a:p>
          </p:txBody>
        </p:sp>
        <p:sp>
          <p:nvSpPr>
            <p:cNvPr id="102" name="tx102"/>
            <p:cNvSpPr/>
            <p:nvPr/>
          </p:nvSpPr>
          <p:spPr>
            <a:xfrm>
              <a:off x="2490773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400</a:t>
              </a:r>
            </a:p>
          </p:txBody>
        </p:sp>
        <p:sp>
          <p:nvSpPr>
            <p:cNvPr id="103" name="tx103"/>
            <p:cNvSpPr/>
            <p:nvPr/>
          </p:nvSpPr>
          <p:spPr>
            <a:xfrm>
              <a:off x="3795494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600</a:t>
              </a:r>
            </a:p>
          </p:txBody>
        </p:sp>
        <p:sp>
          <p:nvSpPr>
            <p:cNvPr id="104" name="tx104"/>
            <p:cNvSpPr/>
            <p:nvPr/>
          </p:nvSpPr>
          <p:spPr>
            <a:xfrm>
              <a:off x="5100215" y="5693022"/>
              <a:ext cx="237012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4D4D4D">
                      <a:alpha val="100000"/>
                    </a:srgbClr>
                  </a:solidFill>
                  <a:latin typeface="Helvetica"/>
                  <a:cs typeface="Helvetica"/>
                </a:rPr>
                <a:t>800</a:t>
              </a:r>
            </a:p>
          </p:txBody>
        </p:sp>
        <p:sp>
          <p:nvSpPr>
            <p:cNvPr id="105" name="tx105"/>
            <p:cNvSpPr/>
            <p:nvPr/>
          </p:nvSpPr>
          <p:spPr>
            <a:xfrm>
              <a:off x="3154546" y="5870717"/>
              <a:ext cx="829818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(mg)</a:t>
              </a:r>
            </a:p>
          </p:txBody>
        </p:sp>
        <p:sp>
          <p:nvSpPr>
            <p:cNvPr id="106" name="tx106"/>
            <p:cNvSpPr/>
            <p:nvPr/>
          </p:nvSpPr>
          <p:spPr>
            <a:xfrm rot="-5400000">
              <a:off x="-151233" y="3731670"/>
              <a:ext cx="1521561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Number of Patients</a:t>
              </a:r>
            </a:p>
          </p:txBody>
        </p:sp>
        <p:sp>
          <p:nvSpPr>
            <p:cNvPr id="107" name="tx107"/>
            <p:cNvSpPr/>
            <p:nvPr/>
          </p:nvSpPr>
          <p:spPr>
            <a:xfrm>
              <a:off x="6409965" y="3467930"/>
              <a:ext cx="859536" cy="127558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40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40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Dose Type</a:t>
              </a:r>
            </a:p>
          </p:txBody>
        </p:sp>
        <p:sp>
          <p:nvSpPr>
            <p:cNvPr id="108" name="rc108"/>
            <p:cNvSpPr/>
            <p:nvPr/>
          </p:nvSpPr>
          <p:spPr>
            <a:xfrm>
              <a:off x="6418965" y="3712717"/>
              <a:ext cx="201455" cy="201455"/>
            </a:xfrm>
            <a:prstGeom prst="rect">
              <a:avLst/>
            </a:prstGeom>
            <a:solidFill>
              <a:srgbClr val="E31A1C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09" name="rc109"/>
            <p:cNvSpPr/>
            <p:nvPr/>
          </p:nvSpPr>
          <p:spPr>
            <a:xfrm>
              <a:off x="6418965" y="3932173"/>
              <a:ext cx="201455" cy="201455"/>
            </a:xfrm>
            <a:prstGeom prst="rect">
              <a:avLst/>
            </a:prstGeom>
            <a:solidFill>
              <a:srgbClr val="1F78B4">
                <a:alpha val="50196"/>
              </a:srgbClr>
            </a:solidFill>
            <a:ln w="13550" cap="flat">
              <a:solidFill>
                <a:srgbClr val="000000">
                  <a:alpha val="100000"/>
                </a:srgbClr>
              </a:solidFill>
              <a:prstDash val="solid"/>
              <a:miter/>
            </a:ln>
          </p:spPr>
          <p:txBody>
            <a:bodyPr/>
            <a:lstStyle/>
            <a:p/>
          </p:txBody>
        </p:sp>
        <p:sp>
          <p:nvSpPr>
            <p:cNvPr id="110" name="tx110"/>
            <p:cNvSpPr/>
            <p:nvPr/>
          </p:nvSpPr>
          <p:spPr>
            <a:xfrm>
              <a:off x="6717988" y="3762467"/>
              <a:ext cx="1089416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Actual (REDCap)</a:t>
              </a:r>
            </a:p>
          </p:txBody>
        </p:sp>
        <p:sp>
          <p:nvSpPr>
            <p:cNvPr id="111" name="tx111"/>
            <p:cNvSpPr/>
            <p:nvPr/>
          </p:nvSpPr>
          <p:spPr>
            <a:xfrm>
              <a:off x="6717988" y="3981923"/>
              <a:ext cx="1791675" cy="101955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12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12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Predicted (CKD-EPI Cr-Cys)</a:t>
              </a:r>
            </a:p>
          </p:txBody>
        </p:sp>
        <p:sp>
          <p:nvSpPr>
            <p:cNvPr id="112" name="tx112"/>
            <p:cNvSpPr/>
            <p:nvPr/>
          </p:nvSpPr>
          <p:spPr>
            <a:xfrm>
              <a:off x="994649" y="1688767"/>
              <a:ext cx="3779763" cy="153070"/>
            </a:xfrm>
            <a:prstGeom prst="rect">
              <a:avLst/>
            </a:prstGeom>
            <a:noFill/>
          </p:spPr>
          <p:txBody>
            <a:bodyPr lIns="0" rIns="0" tIns="0" bIns="0" anchorCtr="1" anchor="ctr" wrap="none"/>
            <a:lstStyle/>
            <a:p>
              <a:pPr algn="l" marL="0" marR="0" indent="0">
                <a:lnSpc>
                  <a:spcPts val="1680"/>
                </a:lnSpc>
                <a:spcBef>
                  <a:spcPts val="0"/>
                </a:spcBef>
                <a:spcAft>
                  <a:spcPts val="0"/>
                </a:spcAft>
              </a:pPr>
              <a:r>
                <a:rPr sz="1680">
                  <a:solidFill>
                    <a:srgbClr val="000000">
                      <a:alpha val="100000"/>
                    </a:srgbClr>
                  </a:solidFill>
                  <a:latin typeface="Helvetica"/>
                  <a:cs typeface="Helvetica"/>
                </a:rPr>
                <a:t>Carboplatin Dose Distribution (AUC ≥ 3)</a:t>
              </a:r>
            </a:p>
          </p:txBody>
        </p:sp>
      </p:grpSp>
    </p:spTree>
  </p:cSld>
  <p:clrMapOvr>
    <a:masterClrMapping/>
  </p:clrMapOvr>
</p:sld>
</file>

<file path=ppt/tags/tag1.xml><?xml version="1.0" encoding="utf-8"?>
<p:tagLst xmlns:a="http://schemas.openxmlformats.org/drawingml/2006/main" xmlns:r="http://schemas.openxmlformats.org/officeDocument/2006/relationships" xmlns:p="http://schemas.openxmlformats.org/presentationml/2006/main">
  <p:tag name="_AMO_UNIQUEIDENTIFIER" val="Empty"/>
</p:tagLst>
</file>

<file path=ppt/theme/theme1.xml><?xml version="1.0" encoding="utf-8"?>
<a:theme xmlns:a="http://schemas.openxmlformats.org/drawingml/2006/main" name="Office Theme">
  <a:themeElements>
    <a:clrScheme name="Office">
      <a:dk1>
        <a:sysClr val="windowText" lastClr="000000"/>
      </a:dk1>
      <a:lt1>
        <a:sysClr val="window" lastClr="FFFFFF"/>
      </a:lt1>
      <a:dk2>
        <a:srgbClr val="1F497D"/>
      </a:dk2>
      <a:lt2>
        <a:srgbClr val="EEECE1"/>
      </a:lt2>
      <a:accent1>
        <a:srgbClr val="4F81BD"/>
      </a:accent1>
      <a:accent2>
        <a:srgbClr val="C0504D"/>
      </a:accent2>
      <a:accent3>
        <a:srgbClr val="9BBB59"/>
      </a:accent3>
      <a:accent4>
        <a:srgbClr val="8064A2"/>
      </a:accent4>
      <a:accent5>
        <a:srgbClr val="4BACC6"/>
      </a:accent5>
      <a:accent6>
        <a:srgbClr val="F79646"/>
      </a:accent6>
      <a:hlink>
        <a:srgbClr val="0000FF"/>
      </a:hlink>
      <a:folHlink>
        <a:srgbClr val="800080"/>
      </a:folHlink>
    </a:clrScheme>
    <a:fontScheme name="Office">
      <a:maj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Times New Roman"/>
        <a:font script="Hebr" typeface="Times New Roman"/>
        <a:font script="Thai" typeface="Angsana New"/>
        <a:font script="Ethi" typeface="Nyala"/>
        <a:font script="Beng" typeface="Vrinda"/>
        <a:font script="Gujr" typeface="Shruti"/>
        <a:font script="Khmr" typeface="MoolBoran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Times New Roman"/>
        <a:font script="Uigh" typeface="Microsoft Uighur"/>
        <a:font script="Geor" typeface="Sylfaen"/>
      </a:majorFont>
      <a:minorFont>
        <a:latin typeface="Calibri"/>
        <a:ea typeface=""/>
        <a:cs typeface=""/>
        <a:font script="Jpan" typeface="ＭＳ Ｐゴシック"/>
        <a:font script="Hang" typeface="맑은 고딕"/>
        <a:font script="Hans" typeface="宋体"/>
        <a:font script="Hant" typeface="新細明體"/>
        <a:font script="Arab" typeface="Arial"/>
        <a:font script="Hebr" typeface="Arial"/>
        <a:font script="Thai" typeface="Cordia New"/>
        <a:font script="Ethi" typeface="Nyala"/>
        <a:font script="Beng" typeface="Vrinda"/>
        <a:font script="Gujr" typeface="Shruti"/>
        <a:font script="Khmr" typeface="DaunPenh"/>
        <a:font script="Knda" typeface="Tunga"/>
        <a:font script="Guru" typeface="Raavi"/>
        <a:font script="Cans" typeface="Euphemia"/>
        <a:font script="Cher" typeface="Plantagenet Cherokee"/>
        <a:font script="Yiii" typeface="Microsoft Yi Baiti"/>
        <a:font script="Tibt" typeface="Microsoft Himalaya"/>
        <a:font script="Thaa" typeface="MV Boli"/>
        <a:font script="Deva" typeface="Mangal"/>
        <a:font script="Telu" typeface="Gautami"/>
        <a:font script="Taml" typeface="Latha"/>
        <a:font script="Syrc" typeface="Estrangelo Edessa"/>
        <a:font script="Orya" typeface="Kalinga"/>
        <a:font script="Mlym" typeface="Kartika"/>
        <a:font script="Laoo" typeface="DokChampa"/>
        <a:font script="Sinh" typeface="Iskoola Pota"/>
        <a:font script="Mong" typeface="Mongolian Baiti"/>
        <a:font script="Viet" typeface="Arial"/>
        <a:font script="Uigh" typeface="Microsoft Uighur"/>
        <a:font script="Geor" typeface="Sylfaen"/>
      </a:minorFont>
    </a:fontScheme>
    <a:fmtScheme name="Office">
      <a:fillStyleLst>
        <a:solidFill>
          <a:schemeClr val="phClr"/>
        </a:solidFill>
        <a:gradFill rotWithShape="1">
          <a:gsLst>
            <a:gs pos="0">
              <a:schemeClr val="phClr">
                <a:tint val="50000"/>
                <a:satMod val="300000"/>
              </a:schemeClr>
            </a:gs>
            <a:gs pos="35000">
              <a:schemeClr val="phClr">
                <a:tint val="37000"/>
                <a:satMod val="300000"/>
              </a:schemeClr>
            </a:gs>
            <a:gs pos="100000">
              <a:schemeClr val="phClr">
                <a:tint val="15000"/>
                <a:satMod val="350000"/>
              </a:schemeClr>
            </a:gs>
          </a:gsLst>
          <a:lin ang="16200000" scaled="1"/>
        </a:gradFill>
        <a:gradFill rotWithShape="1">
          <a:gsLst>
            <a:gs pos="0">
              <a:schemeClr val="phClr">
                <a:shade val="51000"/>
                <a:satMod val="130000"/>
              </a:schemeClr>
            </a:gs>
            <a:gs pos="80000">
              <a:schemeClr val="phClr">
                <a:shade val="93000"/>
                <a:satMod val="130000"/>
              </a:schemeClr>
            </a:gs>
            <a:gs pos="100000">
              <a:schemeClr val="phClr">
                <a:shade val="94000"/>
                <a:satMod val="135000"/>
              </a:schemeClr>
            </a:gs>
          </a:gsLst>
          <a:lin ang="16200000" scaled="0"/>
        </a:gradFill>
      </a:fillStyleLst>
      <a:lnStyleLst>
        <a:ln w="9525" cap="flat" cmpd="sng" algn="ctr">
          <a:solidFill>
            <a:schemeClr val="phClr">
              <a:shade val="95000"/>
              <a:satMod val="105000"/>
            </a:schemeClr>
          </a:solidFill>
          <a:prstDash val="solid"/>
        </a:ln>
        <a:ln w="25400" cap="flat" cmpd="sng" algn="ctr">
          <a:solidFill>
            <a:schemeClr val="phClr"/>
          </a:solidFill>
          <a:prstDash val="solid"/>
        </a:ln>
        <a:ln w="38100" cap="flat" cmpd="sng" algn="ctr">
          <a:solidFill>
            <a:schemeClr val="phClr"/>
          </a:solidFill>
          <a:prstDash val="solid"/>
        </a:ln>
      </a:lnStyleLst>
      <a:effectStyleLst>
        <a:effectStyle>
          <a:effectLst>
            <a:outerShdw blurRad="40000" dist="20000" dir="5400000" rotWithShape="0">
              <a:srgbClr val="000000">
                <a:alpha val="38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</a:effectStyle>
        <a:effectStyle>
          <a:effectLst>
            <a:outerShdw blurRad="40000" dist="23000" dir="5400000" rotWithShape="0">
              <a:srgbClr val="000000">
                <a:alpha val="35000"/>
              </a:srgbClr>
            </a:outerShdw>
          </a:effectLst>
          <a:scene3d>
            <a:camera prst="orthographicFront">
              <a:rot lat="0" lon="0" rev="0"/>
            </a:camera>
            <a:lightRig rig="threePt" dir="t">
              <a:rot lat="0" lon="0" rev="1200000"/>
            </a:lightRig>
          </a:scene3d>
          <a:sp3d>
            <a:bevelT w="63500" h="25400"/>
          </a:sp3d>
        </a:effectStyle>
      </a:effectStyleLst>
      <a:bgFillStyleLst>
        <a:solidFill>
          <a:schemeClr val="phClr"/>
        </a:solidFill>
        <a:gradFill rotWithShape="1">
          <a:gsLst>
            <a:gs pos="0">
              <a:schemeClr val="phClr">
                <a:tint val="40000"/>
                <a:satMod val="350000"/>
              </a:schemeClr>
            </a:gs>
            <a:gs pos="40000">
              <a:schemeClr val="phClr">
                <a:tint val="45000"/>
                <a:shade val="99000"/>
                <a:satMod val="350000"/>
              </a:schemeClr>
            </a:gs>
            <a:gs pos="100000">
              <a:schemeClr val="phClr">
                <a:shade val="20000"/>
                <a:satMod val="255000"/>
              </a:schemeClr>
            </a:gs>
          </a:gsLst>
          <a:path path="circle">
            <a:fillToRect l="50000" t="-80000" r="50000" b="180000"/>
          </a:path>
        </a:gradFill>
        <a:gradFill rotWithShape="1">
          <a:gsLst>
            <a:gs pos="0">
              <a:schemeClr val="phClr">
                <a:tint val="80000"/>
                <a:satMod val="300000"/>
              </a:schemeClr>
            </a:gs>
            <a:gs pos="100000">
              <a:schemeClr val="phClr">
                <a:shade val="30000"/>
                <a:satMod val="200000"/>
              </a:schemeClr>
            </a:gs>
          </a:gsLst>
          <a:path path="circle">
            <a:fillToRect l="50000" t="50000" r="50000" b="50000"/>
          </a:path>
        </a:gradFill>
      </a:bgFillStyleLst>
    </a:fmtScheme>
  </a:themeElements>
  <a:objectDefaults/>
  <a:extraClrSchemeLst/>
</a:theme>
</file>

<file path=docProps/app.xml><?xml version="1.0" encoding="utf-8"?>
<Properties xmlns="http://schemas.openxmlformats.org/officeDocument/2006/extended-properties" xmlns:vt="http://schemas.openxmlformats.org/officeDocument/2006/docPropsVTypes">
  <TotalTime>0</TotalTime>
  <Words>0</Words>
  <Application>Microsoft Macintosh PowerPoint</Application>
  <PresentationFormat>Présentation à l'écran (4:3)</PresentationFormat>
  <Paragraphs>0</Paragraphs>
  <Slides>0</Slides>
  <Notes>0</Notes>
  <HiddenSlides>0</HiddenSlides>
  <MMClips>0</MMClips>
  <ScaleCrop>false</ScaleCrop>
  <HeadingPairs>
    <vt:vector size="4" baseType="variant">
      <vt:variant>
        <vt:lpstr>Thème</vt:lpstr>
      </vt:variant>
      <vt:variant>
        <vt:i4>1</vt:i4>
      </vt:variant>
      <vt:variant>
        <vt:lpstr>Titres des diapositives</vt:lpstr>
      </vt:variant>
      <vt:variant>
        <vt:i4>0</vt:i4>
      </vt:variant>
    </vt:vector>
  </HeadingPairs>
  <TitlesOfParts>
    <vt:vector size="1" baseType="lpstr">
      <vt:lpstr>Office Theme</vt:lpstr>
    </vt:vector>
  </TitlesOfParts>
  <Manager/>
  <Company/>
  <LinksUpToDate>false</LinksUpToDate>
  <SharedDoc>false</SharedDoc>
  <HyperlinkBase/>
  <HyperlinksChanged>false</HyperlinksChanged>
  <AppVersion>14.0000</AppVersion>
</Properties>
</file>

<file path=docProps/core.xml><?xml version="1.0" encoding="utf-8"?>
<cp:coreProperties xmlns:cp="http://schemas.openxmlformats.org/package/2006/metadata/core-properties" xmlns:dc="http://purl.org/dc/elements/1.1/" xmlns:dcmitype="http://purl.org/dc/dcmitype/" xmlns:dcterms="http://purl.org/dc/terms/" xmlns:xsi="http://www.w3.org/2001/XMLSchema-instance">
  <dc:title/>
  <dc:subject/>
  <dc:creator/>
  <cp:keywords/>
  <dc:description/>
  <cp:lastModifiedBy>to909</cp:lastModifiedBy>
  <cp:revision>3</cp:revision>
  <dcterms:created xsi:type="dcterms:W3CDTF">2017-02-13T16:18:36Z</dcterms:created>
  <dcterms:modified xsi:type="dcterms:W3CDTF">2026-10-09T11:55:35Z</dcterms:modified>
  <cp:category/>
</cp:coreProperties>
</file>