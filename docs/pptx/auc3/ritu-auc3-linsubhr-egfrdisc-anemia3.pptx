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4674"/>
            </a:xfrm>
            <a:custGeom>
              <a:avLst/>
              <a:pathLst>
                <a:path w="7090630" h="3414674">
                  <a:moveTo>
                    <a:pt x="3142160" y="0"/>
                  </a:moveTo>
                  <a:lnTo>
                    <a:pt x="3151391" y="32778"/>
                  </a:lnTo>
                  <a:lnTo>
                    <a:pt x="3223013" y="269667"/>
                  </a:lnTo>
                  <a:lnTo>
                    <a:pt x="3294636" y="490294"/>
                  </a:lnTo>
                  <a:lnTo>
                    <a:pt x="3366258" y="695777"/>
                  </a:lnTo>
                  <a:lnTo>
                    <a:pt x="3437881" y="887154"/>
                  </a:lnTo>
                  <a:lnTo>
                    <a:pt x="3509503" y="1065395"/>
                  </a:lnTo>
                  <a:lnTo>
                    <a:pt x="3581126" y="1231400"/>
                  </a:lnTo>
                  <a:lnTo>
                    <a:pt x="3652748" y="1386011"/>
                  </a:lnTo>
                  <a:lnTo>
                    <a:pt x="3724371" y="1530008"/>
                  </a:lnTo>
                  <a:lnTo>
                    <a:pt x="3795993" y="1664120"/>
                  </a:lnTo>
                  <a:lnTo>
                    <a:pt x="3867616" y="1789027"/>
                  </a:lnTo>
                  <a:lnTo>
                    <a:pt x="3939238" y="1905359"/>
                  </a:lnTo>
                  <a:lnTo>
                    <a:pt x="4010861" y="2013706"/>
                  </a:lnTo>
                  <a:lnTo>
                    <a:pt x="4082483" y="2114615"/>
                  </a:lnTo>
                  <a:lnTo>
                    <a:pt x="4154106" y="2208598"/>
                  </a:lnTo>
                  <a:lnTo>
                    <a:pt x="4225729" y="2296129"/>
                  </a:lnTo>
                  <a:lnTo>
                    <a:pt x="4297351" y="2377652"/>
                  </a:lnTo>
                  <a:lnTo>
                    <a:pt x="4368974" y="2453579"/>
                  </a:lnTo>
                  <a:lnTo>
                    <a:pt x="4440596" y="2524294"/>
                  </a:lnTo>
                  <a:lnTo>
                    <a:pt x="4512219" y="2590155"/>
                  </a:lnTo>
                  <a:lnTo>
                    <a:pt x="4583841" y="2651494"/>
                  </a:lnTo>
                  <a:lnTo>
                    <a:pt x="4655464" y="2653588"/>
                  </a:lnTo>
                  <a:lnTo>
                    <a:pt x="4727086" y="2652858"/>
                  </a:lnTo>
                  <a:lnTo>
                    <a:pt x="4798709" y="2652128"/>
                  </a:lnTo>
                  <a:lnTo>
                    <a:pt x="4870331" y="2651397"/>
                  </a:lnTo>
                  <a:lnTo>
                    <a:pt x="4941954" y="2650665"/>
                  </a:lnTo>
                  <a:lnTo>
                    <a:pt x="5013576" y="2649933"/>
                  </a:lnTo>
                  <a:lnTo>
                    <a:pt x="5085199" y="2649200"/>
                  </a:lnTo>
                  <a:lnTo>
                    <a:pt x="5156821" y="2648467"/>
                  </a:lnTo>
                  <a:lnTo>
                    <a:pt x="5228444" y="2647732"/>
                  </a:lnTo>
                  <a:lnTo>
                    <a:pt x="5300066" y="2646997"/>
                  </a:lnTo>
                  <a:lnTo>
                    <a:pt x="5371689" y="2646262"/>
                  </a:lnTo>
                  <a:lnTo>
                    <a:pt x="5443311" y="2645526"/>
                  </a:lnTo>
                  <a:lnTo>
                    <a:pt x="5514934" y="2644789"/>
                  </a:lnTo>
                  <a:lnTo>
                    <a:pt x="5586557" y="2644052"/>
                  </a:lnTo>
                  <a:lnTo>
                    <a:pt x="5658179" y="2643313"/>
                  </a:lnTo>
                  <a:lnTo>
                    <a:pt x="5729802" y="2642575"/>
                  </a:lnTo>
                  <a:lnTo>
                    <a:pt x="5801424" y="2641835"/>
                  </a:lnTo>
                  <a:lnTo>
                    <a:pt x="5873047" y="2641095"/>
                  </a:lnTo>
                  <a:lnTo>
                    <a:pt x="5944669" y="2640354"/>
                  </a:lnTo>
                  <a:lnTo>
                    <a:pt x="6016292" y="2639613"/>
                  </a:lnTo>
                  <a:lnTo>
                    <a:pt x="6087914" y="2638871"/>
                  </a:lnTo>
                  <a:lnTo>
                    <a:pt x="6159537" y="2638128"/>
                  </a:lnTo>
                  <a:lnTo>
                    <a:pt x="6231159" y="2637385"/>
                  </a:lnTo>
                  <a:lnTo>
                    <a:pt x="6302782" y="2636641"/>
                  </a:lnTo>
                  <a:lnTo>
                    <a:pt x="6374404" y="2635897"/>
                  </a:lnTo>
                  <a:lnTo>
                    <a:pt x="6446027" y="2635151"/>
                  </a:lnTo>
                  <a:lnTo>
                    <a:pt x="6517649" y="2634405"/>
                  </a:lnTo>
                  <a:lnTo>
                    <a:pt x="6589272" y="2633659"/>
                  </a:lnTo>
                  <a:lnTo>
                    <a:pt x="6660894" y="2632912"/>
                  </a:lnTo>
                  <a:lnTo>
                    <a:pt x="6732517" y="2632164"/>
                  </a:lnTo>
                  <a:lnTo>
                    <a:pt x="6804139" y="2631415"/>
                  </a:lnTo>
                  <a:lnTo>
                    <a:pt x="6875762" y="2630666"/>
                  </a:lnTo>
                  <a:lnTo>
                    <a:pt x="6947385" y="2629916"/>
                  </a:lnTo>
                  <a:lnTo>
                    <a:pt x="7019007" y="2629165"/>
                  </a:lnTo>
                  <a:lnTo>
                    <a:pt x="7090630" y="2628414"/>
                  </a:lnTo>
                  <a:lnTo>
                    <a:pt x="7090630" y="3414674"/>
                  </a:lnTo>
                  <a:lnTo>
                    <a:pt x="7019007" y="3409583"/>
                  </a:lnTo>
                  <a:lnTo>
                    <a:pt x="6947385" y="3404117"/>
                  </a:lnTo>
                  <a:lnTo>
                    <a:pt x="6875762" y="3398248"/>
                  </a:lnTo>
                  <a:lnTo>
                    <a:pt x="6804139" y="3391947"/>
                  </a:lnTo>
                  <a:lnTo>
                    <a:pt x="6732517" y="3385181"/>
                  </a:lnTo>
                  <a:lnTo>
                    <a:pt x="6660894" y="3377916"/>
                  </a:lnTo>
                  <a:lnTo>
                    <a:pt x="6589272" y="3370116"/>
                  </a:lnTo>
                  <a:lnTo>
                    <a:pt x="6517649" y="3361741"/>
                  </a:lnTo>
                  <a:lnTo>
                    <a:pt x="6446027" y="3352749"/>
                  </a:lnTo>
                  <a:lnTo>
                    <a:pt x="6374404" y="3343094"/>
                  </a:lnTo>
                  <a:lnTo>
                    <a:pt x="6302782" y="3332727"/>
                  </a:lnTo>
                  <a:lnTo>
                    <a:pt x="6231159" y="3321597"/>
                  </a:lnTo>
                  <a:lnTo>
                    <a:pt x="6159537" y="3309646"/>
                  </a:lnTo>
                  <a:lnTo>
                    <a:pt x="6087914" y="3296814"/>
                  </a:lnTo>
                  <a:lnTo>
                    <a:pt x="6016292" y="3283036"/>
                  </a:lnTo>
                  <a:lnTo>
                    <a:pt x="5944669" y="3268244"/>
                  </a:lnTo>
                  <a:lnTo>
                    <a:pt x="5873047" y="3252360"/>
                  </a:lnTo>
                  <a:lnTo>
                    <a:pt x="5801424" y="3235306"/>
                  </a:lnTo>
                  <a:lnTo>
                    <a:pt x="5729802" y="3216995"/>
                  </a:lnTo>
                  <a:lnTo>
                    <a:pt x="5658179" y="3197335"/>
                  </a:lnTo>
                  <a:lnTo>
                    <a:pt x="5586557" y="3176226"/>
                  </a:lnTo>
                  <a:lnTo>
                    <a:pt x="5514934" y="3153560"/>
                  </a:lnTo>
                  <a:lnTo>
                    <a:pt x="5443311" y="3129224"/>
                  </a:lnTo>
                  <a:lnTo>
                    <a:pt x="5371689" y="3103095"/>
                  </a:lnTo>
                  <a:lnTo>
                    <a:pt x="5300066" y="3075040"/>
                  </a:lnTo>
                  <a:lnTo>
                    <a:pt x="5228444" y="3044917"/>
                  </a:lnTo>
                  <a:lnTo>
                    <a:pt x="5156821" y="3012573"/>
                  </a:lnTo>
                  <a:lnTo>
                    <a:pt x="5085199" y="2977846"/>
                  </a:lnTo>
                  <a:lnTo>
                    <a:pt x="5013576" y="2940560"/>
                  </a:lnTo>
                  <a:lnTo>
                    <a:pt x="4941954" y="2900525"/>
                  </a:lnTo>
                  <a:lnTo>
                    <a:pt x="4870331" y="2857540"/>
                  </a:lnTo>
                  <a:lnTo>
                    <a:pt x="4798709" y="2811386"/>
                  </a:lnTo>
                  <a:lnTo>
                    <a:pt x="4727086" y="2761831"/>
                  </a:lnTo>
                  <a:lnTo>
                    <a:pt x="4655464" y="2708624"/>
                  </a:lnTo>
                  <a:lnTo>
                    <a:pt x="4583841" y="2654317"/>
                  </a:lnTo>
                  <a:lnTo>
                    <a:pt x="4512219" y="2655046"/>
                  </a:lnTo>
                  <a:lnTo>
                    <a:pt x="4440596" y="2655774"/>
                  </a:lnTo>
                  <a:lnTo>
                    <a:pt x="4368974" y="2656501"/>
                  </a:lnTo>
                  <a:lnTo>
                    <a:pt x="4297351" y="2657227"/>
                  </a:lnTo>
                  <a:lnTo>
                    <a:pt x="4225729" y="2657953"/>
                  </a:lnTo>
                  <a:lnTo>
                    <a:pt x="4154106" y="2658678"/>
                  </a:lnTo>
                  <a:lnTo>
                    <a:pt x="4082483" y="2659403"/>
                  </a:lnTo>
                  <a:lnTo>
                    <a:pt x="4010861" y="2660127"/>
                  </a:lnTo>
                  <a:lnTo>
                    <a:pt x="3939238" y="2660850"/>
                  </a:lnTo>
                  <a:lnTo>
                    <a:pt x="3867616" y="2661573"/>
                  </a:lnTo>
                  <a:lnTo>
                    <a:pt x="3795993" y="2662295"/>
                  </a:lnTo>
                  <a:lnTo>
                    <a:pt x="3724371" y="2663016"/>
                  </a:lnTo>
                  <a:lnTo>
                    <a:pt x="3652748" y="2663737"/>
                  </a:lnTo>
                  <a:lnTo>
                    <a:pt x="3581126" y="2664457"/>
                  </a:lnTo>
                  <a:lnTo>
                    <a:pt x="3509503" y="2665177"/>
                  </a:lnTo>
                  <a:lnTo>
                    <a:pt x="3437881" y="2665896"/>
                  </a:lnTo>
                  <a:lnTo>
                    <a:pt x="3366258" y="2666614"/>
                  </a:lnTo>
                  <a:lnTo>
                    <a:pt x="3294636" y="2667332"/>
                  </a:lnTo>
                  <a:lnTo>
                    <a:pt x="3223013" y="2668049"/>
                  </a:lnTo>
                  <a:lnTo>
                    <a:pt x="3151391" y="2668765"/>
                  </a:lnTo>
                  <a:lnTo>
                    <a:pt x="3079768" y="2669481"/>
                  </a:lnTo>
                  <a:lnTo>
                    <a:pt x="3008146" y="2670196"/>
                  </a:lnTo>
                  <a:lnTo>
                    <a:pt x="2936523" y="2670911"/>
                  </a:lnTo>
                  <a:lnTo>
                    <a:pt x="2864901" y="2671624"/>
                  </a:lnTo>
                  <a:lnTo>
                    <a:pt x="2793278" y="2672338"/>
                  </a:lnTo>
                  <a:lnTo>
                    <a:pt x="2721655" y="2673050"/>
                  </a:lnTo>
                  <a:lnTo>
                    <a:pt x="2650033" y="2673762"/>
                  </a:lnTo>
                  <a:lnTo>
                    <a:pt x="2578410" y="2674474"/>
                  </a:lnTo>
                  <a:lnTo>
                    <a:pt x="2506788" y="2675184"/>
                  </a:lnTo>
                  <a:lnTo>
                    <a:pt x="2435165" y="2675895"/>
                  </a:lnTo>
                  <a:lnTo>
                    <a:pt x="2363543" y="2676604"/>
                  </a:lnTo>
                  <a:lnTo>
                    <a:pt x="2291920" y="2677313"/>
                  </a:lnTo>
                  <a:lnTo>
                    <a:pt x="2220298" y="2678021"/>
                  </a:lnTo>
                  <a:lnTo>
                    <a:pt x="2148675" y="2678729"/>
                  </a:lnTo>
                  <a:lnTo>
                    <a:pt x="2077053" y="2679436"/>
                  </a:lnTo>
                  <a:lnTo>
                    <a:pt x="2005430" y="2680142"/>
                  </a:lnTo>
                  <a:lnTo>
                    <a:pt x="1933808" y="2680848"/>
                  </a:lnTo>
                  <a:lnTo>
                    <a:pt x="1862185" y="2681553"/>
                  </a:lnTo>
                  <a:lnTo>
                    <a:pt x="1790563" y="2682258"/>
                  </a:lnTo>
                  <a:lnTo>
                    <a:pt x="1718940" y="2682962"/>
                  </a:lnTo>
                  <a:lnTo>
                    <a:pt x="1647318" y="2683665"/>
                  </a:lnTo>
                  <a:lnTo>
                    <a:pt x="1575695" y="2684368"/>
                  </a:lnTo>
                  <a:lnTo>
                    <a:pt x="1504073" y="2685070"/>
                  </a:lnTo>
                  <a:lnTo>
                    <a:pt x="1432450" y="2685771"/>
                  </a:lnTo>
                  <a:lnTo>
                    <a:pt x="1360827" y="2686472"/>
                  </a:lnTo>
                  <a:lnTo>
                    <a:pt x="1289205" y="2687172"/>
                  </a:lnTo>
                  <a:lnTo>
                    <a:pt x="1217582" y="2687872"/>
                  </a:lnTo>
                  <a:lnTo>
                    <a:pt x="1145960" y="2688571"/>
                  </a:lnTo>
                  <a:lnTo>
                    <a:pt x="1074337" y="2689269"/>
                  </a:lnTo>
                  <a:lnTo>
                    <a:pt x="1002715" y="2689967"/>
                  </a:lnTo>
                  <a:lnTo>
                    <a:pt x="931092" y="2690664"/>
                  </a:lnTo>
                  <a:lnTo>
                    <a:pt x="859470" y="2691360"/>
                  </a:lnTo>
                  <a:lnTo>
                    <a:pt x="787847" y="2692056"/>
                  </a:lnTo>
                  <a:lnTo>
                    <a:pt x="716225" y="2692752"/>
                  </a:lnTo>
                  <a:lnTo>
                    <a:pt x="644602" y="2693446"/>
                  </a:lnTo>
                  <a:lnTo>
                    <a:pt x="572980" y="2694140"/>
                  </a:lnTo>
                  <a:lnTo>
                    <a:pt x="501357" y="2694834"/>
                  </a:lnTo>
                  <a:lnTo>
                    <a:pt x="429735" y="2695527"/>
                  </a:lnTo>
                  <a:lnTo>
                    <a:pt x="358112" y="2696219"/>
                  </a:lnTo>
                  <a:lnTo>
                    <a:pt x="286490" y="2696911"/>
                  </a:lnTo>
                  <a:lnTo>
                    <a:pt x="214867" y="2697602"/>
                  </a:lnTo>
                  <a:lnTo>
                    <a:pt x="143245" y="2698292"/>
                  </a:lnTo>
                  <a:lnTo>
                    <a:pt x="71622" y="2698982"/>
                  </a:lnTo>
                  <a:lnTo>
                    <a:pt x="0" y="2699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4210" y="2073503"/>
              <a:ext cx="3948469" cy="2653588"/>
            </a:xfrm>
            <a:custGeom>
              <a:avLst/>
              <a:pathLst>
                <a:path w="3948469" h="2653588">
                  <a:moveTo>
                    <a:pt x="0" y="0"/>
                  </a:moveTo>
                  <a:lnTo>
                    <a:pt x="9230" y="32778"/>
                  </a:lnTo>
                  <a:lnTo>
                    <a:pt x="80852" y="269667"/>
                  </a:lnTo>
                  <a:lnTo>
                    <a:pt x="152475" y="490294"/>
                  </a:lnTo>
                  <a:lnTo>
                    <a:pt x="224097" y="695777"/>
                  </a:lnTo>
                  <a:lnTo>
                    <a:pt x="295720" y="887154"/>
                  </a:lnTo>
                  <a:lnTo>
                    <a:pt x="367342" y="1065395"/>
                  </a:lnTo>
                  <a:lnTo>
                    <a:pt x="438965" y="1231400"/>
                  </a:lnTo>
                  <a:lnTo>
                    <a:pt x="510588" y="1386011"/>
                  </a:lnTo>
                  <a:lnTo>
                    <a:pt x="582210" y="1530008"/>
                  </a:lnTo>
                  <a:lnTo>
                    <a:pt x="653833" y="1664120"/>
                  </a:lnTo>
                  <a:lnTo>
                    <a:pt x="725455" y="1789027"/>
                  </a:lnTo>
                  <a:lnTo>
                    <a:pt x="797078" y="1905359"/>
                  </a:lnTo>
                  <a:lnTo>
                    <a:pt x="868700" y="2013706"/>
                  </a:lnTo>
                  <a:lnTo>
                    <a:pt x="940323" y="2114615"/>
                  </a:lnTo>
                  <a:lnTo>
                    <a:pt x="1011945" y="2208598"/>
                  </a:lnTo>
                  <a:lnTo>
                    <a:pt x="1083568" y="2296129"/>
                  </a:lnTo>
                  <a:lnTo>
                    <a:pt x="1155190" y="2377652"/>
                  </a:lnTo>
                  <a:lnTo>
                    <a:pt x="1226813" y="2453579"/>
                  </a:lnTo>
                  <a:lnTo>
                    <a:pt x="1298435" y="2524294"/>
                  </a:lnTo>
                  <a:lnTo>
                    <a:pt x="1370058" y="2590155"/>
                  </a:lnTo>
                  <a:lnTo>
                    <a:pt x="1441680" y="2651494"/>
                  </a:lnTo>
                  <a:lnTo>
                    <a:pt x="1513303" y="2653588"/>
                  </a:lnTo>
                  <a:lnTo>
                    <a:pt x="1584925" y="2652858"/>
                  </a:lnTo>
                  <a:lnTo>
                    <a:pt x="1656548" y="2652128"/>
                  </a:lnTo>
                  <a:lnTo>
                    <a:pt x="1728170" y="2651397"/>
                  </a:lnTo>
                  <a:lnTo>
                    <a:pt x="1799793" y="2650665"/>
                  </a:lnTo>
                  <a:lnTo>
                    <a:pt x="1871416" y="2649933"/>
                  </a:lnTo>
                  <a:lnTo>
                    <a:pt x="1943038" y="2649200"/>
                  </a:lnTo>
                  <a:lnTo>
                    <a:pt x="2014661" y="2648467"/>
                  </a:lnTo>
                  <a:lnTo>
                    <a:pt x="2086283" y="2647732"/>
                  </a:lnTo>
                  <a:lnTo>
                    <a:pt x="2157906" y="2646997"/>
                  </a:lnTo>
                  <a:lnTo>
                    <a:pt x="2229528" y="2646262"/>
                  </a:lnTo>
                  <a:lnTo>
                    <a:pt x="2301151" y="2645526"/>
                  </a:lnTo>
                  <a:lnTo>
                    <a:pt x="2372773" y="2644789"/>
                  </a:lnTo>
                  <a:lnTo>
                    <a:pt x="2444396" y="2644052"/>
                  </a:lnTo>
                  <a:lnTo>
                    <a:pt x="2516018" y="2643313"/>
                  </a:lnTo>
                  <a:lnTo>
                    <a:pt x="2587641" y="2642575"/>
                  </a:lnTo>
                  <a:lnTo>
                    <a:pt x="2659263" y="2641835"/>
                  </a:lnTo>
                  <a:lnTo>
                    <a:pt x="2730886" y="2641095"/>
                  </a:lnTo>
                  <a:lnTo>
                    <a:pt x="2802508" y="2640354"/>
                  </a:lnTo>
                  <a:lnTo>
                    <a:pt x="2874131" y="2639613"/>
                  </a:lnTo>
                  <a:lnTo>
                    <a:pt x="2945753" y="2638871"/>
                  </a:lnTo>
                  <a:lnTo>
                    <a:pt x="3017376" y="2638128"/>
                  </a:lnTo>
                  <a:lnTo>
                    <a:pt x="3088998" y="2637385"/>
                  </a:lnTo>
                  <a:lnTo>
                    <a:pt x="3160621" y="2636641"/>
                  </a:lnTo>
                  <a:lnTo>
                    <a:pt x="3232243" y="2635897"/>
                  </a:lnTo>
                  <a:lnTo>
                    <a:pt x="3303866" y="2635151"/>
                  </a:lnTo>
                  <a:lnTo>
                    <a:pt x="3375489" y="2634405"/>
                  </a:lnTo>
                  <a:lnTo>
                    <a:pt x="3447111" y="2633659"/>
                  </a:lnTo>
                  <a:lnTo>
                    <a:pt x="3518734" y="2632912"/>
                  </a:lnTo>
                  <a:lnTo>
                    <a:pt x="3590356" y="2632164"/>
                  </a:lnTo>
                  <a:lnTo>
                    <a:pt x="3661979" y="2631415"/>
                  </a:lnTo>
                  <a:lnTo>
                    <a:pt x="3733601" y="2630666"/>
                  </a:lnTo>
                  <a:lnTo>
                    <a:pt x="3805224" y="2629916"/>
                  </a:lnTo>
                  <a:lnTo>
                    <a:pt x="3876846" y="2629165"/>
                  </a:lnTo>
                  <a:lnTo>
                    <a:pt x="3948469" y="2628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0"/>
              <a:ext cx="7090630" cy="760356"/>
            </a:xfrm>
            <a:custGeom>
              <a:avLst/>
              <a:pathLst>
                <a:path w="7090630" h="760356">
                  <a:moveTo>
                    <a:pt x="7090630" y="760356"/>
                  </a:moveTo>
                  <a:lnTo>
                    <a:pt x="7019007" y="755265"/>
                  </a:lnTo>
                  <a:lnTo>
                    <a:pt x="6947385" y="749799"/>
                  </a:lnTo>
                  <a:lnTo>
                    <a:pt x="6875762" y="743930"/>
                  </a:lnTo>
                  <a:lnTo>
                    <a:pt x="6804139" y="737629"/>
                  </a:lnTo>
                  <a:lnTo>
                    <a:pt x="6732517" y="730863"/>
                  </a:lnTo>
                  <a:lnTo>
                    <a:pt x="6660894" y="723598"/>
                  </a:lnTo>
                  <a:lnTo>
                    <a:pt x="6589272" y="715798"/>
                  </a:lnTo>
                  <a:lnTo>
                    <a:pt x="6517649" y="707423"/>
                  </a:lnTo>
                  <a:lnTo>
                    <a:pt x="6446027" y="698431"/>
                  </a:lnTo>
                  <a:lnTo>
                    <a:pt x="6374404" y="688776"/>
                  </a:lnTo>
                  <a:lnTo>
                    <a:pt x="6302782" y="678410"/>
                  </a:lnTo>
                  <a:lnTo>
                    <a:pt x="6231159" y="667279"/>
                  </a:lnTo>
                  <a:lnTo>
                    <a:pt x="6159537" y="655328"/>
                  </a:lnTo>
                  <a:lnTo>
                    <a:pt x="6087914" y="642496"/>
                  </a:lnTo>
                  <a:lnTo>
                    <a:pt x="6016292" y="628719"/>
                  </a:lnTo>
                  <a:lnTo>
                    <a:pt x="5944669" y="613926"/>
                  </a:lnTo>
                  <a:lnTo>
                    <a:pt x="5873047" y="598042"/>
                  </a:lnTo>
                  <a:lnTo>
                    <a:pt x="5801424" y="580989"/>
                  </a:lnTo>
                  <a:lnTo>
                    <a:pt x="5729802" y="562678"/>
                  </a:lnTo>
                  <a:lnTo>
                    <a:pt x="5658179" y="543017"/>
                  </a:lnTo>
                  <a:lnTo>
                    <a:pt x="5586557" y="521908"/>
                  </a:lnTo>
                  <a:lnTo>
                    <a:pt x="5514934" y="499242"/>
                  </a:lnTo>
                  <a:lnTo>
                    <a:pt x="5443311" y="474907"/>
                  </a:lnTo>
                  <a:lnTo>
                    <a:pt x="5371689" y="448777"/>
                  </a:lnTo>
                  <a:lnTo>
                    <a:pt x="5300066" y="420722"/>
                  </a:lnTo>
                  <a:lnTo>
                    <a:pt x="5228444" y="390599"/>
                  </a:lnTo>
                  <a:lnTo>
                    <a:pt x="5156821" y="358256"/>
                  </a:lnTo>
                  <a:lnTo>
                    <a:pt x="5085199" y="323529"/>
                  </a:lnTo>
                  <a:lnTo>
                    <a:pt x="5013576" y="286242"/>
                  </a:lnTo>
                  <a:lnTo>
                    <a:pt x="4941954" y="246207"/>
                  </a:lnTo>
                  <a:lnTo>
                    <a:pt x="4870331" y="203222"/>
                  </a:lnTo>
                  <a:lnTo>
                    <a:pt x="4798709" y="157069"/>
                  </a:lnTo>
                  <a:lnTo>
                    <a:pt x="4727086" y="107513"/>
                  </a:lnTo>
                  <a:lnTo>
                    <a:pt x="4655464" y="54306"/>
                  </a:lnTo>
                  <a:lnTo>
                    <a:pt x="4583841" y="0"/>
                  </a:lnTo>
                  <a:lnTo>
                    <a:pt x="4512219" y="728"/>
                  </a:lnTo>
                  <a:lnTo>
                    <a:pt x="4440596" y="1456"/>
                  </a:lnTo>
                  <a:lnTo>
                    <a:pt x="4368974" y="2183"/>
                  </a:lnTo>
                  <a:lnTo>
                    <a:pt x="4297351" y="2909"/>
                  </a:lnTo>
                  <a:lnTo>
                    <a:pt x="4225729" y="3635"/>
                  </a:lnTo>
                  <a:lnTo>
                    <a:pt x="4154106" y="4361"/>
                  </a:lnTo>
                  <a:lnTo>
                    <a:pt x="4082483" y="5085"/>
                  </a:lnTo>
                  <a:lnTo>
                    <a:pt x="4010861" y="5809"/>
                  </a:lnTo>
                  <a:lnTo>
                    <a:pt x="3939238" y="6533"/>
                  </a:lnTo>
                  <a:lnTo>
                    <a:pt x="3867616" y="7255"/>
                  </a:lnTo>
                  <a:lnTo>
                    <a:pt x="3795993" y="7977"/>
                  </a:lnTo>
                  <a:lnTo>
                    <a:pt x="3724371" y="8699"/>
                  </a:lnTo>
                  <a:lnTo>
                    <a:pt x="3652748" y="9420"/>
                  </a:lnTo>
                  <a:lnTo>
                    <a:pt x="3581126" y="10140"/>
                  </a:lnTo>
                  <a:lnTo>
                    <a:pt x="3509503" y="10859"/>
                  </a:lnTo>
                  <a:lnTo>
                    <a:pt x="3437881" y="11578"/>
                  </a:lnTo>
                  <a:lnTo>
                    <a:pt x="3366258" y="12296"/>
                  </a:lnTo>
                  <a:lnTo>
                    <a:pt x="3294636" y="13014"/>
                  </a:lnTo>
                  <a:lnTo>
                    <a:pt x="3223013" y="13731"/>
                  </a:lnTo>
                  <a:lnTo>
                    <a:pt x="3151391" y="14447"/>
                  </a:lnTo>
                  <a:lnTo>
                    <a:pt x="3079768" y="15163"/>
                  </a:lnTo>
                  <a:lnTo>
                    <a:pt x="3008146" y="15878"/>
                  </a:lnTo>
                  <a:lnTo>
                    <a:pt x="2936523" y="16593"/>
                  </a:lnTo>
                  <a:lnTo>
                    <a:pt x="2864901" y="17307"/>
                  </a:lnTo>
                  <a:lnTo>
                    <a:pt x="2793278" y="18020"/>
                  </a:lnTo>
                  <a:lnTo>
                    <a:pt x="2721655" y="18733"/>
                  </a:lnTo>
                  <a:lnTo>
                    <a:pt x="2650033" y="19445"/>
                  </a:lnTo>
                  <a:lnTo>
                    <a:pt x="2578410" y="20156"/>
                  </a:lnTo>
                  <a:lnTo>
                    <a:pt x="2506788" y="20867"/>
                  </a:lnTo>
                  <a:lnTo>
                    <a:pt x="2435165" y="21577"/>
                  </a:lnTo>
                  <a:lnTo>
                    <a:pt x="2363543" y="22286"/>
                  </a:lnTo>
                  <a:lnTo>
                    <a:pt x="2291920" y="22995"/>
                  </a:lnTo>
                  <a:lnTo>
                    <a:pt x="2220298" y="23703"/>
                  </a:lnTo>
                  <a:lnTo>
                    <a:pt x="2148675" y="24411"/>
                  </a:lnTo>
                  <a:lnTo>
                    <a:pt x="2077053" y="25118"/>
                  </a:lnTo>
                  <a:lnTo>
                    <a:pt x="2005430" y="25824"/>
                  </a:lnTo>
                  <a:lnTo>
                    <a:pt x="1933808" y="26530"/>
                  </a:lnTo>
                  <a:lnTo>
                    <a:pt x="1862185" y="27235"/>
                  </a:lnTo>
                  <a:lnTo>
                    <a:pt x="1790563" y="27940"/>
                  </a:lnTo>
                  <a:lnTo>
                    <a:pt x="1718940" y="28644"/>
                  </a:lnTo>
                  <a:lnTo>
                    <a:pt x="1647318" y="29347"/>
                  </a:lnTo>
                  <a:lnTo>
                    <a:pt x="1575695" y="30050"/>
                  </a:lnTo>
                  <a:lnTo>
                    <a:pt x="1504073" y="30752"/>
                  </a:lnTo>
                  <a:lnTo>
                    <a:pt x="1432450" y="31453"/>
                  </a:lnTo>
                  <a:lnTo>
                    <a:pt x="1360827" y="32154"/>
                  </a:lnTo>
                  <a:lnTo>
                    <a:pt x="1289205" y="32854"/>
                  </a:lnTo>
                  <a:lnTo>
                    <a:pt x="1217582" y="33554"/>
                  </a:lnTo>
                  <a:lnTo>
                    <a:pt x="1145960" y="34253"/>
                  </a:lnTo>
                  <a:lnTo>
                    <a:pt x="1074337" y="34951"/>
                  </a:lnTo>
                  <a:lnTo>
                    <a:pt x="1002715" y="35649"/>
                  </a:lnTo>
                  <a:lnTo>
                    <a:pt x="931092" y="36346"/>
                  </a:lnTo>
                  <a:lnTo>
                    <a:pt x="859470" y="37043"/>
                  </a:lnTo>
                  <a:lnTo>
                    <a:pt x="787847" y="37739"/>
                  </a:lnTo>
                  <a:lnTo>
                    <a:pt x="716225" y="38434"/>
                  </a:lnTo>
                  <a:lnTo>
                    <a:pt x="644602" y="39129"/>
                  </a:lnTo>
                  <a:lnTo>
                    <a:pt x="572980" y="39823"/>
                  </a:lnTo>
                  <a:lnTo>
                    <a:pt x="501357" y="40516"/>
                  </a:lnTo>
                  <a:lnTo>
                    <a:pt x="429735" y="41209"/>
                  </a:lnTo>
                  <a:lnTo>
                    <a:pt x="358112" y="41901"/>
                  </a:lnTo>
                  <a:lnTo>
                    <a:pt x="286490" y="42593"/>
                  </a:lnTo>
                  <a:lnTo>
                    <a:pt x="214867" y="43284"/>
                  </a:lnTo>
                  <a:lnTo>
                    <a:pt x="143245" y="43974"/>
                  </a:lnTo>
                  <a:lnTo>
                    <a:pt x="71622" y="44664"/>
                  </a:lnTo>
                  <a:lnTo>
                    <a:pt x="0" y="45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2592" y="2073503"/>
              <a:ext cx="5430086" cy="3240683"/>
            </a:xfrm>
            <a:custGeom>
              <a:avLst/>
              <a:pathLst>
                <a:path w="5430086" h="3240683">
                  <a:moveTo>
                    <a:pt x="0" y="0"/>
                  </a:moveTo>
                  <a:lnTo>
                    <a:pt x="58397" y="98647"/>
                  </a:lnTo>
                  <a:lnTo>
                    <a:pt x="130019" y="215460"/>
                  </a:lnTo>
                  <a:lnTo>
                    <a:pt x="201642" y="328243"/>
                  </a:lnTo>
                  <a:lnTo>
                    <a:pt x="273264" y="437133"/>
                  </a:lnTo>
                  <a:lnTo>
                    <a:pt x="344887" y="542266"/>
                  </a:lnTo>
                  <a:lnTo>
                    <a:pt x="416509" y="643771"/>
                  </a:lnTo>
                  <a:lnTo>
                    <a:pt x="488132" y="741773"/>
                  </a:lnTo>
                  <a:lnTo>
                    <a:pt x="559754" y="836393"/>
                  </a:lnTo>
                  <a:lnTo>
                    <a:pt x="631377" y="927748"/>
                  </a:lnTo>
                  <a:lnTo>
                    <a:pt x="703000" y="1015951"/>
                  </a:lnTo>
                  <a:lnTo>
                    <a:pt x="774622" y="1101110"/>
                  </a:lnTo>
                  <a:lnTo>
                    <a:pt x="846245" y="1183330"/>
                  </a:lnTo>
                  <a:lnTo>
                    <a:pt x="917867" y="1262713"/>
                  </a:lnTo>
                  <a:lnTo>
                    <a:pt x="989490" y="1339356"/>
                  </a:lnTo>
                  <a:lnTo>
                    <a:pt x="1061112" y="1413355"/>
                  </a:lnTo>
                  <a:lnTo>
                    <a:pt x="1132735" y="1484801"/>
                  </a:lnTo>
                  <a:lnTo>
                    <a:pt x="1204357" y="1553780"/>
                  </a:lnTo>
                  <a:lnTo>
                    <a:pt x="1275980" y="1620380"/>
                  </a:lnTo>
                  <a:lnTo>
                    <a:pt x="1347602" y="1684681"/>
                  </a:lnTo>
                  <a:lnTo>
                    <a:pt x="1419225" y="1746763"/>
                  </a:lnTo>
                  <a:lnTo>
                    <a:pt x="1490847" y="1806703"/>
                  </a:lnTo>
                  <a:lnTo>
                    <a:pt x="1562470" y="1864575"/>
                  </a:lnTo>
                  <a:lnTo>
                    <a:pt x="1634092" y="1920449"/>
                  </a:lnTo>
                  <a:lnTo>
                    <a:pt x="1705715" y="1974396"/>
                  </a:lnTo>
                  <a:lnTo>
                    <a:pt x="1777337" y="2026480"/>
                  </a:lnTo>
                  <a:lnTo>
                    <a:pt x="1848960" y="2076768"/>
                  </a:lnTo>
                  <a:lnTo>
                    <a:pt x="1920582" y="2125320"/>
                  </a:lnTo>
                  <a:lnTo>
                    <a:pt x="1992205" y="2172197"/>
                  </a:lnTo>
                  <a:lnTo>
                    <a:pt x="2063828" y="2217456"/>
                  </a:lnTo>
                  <a:lnTo>
                    <a:pt x="2135450" y="2261153"/>
                  </a:lnTo>
                  <a:lnTo>
                    <a:pt x="2207073" y="2303342"/>
                  </a:lnTo>
                  <a:lnTo>
                    <a:pt x="2278695" y="2344076"/>
                  </a:lnTo>
                  <a:lnTo>
                    <a:pt x="2350318" y="2383404"/>
                  </a:lnTo>
                  <a:lnTo>
                    <a:pt x="2421940" y="2421374"/>
                  </a:lnTo>
                  <a:lnTo>
                    <a:pt x="2493563" y="2458035"/>
                  </a:lnTo>
                  <a:lnTo>
                    <a:pt x="2565185" y="2493430"/>
                  </a:lnTo>
                  <a:lnTo>
                    <a:pt x="2636808" y="2527604"/>
                  </a:lnTo>
                  <a:lnTo>
                    <a:pt x="2708430" y="2560599"/>
                  </a:lnTo>
                  <a:lnTo>
                    <a:pt x="2780053" y="2592455"/>
                  </a:lnTo>
                  <a:lnTo>
                    <a:pt x="2851675" y="2623212"/>
                  </a:lnTo>
                  <a:lnTo>
                    <a:pt x="2923298" y="2652907"/>
                  </a:lnTo>
                  <a:lnTo>
                    <a:pt x="2994920" y="2681578"/>
                  </a:lnTo>
                  <a:lnTo>
                    <a:pt x="3066543" y="2709259"/>
                  </a:lnTo>
                  <a:lnTo>
                    <a:pt x="3138165" y="2735985"/>
                  </a:lnTo>
                  <a:lnTo>
                    <a:pt x="3209788" y="2761789"/>
                  </a:lnTo>
                  <a:lnTo>
                    <a:pt x="3281410" y="2786702"/>
                  </a:lnTo>
                  <a:lnTo>
                    <a:pt x="3353033" y="2810756"/>
                  </a:lnTo>
                  <a:lnTo>
                    <a:pt x="3424656" y="2833980"/>
                  </a:lnTo>
                  <a:lnTo>
                    <a:pt x="3496278" y="2856402"/>
                  </a:lnTo>
                  <a:lnTo>
                    <a:pt x="3567901" y="2878050"/>
                  </a:lnTo>
                  <a:lnTo>
                    <a:pt x="3639523" y="2898952"/>
                  </a:lnTo>
                  <a:lnTo>
                    <a:pt x="3711146" y="2919132"/>
                  </a:lnTo>
                  <a:lnTo>
                    <a:pt x="3782768" y="2938616"/>
                  </a:lnTo>
                  <a:lnTo>
                    <a:pt x="3854391" y="2957427"/>
                  </a:lnTo>
                  <a:lnTo>
                    <a:pt x="3926013" y="2975589"/>
                  </a:lnTo>
                  <a:lnTo>
                    <a:pt x="3997636" y="2993125"/>
                  </a:lnTo>
                  <a:lnTo>
                    <a:pt x="4069258" y="3010055"/>
                  </a:lnTo>
                  <a:lnTo>
                    <a:pt x="4140881" y="3026401"/>
                  </a:lnTo>
                  <a:lnTo>
                    <a:pt x="4212503" y="3042183"/>
                  </a:lnTo>
                  <a:lnTo>
                    <a:pt x="4284126" y="3057421"/>
                  </a:lnTo>
                  <a:lnTo>
                    <a:pt x="4355748" y="3072133"/>
                  </a:lnTo>
                  <a:lnTo>
                    <a:pt x="4427371" y="3086337"/>
                  </a:lnTo>
                  <a:lnTo>
                    <a:pt x="4498993" y="3100050"/>
                  </a:lnTo>
                  <a:lnTo>
                    <a:pt x="4570616" y="3113291"/>
                  </a:lnTo>
                  <a:lnTo>
                    <a:pt x="4642238" y="3126075"/>
                  </a:lnTo>
                  <a:lnTo>
                    <a:pt x="4713861" y="3138417"/>
                  </a:lnTo>
                  <a:lnTo>
                    <a:pt x="4785483" y="3150334"/>
                  </a:lnTo>
                  <a:lnTo>
                    <a:pt x="4857106" y="3161839"/>
                  </a:lnTo>
                  <a:lnTo>
                    <a:pt x="4928729" y="3172948"/>
                  </a:lnTo>
                  <a:lnTo>
                    <a:pt x="5000351" y="3183673"/>
                  </a:lnTo>
                  <a:lnTo>
                    <a:pt x="5071974" y="3194028"/>
                  </a:lnTo>
                  <a:lnTo>
                    <a:pt x="5143596" y="3204025"/>
                  </a:lnTo>
                  <a:lnTo>
                    <a:pt x="5215219" y="3213678"/>
                  </a:lnTo>
                  <a:lnTo>
                    <a:pt x="5286841" y="3222998"/>
                  </a:lnTo>
                  <a:lnTo>
                    <a:pt x="5358464" y="3231996"/>
                  </a:lnTo>
                  <a:lnTo>
                    <a:pt x="5430086" y="32406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1.63 (0.99-2.67), p_Bonf = 0.335 (n = 6)  |  per IQR decline (Δ = 23.9): 3.19 (0.97-10.48)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2026-10-09T13:21:29Z</dcterms:modified>
  <cp:category/>
</cp:coreProperties>
</file>