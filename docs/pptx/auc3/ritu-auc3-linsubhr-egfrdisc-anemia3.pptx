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03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9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0016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06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613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419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15556"/>
            </a:xfrm>
            <a:custGeom>
              <a:avLst/>
              <a:pathLst>
                <a:path w="7090630" h="3415556">
                  <a:moveTo>
                    <a:pt x="3145068" y="0"/>
                  </a:moveTo>
                  <a:lnTo>
                    <a:pt x="3151391" y="22612"/>
                  </a:lnTo>
                  <a:lnTo>
                    <a:pt x="3223013" y="261124"/>
                  </a:lnTo>
                  <a:lnTo>
                    <a:pt x="3294636" y="483199"/>
                  </a:lnTo>
                  <a:lnTo>
                    <a:pt x="3366258" y="689971"/>
                  </a:lnTo>
                  <a:lnTo>
                    <a:pt x="3437881" y="882494"/>
                  </a:lnTo>
                  <a:lnTo>
                    <a:pt x="3509503" y="1061750"/>
                  </a:lnTo>
                  <a:lnTo>
                    <a:pt x="3581126" y="1228653"/>
                  </a:lnTo>
                  <a:lnTo>
                    <a:pt x="3652748" y="1384055"/>
                  </a:lnTo>
                  <a:lnTo>
                    <a:pt x="3724371" y="1528747"/>
                  </a:lnTo>
                  <a:lnTo>
                    <a:pt x="3795993" y="1663469"/>
                  </a:lnTo>
                  <a:lnTo>
                    <a:pt x="3867616" y="1788907"/>
                  </a:lnTo>
                  <a:lnTo>
                    <a:pt x="3939238" y="1905701"/>
                  </a:lnTo>
                  <a:lnTo>
                    <a:pt x="4010861" y="2014446"/>
                  </a:lnTo>
                  <a:lnTo>
                    <a:pt x="4082483" y="2115697"/>
                  </a:lnTo>
                  <a:lnTo>
                    <a:pt x="4154106" y="2209972"/>
                  </a:lnTo>
                  <a:lnTo>
                    <a:pt x="4225729" y="2297749"/>
                  </a:lnTo>
                  <a:lnTo>
                    <a:pt x="4297351" y="2379478"/>
                  </a:lnTo>
                  <a:lnTo>
                    <a:pt x="4368974" y="2455575"/>
                  </a:lnTo>
                  <a:lnTo>
                    <a:pt x="4440596" y="2526427"/>
                  </a:lnTo>
                  <a:lnTo>
                    <a:pt x="4512219" y="2592398"/>
                  </a:lnTo>
                  <a:lnTo>
                    <a:pt x="4583841" y="2653822"/>
                  </a:lnTo>
                  <a:lnTo>
                    <a:pt x="4655464" y="2654348"/>
                  </a:lnTo>
                  <a:lnTo>
                    <a:pt x="4727086" y="2654413"/>
                  </a:lnTo>
                  <a:lnTo>
                    <a:pt x="4798709" y="2654478"/>
                  </a:lnTo>
                  <a:lnTo>
                    <a:pt x="4870331" y="2654544"/>
                  </a:lnTo>
                  <a:lnTo>
                    <a:pt x="4941954" y="2654609"/>
                  </a:lnTo>
                  <a:lnTo>
                    <a:pt x="5013576" y="2654674"/>
                  </a:lnTo>
                  <a:lnTo>
                    <a:pt x="5085199" y="2654740"/>
                  </a:lnTo>
                  <a:lnTo>
                    <a:pt x="5156821" y="2654805"/>
                  </a:lnTo>
                  <a:lnTo>
                    <a:pt x="5228444" y="2654870"/>
                  </a:lnTo>
                  <a:lnTo>
                    <a:pt x="5300066" y="2654936"/>
                  </a:lnTo>
                  <a:lnTo>
                    <a:pt x="5371689" y="2655001"/>
                  </a:lnTo>
                  <a:lnTo>
                    <a:pt x="5443311" y="2655066"/>
                  </a:lnTo>
                  <a:lnTo>
                    <a:pt x="5514934" y="2655132"/>
                  </a:lnTo>
                  <a:lnTo>
                    <a:pt x="5586557" y="2655197"/>
                  </a:lnTo>
                  <a:lnTo>
                    <a:pt x="5658179" y="2655262"/>
                  </a:lnTo>
                  <a:lnTo>
                    <a:pt x="5729802" y="2655327"/>
                  </a:lnTo>
                  <a:lnTo>
                    <a:pt x="5801424" y="2655393"/>
                  </a:lnTo>
                  <a:lnTo>
                    <a:pt x="5873047" y="2655458"/>
                  </a:lnTo>
                  <a:lnTo>
                    <a:pt x="5944669" y="2655523"/>
                  </a:lnTo>
                  <a:lnTo>
                    <a:pt x="6016292" y="2655589"/>
                  </a:lnTo>
                  <a:lnTo>
                    <a:pt x="6087914" y="2655654"/>
                  </a:lnTo>
                  <a:lnTo>
                    <a:pt x="6159537" y="2655719"/>
                  </a:lnTo>
                  <a:lnTo>
                    <a:pt x="6231159" y="2655784"/>
                  </a:lnTo>
                  <a:lnTo>
                    <a:pt x="6302782" y="2655850"/>
                  </a:lnTo>
                  <a:lnTo>
                    <a:pt x="6374404" y="2655915"/>
                  </a:lnTo>
                  <a:lnTo>
                    <a:pt x="6446027" y="2655980"/>
                  </a:lnTo>
                  <a:lnTo>
                    <a:pt x="6517649" y="2656045"/>
                  </a:lnTo>
                  <a:lnTo>
                    <a:pt x="6589272" y="2656110"/>
                  </a:lnTo>
                  <a:lnTo>
                    <a:pt x="6660894" y="2656176"/>
                  </a:lnTo>
                  <a:lnTo>
                    <a:pt x="6732517" y="2656241"/>
                  </a:lnTo>
                  <a:lnTo>
                    <a:pt x="6804139" y="2656306"/>
                  </a:lnTo>
                  <a:lnTo>
                    <a:pt x="6875762" y="2656371"/>
                  </a:lnTo>
                  <a:lnTo>
                    <a:pt x="6947385" y="2656436"/>
                  </a:lnTo>
                  <a:lnTo>
                    <a:pt x="7019007" y="2656502"/>
                  </a:lnTo>
                  <a:lnTo>
                    <a:pt x="7090630" y="2656567"/>
                  </a:lnTo>
                  <a:lnTo>
                    <a:pt x="7090630" y="3415556"/>
                  </a:lnTo>
                  <a:lnTo>
                    <a:pt x="7019007" y="3410509"/>
                  </a:lnTo>
                  <a:lnTo>
                    <a:pt x="6947385" y="3405089"/>
                  </a:lnTo>
                  <a:lnTo>
                    <a:pt x="6875762" y="3399267"/>
                  </a:lnTo>
                  <a:lnTo>
                    <a:pt x="6804139" y="3393014"/>
                  </a:lnTo>
                  <a:lnTo>
                    <a:pt x="6732517" y="3386299"/>
                  </a:lnTo>
                  <a:lnTo>
                    <a:pt x="6660894" y="3379087"/>
                  </a:lnTo>
                  <a:lnTo>
                    <a:pt x="6589272" y="3371341"/>
                  </a:lnTo>
                  <a:lnTo>
                    <a:pt x="6517649" y="3363022"/>
                  </a:lnTo>
                  <a:lnTo>
                    <a:pt x="6446027" y="3354087"/>
                  </a:lnTo>
                  <a:lnTo>
                    <a:pt x="6374404" y="3344490"/>
                  </a:lnTo>
                  <a:lnTo>
                    <a:pt x="6302782" y="3334184"/>
                  </a:lnTo>
                  <a:lnTo>
                    <a:pt x="6231159" y="3323114"/>
                  </a:lnTo>
                  <a:lnTo>
                    <a:pt x="6159537" y="3311226"/>
                  </a:lnTo>
                  <a:lnTo>
                    <a:pt x="6087914" y="3298457"/>
                  </a:lnTo>
                  <a:lnTo>
                    <a:pt x="6016292" y="3284744"/>
                  </a:lnTo>
                  <a:lnTo>
                    <a:pt x="5944669" y="3270015"/>
                  </a:lnTo>
                  <a:lnTo>
                    <a:pt x="5873047" y="3254197"/>
                  </a:lnTo>
                  <a:lnTo>
                    <a:pt x="5801424" y="3237207"/>
                  </a:lnTo>
                  <a:lnTo>
                    <a:pt x="5729802" y="3218960"/>
                  </a:lnTo>
                  <a:lnTo>
                    <a:pt x="5658179" y="3199363"/>
                  </a:lnTo>
                  <a:lnTo>
                    <a:pt x="5586557" y="3178316"/>
                  </a:lnTo>
                  <a:lnTo>
                    <a:pt x="5514934" y="3155710"/>
                  </a:lnTo>
                  <a:lnTo>
                    <a:pt x="5443311" y="3131432"/>
                  </a:lnTo>
                  <a:lnTo>
                    <a:pt x="5371689" y="3105356"/>
                  </a:lnTo>
                  <a:lnTo>
                    <a:pt x="5300066" y="3077351"/>
                  </a:lnTo>
                  <a:lnTo>
                    <a:pt x="5228444" y="3047273"/>
                  </a:lnTo>
                  <a:lnTo>
                    <a:pt x="5156821" y="3014969"/>
                  </a:lnTo>
                  <a:lnTo>
                    <a:pt x="5085199" y="2980274"/>
                  </a:lnTo>
                  <a:lnTo>
                    <a:pt x="5013576" y="2943011"/>
                  </a:lnTo>
                  <a:lnTo>
                    <a:pt x="4941954" y="2902990"/>
                  </a:lnTo>
                  <a:lnTo>
                    <a:pt x="4870331" y="2860008"/>
                  </a:lnTo>
                  <a:lnTo>
                    <a:pt x="4798709" y="2813844"/>
                  </a:lnTo>
                  <a:lnTo>
                    <a:pt x="4727086" y="2764263"/>
                  </a:lnTo>
                  <a:lnTo>
                    <a:pt x="4655464" y="2711013"/>
                  </a:lnTo>
                  <a:lnTo>
                    <a:pt x="4583841" y="2654282"/>
                  </a:lnTo>
                  <a:lnTo>
                    <a:pt x="4512219" y="2654217"/>
                  </a:lnTo>
                  <a:lnTo>
                    <a:pt x="4440596" y="2654152"/>
                  </a:lnTo>
                  <a:lnTo>
                    <a:pt x="4368974" y="2654086"/>
                  </a:lnTo>
                  <a:lnTo>
                    <a:pt x="4297351" y="2654021"/>
                  </a:lnTo>
                  <a:lnTo>
                    <a:pt x="4225729" y="2653955"/>
                  </a:lnTo>
                  <a:lnTo>
                    <a:pt x="4154106" y="2653890"/>
                  </a:lnTo>
                  <a:lnTo>
                    <a:pt x="4082483" y="2653825"/>
                  </a:lnTo>
                  <a:lnTo>
                    <a:pt x="4010861" y="2653759"/>
                  </a:lnTo>
                  <a:lnTo>
                    <a:pt x="3939238" y="2653694"/>
                  </a:lnTo>
                  <a:lnTo>
                    <a:pt x="3867616" y="2653628"/>
                  </a:lnTo>
                  <a:lnTo>
                    <a:pt x="3795993" y="2653563"/>
                  </a:lnTo>
                  <a:lnTo>
                    <a:pt x="3724371" y="2653498"/>
                  </a:lnTo>
                  <a:lnTo>
                    <a:pt x="3652748" y="2653432"/>
                  </a:lnTo>
                  <a:lnTo>
                    <a:pt x="3581126" y="2653367"/>
                  </a:lnTo>
                  <a:lnTo>
                    <a:pt x="3509503" y="2653301"/>
                  </a:lnTo>
                  <a:lnTo>
                    <a:pt x="3437881" y="2653236"/>
                  </a:lnTo>
                  <a:lnTo>
                    <a:pt x="3366258" y="2653170"/>
                  </a:lnTo>
                  <a:lnTo>
                    <a:pt x="3294636" y="2653105"/>
                  </a:lnTo>
                  <a:lnTo>
                    <a:pt x="3223013" y="2653040"/>
                  </a:lnTo>
                  <a:lnTo>
                    <a:pt x="3151391" y="2652974"/>
                  </a:lnTo>
                  <a:lnTo>
                    <a:pt x="3079768" y="2652909"/>
                  </a:lnTo>
                  <a:lnTo>
                    <a:pt x="3008146" y="2652843"/>
                  </a:lnTo>
                  <a:lnTo>
                    <a:pt x="2936523" y="2652778"/>
                  </a:lnTo>
                  <a:lnTo>
                    <a:pt x="2864901" y="2652712"/>
                  </a:lnTo>
                  <a:lnTo>
                    <a:pt x="2793278" y="2652647"/>
                  </a:lnTo>
                  <a:lnTo>
                    <a:pt x="2721655" y="2652581"/>
                  </a:lnTo>
                  <a:lnTo>
                    <a:pt x="2650033" y="2652516"/>
                  </a:lnTo>
                  <a:lnTo>
                    <a:pt x="2578410" y="2652450"/>
                  </a:lnTo>
                  <a:lnTo>
                    <a:pt x="2506788" y="2652385"/>
                  </a:lnTo>
                  <a:lnTo>
                    <a:pt x="2435165" y="2652319"/>
                  </a:lnTo>
                  <a:lnTo>
                    <a:pt x="2363543" y="2652254"/>
                  </a:lnTo>
                  <a:lnTo>
                    <a:pt x="2291920" y="2652188"/>
                  </a:lnTo>
                  <a:lnTo>
                    <a:pt x="2220298" y="2652123"/>
                  </a:lnTo>
                  <a:lnTo>
                    <a:pt x="2148675" y="2652057"/>
                  </a:lnTo>
                  <a:lnTo>
                    <a:pt x="2077053" y="2651992"/>
                  </a:lnTo>
                  <a:lnTo>
                    <a:pt x="2005430" y="2651926"/>
                  </a:lnTo>
                  <a:lnTo>
                    <a:pt x="1933808" y="2651860"/>
                  </a:lnTo>
                  <a:lnTo>
                    <a:pt x="1862185" y="2651795"/>
                  </a:lnTo>
                  <a:lnTo>
                    <a:pt x="1790563" y="2651729"/>
                  </a:lnTo>
                  <a:lnTo>
                    <a:pt x="1718940" y="2651664"/>
                  </a:lnTo>
                  <a:lnTo>
                    <a:pt x="1647318" y="2651598"/>
                  </a:lnTo>
                  <a:lnTo>
                    <a:pt x="1575695" y="2651533"/>
                  </a:lnTo>
                  <a:lnTo>
                    <a:pt x="1504073" y="2651467"/>
                  </a:lnTo>
                  <a:lnTo>
                    <a:pt x="1432450" y="2651401"/>
                  </a:lnTo>
                  <a:lnTo>
                    <a:pt x="1360827" y="2651336"/>
                  </a:lnTo>
                  <a:lnTo>
                    <a:pt x="1289205" y="2651270"/>
                  </a:lnTo>
                  <a:lnTo>
                    <a:pt x="1217582" y="2651205"/>
                  </a:lnTo>
                  <a:lnTo>
                    <a:pt x="1145960" y="2651139"/>
                  </a:lnTo>
                  <a:lnTo>
                    <a:pt x="1074337" y="2651073"/>
                  </a:lnTo>
                  <a:lnTo>
                    <a:pt x="1002715" y="2651008"/>
                  </a:lnTo>
                  <a:lnTo>
                    <a:pt x="931092" y="2650942"/>
                  </a:lnTo>
                  <a:lnTo>
                    <a:pt x="859470" y="2650877"/>
                  </a:lnTo>
                  <a:lnTo>
                    <a:pt x="787847" y="2650811"/>
                  </a:lnTo>
                  <a:lnTo>
                    <a:pt x="716225" y="2650745"/>
                  </a:lnTo>
                  <a:lnTo>
                    <a:pt x="644602" y="2650680"/>
                  </a:lnTo>
                  <a:lnTo>
                    <a:pt x="572980" y="2650614"/>
                  </a:lnTo>
                  <a:lnTo>
                    <a:pt x="501357" y="2650548"/>
                  </a:lnTo>
                  <a:lnTo>
                    <a:pt x="429735" y="2650483"/>
                  </a:lnTo>
                  <a:lnTo>
                    <a:pt x="358112" y="2650417"/>
                  </a:lnTo>
                  <a:lnTo>
                    <a:pt x="286490" y="2650351"/>
                  </a:lnTo>
                  <a:lnTo>
                    <a:pt x="214867" y="2650286"/>
                  </a:lnTo>
                  <a:lnTo>
                    <a:pt x="143245" y="2650220"/>
                  </a:lnTo>
                  <a:lnTo>
                    <a:pt x="71622" y="2650154"/>
                  </a:lnTo>
                  <a:lnTo>
                    <a:pt x="0" y="26500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17118" y="2073503"/>
              <a:ext cx="3945561" cy="2656567"/>
            </a:xfrm>
            <a:custGeom>
              <a:avLst/>
              <a:pathLst>
                <a:path w="3945561" h="2656567">
                  <a:moveTo>
                    <a:pt x="0" y="0"/>
                  </a:moveTo>
                  <a:lnTo>
                    <a:pt x="6322" y="22612"/>
                  </a:lnTo>
                  <a:lnTo>
                    <a:pt x="77944" y="261124"/>
                  </a:lnTo>
                  <a:lnTo>
                    <a:pt x="149567" y="483199"/>
                  </a:lnTo>
                  <a:lnTo>
                    <a:pt x="221189" y="689971"/>
                  </a:lnTo>
                  <a:lnTo>
                    <a:pt x="292812" y="882494"/>
                  </a:lnTo>
                  <a:lnTo>
                    <a:pt x="364435" y="1061750"/>
                  </a:lnTo>
                  <a:lnTo>
                    <a:pt x="436057" y="1228653"/>
                  </a:lnTo>
                  <a:lnTo>
                    <a:pt x="507680" y="1384055"/>
                  </a:lnTo>
                  <a:lnTo>
                    <a:pt x="579302" y="1528747"/>
                  </a:lnTo>
                  <a:lnTo>
                    <a:pt x="650925" y="1663469"/>
                  </a:lnTo>
                  <a:lnTo>
                    <a:pt x="722547" y="1788907"/>
                  </a:lnTo>
                  <a:lnTo>
                    <a:pt x="794170" y="1905701"/>
                  </a:lnTo>
                  <a:lnTo>
                    <a:pt x="865792" y="2014446"/>
                  </a:lnTo>
                  <a:lnTo>
                    <a:pt x="937415" y="2115697"/>
                  </a:lnTo>
                  <a:lnTo>
                    <a:pt x="1009037" y="2209972"/>
                  </a:lnTo>
                  <a:lnTo>
                    <a:pt x="1080660" y="2297749"/>
                  </a:lnTo>
                  <a:lnTo>
                    <a:pt x="1152282" y="2379478"/>
                  </a:lnTo>
                  <a:lnTo>
                    <a:pt x="1223905" y="2455575"/>
                  </a:lnTo>
                  <a:lnTo>
                    <a:pt x="1295527" y="2526427"/>
                  </a:lnTo>
                  <a:lnTo>
                    <a:pt x="1367150" y="2592398"/>
                  </a:lnTo>
                  <a:lnTo>
                    <a:pt x="1438772" y="2653822"/>
                  </a:lnTo>
                  <a:lnTo>
                    <a:pt x="1510395" y="2654348"/>
                  </a:lnTo>
                  <a:lnTo>
                    <a:pt x="1582017" y="2654413"/>
                  </a:lnTo>
                  <a:lnTo>
                    <a:pt x="1653640" y="2654478"/>
                  </a:lnTo>
                  <a:lnTo>
                    <a:pt x="1725263" y="2654544"/>
                  </a:lnTo>
                  <a:lnTo>
                    <a:pt x="1796885" y="2654609"/>
                  </a:lnTo>
                  <a:lnTo>
                    <a:pt x="1868508" y="2654674"/>
                  </a:lnTo>
                  <a:lnTo>
                    <a:pt x="1940130" y="2654740"/>
                  </a:lnTo>
                  <a:lnTo>
                    <a:pt x="2011753" y="2654805"/>
                  </a:lnTo>
                  <a:lnTo>
                    <a:pt x="2083375" y="2654870"/>
                  </a:lnTo>
                  <a:lnTo>
                    <a:pt x="2154998" y="2654936"/>
                  </a:lnTo>
                  <a:lnTo>
                    <a:pt x="2226620" y="2655001"/>
                  </a:lnTo>
                  <a:lnTo>
                    <a:pt x="2298243" y="2655066"/>
                  </a:lnTo>
                  <a:lnTo>
                    <a:pt x="2369865" y="2655132"/>
                  </a:lnTo>
                  <a:lnTo>
                    <a:pt x="2441488" y="2655197"/>
                  </a:lnTo>
                  <a:lnTo>
                    <a:pt x="2513110" y="2655262"/>
                  </a:lnTo>
                  <a:lnTo>
                    <a:pt x="2584733" y="2655327"/>
                  </a:lnTo>
                  <a:lnTo>
                    <a:pt x="2656355" y="2655393"/>
                  </a:lnTo>
                  <a:lnTo>
                    <a:pt x="2727978" y="2655458"/>
                  </a:lnTo>
                  <a:lnTo>
                    <a:pt x="2799600" y="2655523"/>
                  </a:lnTo>
                  <a:lnTo>
                    <a:pt x="2871223" y="2655589"/>
                  </a:lnTo>
                  <a:lnTo>
                    <a:pt x="2942845" y="2655654"/>
                  </a:lnTo>
                  <a:lnTo>
                    <a:pt x="3014468" y="2655719"/>
                  </a:lnTo>
                  <a:lnTo>
                    <a:pt x="3086090" y="2655784"/>
                  </a:lnTo>
                  <a:lnTo>
                    <a:pt x="3157713" y="2655850"/>
                  </a:lnTo>
                  <a:lnTo>
                    <a:pt x="3229336" y="2655915"/>
                  </a:lnTo>
                  <a:lnTo>
                    <a:pt x="3300958" y="2655980"/>
                  </a:lnTo>
                  <a:lnTo>
                    <a:pt x="3372581" y="2656045"/>
                  </a:lnTo>
                  <a:lnTo>
                    <a:pt x="3444203" y="2656110"/>
                  </a:lnTo>
                  <a:lnTo>
                    <a:pt x="3515826" y="2656176"/>
                  </a:lnTo>
                  <a:lnTo>
                    <a:pt x="3587448" y="2656241"/>
                  </a:lnTo>
                  <a:lnTo>
                    <a:pt x="3659071" y="2656306"/>
                  </a:lnTo>
                  <a:lnTo>
                    <a:pt x="3730693" y="2656371"/>
                  </a:lnTo>
                  <a:lnTo>
                    <a:pt x="3802316" y="2656436"/>
                  </a:lnTo>
                  <a:lnTo>
                    <a:pt x="3873938" y="2656502"/>
                  </a:lnTo>
                  <a:lnTo>
                    <a:pt x="3945561" y="26565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3592"/>
              <a:ext cx="7090630" cy="765467"/>
            </a:xfrm>
            <a:custGeom>
              <a:avLst/>
              <a:pathLst>
                <a:path w="7090630" h="765467">
                  <a:moveTo>
                    <a:pt x="7090630" y="765467"/>
                  </a:moveTo>
                  <a:lnTo>
                    <a:pt x="7019007" y="760420"/>
                  </a:lnTo>
                  <a:lnTo>
                    <a:pt x="6947385" y="754999"/>
                  </a:lnTo>
                  <a:lnTo>
                    <a:pt x="6875762" y="749178"/>
                  </a:lnTo>
                  <a:lnTo>
                    <a:pt x="6804139" y="742925"/>
                  </a:lnTo>
                  <a:lnTo>
                    <a:pt x="6732517" y="736210"/>
                  </a:lnTo>
                  <a:lnTo>
                    <a:pt x="6660894" y="728998"/>
                  </a:lnTo>
                  <a:lnTo>
                    <a:pt x="6589272" y="721252"/>
                  </a:lnTo>
                  <a:lnTo>
                    <a:pt x="6517649" y="712933"/>
                  </a:lnTo>
                  <a:lnTo>
                    <a:pt x="6446027" y="703998"/>
                  </a:lnTo>
                  <a:lnTo>
                    <a:pt x="6374404" y="694401"/>
                  </a:lnTo>
                  <a:lnTo>
                    <a:pt x="6302782" y="684095"/>
                  </a:lnTo>
                  <a:lnTo>
                    <a:pt x="6231159" y="673025"/>
                  </a:lnTo>
                  <a:lnTo>
                    <a:pt x="6159537" y="661137"/>
                  </a:lnTo>
                  <a:lnTo>
                    <a:pt x="6087914" y="648368"/>
                  </a:lnTo>
                  <a:lnTo>
                    <a:pt x="6016292" y="634655"/>
                  </a:lnTo>
                  <a:lnTo>
                    <a:pt x="5944669" y="619926"/>
                  </a:lnTo>
                  <a:lnTo>
                    <a:pt x="5873047" y="604107"/>
                  </a:lnTo>
                  <a:lnTo>
                    <a:pt x="5801424" y="587118"/>
                  </a:lnTo>
                  <a:lnTo>
                    <a:pt x="5729802" y="568871"/>
                  </a:lnTo>
                  <a:lnTo>
                    <a:pt x="5658179" y="549274"/>
                  </a:lnTo>
                  <a:lnTo>
                    <a:pt x="5586557" y="528226"/>
                  </a:lnTo>
                  <a:lnTo>
                    <a:pt x="5514934" y="505621"/>
                  </a:lnTo>
                  <a:lnTo>
                    <a:pt x="5443311" y="481342"/>
                  </a:lnTo>
                  <a:lnTo>
                    <a:pt x="5371689" y="455267"/>
                  </a:lnTo>
                  <a:lnTo>
                    <a:pt x="5300066" y="427262"/>
                  </a:lnTo>
                  <a:lnTo>
                    <a:pt x="5228444" y="397184"/>
                  </a:lnTo>
                  <a:lnTo>
                    <a:pt x="5156821" y="364880"/>
                  </a:lnTo>
                  <a:lnTo>
                    <a:pt x="5085199" y="330185"/>
                  </a:lnTo>
                  <a:lnTo>
                    <a:pt x="5013576" y="292922"/>
                  </a:lnTo>
                  <a:lnTo>
                    <a:pt x="4941954" y="252901"/>
                  </a:lnTo>
                  <a:lnTo>
                    <a:pt x="4870331" y="209918"/>
                  </a:lnTo>
                  <a:lnTo>
                    <a:pt x="4798709" y="163754"/>
                  </a:lnTo>
                  <a:lnTo>
                    <a:pt x="4727086" y="114174"/>
                  </a:lnTo>
                  <a:lnTo>
                    <a:pt x="4655464" y="60924"/>
                  </a:lnTo>
                  <a:lnTo>
                    <a:pt x="4583841" y="4193"/>
                  </a:lnTo>
                  <a:lnTo>
                    <a:pt x="4512219" y="4128"/>
                  </a:lnTo>
                  <a:lnTo>
                    <a:pt x="4440596" y="4062"/>
                  </a:lnTo>
                  <a:lnTo>
                    <a:pt x="4368974" y="3997"/>
                  </a:lnTo>
                  <a:lnTo>
                    <a:pt x="4297351" y="3932"/>
                  </a:lnTo>
                  <a:lnTo>
                    <a:pt x="4225729" y="3866"/>
                  </a:lnTo>
                  <a:lnTo>
                    <a:pt x="4154106" y="3801"/>
                  </a:lnTo>
                  <a:lnTo>
                    <a:pt x="4082483" y="3736"/>
                  </a:lnTo>
                  <a:lnTo>
                    <a:pt x="4010861" y="3670"/>
                  </a:lnTo>
                  <a:lnTo>
                    <a:pt x="3939238" y="3605"/>
                  </a:lnTo>
                  <a:lnTo>
                    <a:pt x="3867616" y="3539"/>
                  </a:lnTo>
                  <a:lnTo>
                    <a:pt x="3795993" y="3474"/>
                  </a:lnTo>
                  <a:lnTo>
                    <a:pt x="3724371" y="3408"/>
                  </a:lnTo>
                  <a:lnTo>
                    <a:pt x="3652748" y="3343"/>
                  </a:lnTo>
                  <a:lnTo>
                    <a:pt x="3581126" y="3278"/>
                  </a:lnTo>
                  <a:lnTo>
                    <a:pt x="3509503" y="3212"/>
                  </a:lnTo>
                  <a:lnTo>
                    <a:pt x="3437881" y="3147"/>
                  </a:lnTo>
                  <a:lnTo>
                    <a:pt x="3366258" y="3081"/>
                  </a:lnTo>
                  <a:lnTo>
                    <a:pt x="3294636" y="3016"/>
                  </a:lnTo>
                  <a:lnTo>
                    <a:pt x="3223013" y="2950"/>
                  </a:lnTo>
                  <a:lnTo>
                    <a:pt x="3151391" y="2885"/>
                  </a:lnTo>
                  <a:lnTo>
                    <a:pt x="3079768" y="2819"/>
                  </a:lnTo>
                  <a:lnTo>
                    <a:pt x="3008146" y="2754"/>
                  </a:lnTo>
                  <a:lnTo>
                    <a:pt x="2936523" y="2689"/>
                  </a:lnTo>
                  <a:lnTo>
                    <a:pt x="2864901" y="2623"/>
                  </a:lnTo>
                  <a:lnTo>
                    <a:pt x="2793278" y="2558"/>
                  </a:lnTo>
                  <a:lnTo>
                    <a:pt x="2721655" y="2492"/>
                  </a:lnTo>
                  <a:lnTo>
                    <a:pt x="2650033" y="2427"/>
                  </a:lnTo>
                  <a:lnTo>
                    <a:pt x="2578410" y="2361"/>
                  </a:lnTo>
                  <a:lnTo>
                    <a:pt x="2506788" y="2296"/>
                  </a:lnTo>
                  <a:lnTo>
                    <a:pt x="2435165" y="2230"/>
                  </a:lnTo>
                  <a:lnTo>
                    <a:pt x="2363543" y="2165"/>
                  </a:lnTo>
                  <a:lnTo>
                    <a:pt x="2291920" y="2099"/>
                  </a:lnTo>
                  <a:lnTo>
                    <a:pt x="2220298" y="2033"/>
                  </a:lnTo>
                  <a:lnTo>
                    <a:pt x="2148675" y="1968"/>
                  </a:lnTo>
                  <a:lnTo>
                    <a:pt x="2077053" y="1902"/>
                  </a:lnTo>
                  <a:lnTo>
                    <a:pt x="2005430" y="1837"/>
                  </a:lnTo>
                  <a:lnTo>
                    <a:pt x="1933808" y="1771"/>
                  </a:lnTo>
                  <a:lnTo>
                    <a:pt x="1862185" y="1706"/>
                  </a:lnTo>
                  <a:lnTo>
                    <a:pt x="1790563" y="1640"/>
                  </a:lnTo>
                  <a:lnTo>
                    <a:pt x="1718940" y="1575"/>
                  </a:lnTo>
                  <a:lnTo>
                    <a:pt x="1647318" y="1509"/>
                  </a:lnTo>
                  <a:lnTo>
                    <a:pt x="1575695" y="1443"/>
                  </a:lnTo>
                  <a:lnTo>
                    <a:pt x="1504073" y="1378"/>
                  </a:lnTo>
                  <a:lnTo>
                    <a:pt x="1432450" y="1312"/>
                  </a:lnTo>
                  <a:lnTo>
                    <a:pt x="1360827" y="1247"/>
                  </a:lnTo>
                  <a:lnTo>
                    <a:pt x="1289205" y="1181"/>
                  </a:lnTo>
                  <a:lnTo>
                    <a:pt x="1217582" y="1116"/>
                  </a:lnTo>
                  <a:lnTo>
                    <a:pt x="1145960" y="1050"/>
                  </a:lnTo>
                  <a:lnTo>
                    <a:pt x="1074337" y="984"/>
                  </a:lnTo>
                  <a:lnTo>
                    <a:pt x="1002715" y="919"/>
                  </a:lnTo>
                  <a:lnTo>
                    <a:pt x="931092" y="853"/>
                  </a:lnTo>
                  <a:lnTo>
                    <a:pt x="859470" y="787"/>
                  </a:lnTo>
                  <a:lnTo>
                    <a:pt x="787847" y="722"/>
                  </a:lnTo>
                  <a:lnTo>
                    <a:pt x="716225" y="656"/>
                  </a:lnTo>
                  <a:lnTo>
                    <a:pt x="644602" y="591"/>
                  </a:lnTo>
                  <a:lnTo>
                    <a:pt x="572980" y="525"/>
                  </a:lnTo>
                  <a:lnTo>
                    <a:pt x="501357" y="459"/>
                  </a:lnTo>
                  <a:lnTo>
                    <a:pt x="429735" y="394"/>
                  </a:lnTo>
                  <a:lnTo>
                    <a:pt x="358112" y="328"/>
                  </a:lnTo>
                  <a:lnTo>
                    <a:pt x="286490" y="262"/>
                  </a:lnTo>
                  <a:lnTo>
                    <a:pt x="214867" y="197"/>
                  </a:lnTo>
                  <a:lnTo>
                    <a:pt x="143245" y="131"/>
                  </a:lnTo>
                  <a:lnTo>
                    <a:pt x="71622" y="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80700" y="2073503"/>
              <a:ext cx="5381978" cy="3246247"/>
            </a:xfrm>
            <a:custGeom>
              <a:avLst/>
              <a:pathLst>
                <a:path w="5381978" h="3246247">
                  <a:moveTo>
                    <a:pt x="0" y="0"/>
                  </a:moveTo>
                  <a:lnTo>
                    <a:pt x="10289" y="18115"/>
                  </a:lnTo>
                  <a:lnTo>
                    <a:pt x="81911" y="139789"/>
                  </a:lnTo>
                  <a:lnTo>
                    <a:pt x="153534" y="257191"/>
                  </a:lnTo>
                  <a:lnTo>
                    <a:pt x="225156" y="370471"/>
                  </a:lnTo>
                  <a:lnTo>
                    <a:pt x="296779" y="479774"/>
                  </a:lnTo>
                  <a:lnTo>
                    <a:pt x="368402" y="585240"/>
                  </a:lnTo>
                  <a:lnTo>
                    <a:pt x="440024" y="687003"/>
                  </a:lnTo>
                  <a:lnTo>
                    <a:pt x="511647" y="785193"/>
                  </a:lnTo>
                  <a:lnTo>
                    <a:pt x="583269" y="879935"/>
                  </a:lnTo>
                  <a:lnTo>
                    <a:pt x="654892" y="971352"/>
                  </a:lnTo>
                  <a:lnTo>
                    <a:pt x="726514" y="1059558"/>
                  </a:lnTo>
                  <a:lnTo>
                    <a:pt x="798137" y="1144669"/>
                  </a:lnTo>
                  <a:lnTo>
                    <a:pt x="869759" y="1226791"/>
                  </a:lnTo>
                  <a:lnTo>
                    <a:pt x="941382" y="1306029"/>
                  </a:lnTo>
                  <a:lnTo>
                    <a:pt x="1013004" y="1382486"/>
                  </a:lnTo>
                  <a:lnTo>
                    <a:pt x="1084627" y="1456259"/>
                  </a:lnTo>
                  <a:lnTo>
                    <a:pt x="1156249" y="1527441"/>
                  </a:lnTo>
                  <a:lnTo>
                    <a:pt x="1227872" y="1596124"/>
                  </a:lnTo>
                  <a:lnTo>
                    <a:pt x="1299494" y="1662396"/>
                  </a:lnTo>
                  <a:lnTo>
                    <a:pt x="1371117" y="1726341"/>
                  </a:lnTo>
                  <a:lnTo>
                    <a:pt x="1442739" y="1788042"/>
                  </a:lnTo>
                  <a:lnTo>
                    <a:pt x="1514362" y="1847576"/>
                  </a:lnTo>
                  <a:lnTo>
                    <a:pt x="1585984" y="1905019"/>
                  </a:lnTo>
                  <a:lnTo>
                    <a:pt x="1657607" y="1960446"/>
                  </a:lnTo>
                  <a:lnTo>
                    <a:pt x="1729230" y="2013928"/>
                  </a:lnTo>
                  <a:lnTo>
                    <a:pt x="1800852" y="2065531"/>
                  </a:lnTo>
                  <a:lnTo>
                    <a:pt x="1872475" y="2115323"/>
                  </a:lnTo>
                  <a:lnTo>
                    <a:pt x="1944097" y="2163366"/>
                  </a:lnTo>
                  <a:lnTo>
                    <a:pt x="2015720" y="2209723"/>
                  </a:lnTo>
                  <a:lnTo>
                    <a:pt x="2087342" y="2254452"/>
                  </a:lnTo>
                  <a:lnTo>
                    <a:pt x="2158965" y="2297611"/>
                  </a:lnTo>
                  <a:lnTo>
                    <a:pt x="2230587" y="2339255"/>
                  </a:lnTo>
                  <a:lnTo>
                    <a:pt x="2302210" y="2379436"/>
                  </a:lnTo>
                  <a:lnTo>
                    <a:pt x="2373832" y="2418207"/>
                  </a:lnTo>
                  <a:lnTo>
                    <a:pt x="2445455" y="2455617"/>
                  </a:lnTo>
                  <a:lnTo>
                    <a:pt x="2517077" y="2491713"/>
                  </a:lnTo>
                  <a:lnTo>
                    <a:pt x="2588700" y="2526542"/>
                  </a:lnTo>
                  <a:lnTo>
                    <a:pt x="2660322" y="2560148"/>
                  </a:lnTo>
                  <a:lnTo>
                    <a:pt x="2731945" y="2592575"/>
                  </a:lnTo>
                  <a:lnTo>
                    <a:pt x="2803567" y="2623863"/>
                  </a:lnTo>
                  <a:lnTo>
                    <a:pt x="2875190" y="2654052"/>
                  </a:lnTo>
                  <a:lnTo>
                    <a:pt x="2946812" y="2683182"/>
                  </a:lnTo>
                  <a:lnTo>
                    <a:pt x="3018435" y="2711288"/>
                  </a:lnTo>
                  <a:lnTo>
                    <a:pt x="3090058" y="2738408"/>
                  </a:lnTo>
                  <a:lnTo>
                    <a:pt x="3161680" y="2764576"/>
                  </a:lnTo>
                  <a:lnTo>
                    <a:pt x="3233303" y="2789825"/>
                  </a:lnTo>
                  <a:lnTo>
                    <a:pt x="3304925" y="2814188"/>
                  </a:lnTo>
                  <a:lnTo>
                    <a:pt x="3376548" y="2837695"/>
                  </a:lnTo>
                  <a:lnTo>
                    <a:pt x="3448170" y="2860377"/>
                  </a:lnTo>
                  <a:lnTo>
                    <a:pt x="3519793" y="2882263"/>
                  </a:lnTo>
                  <a:lnTo>
                    <a:pt x="3591415" y="2903380"/>
                  </a:lnTo>
                  <a:lnTo>
                    <a:pt x="3663038" y="2923756"/>
                  </a:lnTo>
                  <a:lnTo>
                    <a:pt x="3734660" y="2943417"/>
                  </a:lnTo>
                  <a:lnTo>
                    <a:pt x="3806283" y="2962387"/>
                  </a:lnTo>
                  <a:lnTo>
                    <a:pt x="3877905" y="2980691"/>
                  </a:lnTo>
                  <a:lnTo>
                    <a:pt x="3949528" y="2998353"/>
                  </a:lnTo>
                  <a:lnTo>
                    <a:pt x="4021150" y="3015394"/>
                  </a:lnTo>
                  <a:lnTo>
                    <a:pt x="4092773" y="3031838"/>
                  </a:lnTo>
                  <a:lnTo>
                    <a:pt x="4164395" y="3047703"/>
                  </a:lnTo>
                  <a:lnTo>
                    <a:pt x="4236018" y="3063012"/>
                  </a:lnTo>
                  <a:lnTo>
                    <a:pt x="4307640" y="3077784"/>
                  </a:lnTo>
                  <a:lnTo>
                    <a:pt x="4379263" y="3092037"/>
                  </a:lnTo>
                  <a:lnTo>
                    <a:pt x="4450886" y="3105789"/>
                  </a:lnTo>
                  <a:lnTo>
                    <a:pt x="4522508" y="3119059"/>
                  </a:lnTo>
                  <a:lnTo>
                    <a:pt x="4594131" y="3131862"/>
                  </a:lnTo>
                  <a:lnTo>
                    <a:pt x="4665753" y="3144216"/>
                  </a:lnTo>
                  <a:lnTo>
                    <a:pt x="4737376" y="3156137"/>
                  </a:lnTo>
                  <a:lnTo>
                    <a:pt x="4808998" y="3167639"/>
                  </a:lnTo>
                  <a:lnTo>
                    <a:pt x="4880621" y="3178737"/>
                  </a:lnTo>
                  <a:lnTo>
                    <a:pt x="4952243" y="3189445"/>
                  </a:lnTo>
                  <a:lnTo>
                    <a:pt x="5023866" y="3199778"/>
                  </a:lnTo>
                  <a:lnTo>
                    <a:pt x="5095488" y="3209748"/>
                  </a:lnTo>
                  <a:lnTo>
                    <a:pt x="5167111" y="3219367"/>
                  </a:lnTo>
                  <a:lnTo>
                    <a:pt x="5238733" y="3228649"/>
                  </a:lnTo>
                  <a:lnTo>
                    <a:pt x="5310356" y="3237606"/>
                  </a:lnTo>
                  <a:lnTo>
                    <a:pt x="5381978" y="324624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64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93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26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9986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302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98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1.64 (1.00-2.69), p_Bonf = 0.297 (n = 6)  |  per IQR decline (Δ = 24.2): 3.32 (1.00-10.98)  |  IQR: [-13.0,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2026-10-08T10:13:00Z</dcterms:modified>
  <cp:category/>
</cp:coreProperties>
</file>