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4323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812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193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573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954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334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3715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209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0476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242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7622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003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438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27640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144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9525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905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6286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4666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369731"/>
            </a:xfrm>
            <a:custGeom>
              <a:avLst/>
              <a:pathLst>
                <a:path w="7090630" h="3369731">
                  <a:moveTo>
                    <a:pt x="0" y="1636829"/>
                  </a:moveTo>
                  <a:lnTo>
                    <a:pt x="71622" y="1669108"/>
                  </a:lnTo>
                  <a:lnTo>
                    <a:pt x="143245" y="1700823"/>
                  </a:lnTo>
                  <a:lnTo>
                    <a:pt x="214867" y="1731984"/>
                  </a:lnTo>
                  <a:lnTo>
                    <a:pt x="286490" y="1762600"/>
                  </a:lnTo>
                  <a:lnTo>
                    <a:pt x="358112" y="1792681"/>
                  </a:lnTo>
                  <a:lnTo>
                    <a:pt x="429735" y="1822237"/>
                  </a:lnTo>
                  <a:lnTo>
                    <a:pt x="501357" y="1851275"/>
                  </a:lnTo>
                  <a:lnTo>
                    <a:pt x="572980" y="1879807"/>
                  </a:lnTo>
                  <a:lnTo>
                    <a:pt x="644602" y="1907839"/>
                  </a:lnTo>
                  <a:lnTo>
                    <a:pt x="716225" y="1935382"/>
                  </a:lnTo>
                  <a:lnTo>
                    <a:pt x="787847" y="1962443"/>
                  </a:lnTo>
                  <a:lnTo>
                    <a:pt x="859470" y="1989032"/>
                  </a:lnTo>
                  <a:lnTo>
                    <a:pt x="931092" y="2015155"/>
                  </a:lnTo>
                  <a:lnTo>
                    <a:pt x="1002715" y="2040823"/>
                  </a:lnTo>
                  <a:lnTo>
                    <a:pt x="1074337" y="2066041"/>
                  </a:lnTo>
                  <a:lnTo>
                    <a:pt x="1145960" y="2090819"/>
                  </a:lnTo>
                  <a:lnTo>
                    <a:pt x="1217582" y="2115163"/>
                  </a:lnTo>
                  <a:lnTo>
                    <a:pt x="1289205" y="2139083"/>
                  </a:lnTo>
                  <a:lnTo>
                    <a:pt x="1360827" y="2162584"/>
                  </a:lnTo>
                  <a:lnTo>
                    <a:pt x="1432450" y="2185674"/>
                  </a:lnTo>
                  <a:lnTo>
                    <a:pt x="1504073" y="2208361"/>
                  </a:lnTo>
                  <a:lnTo>
                    <a:pt x="1575695" y="2230652"/>
                  </a:lnTo>
                  <a:lnTo>
                    <a:pt x="1647318" y="2252552"/>
                  </a:lnTo>
                  <a:lnTo>
                    <a:pt x="1718940" y="2274070"/>
                  </a:lnTo>
                  <a:lnTo>
                    <a:pt x="1790563" y="2295212"/>
                  </a:lnTo>
                  <a:lnTo>
                    <a:pt x="1862185" y="2315985"/>
                  </a:lnTo>
                  <a:lnTo>
                    <a:pt x="1933808" y="2336394"/>
                  </a:lnTo>
                  <a:lnTo>
                    <a:pt x="2005430" y="2356447"/>
                  </a:lnTo>
                  <a:lnTo>
                    <a:pt x="2077053" y="2376149"/>
                  </a:lnTo>
                  <a:lnTo>
                    <a:pt x="2148675" y="2395507"/>
                  </a:lnTo>
                  <a:lnTo>
                    <a:pt x="2220298" y="2414527"/>
                  </a:lnTo>
                  <a:lnTo>
                    <a:pt x="2291920" y="2433214"/>
                  </a:lnTo>
                  <a:lnTo>
                    <a:pt x="2363543" y="2451574"/>
                  </a:lnTo>
                  <a:lnTo>
                    <a:pt x="2435165" y="2469614"/>
                  </a:lnTo>
                  <a:lnTo>
                    <a:pt x="2506788" y="2487338"/>
                  </a:lnTo>
                  <a:lnTo>
                    <a:pt x="2578410" y="2504753"/>
                  </a:lnTo>
                  <a:lnTo>
                    <a:pt x="2650033" y="2521863"/>
                  </a:lnTo>
                  <a:lnTo>
                    <a:pt x="2721655" y="2538674"/>
                  </a:lnTo>
                  <a:lnTo>
                    <a:pt x="2793278" y="2555192"/>
                  </a:lnTo>
                  <a:lnTo>
                    <a:pt x="2864901" y="2571420"/>
                  </a:lnTo>
                  <a:lnTo>
                    <a:pt x="2936523" y="2587365"/>
                  </a:lnTo>
                  <a:lnTo>
                    <a:pt x="3008146" y="2603032"/>
                  </a:lnTo>
                  <a:lnTo>
                    <a:pt x="3079768" y="2618424"/>
                  </a:lnTo>
                  <a:lnTo>
                    <a:pt x="3151391" y="2633548"/>
                  </a:lnTo>
                  <a:lnTo>
                    <a:pt x="3223013" y="2648407"/>
                  </a:lnTo>
                  <a:lnTo>
                    <a:pt x="3294636" y="2632254"/>
                  </a:lnTo>
                  <a:lnTo>
                    <a:pt x="3366258" y="2594210"/>
                  </a:lnTo>
                  <a:lnTo>
                    <a:pt x="3437881" y="2554466"/>
                  </a:lnTo>
                  <a:lnTo>
                    <a:pt x="3509503" y="2512946"/>
                  </a:lnTo>
                  <a:lnTo>
                    <a:pt x="3581126" y="2469572"/>
                  </a:lnTo>
                  <a:lnTo>
                    <a:pt x="3652748" y="2424259"/>
                  </a:lnTo>
                  <a:lnTo>
                    <a:pt x="3724371" y="2376922"/>
                  </a:lnTo>
                  <a:lnTo>
                    <a:pt x="3795993" y="2327470"/>
                  </a:lnTo>
                  <a:lnTo>
                    <a:pt x="3867616" y="2275808"/>
                  </a:lnTo>
                  <a:lnTo>
                    <a:pt x="3939238" y="2221838"/>
                  </a:lnTo>
                  <a:lnTo>
                    <a:pt x="4010861" y="2165457"/>
                  </a:lnTo>
                  <a:lnTo>
                    <a:pt x="4082483" y="2106556"/>
                  </a:lnTo>
                  <a:lnTo>
                    <a:pt x="4154106" y="2045024"/>
                  </a:lnTo>
                  <a:lnTo>
                    <a:pt x="4225729" y="1980743"/>
                  </a:lnTo>
                  <a:lnTo>
                    <a:pt x="4297351" y="1913590"/>
                  </a:lnTo>
                  <a:lnTo>
                    <a:pt x="4368974" y="1843436"/>
                  </a:lnTo>
                  <a:lnTo>
                    <a:pt x="4440596" y="1770148"/>
                  </a:lnTo>
                  <a:lnTo>
                    <a:pt x="4512219" y="1693586"/>
                  </a:lnTo>
                  <a:lnTo>
                    <a:pt x="4583841" y="1613602"/>
                  </a:lnTo>
                  <a:lnTo>
                    <a:pt x="4655464" y="1530045"/>
                  </a:lnTo>
                  <a:lnTo>
                    <a:pt x="4727086" y="1442755"/>
                  </a:lnTo>
                  <a:lnTo>
                    <a:pt x="4798709" y="1351565"/>
                  </a:lnTo>
                  <a:lnTo>
                    <a:pt x="4870331" y="1256301"/>
                  </a:lnTo>
                  <a:lnTo>
                    <a:pt x="4941954" y="1156780"/>
                  </a:lnTo>
                  <a:lnTo>
                    <a:pt x="5013576" y="1052812"/>
                  </a:lnTo>
                  <a:lnTo>
                    <a:pt x="5085199" y="944200"/>
                  </a:lnTo>
                  <a:lnTo>
                    <a:pt x="5156821" y="830734"/>
                  </a:lnTo>
                  <a:lnTo>
                    <a:pt x="5228444" y="712199"/>
                  </a:lnTo>
                  <a:lnTo>
                    <a:pt x="5300066" y="588368"/>
                  </a:lnTo>
                  <a:lnTo>
                    <a:pt x="5371689" y="459005"/>
                  </a:lnTo>
                  <a:lnTo>
                    <a:pt x="5443311" y="323861"/>
                  </a:lnTo>
                  <a:lnTo>
                    <a:pt x="5514934" y="182679"/>
                  </a:lnTo>
                  <a:lnTo>
                    <a:pt x="5586557" y="35190"/>
                  </a:lnTo>
                  <a:lnTo>
                    <a:pt x="5602914" y="0"/>
                  </a:lnTo>
                  <a:lnTo>
                    <a:pt x="7090630" y="0"/>
                  </a:lnTo>
                  <a:lnTo>
                    <a:pt x="7090630" y="3161371"/>
                  </a:lnTo>
                  <a:lnTo>
                    <a:pt x="7019007" y="3155637"/>
                  </a:lnTo>
                  <a:lnTo>
                    <a:pt x="6947385" y="3149801"/>
                  </a:lnTo>
                  <a:lnTo>
                    <a:pt x="6875762" y="3143860"/>
                  </a:lnTo>
                  <a:lnTo>
                    <a:pt x="6804139" y="3137814"/>
                  </a:lnTo>
                  <a:lnTo>
                    <a:pt x="6732517" y="3131661"/>
                  </a:lnTo>
                  <a:lnTo>
                    <a:pt x="6660894" y="3125398"/>
                  </a:lnTo>
                  <a:lnTo>
                    <a:pt x="6589272" y="3119023"/>
                  </a:lnTo>
                  <a:lnTo>
                    <a:pt x="6517649" y="3112535"/>
                  </a:lnTo>
                  <a:lnTo>
                    <a:pt x="6446027" y="3105932"/>
                  </a:lnTo>
                  <a:lnTo>
                    <a:pt x="6374404" y="3099212"/>
                  </a:lnTo>
                  <a:lnTo>
                    <a:pt x="6302782" y="3092371"/>
                  </a:lnTo>
                  <a:lnTo>
                    <a:pt x="6231159" y="3085410"/>
                  </a:lnTo>
                  <a:lnTo>
                    <a:pt x="6159537" y="3078324"/>
                  </a:lnTo>
                  <a:lnTo>
                    <a:pt x="6087914" y="3071112"/>
                  </a:lnTo>
                  <a:lnTo>
                    <a:pt x="6016292" y="3063772"/>
                  </a:lnTo>
                  <a:lnTo>
                    <a:pt x="5944669" y="3056301"/>
                  </a:lnTo>
                  <a:lnTo>
                    <a:pt x="5873047" y="3048698"/>
                  </a:lnTo>
                  <a:lnTo>
                    <a:pt x="5801424" y="3040959"/>
                  </a:lnTo>
                  <a:lnTo>
                    <a:pt x="5729802" y="3033083"/>
                  </a:lnTo>
                  <a:lnTo>
                    <a:pt x="5658179" y="3025066"/>
                  </a:lnTo>
                  <a:lnTo>
                    <a:pt x="5586557" y="3016907"/>
                  </a:lnTo>
                  <a:lnTo>
                    <a:pt x="5514934" y="3008603"/>
                  </a:lnTo>
                  <a:lnTo>
                    <a:pt x="5443311" y="3000151"/>
                  </a:lnTo>
                  <a:lnTo>
                    <a:pt x="5371689" y="2991549"/>
                  </a:lnTo>
                  <a:lnTo>
                    <a:pt x="5300066" y="2982793"/>
                  </a:lnTo>
                  <a:lnTo>
                    <a:pt x="5228444" y="2973882"/>
                  </a:lnTo>
                  <a:lnTo>
                    <a:pt x="5156821" y="2964812"/>
                  </a:lnTo>
                  <a:lnTo>
                    <a:pt x="5085199" y="2955582"/>
                  </a:lnTo>
                  <a:lnTo>
                    <a:pt x="5013576" y="2946186"/>
                  </a:lnTo>
                  <a:lnTo>
                    <a:pt x="4941954" y="2936624"/>
                  </a:lnTo>
                  <a:lnTo>
                    <a:pt x="4870331" y="2926892"/>
                  </a:lnTo>
                  <a:lnTo>
                    <a:pt x="4798709" y="2916986"/>
                  </a:lnTo>
                  <a:lnTo>
                    <a:pt x="4727086" y="2906905"/>
                  </a:lnTo>
                  <a:lnTo>
                    <a:pt x="4655464" y="2896644"/>
                  </a:lnTo>
                  <a:lnTo>
                    <a:pt x="4583841" y="2886200"/>
                  </a:lnTo>
                  <a:lnTo>
                    <a:pt x="4512219" y="2875571"/>
                  </a:lnTo>
                  <a:lnTo>
                    <a:pt x="4440596" y="2864752"/>
                  </a:lnTo>
                  <a:lnTo>
                    <a:pt x="4368974" y="2853742"/>
                  </a:lnTo>
                  <a:lnTo>
                    <a:pt x="4297351" y="2842535"/>
                  </a:lnTo>
                  <a:lnTo>
                    <a:pt x="4225729" y="2831129"/>
                  </a:lnTo>
                  <a:lnTo>
                    <a:pt x="4154106" y="2819520"/>
                  </a:lnTo>
                  <a:lnTo>
                    <a:pt x="4082483" y="2807705"/>
                  </a:lnTo>
                  <a:lnTo>
                    <a:pt x="4010861" y="2795679"/>
                  </a:lnTo>
                  <a:lnTo>
                    <a:pt x="3939238" y="2783439"/>
                  </a:lnTo>
                  <a:lnTo>
                    <a:pt x="3867616" y="2770982"/>
                  </a:lnTo>
                  <a:lnTo>
                    <a:pt x="3795993" y="2758303"/>
                  </a:lnTo>
                  <a:lnTo>
                    <a:pt x="3724371" y="2745399"/>
                  </a:lnTo>
                  <a:lnTo>
                    <a:pt x="3652748" y="2732265"/>
                  </a:lnTo>
                  <a:lnTo>
                    <a:pt x="3581126" y="2718897"/>
                  </a:lnTo>
                  <a:lnTo>
                    <a:pt x="3509503" y="2705292"/>
                  </a:lnTo>
                  <a:lnTo>
                    <a:pt x="3437881" y="2691445"/>
                  </a:lnTo>
                  <a:lnTo>
                    <a:pt x="3366258" y="2677351"/>
                  </a:lnTo>
                  <a:lnTo>
                    <a:pt x="3294636" y="2663007"/>
                  </a:lnTo>
                  <a:lnTo>
                    <a:pt x="3223013" y="2668671"/>
                  </a:lnTo>
                  <a:lnTo>
                    <a:pt x="3151391" y="2703531"/>
                  </a:lnTo>
                  <a:lnTo>
                    <a:pt x="3079768" y="2736899"/>
                  </a:lnTo>
                  <a:lnTo>
                    <a:pt x="3008146" y="2768841"/>
                  </a:lnTo>
                  <a:lnTo>
                    <a:pt x="2936523" y="2799416"/>
                  </a:lnTo>
                  <a:lnTo>
                    <a:pt x="2864901" y="2828684"/>
                  </a:lnTo>
                  <a:lnTo>
                    <a:pt x="2793278" y="2856700"/>
                  </a:lnTo>
                  <a:lnTo>
                    <a:pt x="2721655" y="2883518"/>
                  </a:lnTo>
                  <a:lnTo>
                    <a:pt x="2650033" y="2909189"/>
                  </a:lnTo>
                  <a:lnTo>
                    <a:pt x="2578410" y="2933762"/>
                  </a:lnTo>
                  <a:lnTo>
                    <a:pt x="2506788" y="2957284"/>
                  </a:lnTo>
                  <a:lnTo>
                    <a:pt x="2435165" y="2979800"/>
                  </a:lnTo>
                  <a:lnTo>
                    <a:pt x="2363543" y="3001353"/>
                  </a:lnTo>
                  <a:lnTo>
                    <a:pt x="2291920" y="3021984"/>
                  </a:lnTo>
                  <a:lnTo>
                    <a:pt x="2220298" y="3041733"/>
                  </a:lnTo>
                  <a:lnTo>
                    <a:pt x="2148675" y="3060637"/>
                  </a:lnTo>
                  <a:lnTo>
                    <a:pt x="2077053" y="3078733"/>
                  </a:lnTo>
                  <a:lnTo>
                    <a:pt x="2005430" y="3096055"/>
                  </a:lnTo>
                  <a:lnTo>
                    <a:pt x="1933808" y="3112636"/>
                  </a:lnTo>
                  <a:lnTo>
                    <a:pt x="1862185" y="3128508"/>
                  </a:lnTo>
                  <a:lnTo>
                    <a:pt x="1790563" y="3143701"/>
                  </a:lnTo>
                  <a:lnTo>
                    <a:pt x="1718940" y="3158244"/>
                  </a:lnTo>
                  <a:lnTo>
                    <a:pt x="1647318" y="3172165"/>
                  </a:lnTo>
                  <a:lnTo>
                    <a:pt x="1575695" y="3185491"/>
                  </a:lnTo>
                  <a:lnTo>
                    <a:pt x="1504073" y="3198247"/>
                  </a:lnTo>
                  <a:lnTo>
                    <a:pt x="1432450" y="3210457"/>
                  </a:lnTo>
                  <a:lnTo>
                    <a:pt x="1360827" y="3222146"/>
                  </a:lnTo>
                  <a:lnTo>
                    <a:pt x="1289205" y="3233334"/>
                  </a:lnTo>
                  <a:lnTo>
                    <a:pt x="1217582" y="3244044"/>
                  </a:lnTo>
                  <a:lnTo>
                    <a:pt x="1145960" y="3254295"/>
                  </a:lnTo>
                  <a:lnTo>
                    <a:pt x="1074337" y="3264109"/>
                  </a:lnTo>
                  <a:lnTo>
                    <a:pt x="1002715" y="3273502"/>
                  </a:lnTo>
                  <a:lnTo>
                    <a:pt x="931092" y="3282494"/>
                  </a:lnTo>
                  <a:lnTo>
                    <a:pt x="859470" y="3291101"/>
                  </a:lnTo>
                  <a:lnTo>
                    <a:pt x="787847" y="3299340"/>
                  </a:lnTo>
                  <a:lnTo>
                    <a:pt x="716225" y="3307227"/>
                  </a:lnTo>
                  <a:lnTo>
                    <a:pt x="644602" y="3314777"/>
                  </a:lnTo>
                  <a:lnTo>
                    <a:pt x="572980" y="3322003"/>
                  </a:lnTo>
                  <a:lnTo>
                    <a:pt x="501357" y="3328921"/>
                  </a:lnTo>
                  <a:lnTo>
                    <a:pt x="429735" y="3335542"/>
                  </a:lnTo>
                  <a:lnTo>
                    <a:pt x="358112" y="3341881"/>
                  </a:lnTo>
                  <a:lnTo>
                    <a:pt x="286490" y="3347948"/>
                  </a:lnTo>
                  <a:lnTo>
                    <a:pt x="214867" y="3353756"/>
                  </a:lnTo>
                  <a:lnTo>
                    <a:pt x="143245" y="3359316"/>
                  </a:lnTo>
                  <a:lnTo>
                    <a:pt x="71622" y="3364637"/>
                  </a:lnTo>
                  <a:lnTo>
                    <a:pt x="0" y="336973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2073503"/>
              <a:ext cx="5602914" cy="2648407"/>
            </a:xfrm>
            <a:custGeom>
              <a:avLst/>
              <a:pathLst>
                <a:path w="5602914" h="2648407">
                  <a:moveTo>
                    <a:pt x="0" y="1636829"/>
                  </a:moveTo>
                  <a:lnTo>
                    <a:pt x="71622" y="1669108"/>
                  </a:lnTo>
                  <a:lnTo>
                    <a:pt x="143245" y="1700823"/>
                  </a:lnTo>
                  <a:lnTo>
                    <a:pt x="214867" y="1731984"/>
                  </a:lnTo>
                  <a:lnTo>
                    <a:pt x="286490" y="1762600"/>
                  </a:lnTo>
                  <a:lnTo>
                    <a:pt x="358112" y="1792681"/>
                  </a:lnTo>
                  <a:lnTo>
                    <a:pt x="429735" y="1822237"/>
                  </a:lnTo>
                  <a:lnTo>
                    <a:pt x="501357" y="1851275"/>
                  </a:lnTo>
                  <a:lnTo>
                    <a:pt x="572980" y="1879807"/>
                  </a:lnTo>
                  <a:lnTo>
                    <a:pt x="644602" y="1907839"/>
                  </a:lnTo>
                  <a:lnTo>
                    <a:pt x="716225" y="1935382"/>
                  </a:lnTo>
                  <a:lnTo>
                    <a:pt x="787847" y="1962443"/>
                  </a:lnTo>
                  <a:lnTo>
                    <a:pt x="859470" y="1989032"/>
                  </a:lnTo>
                  <a:lnTo>
                    <a:pt x="931092" y="2015155"/>
                  </a:lnTo>
                  <a:lnTo>
                    <a:pt x="1002715" y="2040823"/>
                  </a:lnTo>
                  <a:lnTo>
                    <a:pt x="1074337" y="2066041"/>
                  </a:lnTo>
                  <a:lnTo>
                    <a:pt x="1145960" y="2090819"/>
                  </a:lnTo>
                  <a:lnTo>
                    <a:pt x="1217582" y="2115163"/>
                  </a:lnTo>
                  <a:lnTo>
                    <a:pt x="1289205" y="2139083"/>
                  </a:lnTo>
                  <a:lnTo>
                    <a:pt x="1360827" y="2162584"/>
                  </a:lnTo>
                  <a:lnTo>
                    <a:pt x="1432450" y="2185674"/>
                  </a:lnTo>
                  <a:lnTo>
                    <a:pt x="1504073" y="2208361"/>
                  </a:lnTo>
                  <a:lnTo>
                    <a:pt x="1575695" y="2230652"/>
                  </a:lnTo>
                  <a:lnTo>
                    <a:pt x="1647318" y="2252552"/>
                  </a:lnTo>
                  <a:lnTo>
                    <a:pt x="1718940" y="2274070"/>
                  </a:lnTo>
                  <a:lnTo>
                    <a:pt x="1790563" y="2295212"/>
                  </a:lnTo>
                  <a:lnTo>
                    <a:pt x="1862185" y="2315985"/>
                  </a:lnTo>
                  <a:lnTo>
                    <a:pt x="1933808" y="2336394"/>
                  </a:lnTo>
                  <a:lnTo>
                    <a:pt x="2005430" y="2356447"/>
                  </a:lnTo>
                  <a:lnTo>
                    <a:pt x="2077053" y="2376149"/>
                  </a:lnTo>
                  <a:lnTo>
                    <a:pt x="2148675" y="2395507"/>
                  </a:lnTo>
                  <a:lnTo>
                    <a:pt x="2220298" y="2414527"/>
                  </a:lnTo>
                  <a:lnTo>
                    <a:pt x="2291920" y="2433214"/>
                  </a:lnTo>
                  <a:lnTo>
                    <a:pt x="2363543" y="2451574"/>
                  </a:lnTo>
                  <a:lnTo>
                    <a:pt x="2435165" y="2469614"/>
                  </a:lnTo>
                  <a:lnTo>
                    <a:pt x="2506788" y="2487338"/>
                  </a:lnTo>
                  <a:lnTo>
                    <a:pt x="2578410" y="2504753"/>
                  </a:lnTo>
                  <a:lnTo>
                    <a:pt x="2650033" y="2521863"/>
                  </a:lnTo>
                  <a:lnTo>
                    <a:pt x="2721655" y="2538674"/>
                  </a:lnTo>
                  <a:lnTo>
                    <a:pt x="2793278" y="2555192"/>
                  </a:lnTo>
                  <a:lnTo>
                    <a:pt x="2864901" y="2571420"/>
                  </a:lnTo>
                  <a:lnTo>
                    <a:pt x="2936523" y="2587365"/>
                  </a:lnTo>
                  <a:lnTo>
                    <a:pt x="3008146" y="2603032"/>
                  </a:lnTo>
                  <a:lnTo>
                    <a:pt x="3079768" y="2618424"/>
                  </a:lnTo>
                  <a:lnTo>
                    <a:pt x="3151391" y="2633548"/>
                  </a:lnTo>
                  <a:lnTo>
                    <a:pt x="3223013" y="2648407"/>
                  </a:lnTo>
                  <a:lnTo>
                    <a:pt x="3294636" y="2632254"/>
                  </a:lnTo>
                  <a:lnTo>
                    <a:pt x="3366258" y="2594210"/>
                  </a:lnTo>
                  <a:lnTo>
                    <a:pt x="3437881" y="2554466"/>
                  </a:lnTo>
                  <a:lnTo>
                    <a:pt x="3509503" y="2512946"/>
                  </a:lnTo>
                  <a:lnTo>
                    <a:pt x="3581126" y="2469572"/>
                  </a:lnTo>
                  <a:lnTo>
                    <a:pt x="3652748" y="2424259"/>
                  </a:lnTo>
                  <a:lnTo>
                    <a:pt x="3724371" y="2376922"/>
                  </a:lnTo>
                  <a:lnTo>
                    <a:pt x="3795993" y="2327470"/>
                  </a:lnTo>
                  <a:lnTo>
                    <a:pt x="3867616" y="2275808"/>
                  </a:lnTo>
                  <a:lnTo>
                    <a:pt x="3939238" y="2221838"/>
                  </a:lnTo>
                  <a:lnTo>
                    <a:pt x="4010861" y="2165457"/>
                  </a:lnTo>
                  <a:lnTo>
                    <a:pt x="4082483" y="2106556"/>
                  </a:lnTo>
                  <a:lnTo>
                    <a:pt x="4154106" y="2045024"/>
                  </a:lnTo>
                  <a:lnTo>
                    <a:pt x="4225729" y="1980743"/>
                  </a:lnTo>
                  <a:lnTo>
                    <a:pt x="4297351" y="1913590"/>
                  </a:lnTo>
                  <a:lnTo>
                    <a:pt x="4368974" y="1843436"/>
                  </a:lnTo>
                  <a:lnTo>
                    <a:pt x="4440596" y="1770148"/>
                  </a:lnTo>
                  <a:lnTo>
                    <a:pt x="4512219" y="1693586"/>
                  </a:lnTo>
                  <a:lnTo>
                    <a:pt x="4583841" y="1613602"/>
                  </a:lnTo>
                  <a:lnTo>
                    <a:pt x="4655464" y="1530045"/>
                  </a:lnTo>
                  <a:lnTo>
                    <a:pt x="4727086" y="1442755"/>
                  </a:lnTo>
                  <a:lnTo>
                    <a:pt x="4798709" y="1351565"/>
                  </a:lnTo>
                  <a:lnTo>
                    <a:pt x="4870331" y="1256301"/>
                  </a:lnTo>
                  <a:lnTo>
                    <a:pt x="4941954" y="1156780"/>
                  </a:lnTo>
                  <a:lnTo>
                    <a:pt x="5013576" y="1052812"/>
                  </a:lnTo>
                  <a:lnTo>
                    <a:pt x="5085199" y="944200"/>
                  </a:lnTo>
                  <a:lnTo>
                    <a:pt x="5156821" y="830734"/>
                  </a:lnTo>
                  <a:lnTo>
                    <a:pt x="5228444" y="712199"/>
                  </a:lnTo>
                  <a:lnTo>
                    <a:pt x="5300066" y="588368"/>
                  </a:lnTo>
                  <a:lnTo>
                    <a:pt x="5371689" y="459005"/>
                  </a:lnTo>
                  <a:lnTo>
                    <a:pt x="5443311" y="323861"/>
                  </a:lnTo>
                  <a:lnTo>
                    <a:pt x="5514934" y="182679"/>
                  </a:lnTo>
                  <a:lnTo>
                    <a:pt x="5586557" y="35190"/>
                  </a:lnTo>
                  <a:lnTo>
                    <a:pt x="560291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736510"/>
              <a:ext cx="7090630" cy="706724"/>
            </a:xfrm>
            <a:custGeom>
              <a:avLst/>
              <a:pathLst>
                <a:path w="7090630" h="706724">
                  <a:moveTo>
                    <a:pt x="7090630" y="498364"/>
                  </a:moveTo>
                  <a:lnTo>
                    <a:pt x="7019007" y="492630"/>
                  </a:lnTo>
                  <a:lnTo>
                    <a:pt x="6947385" y="486793"/>
                  </a:lnTo>
                  <a:lnTo>
                    <a:pt x="6875762" y="480853"/>
                  </a:lnTo>
                  <a:lnTo>
                    <a:pt x="6804139" y="474807"/>
                  </a:lnTo>
                  <a:lnTo>
                    <a:pt x="6732517" y="468653"/>
                  </a:lnTo>
                  <a:lnTo>
                    <a:pt x="6660894" y="462390"/>
                  </a:lnTo>
                  <a:lnTo>
                    <a:pt x="6589272" y="456016"/>
                  </a:lnTo>
                  <a:lnTo>
                    <a:pt x="6517649" y="449528"/>
                  </a:lnTo>
                  <a:lnTo>
                    <a:pt x="6446027" y="442925"/>
                  </a:lnTo>
                  <a:lnTo>
                    <a:pt x="6374404" y="436204"/>
                  </a:lnTo>
                  <a:lnTo>
                    <a:pt x="6302782" y="429364"/>
                  </a:lnTo>
                  <a:lnTo>
                    <a:pt x="6231159" y="422402"/>
                  </a:lnTo>
                  <a:lnTo>
                    <a:pt x="6159537" y="415317"/>
                  </a:lnTo>
                  <a:lnTo>
                    <a:pt x="6087914" y="408105"/>
                  </a:lnTo>
                  <a:lnTo>
                    <a:pt x="6016292" y="400765"/>
                  </a:lnTo>
                  <a:lnTo>
                    <a:pt x="5944669" y="393294"/>
                  </a:lnTo>
                  <a:lnTo>
                    <a:pt x="5873047" y="385691"/>
                  </a:lnTo>
                  <a:lnTo>
                    <a:pt x="5801424" y="377952"/>
                  </a:lnTo>
                  <a:lnTo>
                    <a:pt x="5729802" y="370075"/>
                  </a:lnTo>
                  <a:lnTo>
                    <a:pt x="5658179" y="362059"/>
                  </a:lnTo>
                  <a:lnTo>
                    <a:pt x="5586557" y="353900"/>
                  </a:lnTo>
                  <a:lnTo>
                    <a:pt x="5514934" y="345596"/>
                  </a:lnTo>
                  <a:lnTo>
                    <a:pt x="5443311" y="337144"/>
                  </a:lnTo>
                  <a:lnTo>
                    <a:pt x="5371689" y="328541"/>
                  </a:lnTo>
                  <a:lnTo>
                    <a:pt x="5300066" y="319786"/>
                  </a:lnTo>
                  <a:lnTo>
                    <a:pt x="5228444" y="310875"/>
                  </a:lnTo>
                  <a:lnTo>
                    <a:pt x="5156821" y="301805"/>
                  </a:lnTo>
                  <a:lnTo>
                    <a:pt x="5085199" y="292574"/>
                  </a:lnTo>
                  <a:lnTo>
                    <a:pt x="5013576" y="283179"/>
                  </a:lnTo>
                  <a:lnTo>
                    <a:pt x="4941954" y="273617"/>
                  </a:lnTo>
                  <a:lnTo>
                    <a:pt x="4870331" y="263885"/>
                  </a:lnTo>
                  <a:lnTo>
                    <a:pt x="4798709" y="253979"/>
                  </a:lnTo>
                  <a:lnTo>
                    <a:pt x="4727086" y="243897"/>
                  </a:lnTo>
                  <a:lnTo>
                    <a:pt x="4655464" y="233636"/>
                  </a:lnTo>
                  <a:lnTo>
                    <a:pt x="4583841" y="223193"/>
                  </a:lnTo>
                  <a:lnTo>
                    <a:pt x="4512219" y="212564"/>
                  </a:lnTo>
                  <a:lnTo>
                    <a:pt x="4440596" y="201745"/>
                  </a:lnTo>
                  <a:lnTo>
                    <a:pt x="4368974" y="190734"/>
                  </a:lnTo>
                  <a:lnTo>
                    <a:pt x="4297351" y="179528"/>
                  </a:lnTo>
                  <a:lnTo>
                    <a:pt x="4225729" y="168122"/>
                  </a:lnTo>
                  <a:lnTo>
                    <a:pt x="4154106" y="156513"/>
                  </a:lnTo>
                  <a:lnTo>
                    <a:pt x="4082483" y="144697"/>
                  </a:lnTo>
                  <a:lnTo>
                    <a:pt x="4010861" y="132672"/>
                  </a:lnTo>
                  <a:lnTo>
                    <a:pt x="3939238" y="120432"/>
                  </a:lnTo>
                  <a:lnTo>
                    <a:pt x="3867616" y="107975"/>
                  </a:lnTo>
                  <a:lnTo>
                    <a:pt x="3795993" y="95296"/>
                  </a:lnTo>
                  <a:lnTo>
                    <a:pt x="3724371" y="82392"/>
                  </a:lnTo>
                  <a:lnTo>
                    <a:pt x="3652748" y="69258"/>
                  </a:lnTo>
                  <a:lnTo>
                    <a:pt x="3581126" y="55890"/>
                  </a:lnTo>
                  <a:lnTo>
                    <a:pt x="3509503" y="42285"/>
                  </a:lnTo>
                  <a:lnTo>
                    <a:pt x="3437881" y="28438"/>
                  </a:lnTo>
                  <a:lnTo>
                    <a:pt x="3366258" y="14344"/>
                  </a:lnTo>
                  <a:lnTo>
                    <a:pt x="3294636" y="0"/>
                  </a:lnTo>
                  <a:lnTo>
                    <a:pt x="3223013" y="5664"/>
                  </a:lnTo>
                  <a:lnTo>
                    <a:pt x="3151391" y="40524"/>
                  </a:lnTo>
                  <a:lnTo>
                    <a:pt x="3079768" y="73892"/>
                  </a:lnTo>
                  <a:lnTo>
                    <a:pt x="3008146" y="105834"/>
                  </a:lnTo>
                  <a:lnTo>
                    <a:pt x="2936523" y="136409"/>
                  </a:lnTo>
                  <a:lnTo>
                    <a:pt x="2864901" y="165677"/>
                  </a:lnTo>
                  <a:lnTo>
                    <a:pt x="2793278" y="193693"/>
                  </a:lnTo>
                  <a:lnTo>
                    <a:pt x="2721655" y="220511"/>
                  </a:lnTo>
                  <a:lnTo>
                    <a:pt x="2650033" y="246182"/>
                  </a:lnTo>
                  <a:lnTo>
                    <a:pt x="2578410" y="270755"/>
                  </a:lnTo>
                  <a:lnTo>
                    <a:pt x="2506788" y="294277"/>
                  </a:lnTo>
                  <a:lnTo>
                    <a:pt x="2435165" y="316793"/>
                  </a:lnTo>
                  <a:lnTo>
                    <a:pt x="2363543" y="338346"/>
                  </a:lnTo>
                  <a:lnTo>
                    <a:pt x="2291920" y="358977"/>
                  </a:lnTo>
                  <a:lnTo>
                    <a:pt x="2220298" y="378726"/>
                  </a:lnTo>
                  <a:lnTo>
                    <a:pt x="2148675" y="397630"/>
                  </a:lnTo>
                  <a:lnTo>
                    <a:pt x="2077053" y="415726"/>
                  </a:lnTo>
                  <a:lnTo>
                    <a:pt x="2005430" y="433048"/>
                  </a:lnTo>
                  <a:lnTo>
                    <a:pt x="1933808" y="449629"/>
                  </a:lnTo>
                  <a:lnTo>
                    <a:pt x="1862185" y="465500"/>
                  </a:lnTo>
                  <a:lnTo>
                    <a:pt x="1790563" y="480693"/>
                  </a:lnTo>
                  <a:lnTo>
                    <a:pt x="1718940" y="495237"/>
                  </a:lnTo>
                  <a:lnTo>
                    <a:pt x="1647318" y="509158"/>
                  </a:lnTo>
                  <a:lnTo>
                    <a:pt x="1575695" y="522484"/>
                  </a:lnTo>
                  <a:lnTo>
                    <a:pt x="1504073" y="535240"/>
                  </a:lnTo>
                  <a:lnTo>
                    <a:pt x="1432450" y="547450"/>
                  </a:lnTo>
                  <a:lnTo>
                    <a:pt x="1360827" y="559138"/>
                  </a:lnTo>
                  <a:lnTo>
                    <a:pt x="1289205" y="570327"/>
                  </a:lnTo>
                  <a:lnTo>
                    <a:pt x="1217582" y="581036"/>
                  </a:lnTo>
                  <a:lnTo>
                    <a:pt x="1145960" y="591288"/>
                  </a:lnTo>
                  <a:lnTo>
                    <a:pt x="1074337" y="601101"/>
                  </a:lnTo>
                  <a:lnTo>
                    <a:pt x="1002715" y="610495"/>
                  </a:lnTo>
                  <a:lnTo>
                    <a:pt x="931092" y="619487"/>
                  </a:lnTo>
                  <a:lnTo>
                    <a:pt x="859470" y="628094"/>
                  </a:lnTo>
                  <a:lnTo>
                    <a:pt x="787847" y="636333"/>
                  </a:lnTo>
                  <a:lnTo>
                    <a:pt x="716225" y="644220"/>
                  </a:lnTo>
                  <a:lnTo>
                    <a:pt x="644602" y="651769"/>
                  </a:lnTo>
                  <a:lnTo>
                    <a:pt x="572980" y="658996"/>
                  </a:lnTo>
                  <a:lnTo>
                    <a:pt x="501357" y="665914"/>
                  </a:lnTo>
                  <a:lnTo>
                    <a:pt x="429735" y="672535"/>
                  </a:lnTo>
                  <a:lnTo>
                    <a:pt x="358112" y="678874"/>
                  </a:lnTo>
                  <a:lnTo>
                    <a:pt x="286490" y="684941"/>
                  </a:lnTo>
                  <a:lnTo>
                    <a:pt x="214867" y="690749"/>
                  </a:lnTo>
                  <a:lnTo>
                    <a:pt x="143245" y="696308"/>
                  </a:lnTo>
                  <a:lnTo>
                    <a:pt x="71622" y="701630"/>
                  </a:lnTo>
                  <a:lnTo>
                    <a:pt x="0" y="70672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3888769"/>
              <a:ext cx="7090630" cy="1209594"/>
            </a:xfrm>
            <a:custGeom>
              <a:avLst/>
              <a:pathLst>
                <a:path w="7090630" h="1209594">
                  <a:moveTo>
                    <a:pt x="0" y="1209594"/>
                  </a:moveTo>
                  <a:lnTo>
                    <a:pt x="71622" y="1203571"/>
                  </a:lnTo>
                  <a:lnTo>
                    <a:pt x="143245" y="1197469"/>
                  </a:lnTo>
                  <a:lnTo>
                    <a:pt x="214867" y="1191288"/>
                  </a:lnTo>
                  <a:lnTo>
                    <a:pt x="286490" y="1185025"/>
                  </a:lnTo>
                  <a:lnTo>
                    <a:pt x="358112" y="1178680"/>
                  </a:lnTo>
                  <a:lnTo>
                    <a:pt x="429735" y="1172251"/>
                  </a:lnTo>
                  <a:lnTo>
                    <a:pt x="501357" y="1165739"/>
                  </a:lnTo>
                  <a:lnTo>
                    <a:pt x="572980" y="1159141"/>
                  </a:lnTo>
                  <a:lnTo>
                    <a:pt x="644602" y="1152456"/>
                  </a:lnTo>
                  <a:lnTo>
                    <a:pt x="716225" y="1145683"/>
                  </a:lnTo>
                  <a:lnTo>
                    <a:pt x="787847" y="1138822"/>
                  </a:lnTo>
                  <a:lnTo>
                    <a:pt x="859470" y="1131870"/>
                  </a:lnTo>
                  <a:lnTo>
                    <a:pt x="931092" y="1124828"/>
                  </a:lnTo>
                  <a:lnTo>
                    <a:pt x="1002715" y="1117693"/>
                  </a:lnTo>
                  <a:lnTo>
                    <a:pt x="1074337" y="1110464"/>
                  </a:lnTo>
                  <a:lnTo>
                    <a:pt x="1145960" y="1103140"/>
                  </a:lnTo>
                  <a:lnTo>
                    <a:pt x="1217582" y="1095720"/>
                  </a:lnTo>
                  <a:lnTo>
                    <a:pt x="1289205" y="1088203"/>
                  </a:lnTo>
                  <a:lnTo>
                    <a:pt x="1360827" y="1080587"/>
                  </a:lnTo>
                  <a:lnTo>
                    <a:pt x="1432450" y="1072872"/>
                  </a:lnTo>
                  <a:lnTo>
                    <a:pt x="1504073" y="1065055"/>
                  </a:lnTo>
                  <a:lnTo>
                    <a:pt x="1575695" y="1057135"/>
                  </a:lnTo>
                  <a:lnTo>
                    <a:pt x="1647318" y="1049111"/>
                  </a:lnTo>
                  <a:lnTo>
                    <a:pt x="1718940" y="1040983"/>
                  </a:lnTo>
                  <a:lnTo>
                    <a:pt x="1790563" y="1032747"/>
                  </a:lnTo>
                  <a:lnTo>
                    <a:pt x="1862185" y="1024403"/>
                  </a:lnTo>
                  <a:lnTo>
                    <a:pt x="1933808" y="1015950"/>
                  </a:lnTo>
                  <a:lnTo>
                    <a:pt x="2005430" y="1007386"/>
                  </a:lnTo>
                  <a:lnTo>
                    <a:pt x="2077053" y="998710"/>
                  </a:lnTo>
                  <a:lnTo>
                    <a:pt x="2148675" y="989919"/>
                  </a:lnTo>
                  <a:lnTo>
                    <a:pt x="2220298" y="981014"/>
                  </a:lnTo>
                  <a:lnTo>
                    <a:pt x="2291920" y="971991"/>
                  </a:lnTo>
                  <a:lnTo>
                    <a:pt x="2363543" y="962850"/>
                  </a:lnTo>
                  <a:lnTo>
                    <a:pt x="2435165" y="953589"/>
                  </a:lnTo>
                  <a:lnTo>
                    <a:pt x="2506788" y="944206"/>
                  </a:lnTo>
                  <a:lnTo>
                    <a:pt x="2578410" y="934701"/>
                  </a:lnTo>
                  <a:lnTo>
                    <a:pt x="2650033" y="925070"/>
                  </a:lnTo>
                  <a:lnTo>
                    <a:pt x="2721655" y="915314"/>
                  </a:lnTo>
                  <a:lnTo>
                    <a:pt x="2793278" y="905429"/>
                  </a:lnTo>
                  <a:lnTo>
                    <a:pt x="2864901" y="895414"/>
                  </a:lnTo>
                  <a:lnTo>
                    <a:pt x="2936523" y="885268"/>
                  </a:lnTo>
                  <a:lnTo>
                    <a:pt x="3008146" y="874989"/>
                  </a:lnTo>
                  <a:lnTo>
                    <a:pt x="3079768" y="864575"/>
                  </a:lnTo>
                  <a:lnTo>
                    <a:pt x="3151391" y="854024"/>
                  </a:lnTo>
                  <a:lnTo>
                    <a:pt x="3223013" y="843335"/>
                  </a:lnTo>
                  <a:lnTo>
                    <a:pt x="3294636" y="832505"/>
                  </a:lnTo>
                  <a:lnTo>
                    <a:pt x="3366258" y="821533"/>
                  </a:lnTo>
                  <a:lnTo>
                    <a:pt x="3437881" y="810418"/>
                  </a:lnTo>
                  <a:lnTo>
                    <a:pt x="3509503" y="799156"/>
                  </a:lnTo>
                  <a:lnTo>
                    <a:pt x="3581126" y="787747"/>
                  </a:lnTo>
                  <a:lnTo>
                    <a:pt x="3652748" y="776188"/>
                  </a:lnTo>
                  <a:lnTo>
                    <a:pt x="3724371" y="764477"/>
                  </a:lnTo>
                  <a:lnTo>
                    <a:pt x="3795993" y="752612"/>
                  </a:lnTo>
                  <a:lnTo>
                    <a:pt x="3867616" y="740592"/>
                  </a:lnTo>
                  <a:lnTo>
                    <a:pt x="3939238" y="728414"/>
                  </a:lnTo>
                  <a:lnTo>
                    <a:pt x="4010861" y="716076"/>
                  </a:lnTo>
                  <a:lnTo>
                    <a:pt x="4082483" y="703576"/>
                  </a:lnTo>
                  <a:lnTo>
                    <a:pt x="4154106" y="690912"/>
                  </a:lnTo>
                  <a:lnTo>
                    <a:pt x="4225729" y="678082"/>
                  </a:lnTo>
                  <a:lnTo>
                    <a:pt x="4297351" y="665084"/>
                  </a:lnTo>
                  <a:lnTo>
                    <a:pt x="4368974" y="651915"/>
                  </a:lnTo>
                  <a:lnTo>
                    <a:pt x="4440596" y="638573"/>
                  </a:lnTo>
                  <a:lnTo>
                    <a:pt x="4512219" y="625056"/>
                  </a:lnTo>
                  <a:lnTo>
                    <a:pt x="4583841" y="611362"/>
                  </a:lnTo>
                  <a:lnTo>
                    <a:pt x="4655464" y="597488"/>
                  </a:lnTo>
                  <a:lnTo>
                    <a:pt x="4727086" y="583432"/>
                  </a:lnTo>
                  <a:lnTo>
                    <a:pt x="4798709" y="569191"/>
                  </a:lnTo>
                  <a:lnTo>
                    <a:pt x="4870331" y="554764"/>
                  </a:lnTo>
                  <a:lnTo>
                    <a:pt x="4941954" y="540147"/>
                  </a:lnTo>
                  <a:lnTo>
                    <a:pt x="5013576" y="525338"/>
                  </a:lnTo>
                  <a:lnTo>
                    <a:pt x="5085199" y="510335"/>
                  </a:lnTo>
                  <a:lnTo>
                    <a:pt x="5156821" y="495135"/>
                  </a:lnTo>
                  <a:lnTo>
                    <a:pt x="5228444" y="479735"/>
                  </a:lnTo>
                  <a:lnTo>
                    <a:pt x="5300066" y="464134"/>
                  </a:lnTo>
                  <a:lnTo>
                    <a:pt x="5371689" y="448327"/>
                  </a:lnTo>
                  <a:lnTo>
                    <a:pt x="5443311" y="432314"/>
                  </a:lnTo>
                  <a:lnTo>
                    <a:pt x="5514934" y="416090"/>
                  </a:lnTo>
                  <a:lnTo>
                    <a:pt x="5586557" y="399653"/>
                  </a:lnTo>
                  <a:lnTo>
                    <a:pt x="5658179" y="383000"/>
                  </a:lnTo>
                  <a:lnTo>
                    <a:pt x="5729802" y="366129"/>
                  </a:lnTo>
                  <a:lnTo>
                    <a:pt x="5801424" y="349036"/>
                  </a:lnTo>
                  <a:lnTo>
                    <a:pt x="5873047" y="331719"/>
                  </a:lnTo>
                  <a:lnTo>
                    <a:pt x="5944669" y="314175"/>
                  </a:lnTo>
                  <a:lnTo>
                    <a:pt x="6016292" y="296400"/>
                  </a:lnTo>
                  <a:lnTo>
                    <a:pt x="6087914" y="278393"/>
                  </a:lnTo>
                  <a:lnTo>
                    <a:pt x="6159537" y="260149"/>
                  </a:lnTo>
                  <a:lnTo>
                    <a:pt x="6231159" y="241665"/>
                  </a:lnTo>
                  <a:lnTo>
                    <a:pt x="6302782" y="222939"/>
                  </a:lnTo>
                  <a:lnTo>
                    <a:pt x="6374404" y="203967"/>
                  </a:lnTo>
                  <a:lnTo>
                    <a:pt x="6446027" y="184746"/>
                  </a:lnTo>
                  <a:lnTo>
                    <a:pt x="6517649" y="165273"/>
                  </a:lnTo>
                  <a:lnTo>
                    <a:pt x="6589272" y="145544"/>
                  </a:lnTo>
                  <a:lnTo>
                    <a:pt x="6660894" y="125556"/>
                  </a:lnTo>
                  <a:lnTo>
                    <a:pt x="6732517" y="105306"/>
                  </a:lnTo>
                  <a:lnTo>
                    <a:pt x="6804139" y="84791"/>
                  </a:lnTo>
                  <a:lnTo>
                    <a:pt x="6875762" y="64006"/>
                  </a:lnTo>
                  <a:lnTo>
                    <a:pt x="6947385" y="42948"/>
                  </a:lnTo>
                  <a:lnTo>
                    <a:pt x="7019007" y="21614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237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470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437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843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68146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5195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3575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1956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508337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89033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7283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75664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40448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6" name="tx5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0.86 (0.60-1.23), p_Bonf = 1.000 (n = 6)  |  per IQR decline (Δ = 23.5 %): 0.70 (0.30-1.62)  |  IQR: [-19.6, 3.9] 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17517" y="1669789"/>
              <a:ext cx="420715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2026-10-09T15:12:33Z</dcterms:modified>
  <cp:category/>
</cp:coreProperties>
</file>