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726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17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70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6992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31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222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21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203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758069"/>
              <a:ext cx="7090630" cy="2605364"/>
            </a:xfrm>
            <a:custGeom>
              <a:avLst/>
              <a:pathLst>
                <a:path w="7090630" h="2605364">
                  <a:moveTo>
                    <a:pt x="0" y="0"/>
                  </a:moveTo>
                  <a:lnTo>
                    <a:pt x="71622" y="74488"/>
                  </a:lnTo>
                  <a:lnTo>
                    <a:pt x="143245" y="146995"/>
                  </a:lnTo>
                  <a:lnTo>
                    <a:pt x="214867" y="217572"/>
                  </a:lnTo>
                  <a:lnTo>
                    <a:pt x="286490" y="286271"/>
                  </a:lnTo>
                  <a:lnTo>
                    <a:pt x="358112" y="353142"/>
                  </a:lnTo>
                  <a:lnTo>
                    <a:pt x="429735" y="418234"/>
                  </a:lnTo>
                  <a:lnTo>
                    <a:pt x="501357" y="481593"/>
                  </a:lnTo>
                  <a:lnTo>
                    <a:pt x="572980" y="543266"/>
                  </a:lnTo>
                  <a:lnTo>
                    <a:pt x="644602" y="603298"/>
                  </a:lnTo>
                  <a:lnTo>
                    <a:pt x="716225" y="661733"/>
                  </a:lnTo>
                  <a:lnTo>
                    <a:pt x="787847" y="718612"/>
                  </a:lnTo>
                  <a:lnTo>
                    <a:pt x="859470" y="773978"/>
                  </a:lnTo>
                  <a:lnTo>
                    <a:pt x="931092" y="827871"/>
                  </a:lnTo>
                  <a:lnTo>
                    <a:pt x="1002715" y="880329"/>
                  </a:lnTo>
                  <a:lnTo>
                    <a:pt x="1074337" y="931392"/>
                  </a:lnTo>
                  <a:lnTo>
                    <a:pt x="1145960" y="981095"/>
                  </a:lnTo>
                  <a:lnTo>
                    <a:pt x="1217582" y="1029476"/>
                  </a:lnTo>
                  <a:lnTo>
                    <a:pt x="1289205" y="1076570"/>
                  </a:lnTo>
                  <a:lnTo>
                    <a:pt x="1360827" y="1122410"/>
                  </a:lnTo>
                  <a:lnTo>
                    <a:pt x="1432450" y="1167031"/>
                  </a:lnTo>
                  <a:lnTo>
                    <a:pt x="1504073" y="1210464"/>
                  </a:lnTo>
                  <a:lnTo>
                    <a:pt x="1575695" y="1252741"/>
                  </a:lnTo>
                  <a:lnTo>
                    <a:pt x="1647318" y="1293893"/>
                  </a:lnTo>
                  <a:lnTo>
                    <a:pt x="1718940" y="1333950"/>
                  </a:lnTo>
                  <a:lnTo>
                    <a:pt x="1790563" y="1372942"/>
                  </a:lnTo>
                  <a:lnTo>
                    <a:pt x="1862185" y="1410895"/>
                  </a:lnTo>
                  <a:lnTo>
                    <a:pt x="1933808" y="1447839"/>
                  </a:lnTo>
                  <a:lnTo>
                    <a:pt x="2005430" y="1483799"/>
                  </a:lnTo>
                  <a:lnTo>
                    <a:pt x="2077053" y="1518803"/>
                  </a:lnTo>
                  <a:lnTo>
                    <a:pt x="2148675" y="1552875"/>
                  </a:lnTo>
                  <a:lnTo>
                    <a:pt x="2220298" y="1586040"/>
                  </a:lnTo>
                  <a:lnTo>
                    <a:pt x="2291920" y="1618323"/>
                  </a:lnTo>
                  <a:lnTo>
                    <a:pt x="2363543" y="1649747"/>
                  </a:lnTo>
                  <a:lnTo>
                    <a:pt x="2435165" y="1680334"/>
                  </a:lnTo>
                  <a:lnTo>
                    <a:pt x="2506788" y="1710108"/>
                  </a:lnTo>
                  <a:lnTo>
                    <a:pt x="2578410" y="1739089"/>
                  </a:lnTo>
                  <a:lnTo>
                    <a:pt x="2650033" y="1767299"/>
                  </a:lnTo>
                  <a:lnTo>
                    <a:pt x="2721655" y="1794759"/>
                  </a:lnTo>
                  <a:lnTo>
                    <a:pt x="2793278" y="1821487"/>
                  </a:lnTo>
                  <a:lnTo>
                    <a:pt x="2864901" y="1847505"/>
                  </a:lnTo>
                  <a:lnTo>
                    <a:pt x="2936523" y="1872830"/>
                  </a:lnTo>
                  <a:lnTo>
                    <a:pt x="3008146" y="1897481"/>
                  </a:lnTo>
                  <a:lnTo>
                    <a:pt x="3079768" y="1921476"/>
                  </a:lnTo>
                  <a:lnTo>
                    <a:pt x="3151391" y="1944832"/>
                  </a:lnTo>
                  <a:lnTo>
                    <a:pt x="3223013" y="1967567"/>
                  </a:lnTo>
                  <a:lnTo>
                    <a:pt x="3294636" y="1968867"/>
                  </a:lnTo>
                  <a:lnTo>
                    <a:pt x="3366258" y="1967927"/>
                  </a:lnTo>
                  <a:lnTo>
                    <a:pt x="3437881" y="1966986"/>
                  </a:lnTo>
                  <a:lnTo>
                    <a:pt x="3509503" y="1966043"/>
                  </a:lnTo>
                  <a:lnTo>
                    <a:pt x="3581126" y="1965100"/>
                  </a:lnTo>
                  <a:lnTo>
                    <a:pt x="3652748" y="1964156"/>
                  </a:lnTo>
                  <a:lnTo>
                    <a:pt x="3724371" y="1963210"/>
                  </a:lnTo>
                  <a:lnTo>
                    <a:pt x="3795993" y="1962264"/>
                  </a:lnTo>
                  <a:lnTo>
                    <a:pt x="3867616" y="1961316"/>
                  </a:lnTo>
                  <a:lnTo>
                    <a:pt x="3939238" y="1960367"/>
                  </a:lnTo>
                  <a:lnTo>
                    <a:pt x="4010861" y="1959417"/>
                  </a:lnTo>
                  <a:lnTo>
                    <a:pt x="4082483" y="1958467"/>
                  </a:lnTo>
                  <a:lnTo>
                    <a:pt x="4154106" y="1957515"/>
                  </a:lnTo>
                  <a:lnTo>
                    <a:pt x="4225729" y="1956562"/>
                  </a:lnTo>
                  <a:lnTo>
                    <a:pt x="4297351" y="1955608"/>
                  </a:lnTo>
                  <a:lnTo>
                    <a:pt x="4368974" y="1954653"/>
                  </a:lnTo>
                  <a:lnTo>
                    <a:pt x="4440596" y="1953696"/>
                  </a:lnTo>
                  <a:lnTo>
                    <a:pt x="4512219" y="1952739"/>
                  </a:lnTo>
                  <a:lnTo>
                    <a:pt x="4583841" y="1951781"/>
                  </a:lnTo>
                  <a:lnTo>
                    <a:pt x="4655464" y="1950821"/>
                  </a:lnTo>
                  <a:lnTo>
                    <a:pt x="4727086" y="1949861"/>
                  </a:lnTo>
                  <a:lnTo>
                    <a:pt x="4798709" y="1948899"/>
                  </a:lnTo>
                  <a:lnTo>
                    <a:pt x="4870331" y="1947936"/>
                  </a:lnTo>
                  <a:lnTo>
                    <a:pt x="4941954" y="1946972"/>
                  </a:lnTo>
                  <a:lnTo>
                    <a:pt x="5013576" y="1946007"/>
                  </a:lnTo>
                  <a:lnTo>
                    <a:pt x="5085199" y="1945041"/>
                  </a:lnTo>
                  <a:lnTo>
                    <a:pt x="5156821" y="1944074"/>
                  </a:lnTo>
                  <a:lnTo>
                    <a:pt x="5228444" y="1943106"/>
                  </a:lnTo>
                  <a:lnTo>
                    <a:pt x="5300066" y="1942137"/>
                  </a:lnTo>
                  <a:lnTo>
                    <a:pt x="5371689" y="1941166"/>
                  </a:lnTo>
                  <a:lnTo>
                    <a:pt x="5443311" y="1940195"/>
                  </a:lnTo>
                  <a:lnTo>
                    <a:pt x="5514934" y="1939222"/>
                  </a:lnTo>
                  <a:lnTo>
                    <a:pt x="5586557" y="1938249"/>
                  </a:lnTo>
                  <a:lnTo>
                    <a:pt x="5658179" y="1937274"/>
                  </a:lnTo>
                  <a:lnTo>
                    <a:pt x="5729802" y="1936298"/>
                  </a:lnTo>
                  <a:lnTo>
                    <a:pt x="5801424" y="1935321"/>
                  </a:lnTo>
                  <a:lnTo>
                    <a:pt x="5873047" y="1934343"/>
                  </a:lnTo>
                  <a:lnTo>
                    <a:pt x="5944669" y="1933364"/>
                  </a:lnTo>
                  <a:lnTo>
                    <a:pt x="6016292" y="1932383"/>
                  </a:lnTo>
                  <a:lnTo>
                    <a:pt x="6087914" y="1931402"/>
                  </a:lnTo>
                  <a:lnTo>
                    <a:pt x="6159537" y="1930419"/>
                  </a:lnTo>
                  <a:lnTo>
                    <a:pt x="6231159" y="1929436"/>
                  </a:lnTo>
                  <a:lnTo>
                    <a:pt x="6302782" y="1928451"/>
                  </a:lnTo>
                  <a:lnTo>
                    <a:pt x="6374404" y="1927465"/>
                  </a:lnTo>
                  <a:lnTo>
                    <a:pt x="6446027" y="1926478"/>
                  </a:lnTo>
                  <a:lnTo>
                    <a:pt x="6517649" y="1925490"/>
                  </a:lnTo>
                  <a:lnTo>
                    <a:pt x="6589272" y="1924500"/>
                  </a:lnTo>
                  <a:lnTo>
                    <a:pt x="6660894" y="1923510"/>
                  </a:lnTo>
                  <a:lnTo>
                    <a:pt x="6732517" y="1922519"/>
                  </a:lnTo>
                  <a:lnTo>
                    <a:pt x="6804139" y="1921526"/>
                  </a:lnTo>
                  <a:lnTo>
                    <a:pt x="6875762" y="1920532"/>
                  </a:lnTo>
                  <a:lnTo>
                    <a:pt x="6947385" y="1919537"/>
                  </a:lnTo>
                  <a:lnTo>
                    <a:pt x="7019007" y="1918541"/>
                  </a:lnTo>
                  <a:lnTo>
                    <a:pt x="7090630" y="1917544"/>
                  </a:lnTo>
                  <a:lnTo>
                    <a:pt x="7090630" y="2605364"/>
                  </a:lnTo>
                  <a:lnTo>
                    <a:pt x="7019007" y="2600065"/>
                  </a:lnTo>
                  <a:lnTo>
                    <a:pt x="6947385" y="2594622"/>
                  </a:lnTo>
                  <a:lnTo>
                    <a:pt x="6875762" y="2589029"/>
                  </a:lnTo>
                  <a:lnTo>
                    <a:pt x="6804139" y="2583284"/>
                  </a:lnTo>
                  <a:lnTo>
                    <a:pt x="6732517" y="2577382"/>
                  </a:lnTo>
                  <a:lnTo>
                    <a:pt x="6660894" y="2571318"/>
                  </a:lnTo>
                  <a:lnTo>
                    <a:pt x="6589272" y="2565089"/>
                  </a:lnTo>
                  <a:lnTo>
                    <a:pt x="6517649" y="2558689"/>
                  </a:lnTo>
                  <a:lnTo>
                    <a:pt x="6446027" y="2552115"/>
                  </a:lnTo>
                  <a:lnTo>
                    <a:pt x="6374404" y="2545360"/>
                  </a:lnTo>
                  <a:lnTo>
                    <a:pt x="6302782" y="2538421"/>
                  </a:lnTo>
                  <a:lnTo>
                    <a:pt x="6231159" y="2531293"/>
                  </a:lnTo>
                  <a:lnTo>
                    <a:pt x="6159537" y="2523969"/>
                  </a:lnTo>
                  <a:lnTo>
                    <a:pt x="6087914" y="2516445"/>
                  </a:lnTo>
                  <a:lnTo>
                    <a:pt x="6016292" y="2508716"/>
                  </a:lnTo>
                  <a:lnTo>
                    <a:pt x="5944669" y="2500775"/>
                  </a:lnTo>
                  <a:lnTo>
                    <a:pt x="5873047" y="2492617"/>
                  </a:lnTo>
                  <a:lnTo>
                    <a:pt x="5801424" y="2484236"/>
                  </a:lnTo>
                  <a:lnTo>
                    <a:pt x="5729802" y="2475626"/>
                  </a:lnTo>
                  <a:lnTo>
                    <a:pt x="5658179" y="2466780"/>
                  </a:lnTo>
                  <a:lnTo>
                    <a:pt x="5586557" y="2457693"/>
                  </a:lnTo>
                  <a:lnTo>
                    <a:pt x="5514934" y="2448357"/>
                  </a:lnTo>
                  <a:lnTo>
                    <a:pt x="5443311" y="2438766"/>
                  </a:lnTo>
                  <a:lnTo>
                    <a:pt x="5371689" y="2428913"/>
                  </a:lnTo>
                  <a:lnTo>
                    <a:pt x="5300066" y="2418791"/>
                  </a:lnTo>
                  <a:lnTo>
                    <a:pt x="5228444" y="2408391"/>
                  </a:lnTo>
                  <a:lnTo>
                    <a:pt x="5156821" y="2397708"/>
                  </a:lnTo>
                  <a:lnTo>
                    <a:pt x="5085199" y="2386732"/>
                  </a:lnTo>
                  <a:lnTo>
                    <a:pt x="5013576" y="2375457"/>
                  </a:lnTo>
                  <a:lnTo>
                    <a:pt x="4941954" y="2363873"/>
                  </a:lnTo>
                  <a:lnTo>
                    <a:pt x="4870331" y="2351972"/>
                  </a:lnTo>
                  <a:lnTo>
                    <a:pt x="4798709" y="2339746"/>
                  </a:lnTo>
                  <a:lnTo>
                    <a:pt x="4727086" y="2327186"/>
                  </a:lnTo>
                  <a:lnTo>
                    <a:pt x="4655464" y="2314282"/>
                  </a:lnTo>
                  <a:lnTo>
                    <a:pt x="4583841" y="2301026"/>
                  </a:lnTo>
                  <a:lnTo>
                    <a:pt x="4512219" y="2287407"/>
                  </a:lnTo>
                  <a:lnTo>
                    <a:pt x="4440596" y="2273416"/>
                  </a:lnTo>
                  <a:lnTo>
                    <a:pt x="4368974" y="2259042"/>
                  </a:lnTo>
                  <a:lnTo>
                    <a:pt x="4297351" y="2244276"/>
                  </a:lnTo>
                  <a:lnTo>
                    <a:pt x="4225729" y="2229106"/>
                  </a:lnTo>
                  <a:lnTo>
                    <a:pt x="4154106" y="2213521"/>
                  </a:lnTo>
                  <a:lnTo>
                    <a:pt x="4082483" y="2197510"/>
                  </a:lnTo>
                  <a:lnTo>
                    <a:pt x="4010861" y="2181061"/>
                  </a:lnTo>
                  <a:lnTo>
                    <a:pt x="3939238" y="2164163"/>
                  </a:lnTo>
                  <a:lnTo>
                    <a:pt x="3867616" y="2146802"/>
                  </a:lnTo>
                  <a:lnTo>
                    <a:pt x="3795993" y="2128967"/>
                  </a:lnTo>
                  <a:lnTo>
                    <a:pt x="3724371" y="2110645"/>
                  </a:lnTo>
                  <a:lnTo>
                    <a:pt x="3652748" y="2091821"/>
                  </a:lnTo>
                  <a:lnTo>
                    <a:pt x="3581126" y="2072483"/>
                  </a:lnTo>
                  <a:lnTo>
                    <a:pt x="3509503" y="2052616"/>
                  </a:lnTo>
                  <a:lnTo>
                    <a:pt x="3437881" y="2032206"/>
                  </a:lnTo>
                  <a:lnTo>
                    <a:pt x="3366258" y="2011238"/>
                  </a:lnTo>
                  <a:lnTo>
                    <a:pt x="3294636" y="1989697"/>
                  </a:lnTo>
                  <a:lnTo>
                    <a:pt x="3223013" y="1969806"/>
                  </a:lnTo>
                  <a:lnTo>
                    <a:pt x="3151391" y="1970744"/>
                  </a:lnTo>
                  <a:lnTo>
                    <a:pt x="3079768" y="1971681"/>
                  </a:lnTo>
                  <a:lnTo>
                    <a:pt x="3008146" y="1972617"/>
                  </a:lnTo>
                  <a:lnTo>
                    <a:pt x="2936523" y="1973552"/>
                  </a:lnTo>
                  <a:lnTo>
                    <a:pt x="2864901" y="1974485"/>
                  </a:lnTo>
                  <a:lnTo>
                    <a:pt x="2793278" y="1975418"/>
                  </a:lnTo>
                  <a:lnTo>
                    <a:pt x="2721655" y="1976350"/>
                  </a:lnTo>
                  <a:lnTo>
                    <a:pt x="2650033" y="1977280"/>
                  </a:lnTo>
                  <a:lnTo>
                    <a:pt x="2578410" y="1978210"/>
                  </a:lnTo>
                  <a:lnTo>
                    <a:pt x="2506788" y="1979138"/>
                  </a:lnTo>
                  <a:lnTo>
                    <a:pt x="2435165" y="1980066"/>
                  </a:lnTo>
                  <a:lnTo>
                    <a:pt x="2363543" y="1980992"/>
                  </a:lnTo>
                  <a:lnTo>
                    <a:pt x="2291920" y="1981918"/>
                  </a:lnTo>
                  <a:lnTo>
                    <a:pt x="2220298" y="1982842"/>
                  </a:lnTo>
                  <a:lnTo>
                    <a:pt x="2148675" y="1983765"/>
                  </a:lnTo>
                  <a:lnTo>
                    <a:pt x="2077053" y="1984687"/>
                  </a:lnTo>
                  <a:lnTo>
                    <a:pt x="2005430" y="1985609"/>
                  </a:lnTo>
                  <a:lnTo>
                    <a:pt x="1933808" y="1986529"/>
                  </a:lnTo>
                  <a:lnTo>
                    <a:pt x="1862185" y="1987448"/>
                  </a:lnTo>
                  <a:lnTo>
                    <a:pt x="1790563" y="1988366"/>
                  </a:lnTo>
                  <a:lnTo>
                    <a:pt x="1718940" y="1989283"/>
                  </a:lnTo>
                  <a:lnTo>
                    <a:pt x="1647318" y="1990199"/>
                  </a:lnTo>
                  <a:lnTo>
                    <a:pt x="1575695" y="1991114"/>
                  </a:lnTo>
                  <a:lnTo>
                    <a:pt x="1504073" y="1992028"/>
                  </a:lnTo>
                  <a:lnTo>
                    <a:pt x="1432450" y="1992941"/>
                  </a:lnTo>
                  <a:lnTo>
                    <a:pt x="1360827" y="1993852"/>
                  </a:lnTo>
                  <a:lnTo>
                    <a:pt x="1289205" y="1994763"/>
                  </a:lnTo>
                  <a:lnTo>
                    <a:pt x="1217582" y="1995673"/>
                  </a:lnTo>
                  <a:lnTo>
                    <a:pt x="1145960" y="1996582"/>
                  </a:lnTo>
                  <a:lnTo>
                    <a:pt x="1074337" y="1997490"/>
                  </a:lnTo>
                  <a:lnTo>
                    <a:pt x="1002715" y="1998396"/>
                  </a:lnTo>
                  <a:lnTo>
                    <a:pt x="931092" y="1999302"/>
                  </a:lnTo>
                  <a:lnTo>
                    <a:pt x="859470" y="2000207"/>
                  </a:lnTo>
                  <a:lnTo>
                    <a:pt x="787847" y="2001110"/>
                  </a:lnTo>
                  <a:lnTo>
                    <a:pt x="716225" y="2002013"/>
                  </a:lnTo>
                  <a:lnTo>
                    <a:pt x="644602" y="2002914"/>
                  </a:lnTo>
                  <a:lnTo>
                    <a:pt x="572980" y="2003815"/>
                  </a:lnTo>
                  <a:lnTo>
                    <a:pt x="501357" y="2004714"/>
                  </a:lnTo>
                  <a:lnTo>
                    <a:pt x="429735" y="2005613"/>
                  </a:lnTo>
                  <a:lnTo>
                    <a:pt x="358112" y="2006511"/>
                  </a:lnTo>
                  <a:lnTo>
                    <a:pt x="286490" y="2007407"/>
                  </a:lnTo>
                  <a:lnTo>
                    <a:pt x="214867" y="2008302"/>
                  </a:lnTo>
                  <a:lnTo>
                    <a:pt x="143245" y="2009197"/>
                  </a:lnTo>
                  <a:lnTo>
                    <a:pt x="71622" y="2010090"/>
                  </a:lnTo>
                  <a:lnTo>
                    <a:pt x="0" y="201098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758069"/>
              <a:ext cx="7090630" cy="1968867"/>
            </a:xfrm>
            <a:custGeom>
              <a:avLst/>
              <a:pathLst>
                <a:path w="7090630" h="1968867">
                  <a:moveTo>
                    <a:pt x="0" y="0"/>
                  </a:moveTo>
                  <a:lnTo>
                    <a:pt x="71622" y="74488"/>
                  </a:lnTo>
                  <a:lnTo>
                    <a:pt x="143245" y="146995"/>
                  </a:lnTo>
                  <a:lnTo>
                    <a:pt x="214867" y="217572"/>
                  </a:lnTo>
                  <a:lnTo>
                    <a:pt x="286490" y="286271"/>
                  </a:lnTo>
                  <a:lnTo>
                    <a:pt x="358112" y="353142"/>
                  </a:lnTo>
                  <a:lnTo>
                    <a:pt x="429735" y="418234"/>
                  </a:lnTo>
                  <a:lnTo>
                    <a:pt x="501357" y="481593"/>
                  </a:lnTo>
                  <a:lnTo>
                    <a:pt x="572980" y="543266"/>
                  </a:lnTo>
                  <a:lnTo>
                    <a:pt x="644602" y="603298"/>
                  </a:lnTo>
                  <a:lnTo>
                    <a:pt x="716225" y="661733"/>
                  </a:lnTo>
                  <a:lnTo>
                    <a:pt x="787847" y="718612"/>
                  </a:lnTo>
                  <a:lnTo>
                    <a:pt x="859470" y="773978"/>
                  </a:lnTo>
                  <a:lnTo>
                    <a:pt x="931092" y="827871"/>
                  </a:lnTo>
                  <a:lnTo>
                    <a:pt x="1002715" y="880329"/>
                  </a:lnTo>
                  <a:lnTo>
                    <a:pt x="1074337" y="931392"/>
                  </a:lnTo>
                  <a:lnTo>
                    <a:pt x="1145960" y="981095"/>
                  </a:lnTo>
                  <a:lnTo>
                    <a:pt x="1217582" y="1029476"/>
                  </a:lnTo>
                  <a:lnTo>
                    <a:pt x="1289205" y="1076570"/>
                  </a:lnTo>
                  <a:lnTo>
                    <a:pt x="1360827" y="1122410"/>
                  </a:lnTo>
                  <a:lnTo>
                    <a:pt x="1432450" y="1167031"/>
                  </a:lnTo>
                  <a:lnTo>
                    <a:pt x="1504073" y="1210464"/>
                  </a:lnTo>
                  <a:lnTo>
                    <a:pt x="1575695" y="1252741"/>
                  </a:lnTo>
                  <a:lnTo>
                    <a:pt x="1647318" y="1293893"/>
                  </a:lnTo>
                  <a:lnTo>
                    <a:pt x="1718940" y="1333950"/>
                  </a:lnTo>
                  <a:lnTo>
                    <a:pt x="1790563" y="1372942"/>
                  </a:lnTo>
                  <a:lnTo>
                    <a:pt x="1862185" y="1410895"/>
                  </a:lnTo>
                  <a:lnTo>
                    <a:pt x="1933808" y="1447839"/>
                  </a:lnTo>
                  <a:lnTo>
                    <a:pt x="2005430" y="1483799"/>
                  </a:lnTo>
                  <a:lnTo>
                    <a:pt x="2077053" y="1518803"/>
                  </a:lnTo>
                  <a:lnTo>
                    <a:pt x="2148675" y="1552875"/>
                  </a:lnTo>
                  <a:lnTo>
                    <a:pt x="2220298" y="1586040"/>
                  </a:lnTo>
                  <a:lnTo>
                    <a:pt x="2291920" y="1618323"/>
                  </a:lnTo>
                  <a:lnTo>
                    <a:pt x="2363543" y="1649747"/>
                  </a:lnTo>
                  <a:lnTo>
                    <a:pt x="2435165" y="1680334"/>
                  </a:lnTo>
                  <a:lnTo>
                    <a:pt x="2506788" y="1710108"/>
                  </a:lnTo>
                  <a:lnTo>
                    <a:pt x="2578410" y="1739089"/>
                  </a:lnTo>
                  <a:lnTo>
                    <a:pt x="2650033" y="1767299"/>
                  </a:lnTo>
                  <a:lnTo>
                    <a:pt x="2721655" y="1794759"/>
                  </a:lnTo>
                  <a:lnTo>
                    <a:pt x="2793278" y="1821487"/>
                  </a:lnTo>
                  <a:lnTo>
                    <a:pt x="2864901" y="1847505"/>
                  </a:lnTo>
                  <a:lnTo>
                    <a:pt x="2936523" y="1872830"/>
                  </a:lnTo>
                  <a:lnTo>
                    <a:pt x="3008146" y="1897481"/>
                  </a:lnTo>
                  <a:lnTo>
                    <a:pt x="3079768" y="1921476"/>
                  </a:lnTo>
                  <a:lnTo>
                    <a:pt x="3151391" y="1944832"/>
                  </a:lnTo>
                  <a:lnTo>
                    <a:pt x="3223013" y="1967567"/>
                  </a:lnTo>
                  <a:lnTo>
                    <a:pt x="3294636" y="1968867"/>
                  </a:lnTo>
                  <a:lnTo>
                    <a:pt x="3366258" y="1967927"/>
                  </a:lnTo>
                  <a:lnTo>
                    <a:pt x="3437881" y="1966986"/>
                  </a:lnTo>
                  <a:lnTo>
                    <a:pt x="3509503" y="1966043"/>
                  </a:lnTo>
                  <a:lnTo>
                    <a:pt x="3581126" y="1965100"/>
                  </a:lnTo>
                  <a:lnTo>
                    <a:pt x="3652748" y="1964156"/>
                  </a:lnTo>
                  <a:lnTo>
                    <a:pt x="3724371" y="1963210"/>
                  </a:lnTo>
                  <a:lnTo>
                    <a:pt x="3795993" y="1962264"/>
                  </a:lnTo>
                  <a:lnTo>
                    <a:pt x="3867616" y="1961316"/>
                  </a:lnTo>
                  <a:lnTo>
                    <a:pt x="3939238" y="1960367"/>
                  </a:lnTo>
                  <a:lnTo>
                    <a:pt x="4010861" y="1959417"/>
                  </a:lnTo>
                  <a:lnTo>
                    <a:pt x="4082483" y="1958467"/>
                  </a:lnTo>
                  <a:lnTo>
                    <a:pt x="4154106" y="1957515"/>
                  </a:lnTo>
                  <a:lnTo>
                    <a:pt x="4225729" y="1956562"/>
                  </a:lnTo>
                  <a:lnTo>
                    <a:pt x="4297351" y="1955608"/>
                  </a:lnTo>
                  <a:lnTo>
                    <a:pt x="4368974" y="1954653"/>
                  </a:lnTo>
                  <a:lnTo>
                    <a:pt x="4440596" y="1953696"/>
                  </a:lnTo>
                  <a:lnTo>
                    <a:pt x="4512219" y="1952739"/>
                  </a:lnTo>
                  <a:lnTo>
                    <a:pt x="4583841" y="1951781"/>
                  </a:lnTo>
                  <a:lnTo>
                    <a:pt x="4655464" y="1950821"/>
                  </a:lnTo>
                  <a:lnTo>
                    <a:pt x="4727086" y="1949861"/>
                  </a:lnTo>
                  <a:lnTo>
                    <a:pt x="4798709" y="1948899"/>
                  </a:lnTo>
                  <a:lnTo>
                    <a:pt x="4870331" y="1947936"/>
                  </a:lnTo>
                  <a:lnTo>
                    <a:pt x="4941954" y="1946972"/>
                  </a:lnTo>
                  <a:lnTo>
                    <a:pt x="5013576" y="1946007"/>
                  </a:lnTo>
                  <a:lnTo>
                    <a:pt x="5085199" y="1945041"/>
                  </a:lnTo>
                  <a:lnTo>
                    <a:pt x="5156821" y="1944074"/>
                  </a:lnTo>
                  <a:lnTo>
                    <a:pt x="5228444" y="1943106"/>
                  </a:lnTo>
                  <a:lnTo>
                    <a:pt x="5300066" y="1942137"/>
                  </a:lnTo>
                  <a:lnTo>
                    <a:pt x="5371689" y="1941166"/>
                  </a:lnTo>
                  <a:lnTo>
                    <a:pt x="5443311" y="1940195"/>
                  </a:lnTo>
                  <a:lnTo>
                    <a:pt x="5514934" y="1939222"/>
                  </a:lnTo>
                  <a:lnTo>
                    <a:pt x="5586557" y="1938249"/>
                  </a:lnTo>
                  <a:lnTo>
                    <a:pt x="5658179" y="1937274"/>
                  </a:lnTo>
                  <a:lnTo>
                    <a:pt x="5729802" y="1936298"/>
                  </a:lnTo>
                  <a:lnTo>
                    <a:pt x="5801424" y="1935321"/>
                  </a:lnTo>
                  <a:lnTo>
                    <a:pt x="5873047" y="1934343"/>
                  </a:lnTo>
                  <a:lnTo>
                    <a:pt x="5944669" y="1933364"/>
                  </a:lnTo>
                  <a:lnTo>
                    <a:pt x="6016292" y="1932383"/>
                  </a:lnTo>
                  <a:lnTo>
                    <a:pt x="6087914" y="1931402"/>
                  </a:lnTo>
                  <a:lnTo>
                    <a:pt x="6159537" y="1930419"/>
                  </a:lnTo>
                  <a:lnTo>
                    <a:pt x="6231159" y="1929436"/>
                  </a:lnTo>
                  <a:lnTo>
                    <a:pt x="6302782" y="1928451"/>
                  </a:lnTo>
                  <a:lnTo>
                    <a:pt x="6374404" y="1927465"/>
                  </a:lnTo>
                  <a:lnTo>
                    <a:pt x="6446027" y="1926478"/>
                  </a:lnTo>
                  <a:lnTo>
                    <a:pt x="6517649" y="1925490"/>
                  </a:lnTo>
                  <a:lnTo>
                    <a:pt x="6589272" y="1924500"/>
                  </a:lnTo>
                  <a:lnTo>
                    <a:pt x="6660894" y="1923510"/>
                  </a:lnTo>
                  <a:lnTo>
                    <a:pt x="6732517" y="1922519"/>
                  </a:lnTo>
                  <a:lnTo>
                    <a:pt x="6804139" y="1921526"/>
                  </a:lnTo>
                  <a:lnTo>
                    <a:pt x="6875762" y="1920532"/>
                  </a:lnTo>
                  <a:lnTo>
                    <a:pt x="6947385" y="1919537"/>
                  </a:lnTo>
                  <a:lnTo>
                    <a:pt x="7019007" y="1918541"/>
                  </a:lnTo>
                  <a:lnTo>
                    <a:pt x="7090630" y="19175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27876"/>
              <a:ext cx="7090630" cy="635557"/>
            </a:xfrm>
            <a:custGeom>
              <a:avLst/>
              <a:pathLst>
                <a:path w="7090630" h="635557">
                  <a:moveTo>
                    <a:pt x="7090630" y="635557"/>
                  </a:moveTo>
                  <a:lnTo>
                    <a:pt x="7019007" y="630259"/>
                  </a:lnTo>
                  <a:lnTo>
                    <a:pt x="6947385" y="624815"/>
                  </a:lnTo>
                  <a:lnTo>
                    <a:pt x="6875762" y="619223"/>
                  </a:lnTo>
                  <a:lnTo>
                    <a:pt x="6804139" y="613478"/>
                  </a:lnTo>
                  <a:lnTo>
                    <a:pt x="6732517" y="607576"/>
                  </a:lnTo>
                  <a:lnTo>
                    <a:pt x="6660894" y="601512"/>
                  </a:lnTo>
                  <a:lnTo>
                    <a:pt x="6589272" y="595283"/>
                  </a:lnTo>
                  <a:lnTo>
                    <a:pt x="6517649" y="588883"/>
                  </a:lnTo>
                  <a:lnTo>
                    <a:pt x="6446027" y="582308"/>
                  </a:lnTo>
                  <a:lnTo>
                    <a:pt x="6374404" y="575554"/>
                  </a:lnTo>
                  <a:lnTo>
                    <a:pt x="6302782" y="568615"/>
                  </a:lnTo>
                  <a:lnTo>
                    <a:pt x="6231159" y="561486"/>
                  </a:lnTo>
                  <a:lnTo>
                    <a:pt x="6159537" y="554162"/>
                  </a:lnTo>
                  <a:lnTo>
                    <a:pt x="6087914" y="546639"/>
                  </a:lnTo>
                  <a:lnTo>
                    <a:pt x="6016292" y="538909"/>
                  </a:lnTo>
                  <a:lnTo>
                    <a:pt x="5944669" y="530968"/>
                  </a:lnTo>
                  <a:lnTo>
                    <a:pt x="5873047" y="522810"/>
                  </a:lnTo>
                  <a:lnTo>
                    <a:pt x="5801424" y="514429"/>
                  </a:lnTo>
                  <a:lnTo>
                    <a:pt x="5729802" y="505819"/>
                  </a:lnTo>
                  <a:lnTo>
                    <a:pt x="5658179" y="496974"/>
                  </a:lnTo>
                  <a:lnTo>
                    <a:pt x="5586557" y="487887"/>
                  </a:lnTo>
                  <a:lnTo>
                    <a:pt x="5514934" y="478551"/>
                  </a:lnTo>
                  <a:lnTo>
                    <a:pt x="5443311" y="468960"/>
                  </a:lnTo>
                  <a:lnTo>
                    <a:pt x="5371689" y="459107"/>
                  </a:lnTo>
                  <a:lnTo>
                    <a:pt x="5300066" y="448984"/>
                  </a:lnTo>
                  <a:lnTo>
                    <a:pt x="5228444" y="438585"/>
                  </a:lnTo>
                  <a:lnTo>
                    <a:pt x="5156821" y="427901"/>
                  </a:lnTo>
                  <a:lnTo>
                    <a:pt x="5085199" y="416926"/>
                  </a:lnTo>
                  <a:lnTo>
                    <a:pt x="5013576" y="405650"/>
                  </a:lnTo>
                  <a:lnTo>
                    <a:pt x="4941954" y="394066"/>
                  </a:lnTo>
                  <a:lnTo>
                    <a:pt x="4870331" y="382165"/>
                  </a:lnTo>
                  <a:lnTo>
                    <a:pt x="4798709" y="369940"/>
                  </a:lnTo>
                  <a:lnTo>
                    <a:pt x="4727086" y="357379"/>
                  </a:lnTo>
                  <a:lnTo>
                    <a:pt x="4655464" y="344476"/>
                  </a:lnTo>
                  <a:lnTo>
                    <a:pt x="4583841" y="331219"/>
                  </a:lnTo>
                  <a:lnTo>
                    <a:pt x="4512219" y="317601"/>
                  </a:lnTo>
                  <a:lnTo>
                    <a:pt x="4440596" y="303610"/>
                  </a:lnTo>
                  <a:lnTo>
                    <a:pt x="4368974" y="289236"/>
                  </a:lnTo>
                  <a:lnTo>
                    <a:pt x="4297351" y="274469"/>
                  </a:lnTo>
                  <a:lnTo>
                    <a:pt x="4225729" y="259299"/>
                  </a:lnTo>
                  <a:lnTo>
                    <a:pt x="4154106" y="243714"/>
                  </a:lnTo>
                  <a:lnTo>
                    <a:pt x="4082483" y="227703"/>
                  </a:lnTo>
                  <a:lnTo>
                    <a:pt x="4010861" y="211254"/>
                  </a:lnTo>
                  <a:lnTo>
                    <a:pt x="3939238" y="194356"/>
                  </a:lnTo>
                  <a:lnTo>
                    <a:pt x="3867616" y="176996"/>
                  </a:lnTo>
                  <a:lnTo>
                    <a:pt x="3795993" y="159161"/>
                  </a:lnTo>
                  <a:lnTo>
                    <a:pt x="3724371" y="140838"/>
                  </a:lnTo>
                  <a:lnTo>
                    <a:pt x="3652748" y="122015"/>
                  </a:lnTo>
                  <a:lnTo>
                    <a:pt x="3581126" y="102676"/>
                  </a:lnTo>
                  <a:lnTo>
                    <a:pt x="3509503" y="82810"/>
                  </a:lnTo>
                  <a:lnTo>
                    <a:pt x="3437881" y="62400"/>
                  </a:lnTo>
                  <a:lnTo>
                    <a:pt x="3366258" y="41432"/>
                  </a:lnTo>
                  <a:lnTo>
                    <a:pt x="3294636" y="19891"/>
                  </a:lnTo>
                  <a:lnTo>
                    <a:pt x="3223013" y="0"/>
                  </a:lnTo>
                  <a:lnTo>
                    <a:pt x="3151391" y="938"/>
                  </a:lnTo>
                  <a:lnTo>
                    <a:pt x="3079768" y="1874"/>
                  </a:lnTo>
                  <a:lnTo>
                    <a:pt x="3008146" y="2810"/>
                  </a:lnTo>
                  <a:lnTo>
                    <a:pt x="2936523" y="3745"/>
                  </a:lnTo>
                  <a:lnTo>
                    <a:pt x="2864901" y="4679"/>
                  </a:lnTo>
                  <a:lnTo>
                    <a:pt x="2793278" y="5612"/>
                  </a:lnTo>
                  <a:lnTo>
                    <a:pt x="2721655" y="6543"/>
                  </a:lnTo>
                  <a:lnTo>
                    <a:pt x="2650033" y="7474"/>
                  </a:lnTo>
                  <a:lnTo>
                    <a:pt x="2578410" y="8403"/>
                  </a:lnTo>
                  <a:lnTo>
                    <a:pt x="2506788" y="9332"/>
                  </a:lnTo>
                  <a:lnTo>
                    <a:pt x="2435165" y="10259"/>
                  </a:lnTo>
                  <a:lnTo>
                    <a:pt x="2363543" y="11186"/>
                  </a:lnTo>
                  <a:lnTo>
                    <a:pt x="2291920" y="12111"/>
                  </a:lnTo>
                  <a:lnTo>
                    <a:pt x="2220298" y="13036"/>
                  </a:lnTo>
                  <a:lnTo>
                    <a:pt x="2148675" y="13959"/>
                  </a:lnTo>
                  <a:lnTo>
                    <a:pt x="2077053" y="14881"/>
                  </a:lnTo>
                  <a:lnTo>
                    <a:pt x="2005430" y="15802"/>
                  </a:lnTo>
                  <a:lnTo>
                    <a:pt x="1933808" y="16722"/>
                  </a:lnTo>
                  <a:lnTo>
                    <a:pt x="1862185" y="17641"/>
                  </a:lnTo>
                  <a:lnTo>
                    <a:pt x="1790563" y="18559"/>
                  </a:lnTo>
                  <a:lnTo>
                    <a:pt x="1718940" y="19476"/>
                  </a:lnTo>
                  <a:lnTo>
                    <a:pt x="1647318" y="20392"/>
                  </a:lnTo>
                  <a:lnTo>
                    <a:pt x="1575695" y="21307"/>
                  </a:lnTo>
                  <a:lnTo>
                    <a:pt x="1504073" y="22221"/>
                  </a:lnTo>
                  <a:lnTo>
                    <a:pt x="1432450" y="23134"/>
                  </a:lnTo>
                  <a:lnTo>
                    <a:pt x="1360827" y="24046"/>
                  </a:lnTo>
                  <a:lnTo>
                    <a:pt x="1289205" y="24957"/>
                  </a:lnTo>
                  <a:lnTo>
                    <a:pt x="1217582" y="25867"/>
                  </a:lnTo>
                  <a:lnTo>
                    <a:pt x="1145960" y="26775"/>
                  </a:lnTo>
                  <a:lnTo>
                    <a:pt x="1074337" y="27683"/>
                  </a:lnTo>
                  <a:lnTo>
                    <a:pt x="1002715" y="28590"/>
                  </a:lnTo>
                  <a:lnTo>
                    <a:pt x="931092" y="29495"/>
                  </a:lnTo>
                  <a:lnTo>
                    <a:pt x="859470" y="30400"/>
                  </a:lnTo>
                  <a:lnTo>
                    <a:pt x="787847" y="31304"/>
                  </a:lnTo>
                  <a:lnTo>
                    <a:pt x="716225" y="32206"/>
                  </a:lnTo>
                  <a:lnTo>
                    <a:pt x="644602" y="33108"/>
                  </a:lnTo>
                  <a:lnTo>
                    <a:pt x="572980" y="34009"/>
                  </a:lnTo>
                  <a:lnTo>
                    <a:pt x="501357" y="34908"/>
                  </a:lnTo>
                  <a:lnTo>
                    <a:pt x="429735" y="35807"/>
                  </a:lnTo>
                  <a:lnTo>
                    <a:pt x="358112" y="36704"/>
                  </a:lnTo>
                  <a:lnTo>
                    <a:pt x="286490" y="37601"/>
                  </a:lnTo>
                  <a:lnTo>
                    <a:pt x="214867" y="38496"/>
                  </a:lnTo>
                  <a:lnTo>
                    <a:pt x="143245" y="39391"/>
                  </a:lnTo>
                  <a:lnTo>
                    <a:pt x="71622" y="40284"/>
                  </a:lnTo>
                  <a:lnTo>
                    <a:pt x="0" y="411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071886"/>
              <a:ext cx="7090630" cy="1071993"/>
            </a:xfrm>
            <a:custGeom>
              <a:avLst/>
              <a:pathLst>
                <a:path w="7090630" h="1071993">
                  <a:moveTo>
                    <a:pt x="0" y="0"/>
                  </a:moveTo>
                  <a:lnTo>
                    <a:pt x="71622" y="19067"/>
                  </a:lnTo>
                  <a:lnTo>
                    <a:pt x="143245" y="37889"/>
                  </a:lnTo>
                  <a:lnTo>
                    <a:pt x="214867" y="56470"/>
                  </a:lnTo>
                  <a:lnTo>
                    <a:pt x="286490" y="74813"/>
                  </a:lnTo>
                  <a:lnTo>
                    <a:pt x="358112" y="92920"/>
                  </a:lnTo>
                  <a:lnTo>
                    <a:pt x="429735" y="110794"/>
                  </a:lnTo>
                  <a:lnTo>
                    <a:pt x="501357" y="128439"/>
                  </a:lnTo>
                  <a:lnTo>
                    <a:pt x="572980" y="145858"/>
                  </a:lnTo>
                  <a:lnTo>
                    <a:pt x="644602" y="163053"/>
                  </a:lnTo>
                  <a:lnTo>
                    <a:pt x="716225" y="180027"/>
                  </a:lnTo>
                  <a:lnTo>
                    <a:pt x="787847" y="196783"/>
                  </a:lnTo>
                  <a:lnTo>
                    <a:pt x="859470" y="213325"/>
                  </a:lnTo>
                  <a:lnTo>
                    <a:pt x="931092" y="229654"/>
                  </a:lnTo>
                  <a:lnTo>
                    <a:pt x="1002715" y="245773"/>
                  </a:lnTo>
                  <a:lnTo>
                    <a:pt x="1074337" y="261685"/>
                  </a:lnTo>
                  <a:lnTo>
                    <a:pt x="1145960" y="277393"/>
                  </a:lnTo>
                  <a:lnTo>
                    <a:pt x="1217582" y="292900"/>
                  </a:lnTo>
                  <a:lnTo>
                    <a:pt x="1289205" y="308207"/>
                  </a:lnTo>
                  <a:lnTo>
                    <a:pt x="1360827" y="323318"/>
                  </a:lnTo>
                  <a:lnTo>
                    <a:pt x="1432450" y="338235"/>
                  </a:lnTo>
                  <a:lnTo>
                    <a:pt x="1504073" y="352961"/>
                  </a:lnTo>
                  <a:lnTo>
                    <a:pt x="1575695" y="367497"/>
                  </a:lnTo>
                  <a:lnTo>
                    <a:pt x="1647318" y="381847"/>
                  </a:lnTo>
                  <a:lnTo>
                    <a:pt x="1718940" y="396013"/>
                  </a:lnTo>
                  <a:lnTo>
                    <a:pt x="1790563" y="409996"/>
                  </a:lnTo>
                  <a:lnTo>
                    <a:pt x="1862185" y="423801"/>
                  </a:lnTo>
                  <a:lnTo>
                    <a:pt x="1933808" y="437428"/>
                  </a:lnTo>
                  <a:lnTo>
                    <a:pt x="2005430" y="450880"/>
                  </a:lnTo>
                  <a:lnTo>
                    <a:pt x="2077053" y="464159"/>
                  </a:lnTo>
                  <a:lnTo>
                    <a:pt x="2148675" y="477268"/>
                  </a:lnTo>
                  <a:lnTo>
                    <a:pt x="2220298" y="490209"/>
                  </a:lnTo>
                  <a:lnTo>
                    <a:pt x="2291920" y="502984"/>
                  </a:lnTo>
                  <a:lnTo>
                    <a:pt x="2363543" y="515594"/>
                  </a:lnTo>
                  <a:lnTo>
                    <a:pt x="2435165" y="528043"/>
                  </a:lnTo>
                  <a:lnTo>
                    <a:pt x="2506788" y="540332"/>
                  </a:lnTo>
                  <a:lnTo>
                    <a:pt x="2578410" y="552463"/>
                  </a:lnTo>
                  <a:lnTo>
                    <a:pt x="2650033" y="564439"/>
                  </a:lnTo>
                  <a:lnTo>
                    <a:pt x="2721655" y="576260"/>
                  </a:lnTo>
                  <a:lnTo>
                    <a:pt x="2793278" y="587930"/>
                  </a:lnTo>
                  <a:lnTo>
                    <a:pt x="2864901" y="599450"/>
                  </a:lnTo>
                  <a:lnTo>
                    <a:pt x="2936523" y="610823"/>
                  </a:lnTo>
                  <a:lnTo>
                    <a:pt x="3008146" y="622049"/>
                  </a:lnTo>
                  <a:lnTo>
                    <a:pt x="3079768" y="633131"/>
                  </a:lnTo>
                  <a:lnTo>
                    <a:pt x="3151391" y="644071"/>
                  </a:lnTo>
                  <a:lnTo>
                    <a:pt x="3223013" y="654871"/>
                  </a:lnTo>
                  <a:lnTo>
                    <a:pt x="3294636" y="665532"/>
                  </a:lnTo>
                  <a:lnTo>
                    <a:pt x="3366258" y="676056"/>
                  </a:lnTo>
                  <a:lnTo>
                    <a:pt x="3437881" y="686444"/>
                  </a:lnTo>
                  <a:lnTo>
                    <a:pt x="3509503" y="696700"/>
                  </a:lnTo>
                  <a:lnTo>
                    <a:pt x="3581126" y="706824"/>
                  </a:lnTo>
                  <a:lnTo>
                    <a:pt x="3652748" y="716818"/>
                  </a:lnTo>
                  <a:lnTo>
                    <a:pt x="3724371" y="726684"/>
                  </a:lnTo>
                  <a:lnTo>
                    <a:pt x="3795993" y="736423"/>
                  </a:lnTo>
                  <a:lnTo>
                    <a:pt x="3867616" y="746037"/>
                  </a:lnTo>
                  <a:lnTo>
                    <a:pt x="3939238" y="755527"/>
                  </a:lnTo>
                  <a:lnTo>
                    <a:pt x="4010861" y="764896"/>
                  </a:lnTo>
                  <a:lnTo>
                    <a:pt x="4082483" y="774144"/>
                  </a:lnTo>
                  <a:lnTo>
                    <a:pt x="4154106" y="783274"/>
                  </a:lnTo>
                  <a:lnTo>
                    <a:pt x="4225729" y="792287"/>
                  </a:lnTo>
                  <a:lnTo>
                    <a:pt x="4297351" y="801184"/>
                  </a:lnTo>
                  <a:lnTo>
                    <a:pt x="4368974" y="809966"/>
                  </a:lnTo>
                  <a:lnTo>
                    <a:pt x="4440596" y="818636"/>
                  </a:lnTo>
                  <a:lnTo>
                    <a:pt x="4512219" y="827195"/>
                  </a:lnTo>
                  <a:lnTo>
                    <a:pt x="4583841" y="835644"/>
                  </a:lnTo>
                  <a:lnTo>
                    <a:pt x="4655464" y="843984"/>
                  </a:lnTo>
                  <a:lnTo>
                    <a:pt x="4727086" y="852217"/>
                  </a:lnTo>
                  <a:lnTo>
                    <a:pt x="4798709" y="860345"/>
                  </a:lnTo>
                  <a:lnTo>
                    <a:pt x="4870331" y="868368"/>
                  </a:lnTo>
                  <a:lnTo>
                    <a:pt x="4941954" y="876288"/>
                  </a:lnTo>
                  <a:lnTo>
                    <a:pt x="5013576" y="884107"/>
                  </a:lnTo>
                  <a:lnTo>
                    <a:pt x="5085199" y="891825"/>
                  </a:lnTo>
                  <a:lnTo>
                    <a:pt x="5156821" y="899444"/>
                  </a:lnTo>
                  <a:lnTo>
                    <a:pt x="5228444" y="906966"/>
                  </a:lnTo>
                  <a:lnTo>
                    <a:pt x="5300066" y="914390"/>
                  </a:lnTo>
                  <a:lnTo>
                    <a:pt x="5371689" y="921720"/>
                  </a:lnTo>
                  <a:lnTo>
                    <a:pt x="5443311" y="928955"/>
                  </a:lnTo>
                  <a:lnTo>
                    <a:pt x="5514934" y="936098"/>
                  </a:lnTo>
                  <a:lnTo>
                    <a:pt x="5586557" y="943149"/>
                  </a:lnTo>
                  <a:lnTo>
                    <a:pt x="5658179" y="950109"/>
                  </a:lnTo>
                  <a:lnTo>
                    <a:pt x="5729802" y="956980"/>
                  </a:lnTo>
                  <a:lnTo>
                    <a:pt x="5801424" y="963763"/>
                  </a:lnTo>
                  <a:lnTo>
                    <a:pt x="5873047" y="970458"/>
                  </a:lnTo>
                  <a:lnTo>
                    <a:pt x="5944669" y="977068"/>
                  </a:lnTo>
                  <a:lnTo>
                    <a:pt x="6016292" y="983593"/>
                  </a:lnTo>
                  <a:lnTo>
                    <a:pt x="6087914" y="990034"/>
                  </a:lnTo>
                  <a:lnTo>
                    <a:pt x="6159537" y="996392"/>
                  </a:lnTo>
                  <a:lnTo>
                    <a:pt x="6231159" y="1002669"/>
                  </a:lnTo>
                  <a:lnTo>
                    <a:pt x="6302782" y="1008865"/>
                  </a:lnTo>
                  <a:lnTo>
                    <a:pt x="6374404" y="1014982"/>
                  </a:lnTo>
                  <a:lnTo>
                    <a:pt x="6446027" y="1021020"/>
                  </a:lnTo>
                  <a:lnTo>
                    <a:pt x="6517649" y="1026981"/>
                  </a:lnTo>
                  <a:lnTo>
                    <a:pt x="6589272" y="1032865"/>
                  </a:lnTo>
                  <a:lnTo>
                    <a:pt x="6660894" y="1038674"/>
                  </a:lnTo>
                  <a:lnTo>
                    <a:pt x="6732517" y="1044408"/>
                  </a:lnTo>
                  <a:lnTo>
                    <a:pt x="6804139" y="1050068"/>
                  </a:lnTo>
                  <a:lnTo>
                    <a:pt x="6875762" y="1055656"/>
                  </a:lnTo>
                  <a:lnTo>
                    <a:pt x="6947385" y="1061172"/>
                  </a:lnTo>
                  <a:lnTo>
                    <a:pt x="7019007" y="1066617"/>
                  </a:lnTo>
                  <a:lnTo>
                    <a:pt x="7090630" y="107199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019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0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34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4232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94141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9020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5820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1.16 (0.99-1.37), p_Bonf = 0.429 (n = 6)  |  per IQR decline (Δ = 22.9 %): 1.42 (0.97-2.07)  |  IQR: [-19.2, 3.7]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37603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2026-10-08T10:13:09Z</dcterms:modified>
  <cp:category/>
</cp:coreProperties>
</file>