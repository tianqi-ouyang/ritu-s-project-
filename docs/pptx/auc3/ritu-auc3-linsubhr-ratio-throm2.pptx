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78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2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6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5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0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40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87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35765"/>
            </a:xfrm>
            <a:custGeom>
              <a:avLst/>
              <a:pathLst>
                <a:path w="7090630" h="3435765">
                  <a:moveTo>
                    <a:pt x="513437" y="0"/>
                  </a:moveTo>
                  <a:lnTo>
                    <a:pt x="572980" y="118407"/>
                  </a:lnTo>
                  <a:lnTo>
                    <a:pt x="644602" y="255054"/>
                  </a:lnTo>
                  <a:lnTo>
                    <a:pt x="716225" y="386153"/>
                  </a:lnTo>
                  <a:lnTo>
                    <a:pt x="787847" y="511929"/>
                  </a:lnTo>
                  <a:lnTo>
                    <a:pt x="859470" y="632597"/>
                  </a:lnTo>
                  <a:lnTo>
                    <a:pt x="931092" y="748366"/>
                  </a:lnTo>
                  <a:lnTo>
                    <a:pt x="1002715" y="859434"/>
                  </a:lnTo>
                  <a:lnTo>
                    <a:pt x="1074337" y="965993"/>
                  </a:lnTo>
                  <a:lnTo>
                    <a:pt x="1145960" y="1068224"/>
                  </a:lnTo>
                  <a:lnTo>
                    <a:pt x="1217582" y="1166305"/>
                  </a:lnTo>
                  <a:lnTo>
                    <a:pt x="1289205" y="1260403"/>
                  </a:lnTo>
                  <a:lnTo>
                    <a:pt x="1360827" y="1350680"/>
                  </a:lnTo>
                  <a:lnTo>
                    <a:pt x="1432450" y="1437292"/>
                  </a:lnTo>
                  <a:lnTo>
                    <a:pt x="1504073" y="1520387"/>
                  </a:lnTo>
                  <a:lnTo>
                    <a:pt x="1575695" y="1600107"/>
                  </a:lnTo>
                  <a:lnTo>
                    <a:pt x="1647318" y="1676591"/>
                  </a:lnTo>
                  <a:lnTo>
                    <a:pt x="1718940" y="1749970"/>
                  </a:lnTo>
                  <a:lnTo>
                    <a:pt x="1790563" y="1820368"/>
                  </a:lnTo>
                  <a:lnTo>
                    <a:pt x="1862185" y="1887909"/>
                  </a:lnTo>
                  <a:lnTo>
                    <a:pt x="1933808" y="1952706"/>
                  </a:lnTo>
                  <a:lnTo>
                    <a:pt x="2005430" y="2014873"/>
                  </a:lnTo>
                  <a:lnTo>
                    <a:pt x="2077053" y="2074516"/>
                  </a:lnTo>
                  <a:lnTo>
                    <a:pt x="2148675" y="2131737"/>
                  </a:lnTo>
                  <a:lnTo>
                    <a:pt x="2220298" y="2186634"/>
                  </a:lnTo>
                  <a:lnTo>
                    <a:pt x="2291920" y="2239302"/>
                  </a:lnTo>
                  <a:lnTo>
                    <a:pt x="2363543" y="2289832"/>
                  </a:lnTo>
                  <a:lnTo>
                    <a:pt x="2435165" y="2338310"/>
                  </a:lnTo>
                  <a:lnTo>
                    <a:pt x="2506788" y="2384820"/>
                  </a:lnTo>
                  <a:lnTo>
                    <a:pt x="2578410" y="2429441"/>
                  </a:lnTo>
                  <a:lnTo>
                    <a:pt x="2650033" y="2472250"/>
                  </a:lnTo>
                  <a:lnTo>
                    <a:pt x="2721655" y="2513321"/>
                  </a:lnTo>
                  <a:lnTo>
                    <a:pt x="2793278" y="2552725"/>
                  </a:lnTo>
                  <a:lnTo>
                    <a:pt x="2864901" y="2590528"/>
                  </a:lnTo>
                  <a:lnTo>
                    <a:pt x="2936523" y="2626797"/>
                  </a:lnTo>
                  <a:lnTo>
                    <a:pt x="3008146" y="2642114"/>
                  </a:lnTo>
                  <a:lnTo>
                    <a:pt x="3079768" y="2582710"/>
                  </a:lnTo>
                  <a:lnTo>
                    <a:pt x="3151391" y="2519112"/>
                  </a:lnTo>
                  <a:lnTo>
                    <a:pt x="3223013" y="2451026"/>
                  </a:lnTo>
                  <a:lnTo>
                    <a:pt x="3294636" y="2378134"/>
                  </a:lnTo>
                  <a:lnTo>
                    <a:pt x="3366258" y="2300097"/>
                  </a:lnTo>
                  <a:lnTo>
                    <a:pt x="3437881" y="2216552"/>
                  </a:lnTo>
                  <a:lnTo>
                    <a:pt x="3509503" y="2127110"/>
                  </a:lnTo>
                  <a:lnTo>
                    <a:pt x="3581126" y="2031356"/>
                  </a:lnTo>
                  <a:lnTo>
                    <a:pt x="3652748" y="1928842"/>
                  </a:lnTo>
                  <a:lnTo>
                    <a:pt x="3724371" y="1819093"/>
                  </a:lnTo>
                  <a:lnTo>
                    <a:pt x="3795993" y="1701598"/>
                  </a:lnTo>
                  <a:lnTo>
                    <a:pt x="3867616" y="1575810"/>
                  </a:lnTo>
                  <a:lnTo>
                    <a:pt x="3939238" y="1441143"/>
                  </a:lnTo>
                  <a:lnTo>
                    <a:pt x="4010861" y="1296971"/>
                  </a:lnTo>
                  <a:lnTo>
                    <a:pt x="4082483" y="1142623"/>
                  </a:lnTo>
                  <a:lnTo>
                    <a:pt x="4154106" y="977380"/>
                  </a:lnTo>
                  <a:lnTo>
                    <a:pt x="4225729" y="800475"/>
                  </a:lnTo>
                  <a:lnTo>
                    <a:pt x="4297351" y="611083"/>
                  </a:lnTo>
                  <a:lnTo>
                    <a:pt x="4368974" y="408323"/>
                  </a:lnTo>
                  <a:lnTo>
                    <a:pt x="4440596" y="191252"/>
                  </a:lnTo>
                  <a:lnTo>
                    <a:pt x="4499540" y="0"/>
                  </a:lnTo>
                  <a:lnTo>
                    <a:pt x="7090630" y="0"/>
                  </a:lnTo>
                  <a:lnTo>
                    <a:pt x="7090630" y="3406331"/>
                  </a:lnTo>
                  <a:lnTo>
                    <a:pt x="7019007" y="3403055"/>
                  </a:lnTo>
                  <a:lnTo>
                    <a:pt x="6947385" y="3399640"/>
                  </a:lnTo>
                  <a:lnTo>
                    <a:pt x="6875762" y="3396080"/>
                  </a:lnTo>
                  <a:lnTo>
                    <a:pt x="6804139" y="3392370"/>
                  </a:lnTo>
                  <a:lnTo>
                    <a:pt x="6732517" y="3388502"/>
                  </a:lnTo>
                  <a:lnTo>
                    <a:pt x="6660894" y="3384472"/>
                  </a:lnTo>
                  <a:lnTo>
                    <a:pt x="6589272" y="3380270"/>
                  </a:lnTo>
                  <a:lnTo>
                    <a:pt x="6517649" y="3375891"/>
                  </a:lnTo>
                  <a:lnTo>
                    <a:pt x="6446027" y="3371326"/>
                  </a:lnTo>
                  <a:lnTo>
                    <a:pt x="6374404" y="3366568"/>
                  </a:lnTo>
                  <a:lnTo>
                    <a:pt x="6302782" y="3361608"/>
                  </a:lnTo>
                  <a:lnTo>
                    <a:pt x="6231159" y="3356439"/>
                  </a:lnTo>
                  <a:lnTo>
                    <a:pt x="6159537" y="3351051"/>
                  </a:lnTo>
                  <a:lnTo>
                    <a:pt x="6087914" y="3345435"/>
                  </a:lnTo>
                  <a:lnTo>
                    <a:pt x="6016292" y="3339582"/>
                  </a:lnTo>
                  <a:lnTo>
                    <a:pt x="5944669" y="3333480"/>
                  </a:lnTo>
                  <a:lnTo>
                    <a:pt x="5873047" y="3327120"/>
                  </a:lnTo>
                  <a:lnTo>
                    <a:pt x="5801424" y="3320492"/>
                  </a:lnTo>
                  <a:lnTo>
                    <a:pt x="5729802" y="3313582"/>
                  </a:lnTo>
                  <a:lnTo>
                    <a:pt x="5658179" y="3306380"/>
                  </a:lnTo>
                  <a:lnTo>
                    <a:pt x="5586557" y="3298874"/>
                  </a:lnTo>
                  <a:lnTo>
                    <a:pt x="5514934" y="3291049"/>
                  </a:lnTo>
                  <a:lnTo>
                    <a:pt x="5443311" y="3282894"/>
                  </a:lnTo>
                  <a:lnTo>
                    <a:pt x="5371689" y="3274393"/>
                  </a:lnTo>
                  <a:lnTo>
                    <a:pt x="5300066" y="3265533"/>
                  </a:lnTo>
                  <a:lnTo>
                    <a:pt x="5228444" y="3256297"/>
                  </a:lnTo>
                  <a:lnTo>
                    <a:pt x="5156821" y="3246671"/>
                  </a:lnTo>
                  <a:lnTo>
                    <a:pt x="5085199" y="3236637"/>
                  </a:lnTo>
                  <a:lnTo>
                    <a:pt x="5013576" y="3226179"/>
                  </a:lnTo>
                  <a:lnTo>
                    <a:pt x="4941954" y="3215278"/>
                  </a:lnTo>
                  <a:lnTo>
                    <a:pt x="4870331" y="3203916"/>
                  </a:lnTo>
                  <a:lnTo>
                    <a:pt x="4798709" y="3192073"/>
                  </a:lnTo>
                  <a:lnTo>
                    <a:pt x="4727086" y="3179728"/>
                  </a:lnTo>
                  <a:lnTo>
                    <a:pt x="4655464" y="3166861"/>
                  </a:lnTo>
                  <a:lnTo>
                    <a:pt x="4583841" y="3153450"/>
                  </a:lnTo>
                  <a:lnTo>
                    <a:pt x="4512219" y="3139471"/>
                  </a:lnTo>
                  <a:lnTo>
                    <a:pt x="4440596" y="3124900"/>
                  </a:lnTo>
                  <a:lnTo>
                    <a:pt x="4368974" y="3109713"/>
                  </a:lnTo>
                  <a:lnTo>
                    <a:pt x="4297351" y="3093883"/>
                  </a:lnTo>
                  <a:lnTo>
                    <a:pt x="4225729" y="3077382"/>
                  </a:lnTo>
                  <a:lnTo>
                    <a:pt x="4154106" y="3060184"/>
                  </a:lnTo>
                  <a:lnTo>
                    <a:pt x="4082483" y="3042258"/>
                  </a:lnTo>
                  <a:lnTo>
                    <a:pt x="4010861" y="3023573"/>
                  </a:lnTo>
                  <a:lnTo>
                    <a:pt x="3939238" y="3004097"/>
                  </a:lnTo>
                  <a:lnTo>
                    <a:pt x="3867616" y="2983797"/>
                  </a:lnTo>
                  <a:lnTo>
                    <a:pt x="3795993" y="2962637"/>
                  </a:lnTo>
                  <a:lnTo>
                    <a:pt x="3724371" y="2940583"/>
                  </a:lnTo>
                  <a:lnTo>
                    <a:pt x="3652748" y="2917594"/>
                  </a:lnTo>
                  <a:lnTo>
                    <a:pt x="3581126" y="2893633"/>
                  </a:lnTo>
                  <a:lnTo>
                    <a:pt x="3509503" y="2868658"/>
                  </a:lnTo>
                  <a:lnTo>
                    <a:pt x="3437881" y="2842626"/>
                  </a:lnTo>
                  <a:lnTo>
                    <a:pt x="3366258" y="2815492"/>
                  </a:lnTo>
                  <a:lnTo>
                    <a:pt x="3294636" y="2787209"/>
                  </a:lnTo>
                  <a:lnTo>
                    <a:pt x="3223013" y="2757730"/>
                  </a:lnTo>
                  <a:lnTo>
                    <a:pt x="3151391" y="2727003"/>
                  </a:lnTo>
                  <a:lnTo>
                    <a:pt x="3079768" y="2694976"/>
                  </a:lnTo>
                  <a:lnTo>
                    <a:pt x="3008146" y="2661593"/>
                  </a:lnTo>
                  <a:lnTo>
                    <a:pt x="2936523" y="2697602"/>
                  </a:lnTo>
                  <a:lnTo>
                    <a:pt x="2864901" y="2749432"/>
                  </a:lnTo>
                  <a:lnTo>
                    <a:pt x="2793278" y="2797844"/>
                  </a:lnTo>
                  <a:lnTo>
                    <a:pt x="2721655" y="2843065"/>
                  </a:lnTo>
                  <a:lnTo>
                    <a:pt x="2650033" y="2885305"/>
                  </a:lnTo>
                  <a:lnTo>
                    <a:pt x="2578410" y="2924760"/>
                  </a:lnTo>
                  <a:lnTo>
                    <a:pt x="2506788" y="2961613"/>
                  </a:lnTo>
                  <a:lnTo>
                    <a:pt x="2435165" y="2996037"/>
                  </a:lnTo>
                  <a:lnTo>
                    <a:pt x="2363543" y="3028191"/>
                  </a:lnTo>
                  <a:lnTo>
                    <a:pt x="2291920" y="3058225"/>
                  </a:lnTo>
                  <a:lnTo>
                    <a:pt x="2220298" y="3086279"/>
                  </a:lnTo>
                  <a:lnTo>
                    <a:pt x="2148675" y="3112484"/>
                  </a:lnTo>
                  <a:lnTo>
                    <a:pt x="2077053" y="3136961"/>
                  </a:lnTo>
                  <a:lnTo>
                    <a:pt x="2005430" y="3159824"/>
                  </a:lnTo>
                  <a:lnTo>
                    <a:pt x="1933808" y="3181180"/>
                  </a:lnTo>
                  <a:lnTo>
                    <a:pt x="1862185" y="3201128"/>
                  </a:lnTo>
                  <a:lnTo>
                    <a:pt x="1790563" y="3219761"/>
                  </a:lnTo>
                  <a:lnTo>
                    <a:pt x="1718940" y="3237165"/>
                  </a:lnTo>
                  <a:lnTo>
                    <a:pt x="1647318" y="3253422"/>
                  </a:lnTo>
                  <a:lnTo>
                    <a:pt x="1575695" y="3268607"/>
                  </a:lnTo>
                  <a:lnTo>
                    <a:pt x="1504073" y="3282791"/>
                  </a:lnTo>
                  <a:lnTo>
                    <a:pt x="1432450" y="3296040"/>
                  </a:lnTo>
                  <a:lnTo>
                    <a:pt x="1360827" y="3308415"/>
                  </a:lnTo>
                  <a:lnTo>
                    <a:pt x="1289205" y="3319975"/>
                  </a:lnTo>
                  <a:lnTo>
                    <a:pt x="1217582" y="3330772"/>
                  </a:lnTo>
                  <a:lnTo>
                    <a:pt x="1145960" y="3340857"/>
                  </a:lnTo>
                  <a:lnTo>
                    <a:pt x="1074337" y="3350278"/>
                  </a:lnTo>
                  <a:lnTo>
                    <a:pt x="1002715" y="3359077"/>
                  </a:lnTo>
                  <a:lnTo>
                    <a:pt x="931092" y="3367297"/>
                  </a:lnTo>
                  <a:lnTo>
                    <a:pt x="859470" y="3374974"/>
                  </a:lnTo>
                  <a:lnTo>
                    <a:pt x="787847" y="3382145"/>
                  </a:lnTo>
                  <a:lnTo>
                    <a:pt x="716225" y="3388844"/>
                  </a:lnTo>
                  <a:lnTo>
                    <a:pt x="644602" y="3395101"/>
                  </a:lnTo>
                  <a:lnTo>
                    <a:pt x="572980" y="3400945"/>
                  </a:lnTo>
                  <a:lnTo>
                    <a:pt x="501357" y="3406404"/>
                  </a:lnTo>
                  <a:lnTo>
                    <a:pt x="429735" y="3411503"/>
                  </a:lnTo>
                  <a:lnTo>
                    <a:pt x="358112" y="3416266"/>
                  </a:lnTo>
                  <a:lnTo>
                    <a:pt x="286490" y="3420715"/>
                  </a:lnTo>
                  <a:lnTo>
                    <a:pt x="214867" y="3424871"/>
                  </a:lnTo>
                  <a:lnTo>
                    <a:pt x="143245" y="3428752"/>
                  </a:lnTo>
                  <a:lnTo>
                    <a:pt x="71622" y="3432378"/>
                  </a:lnTo>
                  <a:lnTo>
                    <a:pt x="0" y="343576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85487" y="2073503"/>
              <a:ext cx="3986102" cy="2642114"/>
            </a:xfrm>
            <a:custGeom>
              <a:avLst/>
              <a:pathLst>
                <a:path w="3986102" h="2642114">
                  <a:moveTo>
                    <a:pt x="0" y="0"/>
                  </a:moveTo>
                  <a:lnTo>
                    <a:pt x="59542" y="118407"/>
                  </a:lnTo>
                  <a:lnTo>
                    <a:pt x="131164" y="255054"/>
                  </a:lnTo>
                  <a:lnTo>
                    <a:pt x="202787" y="386153"/>
                  </a:lnTo>
                  <a:lnTo>
                    <a:pt x="274409" y="511929"/>
                  </a:lnTo>
                  <a:lnTo>
                    <a:pt x="346032" y="632597"/>
                  </a:lnTo>
                  <a:lnTo>
                    <a:pt x="417655" y="748366"/>
                  </a:lnTo>
                  <a:lnTo>
                    <a:pt x="489277" y="859434"/>
                  </a:lnTo>
                  <a:lnTo>
                    <a:pt x="560900" y="965993"/>
                  </a:lnTo>
                  <a:lnTo>
                    <a:pt x="632522" y="1068224"/>
                  </a:lnTo>
                  <a:lnTo>
                    <a:pt x="704145" y="1166305"/>
                  </a:lnTo>
                  <a:lnTo>
                    <a:pt x="775767" y="1260403"/>
                  </a:lnTo>
                  <a:lnTo>
                    <a:pt x="847390" y="1350680"/>
                  </a:lnTo>
                  <a:lnTo>
                    <a:pt x="919012" y="1437292"/>
                  </a:lnTo>
                  <a:lnTo>
                    <a:pt x="990635" y="1520387"/>
                  </a:lnTo>
                  <a:lnTo>
                    <a:pt x="1062257" y="1600107"/>
                  </a:lnTo>
                  <a:lnTo>
                    <a:pt x="1133880" y="1676591"/>
                  </a:lnTo>
                  <a:lnTo>
                    <a:pt x="1205502" y="1749970"/>
                  </a:lnTo>
                  <a:lnTo>
                    <a:pt x="1277125" y="1820368"/>
                  </a:lnTo>
                  <a:lnTo>
                    <a:pt x="1348747" y="1887909"/>
                  </a:lnTo>
                  <a:lnTo>
                    <a:pt x="1420370" y="1952706"/>
                  </a:lnTo>
                  <a:lnTo>
                    <a:pt x="1491992" y="2014873"/>
                  </a:lnTo>
                  <a:lnTo>
                    <a:pt x="1563615" y="2074516"/>
                  </a:lnTo>
                  <a:lnTo>
                    <a:pt x="1635237" y="2131737"/>
                  </a:lnTo>
                  <a:lnTo>
                    <a:pt x="1706860" y="2186634"/>
                  </a:lnTo>
                  <a:lnTo>
                    <a:pt x="1778483" y="2239302"/>
                  </a:lnTo>
                  <a:lnTo>
                    <a:pt x="1850105" y="2289832"/>
                  </a:lnTo>
                  <a:lnTo>
                    <a:pt x="1921728" y="2338310"/>
                  </a:lnTo>
                  <a:lnTo>
                    <a:pt x="1993350" y="2384820"/>
                  </a:lnTo>
                  <a:lnTo>
                    <a:pt x="2064973" y="2429441"/>
                  </a:lnTo>
                  <a:lnTo>
                    <a:pt x="2136595" y="2472250"/>
                  </a:lnTo>
                  <a:lnTo>
                    <a:pt x="2208218" y="2513321"/>
                  </a:lnTo>
                  <a:lnTo>
                    <a:pt x="2279840" y="2552725"/>
                  </a:lnTo>
                  <a:lnTo>
                    <a:pt x="2351463" y="2590528"/>
                  </a:lnTo>
                  <a:lnTo>
                    <a:pt x="2423085" y="2626797"/>
                  </a:lnTo>
                  <a:lnTo>
                    <a:pt x="2494708" y="2642114"/>
                  </a:lnTo>
                  <a:lnTo>
                    <a:pt x="2566330" y="2582710"/>
                  </a:lnTo>
                  <a:lnTo>
                    <a:pt x="2637953" y="2519112"/>
                  </a:lnTo>
                  <a:lnTo>
                    <a:pt x="2709575" y="2451026"/>
                  </a:lnTo>
                  <a:lnTo>
                    <a:pt x="2781198" y="2378134"/>
                  </a:lnTo>
                  <a:lnTo>
                    <a:pt x="2852820" y="2300097"/>
                  </a:lnTo>
                  <a:lnTo>
                    <a:pt x="2924443" y="2216552"/>
                  </a:lnTo>
                  <a:lnTo>
                    <a:pt x="2996065" y="2127110"/>
                  </a:lnTo>
                  <a:lnTo>
                    <a:pt x="3067688" y="2031356"/>
                  </a:lnTo>
                  <a:lnTo>
                    <a:pt x="3139311" y="1928842"/>
                  </a:lnTo>
                  <a:lnTo>
                    <a:pt x="3210933" y="1819093"/>
                  </a:lnTo>
                  <a:lnTo>
                    <a:pt x="3282556" y="1701598"/>
                  </a:lnTo>
                  <a:lnTo>
                    <a:pt x="3354178" y="1575810"/>
                  </a:lnTo>
                  <a:lnTo>
                    <a:pt x="3425801" y="1441143"/>
                  </a:lnTo>
                  <a:lnTo>
                    <a:pt x="3497423" y="1296971"/>
                  </a:lnTo>
                  <a:lnTo>
                    <a:pt x="3569046" y="1142623"/>
                  </a:lnTo>
                  <a:lnTo>
                    <a:pt x="3640668" y="977380"/>
                  </a:lnTo>
                  <a:lnTo>
                    <a:pt x="3712291" y="800475"/>
                  </a:lnTo>
                  <a:lnTo>
                    <a:pt x="3783913" y="611083"/>
                  </a:lnTo>
                  <a:lnTo>
                    <a:pt x="3855536" y="408323"/>
                  </a:lnTo>
                  <a:lnTo>
                    <a:pt x="3927158" y="191252"/>
                  </a:lnTo>
                  <a:lnTo>
                    <a:pt x="398610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5096"/>
              <a:ext cx="7090630" cy="774172"/>
            </a:xfrm>
            <a:custGeom>
              <a:avLst/>
              <a:pathLst>
                <a:path w="7090630" h="774172">
                  <a:moveTo>
                    <a:pt x="7090630" y="744738"/>
                  </a:moveTo>
                  <a:lnTo>
                    <a:pt x="7019007" y="741462"/>
                  </a:lnTo>
                  <a:lnTo>
                    <a:pt x="6947385" y="738047"/>
                  </a:lnTo>
                  <a:lnTo>
                    <a:pt x="6875762" y="734487"/>
                  </a:lnTo>
                  <a:lnTo>
                    <a:pt x="6804139" y="730777"/>
                  </a:lnTo>
                  <a:lnTo>
                    <a:pt x="6732517" y="726909"/>
                  </a:lnTo>
                  <a:lnTo>
                    <a:pt x="6660894" y="722878"/>
                  </a:lnTo>
                  <a:lnTo>
                    <a:pt x="6589272" y="718677"/>
                  </a:lnTo>
                  <a:lnTo>
                    <a:pt x="6517649" y="714297"/>
                  </a:lnTo>
                  <a:lnTo>
                    <a:pt x="6446027" y="709733"/>
                  </a:lnTo>
                  <a:lnTo>
                    <a:pt x="6374404" y="704975"/>
                  </a:lnTo>
                  <a:lnTo>
                    <a:pt x="6302782" y="700015"/>
                  </a:lnTo>
                  <a:lnTo>
                    <a:pt x="6231159" y="694846"/>
                  </a:lnTo>
                  <a:lnTo>
                    <a:pt x="6159537" y="689458"/>
                  </a:lnTo>
                  <a:lnTo>
                    <a:pt x="6087914" y="683842"/>
                  </a:lnTo>
                  <a:lnTo>
                    <a:pt x="6016292" y="677988"/>
                  </a:lnTo>
                  <a:lnTo>
                    <a:pt x="5944669" y="671887"/>
                  </a:lnTo>
                  <a:lnTo>
                    <a:pt x="5873047" y="665527"/>
                  </a:lnTo>
                  <a:lnTo>
                    <a:pt x="5801424" y="658898"/>
                  </a:lnTo>
                  <a:lnTo>
                    <a:pt x="5729802" y="651989"/>
                  </a:lnTo>
                  <a:lnTo>
                    <a:pt x="5658179" y="644787"/>
                  </a:lnTo>
                  <a:lnTo>
                    <a:pt x="5586557" y="637281"/>
                  </a:lnTo>
                  <a:lnTo>
                    <a:pt x="5514934" y="629456"/>
                  </a:lnTo>
                  <a:lnTo>
                    <a:pt x="5443311" y="621301"/>
                  </a:lnTo>
                  <a:lnTo>
                    <a:pt x="5371689" y="612800"/>
                  </a:lnTo>
                  <a:lnTo>
                    <a:pt x="5300066" y="603940"/>
                  </a:lnTo>
                  <a:lnTo>
                    <a:pt x="5228444" y="594704"/>
                  </a:lnTo>
                  <a:lnTo>
                    <a:pt x="5156821" y="585078"/>
                  </a:lnTo>
                  <a:lnTo>
                    <a:pt x="5085199" y="575044"/>
                  </a:lnTo>
                  <a:lnTo>
                    <a:pt x="5013576" y="564586"/>
                  </a:lnTo>
                  <a:lnTo>
                    <a:pt x="4941954" y="553685"/>
                  </a:lnTo>
                  <a:lnTo>
                    <a:pt x="4870331" y="542323"/>
                  </a:lnTo>
                  <a:lnTo>
                    <a:pt x="4798709" y="530480"/>
                  </a:lnTo>
                  <a:lnTo>
                    <a:pt x="4727086" y="518135"/>
                  </a:lnTo>
                  <a:lnTo>
                    <a:pt x="4655464" y="505268"/>
                  </a:lnTo>
                  <a:lnTo>
                    <a:pt x="4583841" y="491857"/>
                  </a:lnTo>
                  <a:lnTo>
                    <a:pt x="4512219" y="477878"/>
                  </a:lnTo>
                  <a:lnTo>
                    <a:pt x="4440596" y="463307"/>
                  </a:lnTo>
                  <a:lnTo>
                    <a:pt x="4368974" y="448120"/>
                  </a:lnTo>
                  <a:lnTo>
                    <a:pt x="4297351" y="432289"/>
                  </a:lnTo>
                  <a:lnTo>
                    <a:pt x="4225729" y="415789"/>
                  </a:lnTo>
                  <a:lnTo>
                    <a:pt x="4154106" y="398591"/>
                  </a:lnTo>
                  <a:lnTo>
                    <a:pt x="4082483" y="380665"/>
                  </a:lnTo>
                  <a:lnTo>
                    <a:pt x="4010861" y="361980"/>
                  </a:lnTo>
                  <a:lnTo>
                    <a:pt x="3939238" y="342504"/>
                  </a:lnTo>
                  <a:lnTo>
                    <a:pt x="3867616" y="322204"/>
                  </a:lnTo>
                  <a:lnTo>
                    <a:pt x="3795993" y="301044"/>
                  </a:lnTo>
                  <a:lnTo>
                    <a:pt x="3724371" y="278990"/>
                  </a:lnTo>
                  <a:lnTo>
                    <a:pt x="3652748" y="256001"/>
                  </a:lnTo>
                  <a:lnTo>
                    <a:pt x="3581126" y="232040"/>
                  </a:lnTo>
                  <a:lnTo>
                    <a:pt x="3509503" y="207065"/>
                  </a:lnTo>
                  <a:lnTo>
                    <a:pt x="3437881" y="181033"/>
                  </a:lnTo>
                  <a:lnTo>
                    <a:pt x="3366258" y="153899"/>
                  </a:lnTo>
                  <a:lnTo>
                    <a:pt x="3294636" y="125616"/>
                  </a:lnTo>
                  <a:lnTo>
                    <a:pt x="3223013" y="96137"/>
                  </a:lnTo>
                  <a:lnTo>
                    <a:pt x="3151391" y="65410"/>
                  </a:lnTo>
                  <a:lnTo>
                    <a:pt x="3079768" y="33382"/>
                  </a:lnTo>
                  <a:lnTo>
                    <a:pt x="3008146" y="0"/>
                  </a:lnTo>
                  <a:lnTo>
                    <a:pt x="2936523" y="36009"/>
                  </a:lnTo>
                  <a:lnTo>
                    <a:pt x="2864901" y="87839"/>
                  </a:lnTo>
                  <a:lnTo>
                    <a:pt x="2793278" y="136251"/>
                  </a:lnTo>
                  <a:lnTo>
                    <a:pt x="2721655" y="181472"/>
                  </a:lnTo>
                  <a:lnTo>
                    <a:pt x="2650033" y="223712"/>
                  </a:lnTo>
                  <a:lnTo>
                    <a:pt x="2578410" y="263166"/>
                  </a:lnTo>
                  <a:lnTo>
                    <a:pt x="2506788" y="300020"/>
                  </a:lnTo>
                  <a:lnTo>
                    <a:pt x="2435165" y="334444"/>
                  </a:lnTo>
                  <a:lnTo>
                    <a:pt x="2363543" y="366598"/>
                  </a:lnTo>
                  <a:lnTo>
                    <a:pt x="2291920" y="396632"/>
                  </a:lnTo>
                  <a:lnTo>
                    <a:pt x="2220298" y="424686"/>
                  </a:lnTo>
                  <a:lnTo>
                    <a:pt x="2148675" y="450891"/>
                  </a:lnTo>
                  <a:lnTo>
                    <a:pt x="2077053" y="475368"/>
                  </a:lnTo>
                  <a:lnTo>
                    <a:pt x="2005430" y="498231"/>
                  </a:lnTo>
                  <a:lnTo>
                    <a:pt x="1933808" y="519587"/>
                  </a:lnTo>
                  <a:lnTo>
                    <a:pt x="1862185" y="539535"/>
                  </a:lnTo>
                  <a:lnTo>
                    <a:pt x="1790563" y="558168"/>
                  </a:lnTo>
                  <a:lnTo>
                    <a:pt x="1718940" y="575572"/>
                  </a:lnTo>
                  <a:lnTo>
                    <a:pt x="1647318" y="591829"/>
                  </a:lnTo>
                  <a:lnTo>
                    <a:pt x="1575695" y="607014"/>
                  </a:lnTo>
                  <a:lnTo>
                    <a:pt x="1504073" y="621198"/>
                  </a:lnTo>
                  <a:lnTo>
                    <a:pt x="1432450" y="634447"/>
                  </a:lnTo>
                  <a:lnTo>
                    <a:pt x="1360827" y="646822"/>
                  </a:lnTo>
                  <a:lnTo>
                    <a:pt x="1289205" y="658381"/>
                  </a:lnTo>
                  <a:lnTo>
                    <a:pt x="1217582" y="669179"/>
                  </a:lnTo>
                  <a:lnTo>
                    <a:pt x="1145960" y="679264"/>
                  </a:lnTo>
                  <a:lnTo>
                    <a:pt x="1074337" y="688685"/>
                  </a:lnTo>
                  <a:lnTo>
                    <a:pt x="1002715" y="697484"/>
                  </a:lnTo>
                  <a:lnTo>
                    <a:pt x="931092" y="705704"/>
                  </a:lnTo>
                  <a:lnTo>
                    <a:pt x="859470" y="713381"/>
                  </a:lnTo>
                  <a:lnTo>
                    <a:pt x="787847" y="720552"/>
                  </a:lnTo>
                  <a:lnTo>
                    <a:pt x="716225" y="727251"/>
                  </a:lnTo>
                  <a:lnTo>
                    <a:pt x="644602" y="733508"/>
                  </a:lnTo>
                  <a:lnTo>
                    <a:pt x="572980" y="739352"/>
                  </a:lnTo>
                  <a:lnTo>
                    <a:pt x="501357" y="744811"/>
                  </a:lnTo>
                  <a:lnTo>
                    <a:pt x="429735" y="749910"/>
                  </a:lnTo>
                  <a:lnTo>
                    <a:pt x="358112" y="754673"/>
                  </a:lnTo>
                  <a:lnTo>
                    <a:pt x="286490" y="759122"/>
                  </a:lnTo>
                  <a:lnTo>
                    <a:pt x="214867" y="763277"/>
                  </a:lnTo>
                  <a:lnTo>
                    <a:pt x="143245" y="767159"/>
                  </a:lnTo>
                  <a:lnTo>
                    <a:pt x="71622" y="770785"/>
                  </a:lnTo>
                  <a:lnTo>
                    <a:pt x="0" y="7741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774263"/>
              <a:ext cx="7090630" cy="1308676"/>
            </a:xfrm>
            <a:custGeom>
              <a:avLst/>
              <a:pathLst>
                <a:path w="7090630" h="1308676">
                  <a:moveTo>
                    <a:pt x="0" y="1308676"/>
                  </a:moveTo>
                  <a:lnTo>
                    <a:pt x="71622" y="1302289"/>
                  </a:lnTo>
                  <a:lnTo>
                    <a:pt x="143245" y="1295816"/>
                  </a:lnTo>
                  <a:lnTo>
                    <a:pt x="214867" y="1289256"/>
                  </a:lnTo>
                  <a:lnTo>
                    <a:pt x="286490" y="1282608"/>
                  </a:lnTo>
                  <a:lnTo>
                    <a:pt x="358112" y="1275870"/>
                  </a:lnTo>
                  <a:lnTo>
                    <a:pt x="429735" y="1269042"/>
                  </a:lnTo>
                  <a:lnTo>
                    <a:pt x="501357" y="1262121"/>
                  </a:lnTo>
                  <a:lnTo>
                    <a:pt x="572980" y="1255108"/>
                  </a:lnTo>
                  <a:lnTo>
                    <a:pt x="644602" y="1248000"/>
                  </a:lnTo>
                  <a:lnTo>
                    <a:pt x="716225" y="1240796"/>
                  </a:lnTo>
                  <a:lnTo>
                    <a:pt x="787847" y="1233495"/>
                  </a:lnTo>
                  <a:lnTo>
                    <a:pt x="859470" y="1226096"/>
                  </a:lnTo>
                  <a:lnTo>
                    <a:pt x="931092" y="1218597"/>
                  </a:lnTo>
                  <a:lnTo>
                    <a:pt x="1002715" y="1210997"/>
                  </a:lnTo>
                  <a:lnTo>
                    <a:pt x="1074337" y="1203295"/>
                  </a:lnTo>
                  <a:lnTo>
                    <a:pt x="1145960" y="1195489"/>
                  </a:lnTo>
                  <a:lnTo>
                    <a:pt x="1217582" y="1187578"/>
                  </a:lnTo>
                  <a:lnTo>
                    <a:pt x="1289205" y="1179561"/>
                  </a:lnTo>
                  <a:lnTo>
                    <a:pt x="1360827" y="1171436"/>
                  </a:lnTo>
                  <a:lnTo>
                    <a:pt x="1432450" y="1163201"/>
                  </a:lnTo>
                  <a:lnTo>
                    <a:pt x="1504073" y="1154855"/>
                  </a:lnTo>
                  <a:lnTo>
                    <a:pt x="1575695" y="1146397"/>
                  </a:lnTo>
                  <a:lnTo>
                    <a:pt x="1647318" y="1137825"/>
                  </a:lnTo>
                  <a:lnTo>
                    <a:pt x="1718940" y="1129138"/>
                  </a:lnTo>
                  <a:lnTo>
                    <a:pt x="1790563" y="1120333"/>
                  </a:lnTo>
                  <a:lnTo>
                    <a:pt x="1862185" y="1111410"/>
                  </a:lnTo>
                  <a:lnTo>
                    <a:pt x="1933808" y="1102367"/>
                  </a:lnTo>
                  <a:lnTo>
                    <a:pt x="2005430" y="1093203"/>
                  </a:lnTo>
                  <a:lnTo>
                    <a:pt x="2077053" y="1083914"/>
                  </a:lnTo>
                  <a:lnTo>
                    <a:pt x="2148675" y="1074501"/>
                  </a:lnTo>
                  <a:lnTo>
                    <a:pt x="2220298" y="1064961"/>
                  </a:lnTo>
                  <a:lnTo>
                    <a:pt x="2291920" y="1055292"/>
                  </a:lnTo>
                  <a:lnTo>
                    <a:pt x="2363543" y="1045494"/>
                  </a:lnTo>
                  <a:lnTo>
                    <a:pt x="2435165" y="1035563"/>
                  </a:lnTo>
                  <a:lnTo>
                    <a:pt x="2506788" y="1025499"/>
                  </a:lnTo>
                  <a:lnTo>
                    <a:pt x="2578410" y="1015299"/>
                  </a:lnTo>
                  <a:lnTo>
                    <a:pt x="2650033" y="1004962"/>
                  </a:lnTo>
                  <a:lnTo>
                    <a:pt x="2721655" y="994485"/>
                  </a:lnTo>
                  <a:lnTo>
                    <a:pt x="2793278" y="983868"/>
                  </a:lnTo>
                  <a:lnTo>
                    <a:pt x="2864901" y="973107"/>
                  </a:lnTo>
                  <a:lnTo>
                    <a:pt x="2936523" y="962202"/>
                  </a:lnTo>
                  <a:lnTo>
                    <a:pt x="3008146" y="951149"/>
                  </a:lnTo>
                  <a:lnTo>
                    <a:pt x="3079768" y="939948"/>
                  </a:lnTo>
                  <a:lnTo>
                    <a:pt x="3151391" y="928597"/>
                  </a:lnTo>
                  <a:lnTo>
                    <a:pt x="3223013" y="917092"/>
                  </a:lnTo>
                  <a:lnTo>
                    <a:pt x="3294636" y="905432"/>
                  </a:lnTo>
                  <a:lnTo>
                    <a:pt x="3366258" y="893615"/>
                  </a:lnTo>
                  <a:lnTo>
                    <a:pt x="3437881" y="881640"/>
                  </a:lnTo>
                  <a:lnTo>
                    <a:pt x="3509503" y="869503"/>
                  </a:lnTo>
                  <a:lnTo>
                    <a:pt x="3581126" y="857202"/>
                  </a:lnTo>
                  <a:lnTo>
                    <a:pt x="3652748" y="844736"/>
                  </a:lnTo>
                  <a:lnTo>
                    <a:pt x="3724371" y="832102"/>
                  </a:lnTo>
                  <a:lnTo>
                    <a:pt x="3795993" y="819298"/>
                  </a:lnTo>
                  <a:lnTo>
                    <a:pt x="3867616" y="806322"/>
                  </a:lnTo>
                  <a:lnTo>
                    <a:pt x="3939238" y="793170"/>
                  </a:lnTo>
                  <a:lnTo>
                    <a:pt x="4010861" y="779842"/>
                  </a:lnTo>
                  <a:lnTo>
                    <a:pt x="4082483" y="766334"/>
                  </a:lnTo>
                  <a:lnTo>
                    <a:pt x="4154106" y="752645"/>
                  </a:lnTo>
                  <a:lnTo>
                    <a:pt x="4225729" y="738771"/>
                  </a:lnTo>
                  <a:lnTo>
                    <a:pt x="4297351" y="724710"/>
                  </a:lnTo>
                  <a:lnTo>
                    <a:pt x="4368974" y="710460"/>
                  </a:lnTo>
                  <a:lnTo>
                    <a:pt x="4440596" y="696017"/>
                  </a:lnTo>
                  <a:lnTo>
                    <a:pt x="4512219" y="681381"/>
                  </a:lnTo>
                  <a:lnTo>
                    <a:pt x="4583841" y="666547"/>
                  </a:lnTo>
                  <a:lnTo>
                    <a:pt x="4655464" y="651514"/>
                  </a:lnTo>
                  <a:lnTo>
                    <a:pt x="4727086" y="636278"/>
                  </a:lnTo>
                  <a:lnTo>
                    <a:pt x="4798709" y="620837"/>
                  </a:lnTo>
                  <a:lnTo>
                    <a:pt x="4870331" y="605188"/>
                  </a:lnTo>
                  <a:lnTo>
                    <a:pt x="4941954" y="589329"/>
                  </a:lnTo>
                  <a:lnTo>
                    <a:pt x="5013576" y="573256"/>
                  </a:lnTo>
                  <a:lnTo>
                    <a:pt x="5085199" y="556966"/>
                  </a:lnTo>
                  <a:lnTo>
                    <a:pt x="5156821" y="540457"/>
                  </a:lnTo>
                  <a:lnTo>
                    <a:pt x="5228444" y="523726"/>
                  </a:lnTo>
                  <a:lnTo>
                    <a:pt x="5300066" y="506770"/>
                  </a:lnTo>
                  <a:lnTo>
                    <a:pt x="5371689" y="489585"/>
                  </a:lnTo>
                  <a:lnTo>
                    <a:pt x="5443311" y="472168"/>
                  </a:lnTo>
                  <a:lnTo>
                    <a:pt x="5514934" y="454518"/>
                  </a:lnTo>
                  <a:lnTo>
                    <a:pt x="5586557" y="436629"/>
                  </a:lnTo>
                  <a:lnTo>
                    <a:pt x="5658179" y="418500"/>
                  </a:lnTo>
                  <a:lnTo>
                    <a:pt x="5729802" y="400127"/>
                  </a:lnTo>
                  <a:lnTo>
                    <a:pt x="5801424" y="381506"/>
                  </a:lnTo>
                  <a:lnTo>
                    <a:pt x="5873047" y="362634"/>
                  </a:lnTo>
                  <a:lnTo>
                    <a:pt x="5944669" y="343509"/>
                  </a:lnTo>
                  <a:lnTo>
                    <a:pt x="6016292" y="324125"/>
                  </a:lnTo>
                  <a:lnTo>
                    <a:pt x="6087914" y="304481"/>
                  </a:lnTo>
                  <a:lnTo>
                    <a:pt x="6159537" y="284572"/>
                  </a:lnTo>
                  <a:lnTo>
                    <a:pt x="6231159" y="264396"/>
                  </a:lnTo>
                  <a:lnTo>
                    <a:pt x="6302782" y="243947"/>
                  </a:lnTo>
                  <a:lnTo>
                    <a:pt x="6374404" y="223223"/>
                  </a:lnTo>
                  <a:lnTo>
                    <a:pt x="6446027" y="202220"/>
                  </a:lnTo>
                  <a:lnTo>
                    <a:pt x="6517649" y="180935"/>
                  </a:lnTo>
                  <a:lnTo>
                    <a:pt x="6589272" y="159362"/>
                  </a:lnTo>
                  <a:lnTo>
                    <a:pt x="6660894" y="137499"/>
                  </a:lnTo>
                  <a:lnTo>
                    <a:pt x="6732517" y="115342"/>
                  </a:lnTo>
                  <a:lnTo>
                    <a:pt x="6804139" y="92887"/>
                  </a:lnTo>
                  <a:lnTo>
                    <a:pt x="6875762" y="70129"/>
                  </a:lnTo>
                  <a:lnTo>
                    <a:pt x="6947385" y="47064"/>
                  </a:lnTo>
                  <a:lnTo>
                    <a:pt x="7019007" y="2368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649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48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894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22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65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0.84 (0.42-1.69), p_Bonf = 1.000 (n = 6)  |  per IQR decline (Δ = 27.4 %): 0.63 (0.09-4.19)  |  IQR: [-12.6, 14.8]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2026-10-08T10:12:57Z</dcterms:modified>
  <cp:category/>
</cp:coreProperties>
</file>