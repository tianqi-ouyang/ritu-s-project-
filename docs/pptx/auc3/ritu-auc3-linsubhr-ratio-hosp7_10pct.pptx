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133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15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172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91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21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230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49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69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88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75515"/>
            </a:xfrm>
            <a:custGeom>
              <a:avLst/>
              <a:pathLst>
                <a:path w="7090630" h="3475515">
                  <a:moveTo>
                    <a:pt x="1725135" y="0"/>
                  </a:moveTo>
                  <a:lnTo>
                    <a:pt x="1790563" y="248484"/>
                  </a:lnTo>
                  <a:lnTo>
                    <a:pt x="1862185" y="499398"/>
                  </a:lnTo>
                  <a:lnTo>
                    <a:pt x="1933808" y="730852"/>
                  </a:lnTo>
                  <a:lnTo>
                    <a:pt x="2005430" y="944355"/>
                  </a:lnTo>
                  <a:lnTo>
                    <a:pt x="2077053" y="1141300"/>
                  </a:lnTo>
                  <a:lnTo>
                    <a:pt x="2148675" y="1322970"/>
                  </a:lnTo>
                  <a:lnTo>
                    <a:pt x="2220298" y="1490551"/>
                  </a:lnTo>
                  <a:lnTo>
                    <a:pt x="2291920" y="1645135"/>
                  </a:lnTo>
                  <a:lnTo>
                    <a:pt x="2363543" y="1787730"/>
                  </a:lnTo>
                  <a:lnTo>
                    <a:pt x="2435165" y="1919266"/>
                  </a:lnTo>
                  <a:lnTo>
                    <a:pt x="2506788" y="2040601"/>
                  </a:lnTo>
                  <a:lnTo>
                    <a:pt x="2578410" y="2152526"/>
                  </a:lnTo>
                  <a:lnTo>
                    <a:pt x="2650033" y="2255770"/>
                  </a:lnTo>
                  <a:lnTo>
                    <a:pt x="2721655" y="2351006"/>
                  </a:lnTo>
                  <a:lnTo>
                    <a:pt x="2793278" y="2438857"/>
                  </a:lnTo>
                  <a:lnTo>
                    <a:pt x="2864901" y="2519894"/>
                  </a:lnTo>
                  <a:lnTo>
                    <a:pt x="2936523" y="2594647"/>
                  </a:lnTo>
                  <a:lnTo>
                    <a:pt x="3008146" y="2647907"/>
                  </a:lnTo>
                  <a:lnTo>
                    <a:pt x="3079768" y="2600900"/>
                  </a:lnTo>
                  <a:lnTo>
                    <a:pt x="3151391" y="2551250"/>
                  </a:lnTo>
                  <a:lnTo>
                    <a:pt x="3223013" y="2498808"/>
                  </a:lnTo>
                  <a:lnTo>
                    <a:pt x="3294636" y="2443416"/>
                  </a:lnTo>
                  <a:lnTo>
                    <a:pt x="3366258" y="2384909"/>
                  </a:lnTo>
                  <a:lnTo>
                    <a:pt x="3437881" y="2323112"/>
                  </a:lnTo>
                  <a:lnTo>
                    <a:pt x="3509503" y="2257839"/>
                  </a:lnTo>
                  <a:lnTo>
                    <a:pt x="3581126" y="2188896"/>
                  </a:lnTo>
                  <a:lnTo>
                    <a:pt x="3652748" y="2116075"/>
                  </a:lnTo>
                  <a:lnTo>
                    <a:pt x="3724371" y="2039159"/>
                  </a:lnTo>
                  <a:lnTo>
                    <a:pt x="3795993" y="1957918"/>
                  </a:lnTo>
                  <a:lnTo>
                    <a:pt x="3867616" y="1872107"/>
                  </a:lnTo>
                  <a:lnTo>
                    <a:pt x="3939238" y="1781471"/>
                  </a:lnTo>
                  <a:lnTo>
                    <a:pt x="4010861" y="1685737"/>
                  </a:lnTo>
                  <a:lnTo>
                    <a:pt x="4082483" y="1584619"/>
                  </a:lnTo>
                  <a:lnTo>
                    <a:pt x="4154106" y="1477815"/>
                  </a:lnTo>
                  <a:lnTo>
                    <a:pt x="4225729" y="1365004"/>
                  </a:lnTo>
                  <a:lnTo>
                    <a:pt x="4297351" y="1245848"/>
                  </a:lnTo>
                  <a:lnTo>
                    <a:pt x="4368974" y="1119992"/>
                  </a:lnTo>
                  <a:lnTo>
                    <a:pt x="4440596" y="987057"/>
                  </a:lnTo>
                  <a:lnTo>
                    <a:pt x="4512219" y="846647"/>
                  </a:lnTo>
                  <a:lnTo>
                    <a:pt x="4583841" y="698340"/>
                  </a:lnTo>
                  <a:lnTo>
                    <a:pt x="4655464" y="541692"/>
                  </a:lnTo>
                  <a:lnTo>
                    <a:pt x="4727086" y="376235"/>
                  </a:lnTo>
                  <a:lnTo>
                    <a:pt x="4798709" y="201472"/>
                  </a:lnTo>
                  <a:lnTo>
                    <a:pt x="4870331" y="16881"/>
                  </a:lnTo>
                  <a:lnTo>
                    <a:pt x="4876533" y="0"/>
                  </a:lnTo>
                  <a:lnTo>
                    <a:pt x="7090630" y="0"/>
                  </a:lnTo>
                  <a:lnTo>
                    <a:pt x="7090630" y="3475515"/>
                  </a:lnTo>
                  <a:lnTo>
                    <a:pt x="7019007" y="3474823"/>
                  </a:lnTo>
                  <a:lnTo>
                    <a:pt x="6947385" y="3474073"/>
                  </a:lnTo>
                  <a:lnTo>
                    <a:pt x="6875762" y="3473259"/>
                  </a:lnTo>
                  <a:lnTo>
                    <a:pt x="6804139" y="3472378"/>
                  </a:lnTo>
                  <a:lnTo>
                    <a:pt x="6732517" y="3471422"/>
                  </a:lnTo>
                  <a:lnTo>
                    <a:pt x="6660894" y="3470386"/>
                  </a:lnTo>
                  <a:lnTo>
                    <a:pt x="6589272" y="3469262"/>
                  </a:lnTo>
                  <a:lnTo>
                    <a:pt x="6517649" y="3468044"/>
                  </a:lnTo>
                  <a:lnTo>
                    <a:pt x="6446027" y="3466724"/>
                  </a:lnTo>
                  <a:lnTo>
                    <a:pt x="6374404" y="3465293"/>
                  </a:lnTo>
                  <a:lnTo>
                    <a:pt x="6302782" y="3463742"/>
                  </a:lnTo>
                  <a:lnTo>
                    <a:pt x="6231159" y="3462060"/>
                  </a:lnTo>
                  <a:lnTo>
                    <a:pt x="6159537" y="3460236"/>
                  </a:lnTo>
                  <a:lnTo>
                    <a:pt x="6087914" y="3458260"/>
                  </a:lnTo>
                  <a:lnTo>
                    <a:pt x="6016292" y="3456117"/>
                  </a:lnTo>
                  <a:lnTo>
                    <a:pt x="5944669" y="3453794"/>
                  </a:lnTo>
                  <a:lnTo>
                    <a:pt x="5873047" y="3451276"/>
                  </a:lnTo>
                  <a:lnTo>
                    <a:pt x="5801424" y="3448546"/>
                  </a:lnTo>
                  <a:lnTo>
                    <a:pt x="5729802" y="3445586"/>
                  </a:lnTo>
                  <a:lnTo>
                    <a:pt x="5658179" y="3442378"/>
                  </a:lnTo>
                  <a:lnTo>
                    <a:pt x="5586557" y="3438900"/>
                  </a:lnTo>
                  <a:lnTo>
                    <a:pt x="5514934" y="3435129"/>
                  </a:lnTo>
                  <a:lnTo>
                    <a:pt x="5443311" y="3431041"/>
                  </a:lnTo>
                  <a:lnTo>
                    <a:pt x="5371689" y="3426610"/>
                  </a:lnTo>
                  <a:lnTo>
                    <a:pt x="5300066" y="3421806"/>
                  </a:lnTo>
                  <a:lnTo>
                    <a:pt x="5228444" y="3416599"/>
                  </a:lnTo>
                  <a:lnTo>
                    <a:pt x="5156821" y="3410953"/>
                  </a:lnTo>
                  <a:lnTo>
                    <a:pt x="5085199" y="3404833"/>
                  </a:lnTo>
                  <a:lnTo>
                    <a:pt x="5013576" y="3398198"/>
                  </a:lnTo>
                  <a:lnTo>
                    <a:pt x="4941954" y="3391005"/>
                  </a:lnTo>
                  <a:lnTo>
                    <a:pt x="4870331" y="3383208"/>
                  </a:lnTo>
                  <a:lnTo>
                    <a:pt x="4798709" y="3374755"/>
                  </a:lnTo>
                  <a:lnTo>
                    <a:pt x="4727086" y="3365592"/>
                  </a:lnTo>
                  <a:lnTo>
                    <a:pt x="4655464" y="3355657"/>
                  </a:lnTo>
                  <a:lnTo>
                    <a:pt x="4583841" y="3344888"/>
                  </a:lnTo>
                  <a:lnTo>
                    <a:pt x="4512219" y="3333213"/>
                  </a:lnTo>
                  <a:lnTo>
                    <a:pt x="4440596" y="3320557"/>
                  </a:lnTo>
                  <a:lnTo>
                    <a:pt x="4368974" y="3306837"/>
                  </a:lnTo>
                  <a:lnTo>
                    <a:pt x="4297351" y="3291963"/>
                  </a:lnTo>
                  <a:lnTo>
                    <a:pt x="4225729" y="3275838"/>
                  </a:lnTo>
                  <a:lnTo>
                    <a:pt x="4154106" y="3258358"/>
                  </a:lnTo>
                  <a:lnTo>
                    <a:pt x="4082483" y="3239408"/>
                  </a:lnTo>
                  <a:lnTo>
                    <a:pt x="4010861" y="3218865"/>
                  </a:lnTo>
                  <a:lnTo>
                    <a:pt x="3939238" y="3196595"/>
                  </a:lnTo>
                  <a:lnTo>
                    <a:pt x="3867616" y="3172452"/>
                  </a:lnTo>
                  <a:lnTo>
                    <a:pt x="3795993" y="3146280"/>
                  </a:lnTo>
                  <a:lnTo>
                    <a:pt x="3724371" y="3117907"/>
                  </a:lnTo>
                  <a:lnTo>
                    <a:pt x="3652748" y="3087148"/>
                  </a:lnTo>
                  <a:lnTo>
                    <a:pt x="3581126" y="3053803"/>
                  </a:lnTo>
                  <a:lnTo>
                    <a:pt x="3509503" y="3017655"/>
                  </a:lnTo>
                  <a:lnTo>
                    <a:pt x="3437881" y="2978468"/>
                  </a:lnTo>
                  <a:lnTo>
                    <a:pt x="3366258" y="2935986"/>
                  </a:lnTo>
                  <a:lnTo>
                    <a:pt x="3294636" y="2889932"/>
                  </a:lnTo>
                  <a:lnTo>
                    <a:pt x="3223013" y="2840006"/>
                  </a:lnTo>
                  <a:lnTo>
                    <a:pt x="3151391" y="2785883"/>
                  </a:lnTo>
                  <a:lnTo>
                    <a:pt x="3079768" y="2727209"/>
                  </a:lnTo>
                  <a:lnTo>
                    <a:pt x="3008146" y="2663602"/>
                  </a:lnTo>
                  <a:lnTo>
                    <a:pt x="2936523" y="2692410"/>
                  </a:lnTo>
                  <a:lnTo>
                    <a:pt x="2864901" y="2734545"/>
                  </a:lnTo>
                  <a:lnTo>
                    <a:pt x="2793278" y="2774435"/>
                  </a:lnTo>
                  <a:lnTo>
                    <a:pt x="2721655" y="2812202"/>
                  </a:lnTo>
                  <a:lnTo>
                    <a:pt x="2650033" y="2847958"/>
                  </a:lnTo>
                  <a:lnTo>
                    <a:pt x="2578410" y="2881810"/>
                  </a:lnTo>
                  <a:lnTo>
                    <a:pt x="2506788" y="2913860"/>
                  </a:lnTo>
                  <a:lnTo>
                    <a:pt x="2435165" y="2944203"/>
                  </a:lnTo>
                  <a:lnTo>
                    <a:pt x="2363543" y="2972931"/>
                  </a:lnTo>
                  <a:lnTo>
                    <a:pt x="2291920" y="3000129"/>
                  </a:lnTo>
                  <a:lnTo>
                    <a:pt x="2220298" y="3025879"/>
                  </a:lnTo>
                  <a:lnTo>
                    <a:pt x="2148675" y="3050257"/>
                  </a:lnTo>
                  <a:lnTo>
                    <a:pt x="2077053" y="3073338"/>
                  </a:lnTo>
                  <a:lnTo>
                    <a:pt x="2005430" y="3095190"/>
                  </a:lnTo>
                  <a:lnTo>
                    <a:pt x="1933808" y="3115879"/>
                  </a:lnTo>
                  <a:lnTo>
                    <a:pt x="1862185" y="3135465"/>
                  </a:lnTo>
                  <a:lnTo>
                    <a:pt x="1790563" y="3154009"/>
                  </a:lnTo>
                  <a:lnTo>
                    <a:pt x="1718940" y="3171566"/>
                  </a:lnTo>
                  <a:lnTo>
                    <a:pt x="1647318" y="3188188"/>
                  </a:lnTo>
                  <a:lnTo>
                    <a:pt x="1575695" y="3203925"/>
                  </a:lnTo>
                  <a:lnTo>
                    <a:pt x="1504073" y="3218824"/>
                  </a:lnTo>
                  <a:lnTo>
                    <a:pt x="1432450" y="3232929"/>
                  </a:lnTo>
                  <a:lnTo>
                    <a:pt x="1360827" y="3246284"/>
                  </a:lnTo>
                  <a:lnTo>
                    <a:pt x="1289205" y="3258927"/>
                  </a:lnTo>
                  <a:lnTo>
                    <a:pt x="1217582" y="3270898"/>
                  </a:lnTo>
                  <a:lnTo>
                    <a:pt x="1145960" y="3282231"/>
                  </a:lnTo>
                  <a:lnTo>
                    <a:pt x="1074337" y="3292960"/>
                  </a:lnTo>
                  <a:lnTo>
                    <a:pt x="1002715" y="3303119"/>
                  </a:lnTo>
                  <a:lnTo>
                    <a:pt x="931092" y="3312736"/>
                  </a:lnTo>
                  <a:lnTo>
                    <a:pt x="859470" y="3321841"/>
                  </a:lnTo>
                  <a:lnTo>
                    <a:pt x="787847" y="3330462"/>
                  </a:lnTo>
                  <a:lnTo>
                    <a:pt x="716225" y="3338623"/>
                  </a:lnTo>
                  <a:lnTo>
                    <a:pt x="644602" y="3346350"/>
                  </a:lnTo>
                  <a:lnTo>
                    <a:pt x="572980" y="3353666"/>
                  </a:lnTo>
                  <a:lnTo>
                    <a:pt x="501357" y="3360592"/>
                  </a:lnTo>
                  <a:lnTo>
                    <a:pt x="429735" y="3367149"/>
                  </a:lnTo>
                  <a:lnTo>
                    <a:pt x="358112" y="3373357"/>
                  </a:lnTo>
                  <a:lnTo>
                    <a:pt x="286490" y="3379235"/>
                  </a:lnTo>
                  <a:lnTo>
                    <a:pt x="214867" y="3384800"/>
                  </a:lnTo>
                  <a:lnTo>
                    <a:pt x="143245" y="3390068"/>
                  </a:lnTo>
                  <a:lnTo>
                    <a:pt x="71622" y="3395056"/>
                  </a:lnTo>
                  <a:lnTo>
                    <a:pt x="0" y="339977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897184" y="2073503"/>
              <a:ext cx="3151398" cy="2647907"/>
            </a:xfrm>
            <a:custGeom>
              <a:avLst/>
              <a:pathLst>
                <a:path w="3151398" h="2647907">
                  <a:moveTo>
                    <a:pt x="0" y="0"/>
                  </a:moveTo>
                  <a:lnTo>
                    <a:pt x="65428" y="248484"/>
                  </a:lnTo>
                  <a:lnTo>
                    <a:pt x="137050" y="499398"/>
                  </a:lnTo>
                  <a:lnTo>
                    <a:pt x="208673" y="730852"/>
                  </a:lnTo>
                  <a:lnTo>
                    <a:pt x="280295" y="944355"/>
                  </a:lnTo>
                  <a:lnTo>
                    <a:pt x="351918" y="1141300"/>
                  </a:lnTo>
                  <a:lnTo>
                    <a:pt x="423540" y="1322970"/>
                  </a:lnTo>
                  <a:lnTo>
                    <a:pt x="495163" y="1490551"/>
                  </a:lnTo>
                  <a:lnTo>
                    <a:pt x="566785" y="1645135"/>
                  </a:lnTo>
                  <a:lnTo>
                    <a:pt x="638408" y="1787730"/>
                  </a:lnTo>
                  <a:lnTo>
                    <a:pt x="710030" y="1919266"/>
                  </a:lnTo>
                  <a:lnTo>
                    <a:pt x="781653" y="2040601"/>
                  </a:lnTo>
                  <a:lnTo>
                    <a:pt x="853275" y="2152526"/>
                  </a:lnTo>
                  <a:lnTo>
                    <a:pt x="924898" y="2255770"/>
                  </a:lnTo>
                  <a:lnTo>
                    <a:pt x="996520" y="2351006"/>
                  </a:lnTo>
                  <a:lnTo>
                    <a:pt x="1068143" y="2438857"/>
                  </a:lnTo>
                  <a:lnTo>
                    <a:pt x="1139766" y="2519894"/>
                  </a:lnTo>
                  <a:lnTo>
                    <a:pt x="1211388" y="2594647"/>
                  </a:lnTo>
                  <a:lnTo>
                    <a:pt x="1283011" y="2647907"/>
                  </a:lnTo>
                  <a:lnTo>
                    <a:pt x="1354633" y="2600900"/>
                  </a:lnTo>
                  <a:lnTo>
                    <a:pt x="1426256" y="2551250"/>
                  </a:lnTo>
                  <a:lnTo>
                    <a:pt x="1497878" y="2498808"/>
                  </a:lnTo>
                  <a:lnTo>
                    <a:pt x="1569501" y="2443416"/>
                  </a:lnTo>
                  <a:lnTo>
                    <a:pt x="1641123" y="2384909"/>
                  </a:lnTo>
                  <a:lnTo>
                    <a:pt x="1712746" y="2323112"/>
                  </a:lnTo>
                  <a:lnTo>
                    <a:pt x="1784368" y="2257839"/>
                  </a:lnTo>
                  <a:lnTo>
                    <a:pt x="1855991" y="2188896"/>
                  </a:lnTo>
                  <a:lnTo>
                    <a:pt x="1927613" y="2116075"/>
                  </a:lnTo>
                  <a:lnTo>
                    <a:pt x="1999236" y="2039159"/>
                  </a:lnTo>
                  <a:lnTo>
                    <a:pt x="2070858" y="1957918"/>
                  </a:lnTo>
                  <a:lnTo>
                    <a:pt x="2142481" y="1872107"/>
                  </a:lnTo>
                  <a:lnTo>
                    <a:pt x="2214103" y="1781471"/>
                  </a:lnTo>
                  <a:lnTo>
                    <a:pt x="2285726" y="1685737"/>
                  </a:lnTo>
                  <a:lnTo>
                    <a:pt x="2357348" y="1584619"/>
                  </a:lnTo>
                  <a:lnTo>
                    <a:pt x="2428971" y="1477815"/>
                  </a:lnTo>
                  <a:lnTo>
                    <a:pt x="2500594" y="1365004"/>
                  </a:lnTo>
                  <a:lnTo>
                    <a:pt x="2572216" y="1245848"/>
                  </a:lnTo>
                  <a:lnTo>
                    <a:pt x="2643839" y="1119992"/>
                  </a:lnTo>
                  <a:lnTo>
                    <a:pt x="2715461" y="987057"/>
                  </a:lnTo>
                  <a:lnTo>
                    <a:pt x="2787084" y="846647"/>
                  </a:lnTo>
                  <a:lnTo>
                    <a:pt x="2858706" y="698340"/>
                  </a:lnTo>
                  <a:lnTo>
                    <a:pt x="2930329" y="541692"/>
                  </a:lnTo>
                  <a:lnTo>
                    <a:pt x="3001951" y="376235"/>
                  </a:lnTo>
                  <a:lnTo>
                    <a:pt x="3073574" y="201472"/>
                  </a:lnTo>
                  <a:lnTo>
                    <a:pt x="3145196" y="16881"/>
                  </a:lnTo>
                  <a:lnTo>
                    <a:pt x="315139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7105"/>
              <a:ext cx="7090630" cy="811913"/>
            </a:xfrm>
            <a:custGeom>
              <a:avLst/>
              <a:pathLst>
                <a:path w="7090630" h="811913">
                  <a:moveTo>
                    <a:pt x="7090630" y="811913"/>
                  </a:moveTo>
                  <a:lnTo>
                    <a:pt x="7019007" y="811221"/>
                  </a:lnTo>
                  <a:lnTo>
                    <a:pt x="6947385" y="810470"/>
                  </a:lnTo>
                  <a:lnTo>
                    <a:pt x="6875762" y="809657"/>
                  </a:lnTo>
                  <a:lnTo>
                    <a:pt x="6804139" y="808775"/>
                  </a:lnTo>
                  <a:lnTo>
                    <a:pt x="6732517" y="807819"/>
                  </a:lnTo>
                  <a:lnTo>
                    <a:pt x="6660894" y="806783"/>
                  </a:lnTo>
                  <a:lnTo>
                    <a:pt x="6589272" y="805660"/>
                  </a:lnTo>
                  <a:lnTo>
                    <a:pt x="6517649" y="804442"/>
                  </a:lnTo>
                  <a:lnTo>
                    <a:pt x="6446027" y="803122"/>
                  </a:lnTo>
                  <a:lnTo>
                    <a:pt x="6374404" y="801691"/>
                  </a:lnTo>
                  <a:lnTo>
                    <a:pt x="6302782" y="800139"/>
                  </a:lnTo>
                  <a:lnTo>
                    <a:pt x="6231159" y="798457"/>
                  </a:lnTo>
                  <a:lnTo>
                    <a:pt x="6159537" y="796634"/>
                  </a:lnTo>
                  <a:lnTo>
                    <a:pt x="6087914" y="794657"/>
                  </a:lnTo>
                  <a:lnTo>
                    <a:pt x="6016292" y="792515"/>
                  </a:lnTo>
                  <a:lnTo>
                    <a:pt x="5944669" y="790192"/>
                  </a:lnTo>
                  <a:lnTo>
                    <a:pt x="5873047" y="787673"/>
                  </a:lnTo>
                  <a:lnTo>
                    <a:pt x="5801424" y="784943"/>
                  </a:lnTo>
                  <a:lnTo>
                    <a:pt x="5729802" y="781984"/>
                  </a:lnTo>
                  <a:lnTo>
                    <a:pt x="5658179" y="778775"/>
                  </a:lnTo>
                  <a:lnTo>
                    <a:pt x="5586557" y="775297"/>
                  </a:lnTo>
                  <a:lnTo>
                    <a:pt x="5514934" y="771527"/>
                  </a:lnTo>
                  <a:lnTo>
                    <a:pt x="5443311" y="767439"/>
                  </a:lnTo>
                  <a:lnTo>
                    <a:pt x="5371689" y="763008"/>
                  </a:lnTo>
                  <a:lnTo>
                    <a:pt x="5300066" y="758204"/>
                  </a:lnTo>
                  <a:lnTo>
                    <a:pt x="5228444" y="752996"/>
                  </a:lnTo>
                  <a:lnTo>
                    <a:pt x="5156821" y="747351"/>
                  </a:lnTo>
                  <a:lnTo>
                    <a:pt x="5085199" y="741230"/>
                  </a:lnTo>
                  <a:lnTo>
                    <a:pt x="5013576" y="734596"/>
                  </a:lnTo>
                  <a:lnTo>
                    <a:pt x="4941954" y="727403"/>
                  </a:lnTo>
                  <a:lnTo>
                    <a:pt x="4870331" y="719606"/>
                  </a:lnTo>
                  <a:lnTo>
                    <a:pt x="4798709" y="711153"/>
                  </a:lnTo>
                  <a:lnTo>
                    <a:pt x="4727086" y="701989"/>
                  </a:lnTo>
                  <a:lnTo>
                    <a:pt x="4655464" y="692055"/>
                  </a:lnTo>
                  <a:lnTo>
                    <a:pt x="4583841" y="681286"/>
                  </a:lnTo>
                  <a:lnTo>
                    <a:pt x="4512219" y="669611"/>
                  </a:lnTo>
                  <a:lnTo>
                    <a:pt x="4440596" y="656955"/>
                  </a:lnTo>
                  <a:lnTo>
                    <a:pt x="4368974" y="643234"/>
                  </a:lnTo>
                  <a:lnTo>
                    <a:pt x="4297351" y="628361"/>
                  </a:lnTo>
                  <a:lnTo>
                    <a:pt x="4225729" y="612236"/>
                  </a:lnTo>
                  <a:lnTo>
                    <a:pt x="4154106" y="594756"/>
                  </a:lnTo>
                  <a:lnTo>
                    <a:pt x="4082483" y="575806"/>
                  </a:lnTo>
                  <a:lnTo>
                    <a:pt x="4010861" y="555263"/>
                  </a:lnTo>
                  <a:lnTo>
                    <a:pt x="3939238" y="532993"/>
                  </a:lnTo>
                  <a:lnTo>
                    <a:pt x="3867616" y="508850"/>
                  </a:lnTo>
                  <a:lnTo>
                    <a:pt x="3795993" y="482677"/>
                  </a:lnTo>
                  <a:lnTo>
                    <a:pt x="3724371" y="454304"/>
                  </a:lnTo>
                  <a:lnTo>
                    <a:pt x="3652748" y="423546"/>
                  </a:lnTo>
                  <a:lnTo>
                    <a:pt x="3581126" y="390201"/>
                  </a:lnTo>
                  <a:lnTo>
                    <a:pt x="3509503" y="354053"/>
                  </a:lnTo>
                  <a:lnTo>
                    <a:pt x="3437881" y="314866"/>
                  </a:lnTo>
                  <a:lnTo>
                    <a:pt x="3366258" y="272384"/>
                  </a:lnTo>
                  <a:lnTo>
                    <a:pt x="3294636" y="226330"/>
                  </a:lnTo>
                  <a:lnTo>
                    <a:pt x="3223013" y="176404"/>
                  </a:lnTo>
                  <a:lnTo>
                    <a:pt x="3151391" y="122281"/>
                  </a:lnTo>
                  <a:lnTo>
                    <a:pt x="3079768" y="63607"/>
                  </a:lnTo>
                  <a:lnTo>
                    <a:pt x="3008146" y="0"/>
                  </a:lnTo>
                  <a:lnTo>
                    <a:pt x="2936523" y="28808"/>
                  </a:lnTo>
                  <a:lnTo>
                    <a:pt x="2864901" y="70942"/>
                  </a:lnTo>
                  <a:lnTo>
                    <a:pt x="2793278" y="110833"/>
                  </a:lnTo>
                  <a:lnTo>
                    <a:pt x="2721655" y="148600"/>
                  </a:lnTo>
                  <a:lnTo>
                    <a:pt x="2650033" y="184356"/>
                  </a:lnTo>
                  <a:lnTo>
                    <a:pt x="2578410" y="218208"/>
                  </a:lnTo>
                  <a:lnTo>
                    <a:pt x="2506788" y="250258"/>
                  </a:lnTo>
                  <a:lnTo>
                    <a:pt x="2435165" y="280601"/>
                  </a:lnTo>
                  <a:lnTo>
                    <a:pt x="2363543" y="309328"/>
                  </a:lnTo>
                  <a:lnTo>
                    <a:pt x="2291920" y="336526"/>
                  </a:lnTo>
                  <a:lnTo>
                    <a:pt x="2220298" y="362276"/>
                  </a:lnTo>
                  <a:lnTo>
                    <a:pt x="2148675" y="386655"/>
                  </a:lnTo>
                  <a:lnTo>
                    <a:pt x="2077053" y="409736"/>
                  </a:lnTo>
                  <a:lnTo>
                    <a:pt x="2005430" y="431588"/>
                  </a:lnTo>
                  <a:lnTo>
                    <a:pt x="1933808" y="452276"/>
                  </a:lnTo>
                  <a:lnTo>
                    <a:pt x="1862185" y="471863"/>
                  </a:lnTo>
                  <a:lnTo>
                    <a:pt x="1790563" y="490407"/>
                  </a:lnTo>
                  <a:lnTo>
                    <a:pt x="1718940" y="507964"/>
                  </a:lnTo>
                  <a:lnTo>
                    <a:pt x="1647318" y="524586"/>
                  </a:lnTo>
                  <a:lnTo>
                    <a:pt x="1575695" y="540322"/>
                  </a:lnTo>
                  <a:lnTo>
                    <a:pt x="1504073" y="555221"/>
                  </a:lnTo>
                  <a:lnTo>
                    <a:pt x="1432450" y="569327"/>
                  </a:lnTo>
                  <a:lnTo>
                    <a:pt x="1360827" y="582682"/>
                  </a:lnTo>
                  <a:lnTo>
                    <a:pt x="1289205" y="595325"/>
                  </a:lnTo>
                  <a:lnTo>
                    <a:pt x="1217582" y="607295"/>
                  </a:lnTo>
                  <a:lnTo>
                    <a:pt x="1145960" y="618628"/>
                  </a:lnTo>
                  <a:lnTo>
                    <a:pt x="1074337" y="629358"/>
                  </a:lnTo>
                  <a:lnTo>
                    <a:pt x="1002715" y="639516"/>
                  </a:lnTo>
                  <a:lnTo>
                    <a:pt x="931092" y="649134"/>
                  </a:lnTo>
                  <a:lnTo>
                    <a:pt x="859470" y="658239"/>
                  </a:lnTo>
                  <a:lnTo>
                    <a:pt x="787847" y="666859"/>
                  </a:lnTo>
                  <a:lnTo>
                    <a:pt x="716225" y="675021"/>
                  </a:lnTo>
                  <a:lnTo>
                    <a:pt x="644602" y="682748"/>
                  </a:lnTo>
                  <a:lnTo>
                    <a:pt x="572980" y="690064"/>
                  </a:lnTo>
                  <a:lnTo>
                    <a:pt x="501357" y="696990"/>
                  </a:lnTo>
                  <a:lnTo>
                    <a:pt x="429735" y="703547"/>
                  </a:lnTo>
                  <a:lnTo>
                    <a:pt x="358112" y="709755"/>
                  </a:lnTo>
                  <a:lnTo>
                    <a:pt x="286490" y="715633"/>
                  </a:lnTo>
                  <a:lnTo>
                    <a:pt x="214867" y="721197"/>
                  </a:lnTo>
                  <a:lnTo>
                    <a:pt x="143245" y="726466"/>
                  </a:lnTo>
                  <a:lnTo>
                    <a:pt x="71622" y="731453"/>
                  </a:lnTo>
                  <a:lnTo>
                    <a:pt x="0" y="73617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127493"/>
              <a:ext cx="7090630" cy="1035283"/>
            </a:xfrm>
            <a:custGeom>
              <a:avLst/>
              <a:pathLst>
                <a:path w="7090630" h="1035283">
                  <a:moveTo>
                    <a:pt x="0" y="0"/>
                  </a:moveTo>
                  <a:lnTo>
                    <a:pt x="71622" y="18476"/>
                  </a:lnTo>
                  <a:lnTo>
                    <a:pt x="143245" y="36714"/>
                  </a:lnTo>
                  <a:lnTo>
                    <a:pt x="214867" y="54716"/>
                  </a:lnTo>
                  <a:lnTo>
                    <a:pt x="286490" y="72486"/>
                  </a:lnTo>
                  <a:lnTo>
                    <a:pt x="358112" y="90026"/>
                  </a:lnTo>
                  <a:lnTo>
                    <a:pt x="429735" y="107339"/>
                  </a:lnTo>
                  <a:lnTo>
                    <a:pt x="501357" y="124428"/>
                  </a:lnTo>
                  <a:lnTo>
                    <a:pt x="572980" y="141297"/>
                  </a:lnTo>
                  <a:lnTo>
                    <a:pt x="644602" y="157948"/>
                  </a:lnTo>
                  <a:lnTo>
                    <a:pt x="716225" y="174383"/>
                  </a:lnTo>
                  <a:lnTo>
                    <a:pt x="787847" y="190606"/>
                  </a:lnTo>
                  <a:lnTo>
                    <a:pt x="859470" y="206620"/>
                  </a:lnTo>
                  <a:lnTo>
                    <a:pt x="931092" y="222426"/>
                  </a:lnTo>
                  <a:lnTo>
                    <a:pt x="1002715" y="238028"/>
                  </a:lnTo>
                  <a:lnTo>
                    <a:pt x="1074337" y="253429"/>
                  </a:lnTo>
                  <a:lnTo>
                    <a:pt x="1145960" y="268631"/>
                  </a:lnTo>
                  <a:lnTo>
                    <a:pt x="1217582" y="283636"/>
                  </a:lnTo>
                  <a:lnTo>
                    <a:pt x="1289205" y="298447"/>
                  </a:lnTo>
                  <a:lnTo>
                    <a:pt x="1360827" y="313067"/>
                  </a:lnTo>
                  <a:lnTo>
                    <a:pt x="1432450" y="327498"/>
                  </a:lnTo>
                  <a:lnTo>
                    <a:pt x="1504073" y="341742"/>
                  </a:lnTo>
                  <a:lnTo>
                    <a:pt x="1575695" y="355802"/>
                  </a:lnTo>
                  <a:lnTo>
                    <a:pt x="1647318" y="369681"/>
                  </a:lnTo>
                  <a:lnTo>
                    <a:pt x="1718940" y="383380"/>
                  </a:lnTo>
                  <a:lnTo>
                    <a:pt x="1790563" y="396902"/>
                  </a:lnTo>
                  <a:lnTo>
                    <a:pt x="1862185" y="410250"/>
                  </a:lnTo>
                  <a:lnTo>
                    <a:pt x="1933808" y="423425"/>
                  </a:lnTo>
                  <a:lnTo>
                    <a:pt x="2005430" y="436430"/>
                  </a:lnTo>
                  <a:lnTo>
                    <a:pt x="2077053" y="449266"/>
                  </a:lnTo>
                  <a:lnTo>
                    <a:pt x="2148675" y="461937"/>
                  </a:lnTo>
                  <a:lnTo>
                    <a:pt x="2220298" y="474444"/>
                  </a:lnTo>
                  <a:lnTo>
                    <a:pt x="2291920" y="486790"/>
                  </a:lnTo>
                  <a:lnTo>
                    <a:pt x="2363543" y="498975"/>
                  </a:lnTo>
                  <a:lnTo>
                    <a:pt x="2435165" y="511004"/>
                  </a:lnTo>
                  <a:lnTo>
                    <a:pt x="2506788" y="522877"/>
                  </a:lnTo>
                  <a:lnTo>
                    <a:pt x="2578410" y="534596"/>
                  </a:lnTo>
                  <a:lnTo>
                    <a:pt x="2650033" y="546164"/>
                  </a:lnTo>
                  <a:lnTo>
                    <a:pt x="2721655" y="557583"/>
                  </a:lnTo>
                  <a:lnTo>
                    <a:pt x="2793278" y="568854"/>
                  </a:lnTo>
                  <a:lnTo>
                    <a:pt x="2864901" y="579979"/>
                  </a:lnTo>
                  <a:lnTo>
                    <a:pt x="2936523" y="590961"/>
                  </a:lnTo>
                  <a:lnTo>
                    <a:pt x="3008146" y="601801"/>
                  </a:lnTo>
                  <a:lnTo>
                    <a:pt x="3079768" y="612500"/>
                  </a:lnTo>
                  <a:lnTo>
                    <a:pt x="3151391" y="623062"/>
                  </a:lnTo>
                  <a:lnTo>
                    <a:pt x="3223013" y="633486"/>
                  </a:lnTo>
                  <a:lnTo>
                    <a:pt x="3294636" y="643777"/>
                  </a:lnTo>
                  <a:lnTo>
                    <a:pt x="3366258" y="653934"/>
                  </a:lnTo>
                  <a:lnTo>
                    <a:pt x="3437881" y="663960"/>
                  </a:lnTo>
                  <a:lnTo>
                    <a:pt x="3509503" y="673856"/>
                  </a:lnTo>
                  <a:lnTo>
                    <a:pt x="3581126" y="683624"/>
                  </a:lnTo>
                  <a:lnTo>
                    <a:pt x="3652748" y="693267"/>
                  </a:lnTo>
                  <a:lnTo>
                    <a:pt x="3724371" y="702784"/>
                  </a:lnTo>
                  <a:lnTo>
                    <a:pt x="3795993" y="712179"/>
                  </a:lnTo>
                  <a:lnTo>
                    <a:pt x="3867616" y="721452"/>
                  </a:lnTo>
                  <a:lnTo>
                    <a:pt x="3939238" y="730605"/>
                  </a:lnTo>
                  <a:lnTo>
                    <a:pt x="4010861" y="739640"/>
                  </a:lnTo>
                  <a:lnTo>
                    <a:pt x="4082483" y="748559"/>
                  </a:lnTo>
                  <a:lnTo>
                    <a:pt x="4154106" y="757362"/>
                  </a:lnTo>
                  <a:lnTo>
                    <a:pt x="4225729" y="766051"/>
                  </a:lnTo>
                  <a:lnTo>
                    <a:pt x="4297351" y="774628"/>
                  </a:lnTo>
                  <a:lnTo>
                    <a:pt x="4368974" y="783094"/>
                  </a:lnTo>
                  <a:lnTo>
                    <a:pt x="4440596" y="791451"/>
                  </a:lnTo>
                  <a:lnTo>
                    <a:pt x="4512219" y="799700"/>
                  </a:lnTo>
                  <a:lnTo>
                    <a:pt x="4583841" y="807842"/>
                  </a:lnTo>
                  <a:lnTo>
                    <a:pt x="4655464" y="815879"/>
                  </a:lnTo>
                  <a:lnTo>
                    <a:pt x="4727086" y="823812"/>
                  </a:lnTo>
                  <a:lnTo>
                    <a:pt x="4798709" y="831643"/>
                  </a:lnTo>
                  <a:lnTo>
                    <a:pt x="4870331" y="839372"/>
                  </a:lnTo>
                  <a:lnTo>
                    <a:pt x="4941954" y="847001"/>
                  </a:lnTo>
                  <a:lnTo>
                    <a:pt x="5013576" y="854532"/>
                  </a:lnTo>
                  <a:lnTo>
                    <a:pt x="5085199" y="861966"/>
                  </a:lnTo>
                  <a:lnTo>
                    <a:pt x="5156821" y="869303"/>
                  </a:lnTo>
                  <a:lnTo>
                    <a:pt x="5228444" y="876546"/>
                  </a:lnTo>
                  <a:lnTo>
                    <a:pt x="5300066" y="883695"/>
                  </a:lnTo>
                  <a:lnTo>
                    <a:pt x="5371689" y="890752"/>
                  </a:lnTo>
                  <a:lnTo>
                    <a:pt x="5443311" y="897717"/>
                  </a:lnTo>
                  <a:lnTo>
                    <a:pt x="5514934" y="904593"/>
                  </a:lnTo>
                  <a:lnTo>
                    <a:pt x="5586557" y="911379"/>
                  </a:lnTo>
                  <a:lnTo>
                    <a:pt x="5658179" y="918078"/>
                  </a:lnTo>
                  <a:lnTo>
                    <a:pt x="5729802" y="924691"/>
                  </a:lnTo>
                  <a:lnTo>
                    <a:pt x="5801424" y="931218"/>
                  </a:lnTo>
                  <a:lnTo>
                    <a:pt x="5873047" y="937660"/>
                  </a:lnTo>
                  <a:lnTo>
                    <a:pt x="5944669" y="944020"/>
                  </a:lnTo>
                  <a:lnTo>
                    <a:pt x="6016292" y="950297"/>
                  </a:lnTo>
                  <a:lnTo>
                    <a:pt x="6087914" y="956493"/>
                  </a:lnTo>
                  <a:lnTo>
                    <a:pt x="6159537" y="962609"/>
                  </a:lnTo>
                  <a:lnTo>
                    <a:pt x="6231159" y="968646"/>
                  </a:lnTo>
                  <a:lnTo>
                    <a:pt x="6302782" y="974604"/>
                  </a:lnTo>
                  <a:lnTo>
                    <a:pt x="6374404" y="980486"/>
                  </a:lnTo>
                  <a:lnTo>
                    <a:pt x="6446027" y="986292"/>
                  </a:lnTo>
                  <a:lnTo>
                    <a:pt x="6517649" y="992023"/>
                  </a:lnTo>
                  <a:lnTo>
                    <a:pt x="6589272" y="997680"/>
                  </a:lnTo>
                  <a:lnTo>
                    <a:pt x="6660894" y="1003264"/>
                  </a:lnTo>
                  <a:lnTo>
                    <a:pt x="6732517" y="1008775"/>
                  </a:lnTo>
                  <a:lnTo>
                    <a:pt x="6804139" y="1014215"/>
                  </a:lnTo>
                  <a:lnTo>
                    <a:pt x="6875762" y="1019585"/>
                  </a:lnTo>
                  <a:lnTo>
                    <a:pt x="6947385" y="1024886"/>
                  </a:lnTo>
                  <a:lnTo>
                    <a:pt x="7019007" y="1030118"/>
                  </a:lnTo>
                  <a:lnTo>
                    <a:pt x="7090630" y="103528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8351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8740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098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378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1.18 (0.50-2.76), p = 0.707  |  per IQR decline (Δ = 27.2 %): 1.56 (0.15-15.91)  |  IQR: [-12.3,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87597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Infection/Sepsis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2026-10-09T15:12:26Z</dcterms:modified>
  <cp:category/>
</cp:coreProperties>
</file>