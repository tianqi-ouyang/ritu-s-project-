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75554"/>
            </a:xfrm>
            <a:custGeom>
              <a:avLst/>
              <a:pathLst>
                <a:path w="7090630" h="3475554">
                  <a:moveTo>
                    <a:pt x="1719316" y="0"/>
                  </a:moveTo>
                  <a:lnTo>
                    <a:pt x="1790563" y="268807"/>
                  </a:lnTo>
                  <a:lnTo>
                    <a:pt x="1862185" y="518080"/>
                  </a:lnTo>
                  <a:lnTo>
                    <a:pt x="1933808" y="748026"/>
                  </a:lnTo>
                  <a:lnTo>
                    <a:pt x="2005430" y="960143"/>
                  </a:lnTo>
                  <a:lnTo>
                    <a:pt x="2077053" y="1155814"/>
                  </a:lnTo>
                  <a:lnTo>
                    <a:pt x="2148675" y="1336312"/>
                  </a:lnTo>
                  <a:lnTo>
                    <a:pt x="2220298" y="1502816"/>
                  </a:lnTo>
                  <a:lnTo>
                    <a:pt x="2291920" y="1656410"/>
                  </a:lnTo>
                  <a:lnTo>
                    <a:pt x="2363543" y="1798094"/>
                  </a:lnTo>
                  <a:lnTo>
                    <a:pt x="2435165" y="1928793"/>
                  </a:lnTo>
                  <a:lnTo>
                    <a:pt x="2506788" y="2049358"/>
                  </a:lnTo>
                  <a:lnTo>
                    <a:pt x="2578410" y="2160575"/>
                  </a:lnTo>
                  <a:lnTo>
                    <a:pt x="2650033" y="2263168"/>
                  </a:lnTo>
                  <a:lnTo>
                    <a:pt x="2721655" y="2357807"/>
                  </a:lnTo>
                  <a:lnTo>
                    <a:pt x="2793278" y="2445108"/>
                  </a:lnTo>
                  <a:lnTo>
                    <a:pt x="2864901" y="2525640"/>
                  </a:lnTo>
                  <a:lnTo>
                    <a:pt x="2936523" y="2599928"/>
                  </a:lnTo>
                  <a:lnTo>
                    <a:pt x="3008146" y="2644537"/>
                  </a:lnTo>
                  <a:lnTo>
                    <a:pt x="3079768" y="2597354"/>
                  </a:lnTo>
                  <a:lnTo>
                    <a:pt x="3151391" y="2547519"/>
                  </a:lnTo>
                  <a:lnTo>
                    <a:pt x="3223013" y="2494881"/>
                  </a:lnTo>
                  <a:lnTo>
                    <a:pt x="3294636" y="2439283"/>
                  </a:lnTo>
                  <a:lnTo>
                    <a:pt x="3366258" y="2380560"/>
                  </a:lnTo>
                  <a:lnTo>
                    <a:pt x="3437881" y="2318536"/>
                  </a:lnTo>
                  <a:lnTo>
                    <a:pt x="3509503" y="2253024"/>
                  </a:lnTo>
                  <a:lnTo>
                    <a:pt x="3581126" y="2183828"/>
                  </a:lnTo>
                  <a:lnTo>
                    <a:pt x="3652748" y="2110743"/>
                  </a:lnTo>
                  <a:lnTo>
                    <a:pt x="3724371" y="2033548"/>
                  </a:lnTo>
                  <a:lnTo>
                    <a:pt x="3795993" y="1952013"/>
                  </a:lnTo>
                  <a:lnTo>
                    <a:pt x="3867616" y="1865894"/>
                  </a:lnTo>
                  <a:lnTo>
                    <a:pt x="3939238" y="1774933"/>
                  </a:lnTo>
                  <a:lnTo>
                    <a:pt x="4010861" y="1678858"/>
                  </a:lnTo>
                  <a:lnTo>
                    <a:pt x="4082483" y="1577381"/>
                  </a:lnTo>
                  <a:lnTo>
                    <a:pt x="4154106" y="1470199"/>
                  </a:lnTo>
                  <a:lnTo>
                    <a:pt x="4225729" y="1356991"/>
                  </a:lnTo>
                  <a:lnTo>
                    <a:pt x="4297351" y="1237418"/>
                  </a:lnTo>
                  <a:lnTo>
                    <a:pt x="4368974" y="1111122"/>
                  </a:lnTo>
                  <a:lnTo>
                    <a:pt x="4440596" y="977726"/>
                  </a:lnTo>
                  <a:lnTo>
                    <a:pt x="4512219" y="836829"/>
                  </a:lnTo>
                  <a:lnTo>
                    <a:pt x="4583841" y="688011"/>
                  </a:lnTo>
                  <a:lnTo>
                    <a:pt x="4655464" y="530825"/>
                  </a:lnTo>
                  <a:lnTo>
                    <a:pt x="4727086" y="364802"/>
                  </a:lnTo>
                  <a:lnTo>
                    <a:pt x="4798709" y="189445"/>
                  </a:lnTo>
                  <a:lnTo>
                    <a:pt x="4870331" y="4229"/>
                  </a:lnTo>
                  <a:lnTo>
                    <a:pt x="4871880" y="0"/>
                  </a:lnTo>
                  <a:lnTo>
                    <a:pt x="7090630" y="0"/>
                  </a:lnTo>
                  <a:lnTo>
                    <a:pt x="7090630" y="3475554"/>
                  </a:lnTo>
                  <a:lnTo>
                    <a:pt x="7019007" y="3474865"/>
                  </a:lnTo>
                  <a:lnTo>
                    <a:pt x="6947385" y="3474119"/>
                  </a:lnTo>
                  <a:lnTo>
                    <a:pt x="6875762" y="3473309"/>
                  </a:lnTo>
                  <a:lnTo>
                    <a:pt x="6804139" y="3472432"/>
                  </a:lnTo>
                  <a:lnTo>
                    <a:pt x="6732517" y="3471481"/>
                  </a:lnTo>
                  <a:lnTo>
                    <a:pt x="6660894" y="3470450"/>
                  </a:lnTo>
                  <a:lnTo>
                    <a:pt x="6589272" y="3469332"/>
                  </a:lnTo>
                  <a:lnTo>
                    <a:pt x="6517649" y="3468121"/>
                  </a:lnTo>
                  <a:lnTo>
                    <a:pt x="6446027" y="3466808"/>
                  </a:lnTo>
                  <a:lnTo>
                    <a:pt x="6374404" y="3465384"/>
                  </a:lnTo>
                  <a:lnTo>
                    <a:pt x="6302782" y="3463840"/>
                  </a:lnTo>
                  <a:lnTo>
                    <a:pt x="6231159" y="3462167"/>
                  </a:lnTo>
                  <a:lnTo>
                    <a:pt x="6159537" y="3460353"/>
                  </a:lnTo>
                  <a:lnTo>
                    <a:pt x="6087914" y="3458387"/>
                  </a:lnTo>
                  <a:lnTo>
                    <a:pt x="6016292" y="3456256"/>
                  </a:lnTo>
                  <a:lnTo>
                    <a:pt x="5944669" y="3453945"/>
                  </a:lnTo>
                  <a:lnTo>
                    <a:pt x="5873047" y="3451440"/>
                  </a:lnTo>
                  <a:lnTo>
                    <a:pt x="5801424" y="3448725"/>
                  </a:lnTo>
                  <a:lnTo>
                    <a:pt x="5729802" y="3445781"/>
                  </a:lnTo>
                  <a:lnTo>
                    <a:pt x="5658179" y="3442590"/>
                  </a:lnTo>
                  <a:lnTo>
                    <a:pt x="5586557" y="3439130"/>
                  </a:lnTo>
                  <a:lnTo>
                    <a:pt x="5514934" y="3435380"/>
                  </a:lnTo>
                  <a:lnTo>
                    <a:pt x="5443311" y="3431315"/>
                  </a:lnTo>
                  <a:lnTo>
                    <a:pt x="5371689" y="3426908"/>
                  </a:lnTo>
                  <a:lnTo>
                    <a:pt x="5300066" y="3422130"/>
                  </a:lnTo>
                  <a:lnTo>
                    <a:pt x="5228444" y="3416951"/>
                  </a:lnTo>
                  <a:lnTo>
                    <a:pt x="5156821" y="3411337"/>
                  </a:lnTo>
                  <a:lnTo>
                    <a:pt x="5085199" y="3405251"/>
                  </a:lnTo>
                  <a:lnTo>
                    <a:pt x="5013576" y="3398653"/>
                  </a:lnTo>
                  <a:lnTo>
                    <a:pt x="4941954" y="3391501"/>
                  </a:lnTo>
                  <a:lnTo>
                    <a:pt x="4870331" y="3383747"/>
                  </a:lnTo>
                  <a:lnTo>
                    <a:pt x="4798709" y="3375342"/>
                  </a:lnTo>
                  <a:lnTo>
                    <a:pt x="4727086" y="3366230"/>
                  </a:lnTo>
                  <a:lnTo>
                    <a:pt x="4655464" y="3356352"/>
                  </a:lnTo>
                  <a:lnTo>
                    <a:pt x="4583841" y="3345645"/>
                  </a:lnTo>
                  <a:lnTo>
                    <a:pt x="4512219" y="3334037"/>
                  </a:lnTo>
                  <a:lnTo>
                    <a:pt x="4440596" y="3321453"/>
                  </a:lnTo>
                  <a:lnTo>
                    <a:pt x="4368974" y="3307812"/>
                  </a:lnTo>
                  <a:lnTo>
                    <a:pt x="4297351" y="3293024"/>
                  </a:lnTo>
                  <a:lnTo>
                    <a:pt x="4225729" y="3276993"/>
                  </a:lnTo>
                  <a:lnTo>
                    <a:pt x="4154106" y="3259615"/>
                  </a:lnTo>
                  <a:lnTo>
                    <a:pt x="4082483" y="3240776"/>
                  </a:lnTo>
                  <a:lnTo>
                    <a:pt x="4010861" y="3220353"/>
                  </a:lnTo>
                  <a:lnTo>
                    <a:pt x="3939238" y="3198214"/>
                  </a:lnTo>
                  <a:lnTo>
                    <a:pt x="3867616" y="3174215"/>
                  </a:lnTo>
                  <a:lnTo>
                    <a:pt x="3795993" y="3148197"/>
                  </a:lnTo>
                  <a:lnTo>
                    <a:pt x="3724371" y="3119993"/>
                  </a:lnTo>
                  <a:lnTo>
                    <a:pt x="3652748" y="3089419"/>
                  </a:lnTo>
                  <a:lnTo>
                    <a:pt x="3581126" y="3056274"/>
                  </a:lnTo>
                  <a:lnTo>
                    <a:pt x="3509503" y="3020344"/>
                  </a:lnTo>
                  <a:lnTo>
                    <a:pt x="3437881" y="2981393"/>
                  </a:lnTo>
                  <a:lnTo>
                    <a:pt x="3366258" y="2939169"/>
                  </a:lnTo>
                  <a:lnTo>
                    <a:pt x="3294636" y="2893396"/>
                  </a:lnTo>
                  <a:lnTo>
                    <a:pt x="3223013" y="2843775"/>
                  </a:lnTo>
                  <a:lnTo>
                    <a:pt x="3151391" y="2789983"/>
                  </a:lnTo>
                  <a:lnTo>
                    <a:pt x="3079768" y="2731670"/>
                  </a:lnTo>
                  <a:lnTo>
                    <a:pt x="3008146" y="2668456"/>
                  </a:lnTo>
                  <a:lnTo>
                    <a:pt x="2936523" y="2689209"/>
                  </a:lnTo>
                  <a:lnTo>
                    <a:pt x="2864901" y="2731503"/>
                  </a:lnTo>
                  <a:lnTo>
                    <a:pt x="2793278" y="2771545"/>
                  </a:lnTo>
                  <a:lnTo>
                    <a:pt x="2721655" y="2809456"/>
                  </a:lnTo>
                  <a:lnTo>
                    <a:pt x="2650033" y="2845348"/>
                  </a:lnTo>
                  <a:lnTo>
                    <a:pt x="2578410" y="2879331"/>
                  </a:lnTo>
                  <a:lnTo>
                    <a:pt x="2506788" y="2911504"/>
                  </a:lnTo>
                  <a:lnTo>
                    <a:pt x="2435165" y="2941965"/>
                  </a:lnTo>
                  <a:lnTo>
                    <a:pt x="2363543" y="2970804"/>
                  </a:lnTo>
                  <a:lnTo>
                    <a:pt x="2291920" y="2998108"/>
                  </a:lnTo>
                  <a:lnTo>
                    <a:pt x="2220298" y="3023959"/>
                  </a:lnTo>
                  <a:lnTo>
                    <a:pt x="2148675" y="3048434"/>
                  </a:lnTo>
                  <a:lnTo>
                    <a:pt x="2077053" y="3071606"/>
                  </a:lnTo>
                  <a:lnTo>
                    <a:pt x="2005430" y="3093544"/>
                  </a:lnTo>
                  <a:lnTo>
                    <a:pt x="1933808" y="3114315"/>
                  </a:lnTo>
                  <a:lnTo>
                    <a:pt x="1862185" y="3133980"/>
                  </a:lnTo>
                  <a:lnTo>
                    <a:pt x="1790563" y="3152598"/>
                  </a:lnTo>
                  <a:lnTo>
                    <a:pt x="1718940" y="3170225"/>
                  </a:lnTo>
                  <a:lnTo>
                    <a:pt x="1647318" y="3186914"/>
                  </a:lnTo>
                  <a:lnTo>
                    <a:pt x="1575695" y="3202715"/>
                  </a:lnTo>
                  <a:lnTo>
                    <a:pt x="1504073" y="3217674"/>
                  </a:lnTo>
                  <a:lnTo>
                    <a:pt x="1432450" y="3231837"/>
                  </a:lnTo>
                  <a:lnTo>
                    <a:pt x="1360827" y="3245246"/>
                  </a:lnTo>
                  <a:lnTo>
                    <a:pt x="1289205" y="3257942"/>
                  </a:lnTo>
                  <a:lnTo>
                    <a:pt x="1217582" y="3269962"/>
                  </a:lnTo>
                  <a:lnTo>
                    <a:pt x="1145960" y="3281341"/>
                  </a:lnTo>
                  <a:lnTo>
                    <a:pt x="1074337" y="3292116"/>
                  </a:lnTo>
                  <a:lnTo>
                    <a:pt x="1002715" y="3302316"/>
                  </a:lnTo>
                  <a:lnTo>
                    <a:pt x="931092" y="3311974"/>
                  </a:lnTo>
                  <a:lnTo>
                    <a:pt x="859470" y="3321117"/>
                  </a:lnTo>
                  <a:lnTo>
                    <a:pt x="787847" y="3329774"/>
                  </a:lnTo>
                  <a:lnTo>
                    <a:pt x="716225" y="3337970"/>
                  </a:lnTo>
                  <a:lnTo>
                    <a:pt x="644602" y="3345730"/>
                  </a:lnTo>
                  <a:lnTo>
                    <a:pt x="572980" y="3353077"/>
                  </a:lnTo>
                  <a:lnTo>
                    <a:pt x="501357" y="3360032"/>
                  </a:lnTo>
                  <a:lnTo>
                    <a:pt x="429735" y="3366618"/>
                  </a:lnTo>
                  <a:lnTo>
                    <a:pt x="358112" y="3372852"/>
                  </a:lnTo>
                  <a:lnTo>
                    <a:pt x="286490" y="3378755"/>
                  </a:lnTo>
                  <a:lnTo>
                    <a:pt x="214867" y="3384344"/>
                  </a:lnTo>
                  <a:lnTo>
                    <a:pt x="143245" y="3389635"/>
                  </a:lnTo>
                  <a:lnTo>
                    <a:pt x="71622" y="3394645"/>
                  </a:lnTo>
                  <a:lnTo>
                    <a:pt x="0" y="33993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891366" y="2073503"/>
              <a:ext cx="3152563" cy="2644537"/>
            </a:xfrm>
            <a:custGeom>
              <a:avLst/>
              <a:pathLst>
                <a:path w="3152563" h="2644537">
                  <a:moveTo>
                    <a:pt x="0" y="0"/>
                  </a:moveTo>
                  <a:lnTo>
                    <a:pt x="71246" y="268807"/>
                  </a:lnTo>
                  <a:lnTo>
                    <a:pt x="142868" y="518080"/>
                  </a:lnTo>
                  <a:lnTo>
                    <a:pt x="214491" y="748026"/>
                  </a:lnTo>
                  <a:lnTo>
                    <a:pt x="286114" y="960143"/>
                  </a:lnTo>
                  <a:lnTo>
                    <a:pt x="357736" y="1155814"/>
                  </a:lnTo>
                  <a:lnTo>
                    <a:pt x="429359" y="1336312"/>
                  </a:lnTo>
                  <a:lnTo>
                    <a:pt x="500981" y="1502816"/>
                  </a:lnTo>
                  <a:lnTo>
                    <a:pt x="572604" y="1656410"/>
                  </a:lnTo>
                  <a:lnTo>
                    <a:pt x="644226" y="1798094"/>
                  </a:lnTo>
                  <a:lnTo>
                    <a:pt x="715849" y="1928793"/>
                  </a:lnTo>
                  <a:lnTo>
                    <a:pt x="787471" y="2049358"/>
                  </a:lnTo>
                  <a:lnTo>
                    <a:pt x="859094" y="2160575"/>
                  </a:lnTo>
                  <a:lnTo>
                    <a:pt x="930716" y="2263168"/>
                  </a:lnTo>
                  <a:lnTo>
                    <a:pt x="1002339" y="2357807"/>
                  </a:lnTo>
                  <a:lnTo>
                    <a:pt x="1073961" y="2445108"/>
                  </a:lnTo>
                  <a:lnTo>
                    <a:pt x="1145584" y="2525640"/>
                  </a:lnTo>
                  <a:lnTo>
                    <a:pt x="1217206" y="2599928"/>
                  </a:lnTo>
                  <a:lnTo>
                    <a:pt x="1288829" y="2644537"/>
                  </a:lnTo>
                  <a:lnTo>
                    <a:pt x="1360451" y="2597354"/>
                  </a:lnTo>
                  <a:lnTo>
                    <a:pt x="1432074" y="2547519"/>
                  </a:lnTo>
                  <a:lnTo>
                    <a:pt x="1503696" y="2494881"/>
                  </a:lnTo>
                  <a:lnTo>
                    <a:pt x="1575319" y="2439283"/>
                  </a:lnTo>
                  <a:lnTo>
                    <a:pt x="1646941" y="2380560"/>
                  </a:lnTo>
                  <a:lnTo>
                    <a:pt x="1718564" y="2318536"/>
                  </a:lnTo>
                  <a:lnTo>
                    <a:pt x="1790187" y="2253024"/>
                  </a:lnTo>
                  <a:lnTo>
                    <a:pt x="1861809" y="2183828"/>
                  </a:lnTo>
                  <a:lnTo>
                    <a:pt x="1933432" y="2110743"/>
                  </a:lnTo>
                  <a:lnTo>
                    <a:pt x="2005054" y="2033548"/>
                  </a:lnTo>
                  <a:lnTo>
                    <a:pt x="2076677" y="1952013"/>
                  </a:lnTo>
                  <a:lnTo>
                    <a:pt x="2148299" y="1865894"/>
                  </a:lnTo>
                  <a:lnTo>
                    <a:pt x="2219922" y="1774933"/>
                  </a:lnTo>
                  <a:lnTo>
                    <a:pt x="2291544" y="1678858"/>
                  </a:lnTo>
                  <a:lnTo>
                    <a:pt x="2363167" y="1577381"/>
                  </a:lnTo>
                  <a:lnTo>
                    <a:pt x="2434789" y="1470199"/>
                  </a:lnTo>
                  <a:lnTo>
                    <a:pt x="2506412" y="1356991"/>
                  </a:lnTo>
                  <a:lnTo>
                    <a:pt x="2578034" y="1237418"/>
                  </a:lnTo>
                  <a:lnTo>
                    <a:pt x="2649657" y="1111122"/>
                  </a:lnTo>
                  <a:lnTo>
                    <a:pt x="2721279" y="977726"/>
                  </a:lnTo>
                  <a:lnTo>
                    <a:pt x="2792902" y="836829"/>
                  </a:lnTo>
                  <a:lnTo>
                    <a:pt x="2864524" y="688011"/>
                  </a:lnTo>
                  <a:lnTo>
                    <a:pt x="2936147" y="530825"/>
                  </a:lnTo>
                  <a:lnTo>
                    <a:pt x="3007769" y="364802"/>
                  </a:lnTo>
                  <a:lnTo>
                    <a:pt x="3079392" y="189445"/>
                  </a:lnTo>
                  <a:lnTo>
                    <a:pt x="3151015" y="4229"/>
                  </a:lnTo>
                  <a:lnTo>
                    <a:pt x="315256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41959"/>
              <a:ext cx="7090630" cy="807098"/>
            </a:xfrm>
            <a:custGeom>
              <a:avLst/>
              <a:pathLst>
                <a:path w="7090630" h="807098">
                  <a:moveTo>
                    <a:pt x="7090630" y="807098"/>
                  </a:moveTo>
                  <a:lnTo>
                    <a:pt x="7019007" y="806409"/>
                  </a:lnTo>
                  <a:lnTo>
                    <a:pt x="6947385" y="805663"/>
                  </a:lnTo>
                  <a:lnTo>
                    <a:pt x="6875762" y="804853"/>
                  </a:lnTo>
                  <a:lnTo>
                    <a:pt x="6804139" y="803976"/>
                  </a:lnTo>
                  <a:lnTo>
                    <a:pt x="6732517" y="803025"/>
                  </a:lnTo>
                  <a:lnTo>
                    <a:pt x="6660894" y="801994"/>
                  </a:lnTo>
                  <a:lnTo>
                    <a:pt x="6589272" y="800876"/>
                  </a:lnTo>
                  <a:lnTo>
                    <a:pt x="6517649" y="799665"/>
                  </a:lnTo>
                  <a:lnTo>
                    <a:pt x="6446027" y="798352"/>
                  </a:lnTo>
                  <a:lnTo>
                    <a:pt x="6374404" y="796928"/>
                  </a:lnTo>
                  <a:lnTo>
                    <a:pt x="6302782" y="795384"/>
                  </a:lnTo>
                  <a:lnTo>
                    <a:pt x="6231159" y="793711"/>
                  </a:lnTo>
                  <a:lnTo>
                    <a:pt x="6159537" y="791897"/>
                  </a:lnTo>
                  <a:lnTo>
                    <a:pt x="6087914" y="789931"/>
                  </a:lnTo>
                  <a:lnTo>
                    <a:pt x="6016292" y="787800"/>
                  </a:lnTo>
                  <a:lnTo>
                    <a:pt x="5944669" y="785489"/>
                  </a:lnTo>
                  <a:lnTo>
                    <a:pt x="5873047" y="782984"/>
                  </a:lnTo>
                  <a:lnTo>
                    <a:pt x="5801424" y="780269"/>
                  </a:lnTo>
                  <a:lnTo>
                    <a:pt x="5729802" y="777325"/>
                  </a:lnTo>
                  <a:lnTo>
                    <a:pt x="5658179" y="774134"/>
                  </a:lnTo>
                  <a:lnTo>
                    <a:pt x="5586557" y="770674"/>
                  </a:lnTo>
                  <a:lnTo>
                    <a:pt x="5514934" y="766924"/>
                  </a:lnTo>
                  <a:lnTo>
                    <a:pt x="5443311" y="762859"/>
                  </a:lnTo>
                  <a:lnTo>
                    <a:pt x="5371689" y="758452"/>
                  </a:lnTo>
                  <a:lnTo>
                    <a:pt x="5300066" y="753674"/>
                  </a:lnTo>
                  <a:lnTo>
                    <a:pt x="5228444" y="748495"/>
                  </a:lnTo>
                  <a:lnTo>
                    <a:pt x="5156821" y="742881"/>
                  </a:lnTo>
                  <a:lnTo>
                    <a:pt x="5085199" y="736795"/>
                  </a:lnTo>
                  <a:lnTo>
                    <a:pt x="5013576" y="730197"/>
                  </a:lnTo>
                  <a:lnTo>
                    <a:pt x="4941954" y="723045"/>
                  </a:lnTo>
                  <a:lnTo>
                    <a:pt x="4870331" y="715291"/>
                  </a:lnTo>
                  <a:lnTo>
                    <a:pt x="4798709" y="706886"/>
                  </a:lnTo>
                  <a:lnTo>
                    <a:pt x="4727086" y="697774"/>
                  </a:lnTo>
                  <a:lnTo>
                    <a:pt x="4655464" y="687896"/>
                  </a:lnTo>
                  <a:lnTo>
                    <a:pt x="4583841" y="677189"/>
                  </a:lnTo>
                  <a:lnTo>
                    <a:pt x="4512219" y="665581"/>
                  </a:lnTo>
                  <a:lnTo>
                    <a:pt x="4440596" y="652997"/>
                  </a:lnTo>
                  <a:lnTo>
                    <a:pt x="4368974" y="639356"/>
                  </a:lnTo>
                  <a:lnTo>
                    <a:pt x="4297351" y="624568"/>
                  </a:lnTo>
                  <a:lnTo>
                    <a:pt x="4225729" y="608537"/>
                  </a:lnTo>
                  <a:lnTo>
                    <a:pt x="4154106" y="591159"/>
                  </a:lnTo>
                  <a:lnTo>
                    <a:pt x="4082483" y="572320"/>
                  </a:lnTo>
                  <a:lnTo>
                    <a:pt x="4010861" y="551897"/>
                  </a:lnTo>
                  <a:lnTo>
                    <a:pt x="3939238" y="529758"/>
                  </a:lnTo>
                  <a:lnTo>
                    <a:pt x="3867616" y="505759"/>
                  </a:lnTo>
                  <a:lnTo>
                    <a:pt x="3795993" y="479741"/>
                  </a:lnTo>
                  <a:lnTo>
                    <a:pt x="3724371" y="451537"/>
                  </a:lnTo>
                  <a:lnTo>
                    <a:pt x="3652748" y="420963"/>
                  </a:lnTo>
                  <a:lnTo>
                    <a:pt x="3581126" y="387818"/>
                  </a:lnTo>
                  <a:lnTo>
                    <a:pt x="3509503" y="351888"/>
                  </a:lnTo>
                  <a:lnTo>
                    <a:pt x="3437881" y="312937"/>
                  </a:lnTo>
                  <a:lnTo>
                    <a:pt x="3366258" y="270713"/>
                  </a:lnTo>
                  <a:lnTo>
                    <a:pt x="3294636" y="224940"/>
                  </a:lnTo>
                  <a:lnTo>
                    <a:pt x="3223013" y="175319"/>
                  </a:lnTo>
                  <a:lnTo>
                    <a:pt x="3151391" y="121527"/>
                  </a:lnTo>
                  <a:lnTo>
                    <a:pt x="3079768" y="63214"/>
                  </a:lnTo>
                  <a:lnTo>
                    <a:pt x="3008146" y="0"/>
                  </a:lnTo>
                  <a:lnTo>
                    <a:pt x="2936523" y="20753"/>
                  </a:lnTo>
                  <a:lnTo>
                    <a:pt x="2864901" y="63046"/>
                  </a:lnTo>
                  <a:lnTo>
                    <a:pt x="2793278" y="103089"/>
                  </a:lnTo>
                  <a:lnTo>
                    <a:pt x="2721655" y="141000"/>
                  </a:lnTo>
                  <a:lnTo>
                    <a:pt x="2650033" y="176892"/>
                  </a:lnTo>
                  <a:lnTo>
                    <a:pt x="2578410" y="210875"/>
                  </a:lnTo>
                  <a:lnTo>
                    <a:pt x="2506788" y="243048"/>
                  </a:lnTo>
                  <a:lnTo>
                    <a:pt x="2435165" y="273509"/>
                  </a:lnTo>
                  <a:lnTo>
                    <a:pt x="2363543" y="302348"/>
                  </a:lnTo>
                  <a:lnTo>
                    <a:pt x="2291920" y="329652"/>
                  </a:lnTo>
                  <a:lnTo>
                    <a:pt x="2220298" y="355503"/>
                  </a:lnTo>
                  <a:lnTo>
                    <a:pt x="2148675" y="379978"/>
                  </a:lnTo>
                  <a:lnTo>
                    <a:pt x="2077053" y="403150"/>
                  </a:lnTo>
                  <a:lnTo>
                    <a:pt x="2005430" y="425088"/>
                  </a:lnTo>
                  <a:lnTo>
                    <a:pt x="1933808" y="445859"/>
                  </a:lnTo>
                  <a:lnTo>
                    <a:pt x="1862185" y="465524"/>
                  </a:lnTo>
                  <a:lnTo>
                    <a:pt x="1790563" y="484142"/>
                  </a:lnTo>
                  <a:lnTo>
                    <a:pt x="1718940" y="501769"/>
                  </a:lnTo>
                  <a:lnTo>
                    <a:pt x="1647318" y="518458"/>
                  </a:lnTo>
                  <a:lnTo>
                    <a:pt x="1575695" y="534258"/>
                  </a:lnTo>
                  <a:lnTo>
                    <a:pt x="1504073" y="549218"/>
                  </a:lnTo>
                  <a:lnTo>
                    <a:pt x="1432450" y="563381"/>
                  </a:lnTo>
                  <a:lnTo>
                    <a:pt x="1360827" y="576790"/>
                  </a:lnTo>
                  <a:lnTo>
                    <a:pt x="1289205" y="589486"/>
                  </a:lnTo>
                  <a:lnTo>
                    <a:pt x="1217582" y="601506"/>
                  </a:lnTo>
                  <a:lnTo>
                    <a:pt x="1145960" y="612885"/>
                  </a:lnTo>
                  <a:lnTo>
                    <a:pt x="1074337" y="623659"/>
                  </a:lnTo>
                  <a:lnTo>
                    <a:pt x="1002715" y="633860"/>
                  </a:lnTo>
                  <a:lnTo>
                    <a:pt x="931092" y="643518"/>
                  </a:lnTo>
                  <a:lnTo>
                    <a:pt x="859470" y="652661"/>
                  </a:lnTo>
                  <a:lnTo>
                    <a:pt x="787847" y="661318"/>
                  </a:lnTo>
                  <a:lnTo>
                    <a:pt x="716225" y="669514"/>
                  </a:lnTo>
                  <a:lnTo>
                    <a:pt x="644602" y="677274"/>
                  </a:lnTo>
                  <a:lnTo>
                    <a:pt x="572980" y="684621"/>
                  </a:lnTo>
                  <a:lnTo>
                    <a:pt x="501357" y="691576"/>
                  </a:lnTo>
                  <a:lnTo>
                    <a:pt x="429735" y="698161"/>
                  </a:lnTo>
                  <a:lnTo>
                    <a:pt x="358112" y="704396"/>
                  </a:lnTo>
                  <a:lnTo>
                    <a:pt x="286490" y="710299"/>
                  </a:lnTo>
                  <a:lnTo>
                    <a:pt x="214867" y="715888"/>
                  </a:lnTo>
                  <a:lnTo>
                    <a:pt x="143245" y="721179"/>
                  </a:lnTo>
                  <a:lnTo>
                    <a:pt x="71622" y="726189"/>
                  </a:lnTo>
                  <a:lnTo>
                    <a:pt x="0" y="7309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129067"/>
              <a:ext cx="7090630" cy="1034009"/>
            </a:xfrm>
            <a:custGeom>
              <a:avLst/>
              <a:pathLst>
                <a:path w="7090630" h="1034009">
                  <a:moveTo>
                    <a:pt x="0" y="0"/>
                  </a:moveTo>
                  <a:lnTo>
                    <a:pt x="71622" y="18451"/>
                  </a:lnTo>
                  <a:lnTo>
                    <a:pt x="143245" y="36664"/>
                  </a:lnTo>
                  <a:lnTo>
                    <a:pt x="214867" y="54642"/>
                  </a:lnTo>
                  <a:lnTo>
                    <a:pt x="286490" y="72387"/>
                  </a:lnTo>
                  <a:lnTo>
                    <a:pt x="358112" y="89903"/>
                  </a:lnTo>
                  <a:lnTo>
                    <a:pt x="429735" y="107193"/>
                  </a:lnTo>
                  <a:lnTo>
                    <a:pt x="501357" y="124260"/>
                  </a:lnTo>
                  <a:lnTo>
                    <a:pt x="572980" y="141106"/>
                  </a:lnTo>
                  <a:lnTo>
                    <a:pt x="644602" y="157734"/>
                  </a:lnTo>
                  <a:lnTo>
                    <a:pt x="716225" y="174148"/>
                  </a:lnTo>
                  <a:lnTo>
                    <a:pt x="787847" y="190350"/>
                  </a:lnTo>
                  <a:lnTo>
                    <a:pt x="859470" y="206342"/>
                  </a:lnTo>
                  <a:lnTo>
                    <a:pt x="931092" y="222127"/>
                  </a:lnTo>
                  <a:lnTo>
                    <a:pt x="1002715" y="237709"/>
                  </a:lnTo>
                  <a:lnTo>
                    <a:pt x="1074337" y="253089"/>
                  </a:lnTo>
                  <a:lnTo>
                    <a:pt x="1145960" y="268271"/>
                  </a:lnTo>
                  <a:lnTo>
                    <a:pt x="1217582" y="283256"/>
                  </a:lnTo>
                  <a:lnTo>
                    <a:pt x="1289205" y="298048"/>
                  </a:lnTo>
                  <a:lnTo>
                    <a:pt x="1360827" y="312649"/>
                  </a:lnTo>
                  <a:lnTo>
                    <a:pt x="1432450" y="327061"/>
                  </a:lnTo>
                  <a:lnTo>
                    <a:pt x="1504073" y="341287"/>
                  </a:lnTo>
                  <a:lnTo>
                    <a:pt x="1575695" y="355329"/>
                  </a:lnTo>
                  <a:lnTo>
                    <a:pt x="1647318" y="369190"/>
                  </a:lnTo>
                  <a:lnTo>
                    <a:pt x="1718940" y="382872"/>
                  </a:lnTo>
                  <a:lnTo>
                    <a:pt x="1790563" y="396377"/>
                  </a:lnTo>
                  <a:lnTo>
                    <a:pt x="1862185" y="409707"/>
                  </a:lnTo>
                  <a:lnTo>
                    <a:pt x="1933808" y="422865"/>
                  </a:lnTo>
                  <a:lnTo>
                    <a:pt x="2005430" y="435854"/>
                  </a:lnTo>
                  <a:lnTo>
                    <a:pt x="2077053" y="448674"/>
                  </a:lnTo>
                  <a:lnTo>
                    <a:pt x="2148675" y="461329"/>
                  </a:lnTo>
                  <a:lnTo>
                    <a:pt x="2220298" y="473820"/>
                  </a:lnTo>
                  <a:lnTo>
                    <a:pt x="2291920" y="486150"/>
                  </a:lnTo>
                  <a:lnTo>
                    <a:pt x="2363543" y="498321"/>
                  </a:lnTo>
                  <a:lnTo>
                    <a:pt x="2435165" y="510334"/>
                  </a:lnTo>
                  <a:lnTo>
                    <a:pt x="2506788" y="522192"/>
                  </a:lnTo>
                  <a:lnTo>
                    <a:pt x="2578410" y="533897"/>
                  </a:lnTo>
                  <a:lnTo>
                    <a:pt x="2650033" y="545451"/>
                  </a:lnTo>
                  <a:lnTo>
                    <a:pt x="2721655" y="556855"/>
                  </a:lnTo>
                  <a:lnTo>
                    <a:pt x="2793278" y="568112"/>
                  </a:lnTo>
                  <a:lnTo>
                    <a:pt x="2864901" y="579224"/>
                  </a:lnTo>
                  <a:lnTo>
                    <a:pt x="2936523" y="590192"/>
                  </a:lnTo>
                  <a:lnTo>
                    <a:pt x="3008146" y="601019"/>
                  </a:lnTo>
                  <a:lnTo>
                    <a:pt x="3079768" y="611705"/>
                  </a:lnTo>
                  <a:lnTo>
                    <a:pt x="3151391" y="622254"/>
                  </a:lnTo>
                  <a:lnTo>
                    <a:pt x="3223013" y="632666"/>
                  </a:lnTo>
                  <a:lnTo>
                    <a:pt x="3294636" y="642944"/>
                  </a:lnTo>
                  <a:lnTo>
                    <a:pt x="3366258" y="653089"/>
                  </a:lnTo>
                  <a:lnTo>
                    <a:pt x="3437881" y="663102"/>
                  </a:lnTo>
                  <a:lnTo>
                    <a:pt x="3509503" y="672987"/>
                  </a:lnTo>
                  <a:lnTo>
                    <a:pt x="3581126" y="682744"/>
                  </a:lnTo>
                  <a:lnTo>
                    <a:pt x="3652748" y="692374"/>
                  </a:lnTo>
                  <a:lnTo>
                    <a:pt x="3724371" y="701881"/>
                  </a:lnTo>
                  <a:lnTo>
                    <a:pt x="3795993" y="711264"/>
                  </a:lnTo>
                  <a:lnTo>
                    <a:pt x="3867616" y="720526"/>
                  </a:lnTo>
                  <a:lnTo>
                    <a:pt x="3939238" y="729669"/>
                  </a:lnTo>
                  <a:lnTo>
                    <a:pt x="4010861" y="738693"/>
                  </a:lnTo>
                  <a:lnTo>
                    <a:pt x="4082483" y="747601"/>
                  </a:lnTo>
                  <a:lnTo>
                    <a:pt x="4154106" y="756394"/>
                  </a:lnTo>
                  <a:lnTo>
                    <a:pt x="4225729" y="765073"/>
                  </a:lnTo>
                  <a:lnTo>
                    <a:pt x="4297351" y="773640"/>
                  </a:lnTo>
                  <a:lnTo>
                    <a:pt x="4368974" y="782097"/>
                  </a:lnTo>
                  <a:lnTo>
                    <a:pt x="4440596" y="790444"/>
                  </a:lnTo>
                  <a:lnTo>
                    <a:pt x="4512219" y="798683"/>
                  </a:lnTo>
                  <a:lnTo>
                    <a:pt x="4583841" y="806816"/>
                  </a:lnTo>
                  <a:lnTo>
                    <a:pt x="4655464" y="814844"/>
                  </a:lnTo>
                  <a:lnTo>
                    <a:pt x="4727086" y="822768"/>
                  </a:lnTo>
                  <a:lnTo>
                    <a:pt x="4798709" y="830589"/>
                  </a:lnTo>
                  <a:lnTo>
                    <a:pt x="4870331" y="838310"/>
                  </a:lnTo>
                  <a:lnTo>
                    <a:pt x="4941954" y="845931"/>
                  </a:lnTo>
                  <a:lnTo>
                    <a:pt x="5013576" y="853453"/>
                  </a:lnTo>
                  <a:lnTo>
                    <a:pt x="5085199" y="860878"/>
                  </a:lnTo>
                  <a:lnTo>
                    <a:pt x="5156821" y="868208"/>
                  </a:lnTo>
                  <a:lnTo>
                    <a:pt x="5228444" y="875442"/>
                  </a:lnTo>
                  <a:lnTo>
                    <a:pt x="5300066" y="882584"/>
                  </a:lnTo>
                  <a:lnTo>
                    <a:pt x="5371689" y="889632"/>
                  </a:lnTo>
                  <a:lnTo>
                    <a:pt x="5443311" y="896590"/>
                  </a:lnTo>
                  <a:lnTo>
                    <a:pt x="5514934" y="903458"/>
                  </a:lnTo>
                  <a:lnTo>
                    <a:pt x="5586557" y="910237"/>
                  </a:lnTo>
                  <a:lnTo>
                    <a:pt x="5658179" y="916929"/>
                  </a:lnTo>
                  <a:lnTo>
                    <a:pt x="5729802" y="923534"/>
                  </a:lnTo>
                  <a:lnTo>
                    <a:pt x="5801424" y="930054"/>
                  </a:lnTo>
                  <a:lnTo>
                    <a:pt x="5873047" y="936489"/>
                  </a:lnTo>
                  <a:lnTo>
                    <a:pt x="5944669" y="942842"/>
                  </a:lnTo>
                  <a:lnTo>
                    <a:pt x="6016292" y="949112"/>
                  </a:lnTo>
                  <a:lnTo>
                    <a:pt x="6087914" y="955302"/>
                  </a:lnTo>
                  <a:lnTo>
                    <a:pt x="6159537" y="961411"/>
                  </a:lnTo>
                  <a:lnTo>
                    <a:pt x="6231159" y="967441"/>
                  </a:lnTo>
                  <a:lnTo>
                    <a:pt x="6302782" y="973394"/>
                  </a:lnTo>
                  <a:lnTo>
                    <a:pt x="6374404" y="979270"/>
                  </a:lnTo>
                  <a:lnTo>
                    <a:pt x="6446027" y="985069"/>
                  </a:lnTo>
                  <a:lnTo>
                    <a:pt x="6517649" y="990794"/>
                  </a:lnTo>
                  <a:lnTo>
                    <a:pt x="6589272" y="996445"/>
                  </a:lnTo>
                  <a:lnTo>
                    <a:pt x="6660894" y="1002023"/>
                  </a:lnTo>
                  <a:lnTo>
                    <a:pt x="6732517" y="1007529"/>
                  </a:lnTo>
                  <a:lnTo>
                    <a:pt x="6804139" y="1012963"/>
                  </a:lnTo>
                  <a:lnTo>
                    <a:pt x="6875762" y="1018328"/>
                  </a:lnTo>
                  <a:lnTo>
                    <a:pt x="6947385" y="1023623"/>
                  </a:lnTo>
                  <a:lnTo>
                    <a:pt x="7019007" y="1028850"/>
                  </a:lnTo>
                  <a:lnTo>
                    <a:pt x="7090630" y="103400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(0.50-2.76), p = 0.707  |  per IQR decline (Δ = 27.4 %): 1.57 (0.15-16.29)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8759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2026-07-29T17:42:37Z</dcterms:modified>
  <cp:category/>
</cp:coreProperties>
</file>