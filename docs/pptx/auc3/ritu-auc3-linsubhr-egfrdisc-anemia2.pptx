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495295"/>
              <a:ext cx="7090630" cy="1811396"/>
            </a:xfrm>
            <a:custGeom>
              <a:avLst/>
              <a:pathLst>
                <a:path w="7090630" h="1811396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  <a:lnTo>
                    <a:pt x="7090630" y="1557765"/>
                  </a:lnTo>
                  <a:lnTo>
                    <a:pt x="7019007" y="1550541"/>
                  </a:lnTo>
                  <a:lnTo>
                    <a:pt x="6947385" y="1543213"/>
                  </a:lnTo>
                  <a:lnTo>
                    <a:pt x="6875762" y="1535780"/>
                  </a:lnTo>
                  <a:lnTo>
                    <a:pt x="6804139" y="1528241"/>
                  </a:lnTo>
                  <a:lnTo>
                    <a:pt x="6732517" y="1520594"/>
                  </a:lnTo>
                  <a:lnTo>
                    <a:pt x="6660894" y="1512837"/>
                  </a:lnTo>
                  <a:lnTo>
                    <a:pt x="6589272" y="1504969"/>
                  </a:lnTo>
                  <a:lnTo>
                    <a:pt x="6517649" y="1496988"/>
                  </a:lnTo>
                  <a:lnTo>
                    <a:pt x="6446027" y="1488893"/>
                  </a:lnTo>
                  <a:lnTo>
                    <a:pt x="6374404" y="1480682"/>
                  </a:lnTo>
                  <a:lnTo>
                    <a:pt x="6302782" y="1472353"/>
                  </a:lnTo>
                  <a:lnTo>
                    <a:pt x="6231159" y="1463905"/>
                  </a:lnTo>
                  <a:lnTo>
                    <a:pt x="6159537" y="1455336"/>
                  </a:lnTo>
                  <a:lnTo>
                    <a:pt x="6087914" y="1446644"/>
                  </a:lnTo>
                  <a:lnTo>
                    <a:pt x="6016292" y="1437827"/>
                  </a:lnTo>
                  <a:lnTo>
                    <a:pt x="5944669" y="1428884"/>
                  </a:lnTo>
                  <a:lnTo>
                    <a:pt x="5873047" y="1419813"/>
                  </a:lnTo>
                  <a:lnTo>
                    <a:pt x="5801424" y="1410613"/>
                  </a:lnTo>
                  <a:lnTo>
                    <a:pt x="5729802" y="1401280"/>
                  </a:lnTo>
                  <a:lnTo>
                    <a:pt x="5658179" y="1391813"/>
                  </a:lnTo>
                  <a:lnTo>
                    <a:pt x="5586557" y="1382211"/>
                  </a:lnTo>
                  <a:lnTo>
                    <a:pt x="5514934" y="1372471"/>
                  </a:lnTo>
                  <a:lnTo>
                    <a:pt x="5443311" y="1362592"/>
                  </a:lnTo>
                  <a:lnTo>
                    <a:pt x="5371689" y="1352571"/>
                  </a:lnTo>
                  <a:lnTo>
                    <a:pt x="5300066" y="1342407"/>
                  </a:lnTo>
                  <a:lnTo>
                    <a:pt x="5228444" y="1332097"/>
                  </a:lnTo>
                  <a:lnTo>
                    <a:pt x="5156821" y="1321639"/>
                  </a:lnTo>
                  <a:lnTo>
                    <a:pt x="5085199" y="1311031"/>
                  </a:lnTo>
                  <a:lnTo>
                    <a:pt x="5013576" y="1300272"/>
                  </a:lnTo>
                  <a:lnTo>
                    <a:pt x="4941954" y="1289358"/>
                  </a:lnTo>
                  <a:lnTo>
                    <a:pt x="4870331" y="1278288"/>
                  </a:lnTo>
                  <a:lnTo>
                    <a:pt x="4798709" y="1267059"/>
                  </a:lnTo>
                  <a:lnTo>
                    <a:pt x="4727086" y="1255669"/>
                  </a:lnTo>
                  <a:lnTo>
                    <a:pt x="4655464" y="1244116"/>
                  </a:lnTo>
                  <a:lnTo>
                    <a:pt x="4583841" y="1232611"/>
                  </a:lnTo>
                  <a:lnTo>
                    <a:pt x="4512219" y="1247977"/>
                  </a:lnTo>
                  <a:lnTo>
                    <a:pt x="4440596" y="1263059"/>
                  </a:lnTo>
                  <a:lnTo>
                    <a:pt x="4368974" y="1277861"/>
                  </a:lnTo>
                  <a:lnTo>
                    <a:pt x="4297351" y="1292389"/>
                  </a:lnTo>
                  <a:lnTo>
                    <a:pt x="4225729" y="1306648"/>
                  </a:lnTo>
                  <a:lnTo>
                    <a:pt x="4154106" y="1320643"/>
                  </a:lnTo>
                  <a:lnTo>
                    <a:pt x="4082483" y="1334378"/>
                  </a:lnTo>
                  <a:lnTo>
                    <a:pt x="4010861" y="1347859"/>
                  </a:lnTo>
                  <a:lnTo>
                    <a:pt x="3939238" y="1361090"/>
                  </a:lnTo>
                  <a:lnTo>
                    <a:pt x="3867616" y="1374076"/>
                  </a:lnTo>
                  <a:lnTo>
                    <a:pt x="3795993" y="1386821"/>
                  </a:lnTo>
                  <a:lnTo>
                    <a:pt x="3724371" y="1399331"/>
                  </a:lnTo>
                  <a:lnTo>
                    <a:pt x="3652748" y="1411608"/>
                  </a:lnTo>
                  <a:lnTo>
                    <a:pt x="3581126" y="1423658"/>
                  </a:lnTo>
                  <a:lnTo>
                    <a:pt x="3509503" y="1435485"/>
                  </a:lnTo>
                  <a:lnTo>
                    <a:pt x="3437881" y="1447092"/>
                  </a:lnTo>
                  <a:lnTo>
                    <a:pt x="3366258" y="1458485"/>
                  </a:lnTo>
                  <a:lnTo>
                    <a:pt x="3294636" y="1469666"/>
                  </a:lnTo>
                  <a:lnTo>
                    <a:pt x="3223013" y="1480640"/>
                  </a:lnTo>
                  <a:lnTo>
                    <a:pt x="3151391" y="1491411"/>
                  </a:lnTo>
                  <a:lnTo>
                    <a:pt x="3079768" y="1501982"/>
                  </a:lnTo>
                  <a:lnTo>
                    <a:pt x="3008146" y="1512358"/>
                  </a:lnTo>
                  <a:lnTo>
                    <a:pt x="2936523" y="1522541"/>
                  </a:lnTo>
                  <a:lnTo>
                    <a:pt x="2864901" y="1532535"/>
                  </a:lnTo>
                  <a:lnTo>
                    <a:pt x="2793278" y="1542345"/>
                  </a:lnTo>
                  <a:lnTo>
                    <a:pt x="2721655" y="1551972"/>
                  </a:lnTo>
                  <a:lnTo>
                    <a:pt x="2650033" y="1561421"/>
                  </a:lnTo>
                  <a:lnTo>
                    <a:pt x="2578410" y="1570696"/>
                  </a:lnTo>
                  <a:lnTo>
                    <a:pt x="2506788" y="1579798"/>
                  </a:lnTo>
                  <a:lnTo>
                    <a:pt x="2435165" y="1588731"/>
                  </a:lnTo>
                  <a:lnTo>
                    <a:pt x="2363543" y="1597500"/>
                  </a:lnTo>
                  <a:lnTo>
                    <a:pt x="2291920" y="1606105"/>
                  </a:lnTo>
                  <a:lnTo>
                    <a:pt x="2220298" y="1614551"/>
                  </a:lnTo>
                  <a:lnTo>
                    <a:pt x="2148675" y="1622841"/>
                  </a:lnTo>
                  <a:lnTo>
                    <a:pt x="2077053" y="1630977"/>
                  </a:lnTo>
                  <a:lnTo>
                    <a:pt x="2005430" y="1638962"/>
                  </a:lnTo>
                  <a:lnTo>
                    <a:pt x="1933808" y="1646800"/>
                  </a:lnTo>
                  <a:lnTo>
                    <a:pt x="1862185" y="1654492"/>
                  </a:lnTo>
                  <a:lnTo>
                    <a:pt x="1790563" y="1662042"/>
                  </a:lnTo>
                  <a:lnTo>
                    <a:pt x="1718940" y="1669451"/>
                  </a:lnTo>
                  <a:lnTo>
                    <a:pt x="1647318" y="1676724"/>
                  </a:lnTo>
                  <a:lnTo>
                    <a:pt x="1575695" y="1683862"/>
                  </a:lnTo>
                  <a:lnTo>
                    <a:pt x="1504073" y="1690867"/>
                  </a:lnTo>
                  <a:lnTo>
                    <a:pt x="1432450" y="1697743"/>
                  </a:lnTo>
                  <a:lnTo>
                    <a:pt x="1360827" y="1704491"/>
                  </a:lnTo>
                  <a:lnTo>
                    <a:pt x="1289205" y="1711114"/>
                  </a:lnTo>
                  <a:lnTo>
                    <a:pt x="1217582" y="1717615"/>
                  </a:lnTo>
                  <a:lnTo>
                    <a:pt x="1145960" y="1723995"/>
                  </a:lnTo>
                  <a:lnTo>
                    <a:pt x="1074337" y="1730257"/>
                  </a:lnTo>
                  <a:lnTo>
                    <a:pt x="1002715" y="1736403"/>
                  </a:lnTo>
                  <a:lnTo>
                    <a:pt x="931092" y="1742435"/>
                  </a:lnTo>
                  <a:lnTo>
                    <a:pt x="859470" y="1748355"/>
                  </a:lnTo>
                  <a:lnTo>
                    <a:pt x="787847" y="1754165"/>
                  </a:lnTo>
                  <a:lnTo>
                    <a:pt x="716225" y="1759868"/>
                  </a:lnTo>
                  <a:lnTo>
                    <a:pt x="644602" y="1765465"/>
                  </a:lnTo>
                  <a:lnTo>
                    <a:pt x="572980" y="1770959"/>
                  </a:lnTo>
                  <a:lnTo>
                    <a:pt x="501357" y="1776350"/>
                  </a:lnTo>
                  <a:lnTo>
                    <a:pt x="429735" y="1781642"/>
                  </a:lnTo>
                  <a:lnTo>
                    <a:pt x="358112" y="1786836"/>
                  </a:lnTo>
                  <a:lnTo>
                    <a:pt x="286490" y="1791934"/>
                  </a:lnTo>
                  <a:lnTo>
                    <a:pt x="214867" y="1796937"/>
                  </a:lnTo>
                  <a:lnTo>
                    <a:pt x="143245" y="1801847"/>
                  </a:lnTo>
                  <a:lnTo>
                    <a:pt x="71622" y="1806666"/>
                  </a:lnTo>
                  <a:lnTo>
                    <a:pt x="0" y="18113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495295"/>
              <a:ext cx="7090630" cy="1232398"/>
            </a:xfrm>
            <a:custGeom>
              <a:avLst/>
              <a:pathLst>
                <a:path w="7090630" h="1232398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07"/>
              <a:ext cx="7090630" cy="578785"/>
            </a:xfrm>
            <a:custGeom>
              <a:avLst/>
              <a:pathLst>
                <a:path w="7090630" h="578785">
                  <a:moveTo>
                    <a:pt x="7090630" y="325154"/>
                  </a:moveTo>
                  <a:lnTo>
                    <a:pt x="7019007" y="317930"/>
                  </a:lnTo>
                  <a:lnTo>
                    <a:pt x="6947385" y="310602"/>
                  </a:lnTo>
                  <a:lnTo>
                    <a:pt x="6875762" y="303169"/>
                  </a:lnTo>
                  <a:lnTo>
                    <a:pt x="6804139" y="295630"/>
                  </a:lnTo>
                  <a:lnTo>
                    <a:pt x="6732517" y="287983"/>
                  </a:lnTo>
                  <a:lnTo>
                    <a:pt x="6660894" y="280226"/>
                  </a:lnTo>
                  <a:lnTo>
                    <a:pt x="6589272" y="272358"/>
                  </a:lnTo>
                  <a:lnTo>
                    <a:pt x="6517649" y="264377"/>
                  </a:lnTo>
                  <a:lnTo>
                    <a:pt x="6446027" y="256282"/>
                  </a:lnTo>
                  <a:lnTo>
                    <a:pt x="6374404" y="248071"/>
                  </a:lnTo>
                  <a:lnTo>
                    <a:pt x="6302782" y="239742"/>
                  </a:lnTo>
                  <a:lnTo>
                    <a:pt x="6231159" y="231294"/>
                  </a:lnTo>
                  <a:lnTo>
                    <a:pt x="6159537" y="222725"/>
                  </a:lnTo>
                  <a:lnTo>
                    <a:pt x="6087914" y="214033"/>
                  </a:lnTo>
                  <a:lnTo>
                    <a:pt x="6016292" y="205216"/>
                  </a:lnTo>
                  <a:lnTo>
                    <a:pt x="5944669" y="196273"/>
                  </a:lnTo>
                  <a:lnTo>
                    <a:pt x="5873047" y="187202"/>
                  </a:lnTo>
                  <a:lnTo>
                    <a:pt x="5801424" y="178001"/>
                  </a:lnTo>
                  <a:lnTo>
                    <a:pt x="5729802" y="168669"/>
                  </a:lnTo>
                  <a:lnTo>
                    <a:pt x="5658179" y="159202"/>
                  </a:lnTo>
                  <a:lnTo>
                    <a:pt x="5586557" y="149600"/>
                  </a:lnTo>
                  <a:lnTo>
                    <a:pt x="5514934" y="139860"/>
                  </a:lnTo>
                  <a:lnTo>
                    <a:pt x="5443311" y="129981"/>
                  </a:lnTo>
                  <a:lnTo>
                    <a:pt x="5371689" y="119960"/>
                  </a:lnTo>
                  <a:lnTo>
                    <a:pt x="5300066" y="109796"/>
                  </a:lnTo>
                  <a:lnTo>
                    <a:pt x="5228444" y="99486"/>
                  </a:lnTo>
                  <a:lnTo>
                    <a:pt x="5156821" y="89028"/>
                  </a:lnTo>
                  <a:lnTo>
                    <a:pt x="5085199" y="78420"/>
                  </a:lnTo>
                  <a:lnTo>
                    <a:pt x="5013576" y="67661"/>
                  </a:lnTo>
                  <a:lnTo>
                    <a:pt x="4941954" y="56747"/>
                  </a:lnTo>
                  <a:lnTo>
                    <a:pt x="4870331" y="45677"/>
                  </a:lnTo>
                  <a:lnTo>
                    <a:pt x="4798709" y="34448"/>
                  </a:lnTo>
                  <a:lnTo>
                    <a:pt x="4727086" y="23058"/>
                  </a:lnTo>
                  <a:lnTo>
                    <a:pt x="4655464" y="11505"/>
                  </a:lnTo>
                  <a:lnTo>
                    <a:pt x="4583841" y="0"/>
                  </a:lnTo>
                  <a:lnTo>
                    <a:pt x="4512219" y="15366"/>
                  </a:lnTo>
                  <a:lnTo>
                    <a:pt x="4440596" y="30448"/>
                  </a:lnTo>
                  <a:lnTo>
                    <a:pt x="4368974" y="45250"/>
                  </a:lnTo>
                  <a:lnTo>
                    <a:pt x="4297351" y="59778"/>
                  </a:lnTo>
                  <a:lnTo>
                    <a:pt x="4225729" y="74037"/>
                  </a:lnTo>
                  <a:lnTo>
                    <a:pt x="4154106" y="88032"/>
                  </a:lnTo>
                  <a:lnTo>
                    <a:pt x="4082483" y="101767"/>
                  </a:lnTo>
                  <a:lnTo>
                    <a:pt x="4010861" y="115248"/>
                  </a:lnTo>
                  <a:lnTo>
                    <a:pt x="3939238" y="128479"/>
                  </a:lnTo>
                  <a:lnTo>
                    <a:pt x="3867616" y="141465"/>
                  </a:lnTo>
                  <a:lnTo>
                    <a:pt x="3795993" y="154210"/>
                  </a:lnTo>
                  <a:lnTo>
                    <a:pt x="3724371" y="166719"/>
                  </a:lnTo>
                  <a:lnTo>
                    <a:pt x="3652748" y="178997"/>
                  </a:lnTo>
                  <a:lnTo>
                    <a:pt x="3581126" y="191047"/>
                  </a:lnTo>
                  <a:lnTo>
                    <a:pt x="3509503" y="202873"/>
                  </a:lnTo>
                  <a:lnTo>
                    <a:pt x="3437881" y="214481"/>
                  </a:lnTo>
                  <a:lnTo>
                    <a:pt x="3366258" y="225873"/>
                  </a:lnTo>
                  <a:lnTo>
                    <a:pt x="3294636" y="237055"/>
                  </a:lnTo>
                  <a:lnTo>
                    <a:pt x="3223013" y="248029"/>
                  </a:lnTo>
                  <a:lnTo>
                    <a:pt x="3151391" y="258800"/>
                  </a:lnTo>
                  <a:lnTo>
                    <a:pt x="3079768" y="269371"/>
                  </a:lnTo>
                  <a:lnTo>
                    <a:pt x="3008146" y="279747"/>
                  </a:lnTo>
                  <a:lnTo>
                    <a:pt x="2936523" y="289930"/>
                  </a:lnTo>
                  <a:lnTo>
                    <a:pt x="2864901" y="299924"/>
                  </a:lnTo>
                  <a:lnTo>
                    <a:pt x="2793278" y="309734"/>
                  </a:lnTo>
                  <a:lnTo>
                    <a:pt x="2721655" y="319361"/>
                  </a:lnTo>
                  <a:lnTo>
                    <a:pt x="2650033" y="328810"/>
                  </a:lnTo>
                  <a:lnTo>
                    <a:pt x="2578410" y="338084"/>
                  </a:lnTo>
                  <a:lnTo>
                    <a:pt x="2506788" y="347187"/>
                  </a:lnTo>
                  <a:lnTo>
                    <a:pt x="2435165" y="356120"/>
                  </a:lnTo>
                  <a:lnTo>
                    <a:pt x="2363543" y="364888"/>
                  </a:lnTo>
                  <a:lnTo>
                    <a:pt x="2291920" y="373494"/>
                  </a:lnTo>
                  <a:lnTo>
                    <a:pt x="2220298" y="381940"/>
                  </a:lnTo>
                  <a:lnTo>
                    <a:pt x="2148675" y="390230"/>
                  </a:lnTo>
                  <a:lnTo>
                    <a:pt x="2077053" y="398366"/>
                  </a:lnTo>
                  <a:lnTo>
                    <a:pt x="2005430" y="406351"/>
                  </a:lnTo>
                  <a:lnTo>
                    <a:pt x="1933808" y="414189"/>
                  </a:lnTo>
                  <a:lnTo>
                    <a:pt x="1862185" y="421881"/>
                  </a:lnTo>
                  <a:lnTo>
                    <a:pt x="1790563" y="429430"/>
                  </a:lnTo>
                  <a:lnTo>
                    <a:pt x="1718940" y="436840"/>
                  </a:lnTo>
                  <a:lnTo>
                    <a:pt x="1647318" y="444113"/>
                  </a:lnTo>
                  <a:lnTo>
                    <a:pt x="1575695" y="451250"/>
                  </a:lnTo>
                  <a:lnTo>
                    <a:pt x="1504073" y="458256"/>
                  </a:lnTo>
                  <a:lnTo>
                    <a:pt x="1432450" y="465132"/>
                  </a:lnTo>
                  <a:lnTo>
                    <a:pt x="1360827" y="471880"/>
                  </a:lnTo>
                  <a:lnTo>
                    <a:pt x="1289205" y="478503"/>
                  </a:lnTo>
                  <a:lnTo>
                    <a:pt x="1217582" y="485004"/>
                  </a:lnTo>
                  <a:lnTo>
                    <a:pt x="1145960" y="491384"/>
                  </a:lnTo>
                  <a:lnTo>
                    <a:pt x="1074337" y="497646"/>
                  </a:lnTo>
                  <a:lnTo>
                    <a:pt x="1002715" y="503791"/>
                  </a:lnTo>
                  <a:lnTo>
                    <a:pt x="931092" y="509823"/>
                  </a:lnTo>
                  <a:lnTo>
                    <a:pt x="859470" y="515744"/>
                  </a:lnTo>
                  <a:lnTo>
                    <a:pt x="787847" y="521554"/>
                  </a:lnTo>
                  <a:lnTo>
                    <a:pt x="716225" y="527257"/>
                  </a:lnTo>
                  <a:lnTo>
                    <a:pt x="644602" y="532854"/>
                  </a:lnTo>
                  <a:lnTo>
                    <a:pt x="572980" y="538348"/>
                  </a:lnTo>
                  <a:lnTo>
                    <a:pt x="501357" y="543739"/>
                  </a:lnTo>
                  <a:lnTo>
                    <a:pt x="429735" y="549031"/>
                  </a:lnTo>
                  <a:lnTo>
                    <a:pt x="358112" y="554225"/>
                  </a:lnTo>
                  <a:lnTo>
                    <a:pt x="286490" y="559322"/>
                  </a:lnTo>
                  <a:lnTo>
                    <a:pt x="214867" y="564325"/>
                  </a:lnTo>
                  <a:lnTo>
                    <a:pt x="143245" y="569236"/>
                  </a:lnTo>
                  <a:lnTo>
                    <a:pt x="71622" y="574055"/>
                  </a:lnTo>
                  <a:lnTo>
                    <a:pt x="0" y="578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226"/>
              <a:ext cx="7090630" cy="178248"/>
            </a:xfrm>
            <a:custGeom>
              <a:avLst/>
              <a:pathLst>
                <a:path w="7090630" h="178248">
                  <a:moveTo>
                    <a:pt x="0" y="178248"/>
                  </a:moveTo>
                  <a:lnTo>
                    <a:pt x="71622" y="176638"/>
                  </a:lnTo>
                  <a:lnTo>
                    <a:pt x="143245" y="175024"/>
                  </a:lnTo>
                  <a:lnTo>
                    <a:pt x="214867" y="173407"/>
                  </a:lnTo>
                  <a:lnTo>
                    <a:pt x="286490" y="171785"/>
                  </a:lnTo>
                  <a:lnTo>
                    <a:pt x="358112" y="170161"/>
                  </a:lnTo>
                  <a:lnTo>
                    <a:pt x="429735" y="168532"/>
                  </a:lnTo>
                  <a:lnTo>
                    <a:pt x="501357" y="166900"/>
                  </a:lnTo>
                  <a:lnTo>
                    <a:pt x="572980" y="165265"/>
                  </a:lnTo>
                  <a:lnTo>
                    <a:pt x="644602" y="163626"/>
                  </a:lnTo>
                  <a:lnTo>
                    <a:pt x="716225" y="161983"/>
                  </a:lnTo>
                  <a:lnTo>
                    <a:pt x="787847" y="160336"/>
                  </a:lnTo>
                  <a:lnTo>
                    <a:pt x="859470" y="158686"/>
                  </a:lnTo>
                  <a:lnTo>
                    <a:pt x="931092" y="157032"/>
                  </a:lnTo>
                  <a:lnTo>
                    <a:pt x="1002715" y="155374"/>
                  </a:lnTo>
                  <a:lnTo>
                    <a:pt x="1074337" y="153712"/>
                  </a:lnTo>
                  <a:lnTo>
                    <a:pt x="1145960" y="152047"/>
                  </a:lnTo>
                  <a:lnTo>
                    <a:pt x="1217582" y="150378"/>
                  </a:lnTo>
                  <a:lnTo>
                    <a:pt x="1289205" y="148706"/>
                  </a:lnTo>
                  <a:lnTo>
                    <a:pt x="1360827" y="147029"/>
                  </a:lnTo>
                  <a:lnTo>
                    <a:pt x="1432450" y="145349"/>
                  </a:lnTo>
                  <a:lnTo>
                    <a:pt x="1504073" y="143665"/>
                  </a:lnTo>
                  <a:lnTo>
                    <a:pt x="1575695" y="141977"/>
                  </a:lnTo>
                  <a:lnTo>
                    <a:pt x="1647318" y="140286"/>
                  </a:lnTo>
                  <a:lnTo>
                    <a:pt x="1718940" y="138591"/>
                  </a:lnTo>
                  <a:lnTo>
                    <a:pt x="1790563" y="136892"/>
                  </a:lnTo>
                  <a:lnTo>
                    <a:pt x="1862185" y="135189"/>
                  </a:lnTo>
                  <a:lnTo>
                    <a:pt x="1933808" y="133482"/>
                  </a:lnTo>
                  <a:lnTo>
                    <a:pt x="2005430" y="131772"/>
                  </a:lnTo>
                  <a:lnTo>
                    <a:pt x="2077053" y="130057"/>
                  </a:lnTo>
                  <a:lnTo>
                    <a:pt x="2148675" y="128339"/>
                  </a:lnTo>
                  <a:lnTo>
                    <a:pt x="2220298" y="126617"/>
                  </a:lnTo>
                  <a:lnTo>
                    <a:pt x="2291920" y="124891"/>
                  </a:lnTo>
                  <a:lnTo>
                    <a:pt x="2363543" y="123161"/>
                  </a:lnTo>
                  <a:lnTo>
                    <a:pt x="2435165" y="121428"/>
                  </a:lnTo>
                  <a:lnTo>
                    <a:pt x="2506788" y="119690"/>
                  </a:lnTo>
                  <a:lnTo>
                    <a:pt x="2578410" y="117949"/>
                  </a:lnTo>
                  <a:lnTo>
                    <a:pt x="2650033" y="116204"/>
                  </a:lnTo>
                  <a:lnTo>
                    <a:pt x="2721655" y="114454"/>
                  </a:lnTo>
                  <a:lnTo>
                    <a:pt x="2793278" y="112701"/>
                  </a:lnTo>
                  <a:lnTo>
                    <a:pt x="2864901" y="110944"/>
                  </a:lnTo>
                  <a:lnTo>
                    <a:pt x="2936523" y="109183"/>
                  </a:lnTo>
                  <a:lnTo>
                    <a:pt x="3008146" y="107418"/>
                  </a:lnTo>
                  <a:lnTo>
                    <a:pt x="3079768" y="105649"/>
                  </a:lnTo>
                  <a:lnTo>
                    <a:pt x="3151391" y="103877"/>
                  </a:lnTo>
                  <a:lnTo>
                    <a:pt x="3223013" y="102100"/>
                  </a:lnTo>
                  <a:lnTo>
                    <a:pt x="3294636" y="100319"/>
                  </a:lnTo>
                  <a:lnTo>
                    <a:pt x="3366258" y="98534"/>
                  </a:lnTo>
                  <a:lnTo>
                    <a:pt x="3437881" y="96745"/>
                  </a:lnTo>
                  <a:lnTo>
                    <a:pt x="3509503" y="94953"/>
                  </a:lnTo>
                  <a:lnTo>
                    <a:pt x="3581126" y="93156"/>
                  </a:lnTo>
                  <a:lnTo>
                    <a:pt x="3652748" y="91355"/>
                  </a:lnTo>
                  <a:lnTo>
                    <a:pt x="3724371" y="89550"/>
                  </a:lnTo>
                  <a:lnTo>
                    <a:pt x="3795993" y="87741"/>
                  </a:lnTo>
                  <a:lnTo>
                    <a:pt x="3867616" y="85928"/>
                  </a:lnTo>
                  <a:lnTo>
                    <a:pt x="3939238" y="84111"/>
                  </a:lnTo>
                  <a:lnTo>
                    <a:pt x="4010861" y="82290"/>
                  </a:lnTo>
                  <a:lnTo>
                    <a:pt x="4082483" y="80465"/>
                  </a:lnTo>
                  <a:lnTo>
                    <a:pt x="4154106" y="78636"/>
                  </a:lnTo>
                  <a:lnTo>
                    <a:pt x="4225729" y="76802"/>
                  </a:lnTo>
                  <a:lnTo>
                    <a:pt x="4297351" y="74965"/>
                  </a:lnTo>
                  <a:lnTo>
                    <a:pt x="4368974" y="73123"/>
                  </a:lnTo>
                  <a:lnTo>
                    <a:pt x="4440596" y="71277"/>
                  </a:lnTo>
                  <a:lnTo>
                    <a:pt x="4512219" y="69428"/>
                  </a:lnTo>
                  <a:lnTo>
                    <a:pt x="4583841" y="67574"/>
                  </a:lnTo>
                  <a:lnTo>
                    <a:pt x="4655464" y="65715"/>
                  </a:lnTo>
                  <a:lnTo>
                    <a:pt x="4727086" y="63853"/>
                  </a:lnTo>
                  <a:lnTo>
                    <a:pt x="4798709" y="61987"/>
                  </a:lnTo>
                  <a:lnTo>
                    <a:pt x="4870331" y="60116"/>
                  </a:lnTo>
                  <a:lnTo>
                    <a:pt x="4941954" y="58241"/>
                  </a:lnTo>
                  <a:lnTo>
                    <a:pt x="5013576" y="56362"/>
                  </a:lnTo>
                  <a:lnTo>
                    <a:pt x="5085199" y="54479"/>
                  </a:lnTo>
                  <a:lnTo>
                    <a:pt x="5156821" y="52591"/>
                  </a:lnTo>
                  <a:lnTo>
                    <a:pt x="5228444" y="50700"/>
                  </a:lnTo>
                  <a:lnTo>
                    <a:pt x="5300066" y="48804"/>
                  </a:lnTo>
                  <a:lnTo>
                    <a:pt x="5371689" y="46904"/>
                  </a:lnTo>
                  <a:lnTo>
                    <a:pt x="5443311" y="44999"/>
                  </a:lnTo>
                  <a:lnTo>
                    <a:pt x="5514934" y="43090"/>
                  </a:lnTo>
                  <a:lnTo>
                    <a:pt x="5586557" y="41177"/>
                  </a:lnTo>
                  <a:lnTo>
                    <a:pt x="5658179" y="39260"/>
                  </a:lnTo>
                  <a:lnTo>
                    <a:pt x="5729802" y="37338"/>
                  </a:lnTo>
                  <a:lnTo>
                    <a:pt x="5801424" y="35413"/>
                  </a:lnTo>
                  <a:lnTo>
                    <a:pt x="5873047" y="33482"/>
                  </a:lnTo>
                  <a:lnTo>
                    <a:pt x="5944669" y="31548"/>
                  </a:lnTo>
                  <a:lnTo>
                    <a:pt x="6016292" y="29609"/>
                  </a:lnTo>
                  <a:lnTo>
                    <a:pt x="6087914" y="27666"/>
                  </a:lnTo>
                  <a:lnTo>
                    <a:pt x="6159537" y="25718"/>
                  </a:lnTo>
                  <a:lnTo>
                    <a:pt x="6231159" y="23766"/>
                  </a:lnTo>
                  <a:lnTo>
                    <a:pt x="6302782" y="21810"/>
                  </a:lnTo>
                  <a:lnTo>
                    <a:pt x="6374404" y="19849"/>
                  </a:lnTo>
                  <a:lnTo>
                    <a:pt x="6446027" y="17884"/>
                  </a:lnTo>
                  <a:lnTo>
                    <a:pt x="6517649" y="15915"/>
                  </a:lnTo>
                  <a:lnTo>
                    <a:pt x="6589272" y="13941"/>
                  </a:lnTo>
                  <a:lnTo>
                    <a:pt x="6660894" y="11963"/>
                  </a:lnTo>
                  <a:lnTo>
                    <a:pt x="6732517" y="9980"/>
                  </a:lnTo>
                  <a:lnTo>
                    <a:pt x="6804139" y="7993"/>
                  </a:lnTo>
                  <a:lnTo>
                    <a:pt x="6875762" y="6001"/>
                  </a:lnTo>
                  <a:lnTo>
                    <a:pt x="6947385" y="4005"/>
                  </a:lnTo>
                  <a:lnTo>
                    <a:pt x="7019007" y="20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0.97 (0.77-1.22), p_Bonf = 1.000 (n = 6)  |  per IQR decline (Δ = 24.2): 0.93 (0.53-1.61)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2026-07-29T17:42:32Z</dcterms:modified>
  <cp:category/>
</cp:coreProperties>
</file>