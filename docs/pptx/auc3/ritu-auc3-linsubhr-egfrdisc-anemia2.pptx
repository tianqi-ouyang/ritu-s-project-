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3361500"/>
              <a:ext cx="7090630" cy="1932157"/>
            </a:xfrm>
            <a:custGeom>
              <a:avLst/>
              <a:pathLst>
                <a:path w="7090630" h="1932157">
                  <a:moveTo>
                    <a:pt x="0" y="0"/>
                  </a:moveTo>
                  <a:lnTo>
                    <a:pt x="71622" y="33122"/>
                  </a:lnTo>
                  <a:lnTo>
                    <a:pt x="143245" y="65745"/>
                  </a:lnTo>
                  <a:lnTo>
                    <a:pt x="214867" y="97875"/>
                  </a:lnTo>
                  <a:lnTo>
                    <a:pt x="286490" y="129521"/>
                  </a:lnTo>
                  <a:lnTo>
                    <a:pt x="358112" y="160690"/>
                  </a:lnTo>
                  <a:lnTo>
                    <a:pt x="429735" y="191388"/>
                  </a:lnTo>
                  <a:lnTo>
                    <a:pt x="501357" y="221624"/>
                  </a:lnTo>
                  <a:lnTo>
                    <a:pt x="572980" y="251403"/>
                  </a:lnTo>
                  <a:lnTo>
                    <a:pt x="644602" y="280733"/>
                  </a:lnTo>
                  <a:lnTo>
                    <a:pt x="716225" y="309621"/>
                  </a:lnTo>
                  <a:lnTo>
                    <a:pt x="787847" y="338072"/>
                  </a:lnTo>
                  <a:lnTo>
                    <a:pt x="859470" y="366095"/>
                  </a:lnTo>
                  <a:lnTo>
                    <a:pt x="931092" y="393695"/>
                  </a:lnTo>
                  <a:lnTo>
                    <a:pt x="1002715" y="420879"/>
                  </a:lnTo>
                  <a:lnTo>
                    <a:pt x="1074337" y="447652"/>
                  </a:lnTo>
                  <a:lnTo>
                    <a:pt x="1145960" y="474022"/>
                  </a:lnTo>
                  <a:lnTo>
                    <a:pt x="1217582" y="499994"/>
                  </a:lnTo>
                  <a:lnTo>
                    <a:pt x="1289205" y="525574"/>
                  </a:lnTo>
                  <a:lnTo>
                    <a:pt x="1360827" y="550768"/>
                  </a:lnTo>
                  <a:lnTo>
                    <a:pt x="1432450" y="575582"/>
                  </a:lnTo>
                  <a:lnTo>
                    <a:pt x="1504073" y="600022"/>
                  </a:lnTo>
                  <a:lnTo>
                    <a:pt x="1575695" y="624093"/>
                  </a:lnTo>
                  <a:lnTo>
                    <a:pt x="1647318" y="647801"/>
                  </a:lnTo>
                  <a:lnTo>
                    <a:pt x="1718940" y="671152"/>
                  </a:lnTo>
                  <a:lnTo>
                    <a:pt x="1790563" y="694150"/>
                  </a:lnTo>
                  <a:lnTo>
                    <a:pt x="1862185" y="716801"/>
                  </a:lnTo>
                  <a:lnTo>
                    <a:pt x="1933808" y="739111"/>
                  </a:lnTo>
                  <a:lnTo>
                    <a:pt x="2005430" y="761084"/>
                  </a:lnTo>
                  <a:lnTo>
                    <a:pt x="2077053" y="782726"/>
                  </a:lnTo>
                  <a:lnTo>
                    <a:pt x="2148675" y="804041"/>
                  </a:lnTo>
                  <a:lnTo>
                    <a:pt x="2220298" y="825034"/>
                  </a:lnTo>
                  <a:lnTo>
                    <a:pt x="2291920" y="845711"/>
                  </a:lnTo>
                  <a:lnTo>
                    <a:pt x="2363543" y="866076"/>
                  </a:lnTo>
                  <a:lnTo>
                    <a:pt x="2435165" y="886134"/>
                  </a:lnTo>
                  <a:lnTo>
                    <a:pt x="2506788" y="905889"/>
                  </a:lnTo>
                  <a:lnTo>
                    <a:pt x="2578410" y="925347"/>
                  </a:lnTo>
                  <a:lnTo>
                    <a:pt x="2650033" y="944510"/>
                  </a:lnTo>
                  <a:lnTo>
                    <a:pt x="2721655" y="963385"/>
                  </a:lnTo>
                  <a:lnTo>
                    <a:pt x="2793278" y="981975"/>
                  </a:lnTo>
                  <a:lnTo>
                    <a:pt x="2864901" y="1000284"/>
                  </a:lnTo>
                  <a:lnTo>
                    <a:pt x="2936523" y="1018318"/>
                  </a:lnTo>
                  <a:lnTo>
                    <a:pt x="3008146" y="1036079"/>
                  </a:lnTo>
                  <a:lnTo>
                    <a:pt x="3079768" y="1053572"/>
                  </a:lnTo>
                  <a:lnTo>
                    <a:pt x="3151391" y="1070802"/>
                  </a:lnTo>
                  <a:lnTo>
                    <a:pt x="3223013" y="1087772"/>
                  </a:lnTo>
                  <a:lnTo>
                    <a:pt x="3294636" y="1104485"/>
                  </a:lnTo>
                  <a:lnTo>
                    <a:pt x="3366258" y="1120947"/>
                  </a:lnTo>
                  <a:lnTo>
                    <a:pt x="3437881" y="1137160"/>
                  </a:lnTo>
                  <a:lnTo>
                    <a:pt x="3509503" y="1153128"/>
                  </a:lnTo>
                  <a:lnTo>
                    <a:pt x="3581126" y="1168856"/>
                  </a:lnTo>
                  <a:lnTo>
                    <a:pt x="3652748" y="1184347"/>
                  </a:lnTo>
                  <a:lnTo>
                    <a:pt x="3724371" y="1199603"/>
                  </a:lnTo>
                  <a:lnTo>
                    <a:pt x="3795993" y="1214630"/>
                  </a:lnTo>
                  <a:lnTo>
                    <a:pt x="3867616" y="1229430"/>
                  </a:lnTo>
                  <a:lnTo>
                    <a:pt x="3939238" y="1244007"/>
                  </a:lnTo>
                  <a:lnTo>
                    <a:pt x="4010861" y="1258363"/>
                  </a:lnTo>
                  <a:lnTo>
                    <a:pt x="4082483" y="1272504"/>
                  </a:lnTo>
                  <a:lnTo>
                    <a:pt x="4154106" y="1286431"/>
                  </a:lnTo>
                  <a:lnTo>
                    <a:pt x="4225729" y="1300148"/>
                  </a:lnTo>
                  <a:lnTo>
                    <a:pt x="4297351" y="1313657"/>
                  </a:lnTo>
                  <a:lnTo>
                    <a:pt x="4368974" y="1326964"/>
                  </a:lnTo>
                  <a:lnTo>
                    <a:pt x="4440596" y="1340069"/>
                  </a:lnTo>
                  <a:lnTo>
                    <a:pt x="4512219" y="1352977"/>
                  </a:lnTo>
                  <a:lnTo>
                    <a:pt x="4583841" y="1365690"/>
                  </a:lnTo>
                  <a:lnTo>
                    <a:pt x="4655464" y="1352018"/>
                  </a:lnTo>
                  <a:lnTo>
                    <a:pt x="4727086" y="1336780"/>
                  </a:lnTo>
                  <a:lnTo>
                    <a:pt x="4798709" y="1321267"/>
                  </a:lnTo>
                  <a:lnTo>
                    <a:pt x="4870331" y="1305474"/>
                  </a:lnTo>
                  <a:lnTo>
                    <a:pt x="4941954" y="1289395"/>
                  </a:lnTo>
                  <a:lnTo>
                    <a:pt x="5013576" y="1273027"/>
                  </a:lnTo>
                  <a:lnTo>
                    <a:pt x="5085199" y="1256362"/>
                  </a:lnTo>
                  <a:lnTo>
                    <a:pt x="5156821" y="1239397"/>
                  </a:lnTo>
                  <a:lnTo>
                    <a:pt x="5228444" y="1222125"/>
                  </a:lnTo>
                  <a:lnTo>
                    <a:pt x="5300066" y="1204541"/>
                  </a:lnTo>
                  <a:lnTo>
                    <a:pt x="5371689" y="1186640"/>
                  </a:lnTo>
                  <a:lnTo>
                    <a:pt x="5443311" y="1168415"/>
                  </a:lnTo>
                  <a:lnTo>
                    <a:pt x="5514934" y="1149862"/>
                  </a:lnTo>
                  <a:lnTo>
                    <a:pt x="5586557" y="1130973"/>
                  </a:lnTo>
                  <a:lnTo>
                    <a:pt x="5658179" y="1111743"/>
                  </a:lnTo>
                  <a:lnTo>
                    <a:pt x="5729802" y="1092166"/>
                  </a:lnTo>
                  <a:lnTo>
                    <a:pt x="5801424" y="1072235"/>
                  </a:lnTo>
                  <a:lnTo>
                    <a:pt x="5873047" y="1051944"/>
                  </a:lnTo>
                  <a:lnTo>
                    <a:pt x="5944669" y="1031287"/>
                  </a:lnTo>
                  <a:lnTo>
                    <a:pt x="6016292" y="1010257"/>
                  </a:lnTo>
                  <a:lnTo>
                    <a:pt x="6087914" y="988846"/>
                  </a:lnTo>
                  <a:lnTo>
                    <a:pt x="6159537" y="967050"/>
                  </a:lnTo>
                  <a:lnTo>
                    <a:pt x="6231159" y="944859"/>
                  </a:lnTo>
                  <a:lnTo>
                    <a:pt x="6302782" y="922268"/>
                  </a:lnTo>
                  <a:lnTo>
                    <a:pt x="6374404" y="899269"/>
                  </a:lnTo>
                  <a:lnTo>
                    <a:pt x="6446027" y="875854"/>
                  </a:lnTo>
                  <a:lnTo>
                    <a:pt x="6517649" y="852017"/>
                  </a:lnTo>
                  <a:lnTo>
                    <a:pt x="6589272" y="827749"/>
                  </a:lnTo>
                  <a:lnTo>
                    <a:pt x="6660894" y="803043"/>
                  </a:lnTo>
                  <a:lnTo>
                    <a:pt x="6732517" y="777891"/>
                  </a:lnTo>
                  <a:lnTo>
                    <a:pt x="6804139" y="752284"/>
                  </a:lnTo>
                  <a:lnTo>
                    <a:pt x="6875762" y="726215"/>
                  </a:lnTo>
                  <a:lnTo>
                    <a:pt x="6947385" y="699675"/>
                  </a:lnTo>
                  <a:lnTo>
                    <a:pt x="7019007" y="672656"/>
                  </a:lnTo>
                  <a:lnTo>
                    <a:pt x="7090630" y="645149"/>
                  </a:lnTo>
                  <a:lnTo>
                    <a:pt x="7090630" y="1708143"/>
                  </a:lnTo>
                  <a:lnTo>
                    <a:pt x="7019007" y="1700675"/>
                  </a:lnTo>
                  <a:lnTo>
                    <a:pt x="6947385" y="1693093"/>
                  </a:lnTo>
                  <a:lnTo>
                    <a:pt x="6875762" y="1685394"/>
                  </a:lnTo>
                  <a:lnTo>
                    <a:pt x="6804139" y="1677578"/>
                  </a:lnTo>
                  <a:lnTo>
                    <a:pt x="6732517" y="1669641"/>
                  </a:lnTo>
                  <a:lnTo>
                    <a:pt x="6660894" y="1661584"/>
                  </a:lnTo>
                  <a:lnTo>
                    <a:pt x="6589272" y="1653402"/>
                  </a:lnTo>
                  <a:lnTo>
                    <a:pt x="6517649" y="1645096"/>
                  </a:lnTo>
                  <a:lnTo>
                    <a:pt x="6446027" y="1636662"/>
                  </a:lnTo>
                  <a:lnTo>
                    <a:pt x="6374404" y="1628099"/>
                  </a:lnTo>
                  <a:lnTo>
                    <a:pt x="6302782" y="1619405"/>
                  </a:lnTo>
                  <a:lnTo>
                    <a:pt x="6231159" y="1610578"/>
                  </a:lnTo>
                  <a:lnTo>
                    <a:pt x="6159537" y="1601616"/>
                  </a:lnTo>
                  <a:lnTo>
                    <a:pt x="6087914" y="1592516"/>
                  </a:lnTo>
                  <a:lnTo>
                    <a:pt x="6016292" y="1583277"/>
                  </a:lnTo>
                  <a:lnTo>
                    <a:pt x="5944669" y="1573897"/>
                  </a:lnTo>
                  <a:lnTo>
                    <a:pt x="5873047" y="1564373"/>
                  </a:lnTo>
                  <a:lnTo>
                    <a:pt x="5801424" y="1554703"/>
                  </a:lnTo>
                  <a:lnTo>
                    <a:pt x="5729802" y="1544884"/>
                  </a:lnTo>
                  <a:lnTo>
                    <a:pt x="5658179" y="1534916"/>
                  </a:lnTo>
                  <a:lnTo>
                    <a:pt x="5586557" y="1524795"/>
                  </a:lnTo>
                  <a:lnTo>
                    <a:pt x="5514934" y="1514518"/>
                  </a:lnTo>
                  <a:lnTo>
                    <a:pt x="5443311" y="1504085"/>
                  </a:lnTo>
                  <a:lnTo>
                    <a:pt x="5371689" y="1493491"/>
                  </a:lnTo>
                  <a:lnTo>
                    <a:pt x="5300066" y="1482736"/>
                  </a:lnTo>
                  <a:lnTo>
                    <a:pt x="5228444" y="1471815"/>
                  </a:lnTo>
                  <a:lnTo>
                    <a:pt x="5156821" y="1460728"/>
                  </a:lnTo>
                  <a:lnTo>
                    <a:pt x="5085199" y="1449470"/>
                  </a:lnTo>
                  <a:lnTo>
                    <a:pt x="5013576" y="1438041"/>
                  </a:lnTo>
                  <a:lnTo>
                    <a:pt x="4941954" y="1426436"/>
                  </a:lnTo>
                  <a:lnTo>
                    <a:pt x="4870331" y="1414653"/>
                  </a:lnTo>
                  <a:lnTo>
                    <a:pt x="4798709" y="1402690"/>
                  </a:lnTo>
                  <a:lnTo>
                    <a:pt x="4727086" y="1390543"/>
                  </a:lnTo>
                  <a:lnTo>
                    <a:pt x="4655464" y="1378211"/>
                  </a:lnTo>
                  <a:lnTo>
                    <a:pt x="4583841" y="1366985"/>
                  </a:lnTo>
                  <a:lnTo>
                    <a:pt x="4512219" y="1381687"/>
                  </a:lnTo>
                  <a:lnTo>
                    <a:pt x="4440596" y="1396129"/>
                  </a:lnTo>
                  <a:lnTo>
                    <a:pt x="4368974" y="1410314"/>
                  </a:lnTo>
                  <a:lnTo>
                    <a:pt x="4297351" y="1424247"/>
                  </a:lnTo>
                  <a:lnTo>
                    <a:pt x="4225729" y="1437933"/>
                  </a:lnTo>
                  <a:lnTo>
                    <a:pt x="4154106" y="1451377"/>
                  </a:lnTo>
                  <a:lnTo>
                    <a:pt x="4082483" y="1464582"/>
                  </a:lnTo>
                  <a:lnTo>
                    <a:pt x="4010861" y="1477552"/>
                  </a:lnTo>
                  <a:lnTo>
                    <a:pt x="3939238" y="1490293"/>
                  </a:lnTo>
                  <a:lnTo>
                    <a:pt x="3867616" y="1502807"/>
                  </a:lnTo>
                  <a:lnTo>
                    <a:pt x="3795993" y="1515100"/>
                  </a:lnTo>
                  <a:lnTo>
                    <a:pt x="3724371" y="1527175"/>
                  </a:lnTo>
                  <a:lnTo>
                    <a:pt x="3652748" y="1539035"/>
                  </a:lnTo>
                  <a:lnTo>
                    <a:pt x="3581126" y="1550685"/>
                  </a:lnTo>
                  <a:lnTo>
                    <a:pt x="3509503" y="1562128"/>
                  </a:lnTo>
                  <a:lnTo>
                    <a:pt x="3437881" y="1573368"/>
                  </a:lnTo>
                  <a:lnTo>
                    <a:pt x="3366258" y="1584409"/>
                  </a:lnTo>
                  <a:lnTo>
                    <a:pt x="3294636" y="1595254"/>
                  </a:lnTo>
                  <a:lnTo>
                    <a:pt x="3223013" y="1605907"/>
                  </a:lnTo>
                  <a:lnTo>
                    <a:pt x="3151391" y="1616370"/>
                  </a:lnTo>
                  <a:lnTo>
                    <a:pt x="3079768" y="1626648"/>
                  </a:lnTo>
                  <a:lnTo>
                    <a:pt x="3008146" y="1636744"/>
                  </a:lnTo>
                  <a:lnTo>
                    <a:pt x="2936523" y="1646661"/>
                  </a:lnTo>
                  <a:lnTo>
                    <a:pt x="2864901" y="1656401"/>
                  </a:lnTo>
                  <a:lnTo>
                    <a:pt x="2793278" y="1665969"/>
                  </a:lnTo>
                  <a:lnTo>
                    <a:pt x="2721655" y="1675367"/>
                  </a:lnTo>
                  <a:lnTo>
                    <a:pt x="2650033" y="1684599"/>
                  </a:lnTo>
                  <a:lnTo>
                    <a:pt x="2578410" y="1693666"/>
                  </a:lnTo>
                  <a:lnTo>
                    <a:pt x="2506788" y="1702573"/>
                  </a:lnTo>
                  <a:lnTo>
                    <a:pt x="2435165" y="1711322"/>
                  </a:lnTo>
                  <a:lnTo>
                    <a:pt x="2363543" y="1719915"/>
                  </a:lnTo>
                  <a:lnTo>
                    <a:pt x="2291920" y="1728357"/>
                  </a:lnTo>
                  <a:lnTo>
                    <a:pt x="2220298" y="1736648"/>
                  </a:lnTo>
                  <a:lnTo>
                    <a:pt x="2148675" y="1744792"/>
                  </a:lnTo>
                  <a:lnTo>
                    <a:pt x="2077053" y="1752792"/>
                  </a:lnTo>
                  <a:lnTo>
                    <a:pt x="2005430" y="1760650"/>
                  </a:lnTo>
                  <a:lnTo>
                    <a:pt x="1933808" y="1768369"/>
                  </a:lnTo>
                  <a:lnTo>
                    <a:pt x="1862185" y="1775950"/>
                  </a:lnTo>
                  <a:lnTo>
                    <a:pt x="1790563" y="1783397"/>
                  </a:lnTo>
                  <a:lnTo>
                    <a:pt x="1718940" y="1790712"/>
                  </a:lnTo>
                  <a:lnTo>
                    <a:pt x="1647318" y="1797897"/>
                  </a:lnTo>
                  <a:lnTo>
                    <a:pt x="1575695" y="1804955"/>
                  </a:lnTo>
                  <a:lnTo>
                    <a:pt x="1504073" y="1811888"/>
                  </a:lnTo>
                  <a:lnTo>
                    <a:pt x="1432450" y="1818697"/>
                  </a:lnTo>
                  <a:lnTo>
                    <a:pt x="1360827" y="1825386"/>
                  </a:lnTo>
                  <a:lnTo>
                    <a:pt x="1289205" y="1831956"/>
                  </a:lnTo>
                  <a:lnTo>
                    <a:pt x="1217582" y="1838410"/>
                  </a:lnTo>
                  <a:lnTo>
                    <a:pt x="1145960" y="1844749"/>
                  </a:lnTo>
                  <a:lnTo>
                    <a:pt x="1074337" y="1850976"/>
                  </a:lnTo>
                  <a:lnTo>
                    <a:pt x="1002715" y="1857092"/>
                  </a:lnTo>
                  <a:lnTo>
                    <a:pt x="931092" y="1863099"/>
                  </a:lnTo>
                  <a:lnTo>
                    <a:pt x="859470" y="1869000"/>
                  </a:lnTo>
                  <a:lnTo>
                    <a:pt x="787847" y="1874797"/>
                  </a:lnTo>
                  <a:lnTo>
                    <a:pt x="716225" y="1880490"/>
                  </a:lnTo>
                  <a:lnTo>
                    <a:pt x="644602" y="1886083"/>
                  </a:lnTo>
                  <a:lnTo>
                    <a:pt x="572980" y="1891576"/>
                  </a:lnTo>
                  <a:lnTo>
                    <a:pt x="501357" y="1896972"/>
                  </a:lnTo>
                  <a:lnTo>
                    <a:pt x="429735" y="1902273"/>
                  </a:lnTo>
                  <a:lnTo>
                    <a:pt x="358112" y="1907479"/>
                  </a:lnTo>
                  <a:lnTo>
                    <a:pt x="286490" y="1912593"/>
                  </a:lnTo>
                  <a:lnTo>
                    <a:pt x="214867" y="1917616"/>
                  </a:lnTo>
                  <a:lnTo>
                    <a:pt x="143245" y="1922550"/>
                  </a:lnTo>
                  <a:lnTo>
                    <a:pt x="71622" y="1927396"/>
                  </a:lnTo>
                  <a:lnTo>
                    <a:pt x="0" y="19321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172049" y="3361500"/>
              <a:ext cx="7090630" cy="1365690"/>
            </a:xfrm>
            <a:custGeom>
              <a:avLst/>
              <a:pathLst>
                <a:path w="7090630" h="1365690">
                  <a:moveTo>
                    <a:pt x="0" y="0"/>
                  </a:moveTo>
                  <a:lnTo>
                    <a:pt x="71622" y="33122"/>
                  </a:lnTo>
                  <a:lnTo>
                    <a:pt x="143245" y="65745"/>
                  </a:lnTo>
                  <a:lnTo>
                    <a:pt x="214867" y="97875"/>
                  </a:lnTo>
                  <a:lnTo>
                    <a:pt x="286490" y="129521"/>
                  </a:lnTo>
                  <a:lnTo>
                    <a:pt x="358112" y="160690"/>
                  </a:lnTo>
                  <a:lnTo>
                    <a:pt x="429735" y="191388"/>
                  </a:lnTo>
                  <a:lnTo>
                    <a:pt x="501357" y="221624"/>
                  </a:lnTo>
                  <a:lnTo>
                    <a:pt x="572980" y="251403"/>
                  </a:lnTo>
                  <a:lnTo>
                    <a:pt x="644602" y="280733"/>
                  </a:lnTo>
                  <a:lnTo>
                    <a:pt x="716225" y="309621"/>
                  </a:lnTo>
                  <a:lnTo>
                    <a:pt x="787847" y="338072"/>
                  </a:lnTo>
                  <a:lnTo>
                    <a:pt x="859470" y="366095"/>
                  </a:lnTo>
                  <a:lnTo>
                    <a:pt x="931092" y="393695"/>
                  </a:lnTo>
                  <a:lnTo>
                    <a:pt x="1002715" y="420879"/>
                  </a:lnTo>
                  <a:lnTo>
                    <a:pt x="1074337" y="447652"/>
                  </a:lnTo>
                  <a:lnTo>
                    <a:pt x="1145960" y="474022"/>
                  </a:lnTo>
                  <a:lnTo>
                    <a:pt x="1217582" y="499994"/>
                  </a:lnTo>
                  <a:lnTo>
                    <a:pt x="1289205" y="525574"/>
                  </a:lnTo>
                  <a:lnTo>
                    <a:pt x="1360827" y="550768"/>
                  </a:lnTo>
                  <a:lnTo>
                    <a:pt x="1432450" y="575582"/>
                  </a:lnTo>
                  <a:lnTo>
                    <a:pt x="1504073" y="600022"/>
                  </a:lnTo>
                  <a:lnTo>
                    <a:pt x="1575695" y="624093"/>
                  </a:lnTo>
                  <a:lnTo>
                    <a:pt x="1647318" y="647801"/>
                  </a:lnTo>
                  <a:lnTo>
                    <a:pt x="1718940" y="671152"/>
                  </a:lnTo>
                  <a:lnTo>
                    <a:pt x="1790563" y="694150"/>
                  </a:lnTo>
                  <a:lnTo>
                    <a:pt x="1862185" y="716801"/>
                  </a:lnTo>
                  <a:lnTo>
                    <a:pt x="1933808" y="739111"/>
                  </a:lnTo>
                  <a:lnTo>
                    <a:pt x="2005430" y="761084"/>
                  </a:lnTo>
                  <a:lnTo>
                    <a:pt x="2077053" y="782726"/>
                  </a:lnTo>
                  <a:lnTo>
                    <a:pt x="2148675" y="804041"/>
                  </a:lnTo>
                  <a:lnTo>
                    <a:pt x="2220298" y="825034"/>
                  </a:lnTo>
                  <a:lnTo>
                    <a:pt x="2291920" y="845711"/>
                  </a:lnTo>
                  <a:lnTo>
                    <a:pt x="2363543" y="866076"/>
                  </a:lnTo>
                  <a:lnTo>
                    <a:pt x="2435165" y="886134"/>
                  </a:lnTo>
                  <a:lnTo>
                    <a:pt x="2506788" y="905889"/>
                  </a:lnTo>
                  <a:lnTo>
                    <a:pt x="2578410" y="925347"/>
                  </a:lnTo>
                  <a:lnTo>
                    <a:pt x="2650033" y="944510"/>
                  </a:lnTo>
                  <a:lnTo>
                    <a:pt x="2721655" y="963385"/>
                  </a:lnTo>
                  <a:lnTo>
                    <a:pt x="2793278" y="981975"/>
                  </a:lnTo>
                  <a:lnTo>
                    <a:pt x="2864901" y="1000284"/>
                  </a:lnTo>
                  <a:lnTo>
                    <a:pt x="2936523" y="1018318"/>
                  </a:lnTo>
                  <a:lnTo>
                    <a:pt x="3008146" y="1036079"/>
                  </a:lnTo>
                  <a:lnTo>
                    <a:pt x="3079768" y="1053572"/>
                  </a:lnTo>
                  <a:lnTo>
                    <a:pt x="3151391" y="1070802"/>
                  </a:lnTo>
                  <a:lnTo>
                    <a:pt x="3223013" y="1087772"/>
                  </a:lnTo>
                  <a:lnTo>
                    <a:pt x="3294636" y="1104485"/>
                  </a:lnTo>
                  <a:lnTo>
                    <a:pt x="3366258" y="1120947"/>
                  </a:lnTo>
                  <a:lnTo>
                    <a:pt x="3437881" y="1137160"/>
                  </a:lnTo>
                  <a:lnTo>
                    <a:pt x="3509503" y="1153128"/>
                  </a:lnTo>
                  <a:lnTo>
                    <a:pt x="3581126" y="1168856"/>
                  </a:lnTo>
                  <a:lnTo>
                    <a:pt x="3652748" y="1184347"/>
                  </a:lnTo>
                  <a:lnTo>
                    <a:pt x="3724371" y="1199603"/>
                  </a:lnTo>
                  <a:lnTo>
                    <a:pt x="3795993" y="1214630"/>
                  </a:lnTo>
                  <a:lnTo>
                    <a:pt x="3867616" y="1229430"/>
                  </a:lnTo>
                  <a:lnTo>
                    <a:pt x="3939238" y="1244007"/>
                  </a:lnTo>
                  <a:lnTo>
                    <a:pt x="4010861" y="1258363"/>
                  </a:lnTo>
                  <a:lnTo>
                    <a:pt x="4082483" y="1272504"/>
                  </a:lnTo>
                  <a:lnTo>
                    <a:pt x="4154106" y="1286431"/>
                  </a:lnTo>
                  <a:lnTo>
                    <a:pt x="4225729" y="1300148"/>
                  </a:lnTo>
                  <a:lnTo>
                    <a:pt x="4297351" y="1313657"/>
                  </a:lnTo>
                  <a:lnTo>
                    <a:pt x="4368974" y="1326964"/>
                  </a:lnTo>
                  <a:lnTo>
                    <a:pt x="4440596" y="1340069"/>
                  </a:lnTo>
                  <a:lnTo>
                    <a:pt x="4512219" y="1352977"/>
                  </a:lnTo>
                  <a:lnTo>
                    <a:pt x="4583841" y="1365690"/>
                  </a:lnTo>
                  <a:lnTo>
                    <a:pt x="4655464" y="1352018"/>
                  </a:lnTo>
                  <a:lnTo>
                    <a:pt x="4727086" y="1336780"/>
                  </a:lnTo>
                  <a:lnTo>
                    <a:pt x="4798709" y="1321267"/>
                  </a:lnTo>
                  <a:lnTo>
                    <a:pt x="4870331" y="1305474"/>
                  </a:lnTo>
                  <a:lnTo>
                    <a:pt x="4941954" y="1289395"/>
                  </a:lnTo>
                  <a:lnTo>
                    <a:pt x="5013576" y="1273027"/>
                  </a:lnTo>
                  <a:lnTo>
                    <a:pt x="5085199" y="1256362"/>
                  </a:lnTo>
                  <a:lnTo>
                    <a:pt x="5156821" y="1239397"/>
                  </a:lnTo>
                  <a:lnTo>
                    <a:pt x="5228444" y="1222125"/>
                  </a:lnTo>
                  <a:lnTo>
                    <a:pt x="5300066" y="1204541"/>
                  </a:lnTo>
                  <a:lnTo>
                    <a:pt x="5371689" y="1186640"/>
                  </a:lnTo>
                  <a:lnTo>
                    <a:pt x="5443311" y="1168415"/>
                  </a:lnTo>
                  <a:lnTo>
                    <a:pt x="5514934" y="1149862"/>
                  </a:lnTo>
                  <a:lnTo>
                    <a:pt x="5586557" y="1130973"/>
                  </a:lnTo>
                  <a:lnTo>
                    <a:pt x="5658179" y="1111743"/>
                  </a:lnTo>
                  <a:lnTo>
                    <a:pt x="5729802" y="1092166"/>
                  </a:lnTo>
                  <a:lnTo>
                    <a:pt x="5801424" y="1072235"/>
                  </a:lnTo>
                  <a:lnTo>
                    <a:pt x="5873047" y="1051944"/>
                  </a:lnTo>
                  <a:lnTo>
                    <a:pt x="5944669" y="1031287"/>
                  </a:lnTo>
                  <a:lnTo>
                    <a:pt x="6016292" y="1010257"/>
                  </a:lnTo>
                  <a:lnTo>
                    <a:pt x="6087914" y="988846"/>
                  </a:lnTo>
                  <a:lnTo>
                    <a:pt x="6159537" y="967050"/>
                  </a:lnTo>
                  <a:lnTo>
                    <a:pt x="6231159" y="944859"/>
                  </a:lnTo>
                  <a:lnTo>
                    <a:pt x="6302782" y="922268"/>
                  </a:lnTo>
                  <a:lnTo>
                    <a:pt x="6374404" y="899269"/>
                  </a:lnTo>
                  <a:lnTo>
                    <a:pt x="6446027" y="875854"/>
                  </a:lnTo>
                  <a:lnTo>
                    <a:pt x="6517649" y="852017"/>
                  </a:lnTo>
                  <a:lnTo>
                    <a:pt x="6589272" y="827749"/>
                  </a:lnTo>
                  <a:lnTo>
                    <a:pt x="6660894" y="803043"/>
                  </a:lnTo>
                  <a:lnTo>
                    <a:pt x="6732517" y="777891"/>
                  </a:lnTo>
                  <a:lnTo>
                    <a:pt x="6804139" y="752284"/>
                  </a:lnTo>
                  <a:lnTo>
                    <a:pt x="6875762" y="726215"/>
                  </a:lnTo>
                  <a:lnTo>
                    <a:pt x="6947385" y="699675"/>
                  </a:lnTo>
                  <a:lnTo>
                    <a:pt x="7019007" y="672656"/>
                  </a:lnTo>
                  <a:lnTo>
                    <a:pt x="7090630" y="6451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8486"/>
              <a:ext cx="7090630" cy="565171"/>
            </a:xfrm>
            <a:custGeom>
              <a:avLst/>
              <a:pathLst>
                <a:path w="7090630" h="565171">
                  <a:moveTo>
                    <a:pt x="7090630" y="341157"/>
                  </a:moveTo>
                  <a:lnTo>
                    <a:pt x="7019007" y="333689"/>
                  </a:lnTo>
                  <a:lnTo>
                    <a:pt x="6947385" y="326107"/>
                  </a:lnTo>
                  <a:lnTo>
                    <a:pt x="6875762" y="318408"/>
                  </a:lnTo>
                  <a:lnTo>
                    <a:pt x="6804139" y="310592"/>
                  </a:lnTo>
                  <a:lnTo>
                    <a:pt x="6732517" y="302656"/>
                  </a:lnTo>
                  <a:lnTo>
                    <a:pt x="6660894" y="294598"/>
                  </a:lnTo>
                  <a:lnTo>
                    <a:pt x="6589272" y="286417"/>
                  </a:lnTo>
                  <a:lnTo>
                    <a:pt x="6517649" y="278110"/>
                  </a:lnTo>
                  <a:lnTo>
                    <a:pt x="6446027" y="269676"/>
                  </a:lnTo>
                  <a:lnTo>
                    <a:pt x="6374404" y="261114"/>
                  </a:lnTo>
                  <a:lnTo>
                    <a:pt x="6302782" y="252420"/>
                  </a:lnTo>
                  <a:lnTo>
                    <a:pt x="6231159" y="243592"/>
                  </a:lnTo>
                  <a:lnTo>
                    <a:pt x="6159537" y="234630"/>
                  </a:lnTo>
                  <a:lnTo>
                    <a:pt x="6087914" y="225530"/>
                  </a:lnTo>
                  <a:lnTo>
                    <a:pt x="6016292" y="216291"/>
                  </a:lnTo>
                  <a:lnTo>
                    <a:pt x="5944669" y="206911"/>
                  </a:lnTo>
                  <a:lnTo>
                    <a:pt x="5873047" y="197387"/>
                  </a:lnTo>
                  <a:lnTo>
                    <a:pt x="5801424" y="187717"/>
                  </a:lnTo>
                  <a:lnTo>
                    <a:pt x="5729802" y="177898"/>
                  </a:lnTo>
                  <a:lnTo>
                    <a:pt x="5658179" y="167930"/>
                  </a:lnTo>
                  <a:lnTo>
                    <a:pt x="5586557" y="157809"/>
                  </a:lnTo>
                  <a:lnTo>
                    <a:pt x="5514934" y="147533"/>
                  </a:lnTo>
                  <a:lnTo>
                    <a:pt x="5443311" y="137099"/>
                  </a:lnTo>
                  <a:lnTo>
                    <a:pt x="5371689" y="126506"/>
                  </a:lnTo>
                  <a:lnTo>
                    <a:pt x="5300066" y="115750"/>
                  </a:lnTo>
                  <a:lnTo>
                    <a:pt x="5228444" y="104830"/>
                  </a:lnTo>
                  <a:lnTo>
                    <a:pt x="5156821" y="93742"/>
                  </a:lnTo>
                  <a:lnTo>
                    <a:pt x="5085199" y="82484"/>
                  </a:lnTo>
                  <a:lnTo>
                    <a:pt x="5013576" y="71055"/>
                  </a:lnTo>
                  <a:lnTo>
                    <a:pt x="4941954" y="59450"/>
                  </a:lnTo>
                  <a:lnTo>
                    <a:pt x="4870331" y="47667"/>
                  </a:lnTo>
                  <a:lnTo>
                    <a:pt x="4798709" y="35704"/>
                  </a:lnTo>
                  <a:lnTo>
                    <a:pt x="4727086" y="23558"/>
                  </a:lnTo>
                  <a:lnTo>
                    <a:pt x="4655464" y="11225"/>
                  </a:lnTo>
                  <a:lnTo>
                    <a:pt x="4583841" y="0"/>
                  </a:lnTo>
                  <a:lnTo>
                    <a:pt x="4512219" y="14702"/>
                  </a:lnTo>
                  <a:lnTo>
                    <a:pt x="4440596" y="29143"/>
                  </a:lnTo>
                  <a:lnTo>
                    <a:pt x="4368974" y="43328"/>
                  </a:lnTo>
                  <a:lnTo>
                    <a:pt x="4297351" y="57261"/>
                  </a:lnTo>
                  <a:lnTo>
                    <a:pt x="4225729" y="70947"/>
                  </a:lnTo>
                  <a:lnTo>
                    <a:pt x="4154106" y="84391"/>
                  </a:lnTo>
                  <a:lnTo>
                    <a:pt x="4082483" y="97596"/>
                  </a:lnTo>
                  <a:lnTo>
                    <a:pt x="4010861" y="110566"/>
                  </a:lnTo>
                  <a:lnTo>
                    <a:pt x="3939238" y="123307"/>
                  </a:lnTo>
                  <a:lnTo>
                    <a:pt x="3867616" y="135822"/>
                  </a:lnTo>
                  <a:lnTo>
                    <a:pt x="3795993" y="148114"/>
                  </a:lnTo>
                  <a:lnTo>
                    <a:pt x="3724371" y="160189"/>
                  </a:lnTo>
                  <a:lnTo>
                    <a:pt x="3652748" y="172049"/>
                  </a:lnTo>
                  <a:lnTo>
                    <a:pt x="3581126" y="183699"/>
                  </a:lnTo>
                  <a:lnTo>
                    <a:pt x="3509503" y="195142"/>
                  </a:lnTo>
                  <a:lnTo>
                    <a:pt x="3437881" y="206382"/>
                  </a:lnTo>
                  <a:lnTo>
                    <a:pt x="3366258" y="217423"/>
                  </a:lnTo>
                  <a:lnTo>
                    <a:pt x="3294636" y="228268"/>
                  </a:lnTo>
                  <a:lnTo>
                    <a:pt x="3223013" y="238921"/>
                  </a:lnTo>
                  <a:lnTo>
                    <a:pt x="3151391" y="249384"/>
                  </a:lnTo>
                  <a:lnTo>
                    <a:pt x="3079768" y="259662"/>
                  </a:lnTo>
                  <a:lnTo>
                    <a:pt x="3008146" y="269758"/>
                  </a:lnTo>
                  <a:lnTo>
                    <a:pt x="2936523" y="279675"/>
                  </a:lnTo>
                  <a:lnTo>
                    <a:pt x="2864901" y="289415"/>
                  </a:lnTo>
                  <a:lnTo>
                    <a:pt x="2793278" y="298983"/>
                  </a:lnTo>
                  <a:lnTo>
                    <a:pt x="2721655" y="308381"/>
                  </a:lnTo>
                  <a:lnTo>
                    <a:pt x="2650033" y="317613"/>
                  </a:lnTo>
                  <a:lnTo>
                    <a:pt x="2578410" y="326680"/>
                  </a:lnTo>
                  <a:lnTo>
                    <a:pt x="2506788" y="335587"/>
                  </a:lnTo>
                  <a:lnTo>
                    <a:pt x="2435165" y="344336"/>
                  </a:lnTo>
                  <a:lnTo>
                    <a:pt x="2363543" y="352929"/>
                  </a:lnTo>
                  <a:lnTo>
                    <a:pt x="2291920" y="361371"/>
                  </a:lnTo>
                  <a:lnTo>
                    <a:pt x="2220298" y="369662"/>
                  </a:lnTo>
                  <a:lnTo>
                    <a:pt x="2148675" y="377806"/>
                  </a:lnTo>
                  <a:lnTo>
                    <a:pt x="2077053" y="385806"/>
                  </a:lnTo>
                  <a:lnTo>
                    <a:pt x="2005430" y="393664"/>
                  </a:lnTo>
                  <a:lnTo>
                    <a:pt x="1933808" y="401383"/>
                  </a:lnTo>
                  <a:lnTo>
                    <a:pt x="1862185" y="408964"/>
                  </a:lnTo>
                  <a:lnTo>
                    <a:pt x="1790563" y="416411"/>
                  </a:lnTo>
                  <a:lnTo>
                    <a:pt x="1718940" y="423726"/>
                  </a:lnTo>
                  <a:lnTo>
                    <a:pt x="1647318" y="430912"/>
                  </a:lnTo>
                  <a:lnTo>
                    <a:pt x="1575695" y="437969"/>
                  </a:lnTo>
                  <a:lnTo>
                    <a:pt x="1504073" y="444902"/>
                  </a:lnTo>
                  <a:lnTo>
                    <a:pt x="1432450" y="451711"/>
                  </a:lnTo>
                  <a:lnTo>
                    <a:pt x="1360827" y="458400"/>
                  </a:lnTo>
                  <a:lnTo>
                    <a:pt x="1289205" y="464970"/>
                  </a:lnTo>
                  <a:lnTo>
                    <a:pt x="1217582" y="471424"/>
                  </a:lnTo>
                  <a:lnTo>
                    <a:pt x="1145960" y="477763"/>
                  </a:lnTo>
                  <a:lnTo>
                    <a:pt x="1074337" y="483990"/>
                  </a:lnTo>
                  <a:lnTo>
                    <a:pt x="1002715" y="490106"/>
                  </a:lnTo>
                  <a:lnTo>
                    <a:pt x="931092" y="496113"/>
                  </a:lnTo>
                  <a:lnTo>
                    <a:pt x="859470" y="502015"/>
                  </a:lnTo>
                  <a:lnTo>
                    <a:pt x="787847" y="507811"/>
                  </a:lnTo>
                  <a:lnTo>
                    <a:pt x="716225" y="513505"/>
                  </a:lnTo>
                  <a:lnTo>
                    <a:pt x="644602" y="519097"/>
                  </a:lnTo>
                  <a:lnTo>
                    <a:pt x="572980" y="524590"/>
                  </a:lnTo>
                  <a:lnTo>
                    <a:pt x="501357" y="529986"/>
                  </a:lnTo>
                  <a:lnTo>
                    <a:pt x="429735" y="535287"/>
                  </a:lnTo>
                  <a:lnTo>
                    <a:pt x="358112" y="540493"/>
                  </a:lnTo>
                  <a:lnTo>
                    <a:pt x="286490" y="545607"/>
                  </a:lnTo>
                  <a:lnTo>
                    <a:pt x="214867" y="550630"/>
                  </a:lnTo>
                  <a:lnTo>
                    <a:pt x="143245" y="555564"/>
                  </a:lnTo>
                  <a:lnTo>
                    <a:pt x="71622" y="560410"/>
                  </a:lnTo>
                  <a:lnTo>
                    <a:pt x="0" y="5651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7720"/>
              <a:ext cx="7090630" cy="108751"/>
            </a:xfrm>
            <a:custGeom>
              <a:avLst/>
              <a:pathLst>
                <a:path w="7090630" h="108751">
                  <a:moveTo>
                    <a:pt x="0" y="108751"/>
                  </a:moveTo>
                  <a:lnTo>
                    <a:pt x="71622" y="107724"/>
                  </a:lnTo>
                  <a:lnTo>
                    <a:pt x="143245" y="106695"/>
                  </a:lnTo>
                  <a:lnTo>
                    <a:pt x="214867" y="105665"/>
                  </a:lnTo>
                  <a:lnTo>
                    <a:pt x="286490" y="104633"/>
                  </a:lnTo>
                  <a:lnTo>
                    <a:pt x="358112" y="103600"/>
                  </a:lnTo>
                  <a:lnTo>
                    <a:pt x="429735" y="102566"/>
                  </a:lnTo>
                  <a:lnTo>
                    <a:pt x="501357" y="101530"/>
                  </a:lnTo>
                  <a:lnTo>
                    <a:pt x="572980" y="100493"/>
                  </a:lnTo>
                  <a:lnTo>
                    <a:pt x="644602" y="99454"/>
                  </a:lnTo>
                  <a:lnTo>
                    <a:pt x="716225" y="98414"/>
                  </a:lnTo>
                  <a:lnTo>
                    <a:pt x="787847" y="97373"/>
                  </a:lnTo>
                  <a:lnTo>
                    <a:pt x="859470" y="96330"/>
                  </a:lnTo>
                  <a:lnTo>
                    <a:pt x="931092" y="95286"/>
                  </a:lnTo>
                  <a:lnTo>
                    <a:pt x="1002715" y="94240"/>
                  </a:lnTo>
                  <a:lnTo>
                    <a:pt x="1074337" y="93193"/>
                  </a:lnTo>
                  <a:lnTo>
                    <a:pt x="1145960" y="92145"/>
                  </a:lnTo>
                  <a:lnTo>
                    <a:pt x="1217582" y="91095"/>
                  </a:lnTo>
                  <a:lnTo>
                    <a:pt x="1289205" y="90044"/>
                  </a:lnTo>
                  <a:lnTo>
                    <a:pt x="1360827" y="88991"/>
                  </a:lnTo>
                  <a:lnTo>
                    <a:pt x="1432450" y="87937"/>
                  </a:lnTo>
                  <a:lnTo>
                    <a:pt x="1504073" y="86881"/>
                  </a:lnTo>
                  <a:lnTo>
                    <a:pt x="1575695" y="85824"/>
                  </a:lnTo>
                  <a:lnTo>
                    <a:pt x="1647318" y="84766"/>
                  </a:lnTo>
                  <a:lnTo>
                    <a:pt x="1718940" y="83706"/>
                  </a:lnTo>
                  <a:lnTo>
                    <a:pt x="1790563" y="82645"/>
                  </a:lnTo>
                  <a:lnTo>
                    <a:pt x="1862185" y="81582"/>
                  </a:lnTo>
                  <a:lnTo>
                    <a:pt x="1933808" y="80518"/>
                  </a:lnTo>
                  <a:lnTo>
                    <a:pt x="2005430" y="79452"/>
                  </a:lnTo>
                  <a:lnTo>
                    <a:pt x="2077053" y="78385"/>
                  </a:lnTo>
                  <a:lnTo>
                    <a:pt x="2148675" y="77317"/>
                  </a:lnTo>
                  <a:lnTo>
                    <a:pt x="2220298" y="76247"/>
                  </a:lnTo>
                  <a:lnTo>
                    <a:pt x="2291920" y="75176"/>
                  </a:lnTo>
                  <a:lnTo>
                    <a:pt x="2363543" y="74103"/>
                  </a:lnTo>
                  <a:lnTo>
                    <a:pt x="2435165" y="73029"/>
                  </a:lnTo>
                  <a:lnTo>
                    <a:pt x="2506788" y="71953"/>
                  </a:lnTo>
                  <a:lnTo>
                    <a:pt x="2578410" y="70876"/>
                  </a:lnTo>
                  <a:lnTo>
                    <a:pt x="2650033" y="69797"/>
                  </a:lnTo>
                  <a:lnTo>
                    <a:pt x="2721655" y="68717"/>
                  </a:lnTo>
                  <a:lnTo>
                    <a:pt x="2793278" y="67636"/>
                  </a:lnTo>
                  <a:lnTo>
                    <a:pt x="2864901" y="66553"/>
                  </a:lnTo>
                  <a:lnTo>
                    <a:pt x="2936523" y="65468"/>
                  </a:lnTo>
                  <a:lnTo>
                    <a:pt x="3008146" y="64382"/>
                  </a:lnTo>
                  <a:lnTo>
                    <a:pt x="3079768" y="63295"/>
                  </a:lnTo>
                  <a:lnTo>
                    <a:pt x="3151391" y="62206"/>
                  </a:lnTo>
                  <a:lnTo>
                    <a:pt x="3223013" y="61116"/>
                  </a:lnTo>
                  <a:lnTo>
                    <a:pt x="3294636" y="60024"/>
                  </a:lnTo>
                  <a:lnTo>
                    <a:pt x="3366258" y="58931"/>
                  </a:lnTo>
                  <a:lnTo>
                    <a:pt x="3437881" y="57836"/>
                  </a:lnTo>
                  <a:lnTo>
                    <a:pt x="3509503" y="56740"/>
                  </a:lnTo>
                  <a:lnTo>
                    <a:pt x="3581126" y="55642"/>
                  </a:lnTo>
                  <a:lnTo>
                    <a:pt x="3652748" y="54543"/>
                  </a:lnTo>
                  <a:lnTo>
                    <a:pt x="3724371" y="53442"/>
                  </a:lnTo>
                  <a:lnTo>
                    <a:pt x="3795993" y="52340"/>
                  </a:lnTo>
                  <a:lnTo>
                    <a:pt x="3867616" y="51236"/>
                  </a:lnTo>
                  <a:lnTo>
                    <a:pt x="3939238" y="50131"/>
                  </a:lnTo>
                  <a:lnTo>
                    <a:pt x="4010861" y="49025"/>
                  </a:lnTo>
                  <a:lnTo>
                    <a:pt x="4082483" y="47917"/>
                  </a:lnTo>
                  <a:lnTo>
                    <a:pt x="4154106" y="46807"/>
                  </a:lnTo>
                  <a:lnTo>
                    <a:pt x="4225729" y="45696"/>
                  </a:lnTo>
                  <a:lnTo>
                    <a:pt x="4297351" y="44583"/>
                  </a:lnTo>
                  <a:lnTo>
                    <a:pt x="4368974" y="43469"/>
                  </a:lnTo>
                  <a:lnTo>
                    <a:pt x="4440596" y="42354"/>
                  </a:lnTo>
                  <a:lnTo>
                    <a:pt x="4512219" y="41237"/>
                  </a:lnTo>
                  <a:lnTo>
                    <a:pt x="4583841" y="40118"/>
                  </a:lnTo>
                  <a:lnTo>
                    <a:pt x="4655464" y="38998"/>
                  </a:lnTo>
                  <a:lnTo>
                    <a:pt x="4727086" y="37876"/>
                  </a:lnTo>
                  <a:lnTo>
                    <a:pt x="4798709" y="36753"/>
                  </a:lnTo>
                  <a:lnTo>
                    <a:pt x="4870331" y="35628"/>
                  </a:lnTo>
                  <a:lnTo>
                    <a:pt x="4941954" y="34502"/>
                  </a:lnTo>
                  <a:lnTo>
                    <a:pt x="5013576" y="33374"/>
                  </a:lnTo>
                  <a:lnTo>
                    <a:pt x="5085199" y="32245"/>
                  </a:lnTo>
                  <a:lnTo>
                    <a:pt x="5156821" y="31114"/>
                  </a:lnTo>
                  <a:lnTo>
                    <a:pt x="5228444" y="29982"/>
                  </a:lnTo>
                  <a:lnTo>
                    <a:pt x="5300066" y="28848"/>
                  </a:lnTo>
                  <a:lnTo>
                    <a:pt x="5371689" y="27713"/>
                  </a:lnTo>
                  <a:lnTo>
                    <a:pt x="5443311" y="26576"/>
                  </a:lnTo>
                  <a:lnTo>
                    <a:pt x="5514934" y="25438"/>
                  </a:lnTo>
                  <a:lnTo>
                    <a:pt x="5586557" y="24298"/>
                  </a:lnTo>
                  <a:lnTo>
                    <a:pt x="5658179" y="23156"/>
                  </a:lnTo>
                  <a:lnTo>
                    <a:pt x="5729802" y="22013"/>
                  </a:lnTo>
                  <a:lnTo>
                    <a:pt x="5801424" y="20868"/>
                  </a:lnTo>
                  <a:lnTo>
                    <a:pt x="5873047" y="19722"/>
                  </a:lnTo>
                  <a:lnTo>
                    <a:pt x="5944669" y="18575"/>
                  </a:lnTo>
                  <a:lnTo>
                    <a:pt x="6016292" y="17425"/>
                  </a:lnTo>
                  <a:lnTo>
                    <a:pt x="6087914" y="16275"/>
                  </a:lnTo>
                  <a:lnTo>
                    <a:pt x="6159537" y="15122"/>
                  </a:lnTo>
                  <a:lnTo>
                    <a:pt x="6231159" y="13968"/>
                  </a:lnTo>
                  <a:lnTo>
                    <a:pt x="6302782" y="12813"/>
                  </a:lnTo>
                  <a:lnTo>
                    <a:pt x="6374404" y="11656"/>
                  </a:lnTo>
                  <a:lnTo>
                    <a:pt x="6446027" y="10497"/>
                  </a:lnTo>
                  <a:lnTo>
                    <a:pt x="6517649" y="9337"/>
                  </a:lnTo>
                  <a:lnTo>
                    <a:pt x="6589272" y="8175"/>
                  </a:lnTo>
                  <a:lnTo>
                    <a:pt x="6660894" y="7012"/>
                  </a:lnTo>
                  <a:lnTo>
                    <a:pt x="6732517" y="5847"/>
                  </a:lnTo>
                  <a:lnTo>
                    <a:pt x="6804139" y="4681"/>
                  </a:lnTo>
                  <a:lnTo>
                    <a:pt x="6875762" y="3513"/>
                  </a:lnTo>
                  <a:lnTo>
                    <a:pt x="6947385" y="2343"/>
                  </a:lnTo>
                  <a:lnTo>
                    <a:pt x="7019007" y="117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0.98 (0.78-1.23), p_Bonf = 1.000 (n = 6)  |  per IQR decline (Δ = 23.9): 0.96 (0.55-1.65)  |  IQR: [-12.7,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2026-10-09T13:21:29Z</dcterms:modified>
  <cp:category/>
</cp:coreProperties>
</file>