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271163" y="5094362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271163" y="4386985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71163" y="3679608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71163" y="2972231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71163" y="2264854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2379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9011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65643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2275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71163" y="5448051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71163" y="4740674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71163" y="4033296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71163" y="3325919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71163" y="2618542"/>
              <a:ext cx="4873097" cy="0"/>
            </a:xfrm>
            <a:custGeom>
              <a:avLst/>
              <a:pathLst>
                <a:path w="4873097" h="0">
                  <a:moveTo>
                    <a:pt x="0" y="0"/>
                  </a:moveTo>
                  <a:lnTo>
                    <a:pt x="4873097" y="0"/>
                  </a:lnTo>
                  <a:lnTo>
                    <a:pt x="487309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9063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5695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02327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28959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492668" y="2514766"/>
              <a:ext cx="4430088" cy="2933284"/>
            </a:xfrm>
            <a:custGeom>
              <a:avLst/>
              <a:pathLst>
                <a:path w="4430088" h="2933284">
                  <a:moveTo>
                    <a:pt x="0" y="2797580"/>
                  </a:moveTo>
                  <a:lnTo>
                    <a:pt x="8669" y="2793703"/>
                  </a:lnTo>
                  <a:lnTo>
                    <a:pt x="17338" y="2789714"/>
                  </a:lnTo>
                  <a:lnTo>
                    <a:pt x="26008" y="2785677"/>
                  </a:lnTo>
                  <a:lnTo>
                    <a:pt x="34677" y="2781518"/>
                  </a:lnTo>
                  <a:lnTo>
                    <a:pt x="43347" y="2777288"/>
                  </a:lnTo>
                  <a:lnTo>
                    <a:pt x="52016" y="2772984"/>
                  </a:lnTo>
                  <a:lnTo>
                    <a:pt x="60686" y="2768557"/>
                  </a:lnTo>
                  <a:lnTo>
                    <a:pt x="69355" y="2764078"/>
                  </a:lnTo>
                  <a:lnTo>
                    <a:pt x="78025" y="2759476"/>
                  </a:lnTo>
                  <a:lnTo>
                    <a:pt x="86694" y="2754793"/>
                  </a:lnTo>
                  <a:lnTo>
                    <a:pt x="95363" y="2750038"/>
                  </a:lnTo>
                  <a:lnTo>
                    <a:pt x="104033" y="2745147"/>
                  </a:lnTo>
                  <a:lnTo>
                    <a:pt x="112702" y="2740203"/>
                  </a:lnTo>
                  <a:lnTo>
                    <a:pt x="121372" y="2735134"/>
                  </a:lnTo>
                  <a:lnTo>
                    <a:pt x="130041" y="2729976"/>
                  </a:lnTo>
                  <a:lnTo>
                    <a:pt x="138711" y="2724748"/>
                  </a:lnTo>
                  <a:lnTo>
                    <a:pt x="147380" y="2719374"/>
                  </a:lnTo>
                  <a:lnTo>
                    <a:pt x="156050" y="2713945"/>
                  </a:lnTo>
                  <a:lnTo>
                    <a:pt x="164719" y="2708392"/>
                  </a:lnTo>
                  <a:lnTo>
                    <a:pt x="173388" y="2702743"/>
                  </a:lnTo>
                  <a:lnTo>
                    <a:pt x="182058" y="2697026"/>
                  </a:lnTo>
                  <a:lnTo>
                    <a:pt x="190727" y="2691155"/>
                  </a:lnTo>
                  <a:lnTo>
                    <a:pt x="199397" y="2685228"/>
                  </a:lnTo>
                  <a:lnTo>
                    <a:pt x="208066" y="2679179"/>
                  </a:lnTo>
                  <a:lnTo>
                    <a:pt x="216736" y="2673029"/>
                  </a:lnTo>
                  <a:lnTo>
                    <a:pt x="225405" y="2666814"/>
                  </a:lnTo>
                  <a:lnTo>
                    <a:pt x="234075" y="2660440"/>
                  </a:lnTo>
                  <a:lnTo>
                    <a:pt x="242744" y="2654009"/>
                  </a:lnTo>
                  <a:lnTo>
                    <a:pt x="251414" y="2647461"/>
                  </a:lnTo>
                  <a:lnTo>
                    <a:pt x="260083" y="2640807"/>
                  </a:lnTo>
                  <a:lnTo>
                    <a:pt x="268752" y="2634093"/>
                  </a:lnTo>
                  <a:lnTo>
                    <a:pt x="277422" y="2627217"/>
                  </a:lnTo>
                  <a:lnTo>
                    <a:pt x="286091" y="2620283"/>
                  </a:lnTo>
                  <a:lnTo>
                    <a:pt x="294761" y="2613240"/>
                  </a:lnTo>
                  <a:lnTo>
                    <a:pt x="303430" y="2606086"/>
                  </a:lnTo>
                  <a:lnTo>
                    <a:pt x="312100" y="2598877"/>
                  </a:lnTo>
                  <a:lnTo>
                    <a:pt x="320769" y="2591508"/>
                  </a:lnTo>
                  <a:lnTo>
                    <a:pt x="329439" y="2584081"/>
                  </a:lnTo>
                  <a:lnTo>
                    <a:pt x="338108" y="2576551"/>
                  </a:lnTo>
                  <a:lnTo>
                    <a:pt x="346777" y="2568909"/>
                  </a:lnTo>
                  <a:lnTo>
                    <a:pt x="355447" y="2561212"/>
                  </a:lnTo>
                  <a:lnTo>
                    <a:pt x="364116" y="2553366"/>
                  </a:lnTo>
                  <a:lnTo>
                    <a:pt x="372786" y="2545458"/>
                  </a:lnTo>
                  <a:lnTo>
                    <a:pt x="381455" y="2537455"/>
                  </a:lnTo>
                  <a:lnTo>
                    <a:pt x="390125" y="2529340"/>
                  </a:lnTo>
                  <a:lnTo>
                    <a:pt x="398794" y="2521171"/>
                  </a:lnTo>
                  <a:lnTo>
                    <a:pt x="407464" y="2512862"/>
                  </a:lnTo>
                  <a:lnTo>
                    <a:pt x="416133" y="2504489"/>
                  </a:lnTo>
                  <a:lnTo>
                    <a:pt x="424803" y="2496028"/>
                  </a:lnTo>
                  <a:lnTo>
                    <a:pt x="433472" y="2487453"/>
                  </a:lnTo>
                  <a:lnTo>
                    <a:pt x="442141" y="2478827"/>
                  </a:lnTo>
                  <a:lnTo>
                    <a:pt x="450811" y="2470068"/>
                  </a:lnTo>
                  <a:lnTo>
                    <a:pt x="459480" y="2461242"/>
                  </a:lnTo>
                  <a:lnTo>
                    <a:pt x="468150" y="2452336"/>
                  </a:lnTo>
                  <a:lnTo>
                    <a:pt x="476819" y="2443312"/>
                  </a:lnTo>
                  <a:lnTo>
                    <a:pt x="485489" y="2434239"/>
                  </a:lnTo>
                  <a:lnTo>
                    <a:pt x="494158" y="2425038"/>
                  </a:lnTo>
                  <a:lnTo>
                    <a:pt x="502828" y="2415767"/>
                  </a:lnTo>
                  <a:lnTo>
                    <a:pt x="511497" y="2406420"/>
                  </a:lnTo>
                  <a:lnTo>
                    <a:pt x="520166" y="2396951"/>
                  </a:lnTo>
                  <a:lnTo>
                    <a:pt x="528836" y="2387432"/>
                  </a:lnTo>
                  <a:lnTo>
                    <a:pt x="537505" y="2377788"/>
                  </a:lnTo>
                  <a:lnTo>
                    <a:pt x="546175" y="2368068"/>
                  </a:lnTo>
                  <a:lnTo>
                    <a:pt x="554844" y="2358275"/>
                  </a:lnTo>
                  <a:lnTo>
                    <a:pt x="563514" y="2348351"/>
                  </a:lnTo>
                  <a:lnTo>
                    <a:pt x="572183" y="2338375"/>
                  </a:lnTo>
                  <a:lnTo>
                    <a:pt x="580853" y="2328274"/>
                  </a:lnTo>
                  <a:lnTo>
                    <a:pt x="589522" y="2318088"/>
                  </a:lnTo>
                  <a:lnTo>
                    <a:pt x="598192" y="2307829"/>
                  </a:lnTo>
                  <a:lnTo>
                    <a:pt x="606861" y="2297426"/>
                  </a:lnTo>
                  <a:lnTo>
                    <a:pt x="615530" y="2286968"/>
                  </a:lnTo>
                  <a:lnTo>
                    <a:pt x="624200" y="2276380"/>
                  </a:lnTo>
                  <a:lnTo>
                    <a:pt x="632869" y="2265694"/>
                  </a:lnTo>
                  <a:lnTo>
                    <a:pt x="641539" y="2254934"/>
                  </a:lnTo>
                  <a:lnTo>
                    <a:pt x="650208" y="2244013"/>
                  </a:lnTo>
                  <a:lnTo>
                    <a:pt x="658878" y="2233029"/>
                  </a:lnTo>
                  <a:lnTo>
                    <a:pt x="667547" y="2221908"/>
                  </a:lnTo>
                  <a:lnTo>
                    <a:pt x="676217" y="2210673"/>
                  </a:lnTo>
                  <a:lnTo>
                    <a:pt x="684886" y="2199362"/>
                  </a:lnTo>
                  <a:lnTo>
                    <a:pt x="693555" y="2187866"/>
                  </a:lnTo>
                  <a:lnTo>
                    <a:pt x="702225" y="2176299"/>
                  </a:lnTo>
                  <a:lnTo>
                    <a:pt x="710894" y="2164585"/>
                  </a:lnTo>
                  <a:lnTo>
                    <a:pt x="719564" y="2152738"/>
                  </a:lnTo>
                  <a:lnTo>
                    <a:pt x="728233" y="2140812"/>
                  </a:lnTo>
                  <a:lnTo>
                    <a:pt x="736903" y="2128671"/>
                  </a:lnTo>
                  <a:lnTo>
                    <a:pt x="745572" y="2116451"/>
                  </a:lnTo>
                  <a:lnTo>
                    <a:pt x="754242" y="2104074"/>
                  </a:lnTo>
                  <a:lnTo>
                    <a:pt x="762911" y="2091540"/>
                  </a:lnTo>
                  <a:lnTo>
                    <a:pt x="771581" y="2078925"/>
                  </a:lnTo>
                  <a:lnTo>
                    <a:pt x="780250" y="2066063"/>
                  </a:lnTo>
                  <a:lnTo>
                    <a:pt x="788919" y="2053113"/>
                  </a:lnTo>
                  <a:lnTo>
                    <a:pt x="797589" y="2039996"/>
                  </a:lnTo>
                  <a:lnTo>
                    <a:pt x="806258" y="2026698"/>
                  </a:lnTo>
                  <a:lnTo>
                    <a:pt x="814928" y="2013309"/>
                  </a:lnTo>
                  <a:lnTo>
                    <a:pt x="823597" y="1999657"/>
                  </a:lnTo>
                  <a:lnTo>
                    <a:pt x="832267" y="1985901"/>
                  </a:lnTo>
                  <a:lnTo>
                    <a:pt x="840936" y="1971969"/>
                  </a:lnTo>
                  <a:lnTo>
                    <a:pt x="849606" y="1957833"/>
                  </a:lnTo>
                  <a:lnTo>
                    <a:pt x="858275" y="1943597"/>
                  </a:lnTo>
                  <a:lnTo>
                    <a:pt x="866944" y="1929087"/>
                  </a:lnTo>
                  <a:lnTo>
                    <a:pt x="875614" y="1914455"/>
                  </a:lnTo>
                  <a:lnTo>
                    <a:pt x="884283" y="1899646"/>
                  </a:lnTo>
                  <a:lnTo>
                    <a:pt x="892953" y="1884609"/>
                  </a:lnTo>
                  <a:lnTo>
                    <a:pt x="901622" y="1869468"/>
                  </a:lnTo>
                  <a:lnTo>
                    <a:pt x="910292" y="1854046"/>
                  </a:lnTo>
                  <a:lnTo>
                    <a:pt x="918961" y="1838489"/>
                  </a:lnTo>
                  <a:lnTo>
                    <a:pt x="927631" y="1822755"/>
                  </a:lnTo>
                  <a:lnTo>
                    <a:pt x="936300" y="1806778"/>
                  </a:lnTo>
                  <a:lnTo>
                    <a:pt x="944970" y="1790693"/>
                  </a:lnTo>
                  <a:lnTo>
                    <a:pt x="953639" y="1774331"/>
                  </a:lnTo>
                  <a:lnTo>
                    <a:pt x="962308" y="1757823"/>
                  </a:lnTo>
                  <a:lnTo>
                    <a:pt x="970978" y="1741146"/>
                  </a:lnTo>
                  <a:lnTo>
                    <a:pt x="979647" y="1724217"/>
                  </a:lnTo>
                  <a:lnTo>
                    <a:pt x="988317" y="1707180"/>
                  </a:lnTo>
                  <a:lnTo>
                    <a:pt x="996986" y="1689880"/>
                  </a:lnTo>
                  <a:lnTo>
                    <a:pt x="1005656" y="1672429"/>
                  </a:lnTo>
                  <a:lnTo>
                    <a:pt x="1014325" y="1654822"/>
                  </a:lnTo>
                  <a:lnTo>
                    <a:pt x="1022995" y="1636964"/>
                  </a:lnTo>
                  <a:lnTo>
                    <a:pt x="1031664" y="1619003"/>
                  </a:lnTo>
                  <a:lnTo>
                    <a:pt x="1040333" y="1600802"/>
                  </a:lnTo>
                  <a:lnTo>
                    <a:pt x="1049003" y="1582451"/>
                  </a:lnTo>
                  <a:lnTo>
                    <a:pt x="1057672" y="1563965"/>
                  </a:lnTo>
                  <a:lnTo>
                    <a:pt x="1066342" y="1545239"/>
                  </a:lnTo>
                  <a:lnTo>
                    <a:pt x="1075011" y="1526421"/>
                  </a:lnTo>
                  <a:lnTo>
                    <a:pt x="1083681" y="1507393"/>
                  </a:lnTo>
                  <a:lnTo>
                    <a:pt x="1092350" y="1488226"/>
                  </a:lnTo>
                  <a:lnTo>
                    <a:pt x="1101020" y="1468947"/>
                  </a:lnTo>
                  <a:lnTo>
                    <a:pt x="1109689" y="1449453"/>
                  </a:lnTo>
                  <a:lnTo>
                    <a:pt x="1118359" y="1429882"/>
                  </a:lnTo>
                  <a:lnTo>
                    <a:pt x="1127028" y="1410140"/>
                  </a:lnTo>
                  <a:lnTo>
                    <a:pt x="1135697" y="1390278"/>
                  </a:lnTo>
                  <a:lnTo>
                    <a:pt x="1144367" y="1370330"/>
                  </a:lnTo>
                  <a:lnTo>
                    <a:pt x="1153036" y="1350205"/>
                  </a:lnTo>
                  <a:lnTo>
                    <a:pt x="1161706" y="1330021"/>
                  </a:lnTo>
                  <a:lnTo>
                    <a:pt x="1170375" y="1309711"/>
                  </a:lnTo>
                  <a:lnTo>
                    <a:pt x="1179045" y="1289309"/>
                  </a:lnTo>
                  <a:lnTo>
                    <a:pt x="1187714" y="1268847"/>
                  </a:lnTo>
                  <a:lnTo>
                    <a:pt x="1196384" y="1248260"/>
                  </a:lnTo>
                  <a:lnTo>
                    <a:pt x="1205053" y="1227635"/>
                  </a:lnTo>
                  <a:lnTo>
                    <a:pt x="1213722" y="1206931"/>
                  </a:lnTo>
                  <a:lnTo>
                    <a:pt x="1222392" y="1186171"/>
                  </a:lnTo>
                  <a:lnTo>
                    <a:pt x="1231061" y="1165379"/>
                  </a:lnTo>
                  <a:lnTo>
                    <a:pt x="1239731" y="1144522"/>
                  </a:lnTo>
                  <a:lnTo>
                    <a:pt x="1248400" y="1123650"/>
                  </a:lnTo>
                  <a:lnTo>
                    <a:pt x="1257070" y="1102748"/>
                  </a:lnTo>
                  <a:lnTo>
                    <a:pt x="1265739" y="1081833"/>
                  </a:lnTo>
                  <a:lnTo>
                    <a:pt x="1274409" y="1060912"/>
                  </a:lnTo>
                  <a:lnTo>
                    <a:pt x="1283078" y="1039994"/>
                  </a:lnTo>
                  <a:lnTo>
                    <a:pt x="1291747" y="1019085"/>
                  </a:lnTo>
                  <a:lnTo>
                    <a:pt x="1300417" y="998194"/>
                  </a:lnTo>
                  <a:lnTo>
                    <a:pt x="1309086" y="977339"/>
                  </a:lnTo>
                  <a:lnTo>
                    <a:pt x="1317756" y="956502"/>
                  </a:lnTo>
                  <a:lnTo>
                    <a:pt x="1326425" y="935737"/>
                  </a:lnTo>
                  <a:lnTo>
                    <a:pt x="1335095" y="915010"/>
                  </a:lnTo>
                  <a:lnTo>
                    <a:pt x="1343764" y="894343"/>
                  </a:lnTo>
                  <a:lnTo>
                    <a:pt x="1352434" y="873766"/>
                  </a:lnTo>
                  <a:lnTo>
                    <a:pt x="1361103" y="853232"/>
                  </a:lnTo>
                  <a:lnTo>
                    <a:pt x="1369773" y="832832"/>
                  </a:lnTo>
                  <a:lnTo>
                    <a:pt x="1378442" y="812503"/>
                  </a:lnTo>
                  <a:lnTo>
                    <a:pt x="1387111" y="792272"/>
                  </a:lnTo>
                  <a:lnTo>
                    <a:pt x="1395781" y="772186"/>
                  </a:lnTo>
                  <a:lnTo>
                    <a:pt x="1404450" y="752168"/>
                  </a:lnTo>
                  <a:lnTo>
                    <a:pt x="1413120" y="732341"/>
                  </a:lnTo>
                  <a:lnTo>
                    <a:pt x="1421789" y="712619"/>
                  </a:lnTo>
                  <a:lnTo>
                    <a:pt x="1430459" y="693026"/>
                  </a:lnTo>
                  <a:lnTo>
                    <a:pt x="1439128" y="673636"/>
                  </a:lnTo>
                  <a:lnTo>
                    <a:pt x="1447798" y="654337"/>
                  </a:lnTo>
                  <a:lnTo>
                    <a:pt x="1456467" y="635277"/>
                  </a:lnTo>
                  <a:lnTo>
                    <a:pt x="1465136" y="616358"/>
                  </a:lnTo>
                  <a:lnTo>
                    <a:pt x="1473806" y="597595"/>
                  </a:lnTo>
                  <a:lnTo>
                    <a:pt x="1482475" y="579091"/>
                  </a:lnTo>
                  <a:lnTo>
                    <a:pt x="1491145" y="560698"/>
                  </a:lnTo>
                  <a:lnTo>
                    <a:pt x="1499814" y="542586"/>
                  </a:lnTo>
                  <a:lnTo>
                    <a:pt x="1508484" y="524652"/>
                  </a:lnTo>
                  <a:lnTo>
                    <a:pt x="1517153" y="506893"/>
                  </a:lnTo>
                  <a:lnTo>
                    <a:pt x="1525823" y="489449"/>
                  </a:lnTo>
                  <a:lnTo>
                    <a:pt x="1534492" y="472135"/>
                  </a:lnTo>
                  <a:lnTo>
                    <a:pt x="1543162" y="455134"/>
                  </a:lnTo>
                  <a:lnTo>
                    <a:pt x="1551831" y="438350"/>
                  </a:lnTo>
                  <a:lnTo>
                    <a:pt x="1560500" y="421753"/>
                  </a:lnTo>
                  <a:lnTo>
                    <a:pt x="1569170" y="405526"/>
                  </a:lnTo>
                  <a:lnTo>
                    <a:pt x="1577839" y="389447"/>
                  </a:lnTo>
                  <a:lnTo>
                    <a:pt x="1586509" y="373705"/>
                  </a:lnTo>
                  <a:lnTo>
                    <a:pt x="1595178" y="358218"/>
                  </a:lnTo>
                  <a:lnTo>
                    <a:pt x="1603848" y="342926"/>
                  </a:lnTo>
                  <a:lnTo>
                    <a:pt x="1612517" y="328057"/>
                  </a:lnTo>
                  <a:lnTo>
                    <a:pt x="1621187" y="313349"/>
                  </a:lnTo>
                  <a:lnTo>
                    <a:pt x="1629856" y="298998"/>
                  </a:lnTo>
                  <a:lnTo>
                    <a:pt x="1638525" y="284940"/>
                  </a:lnTo>
                  <a:lnTo>
                    <a:pt x="1647195" y="271079"/>
                  </a:lnTo>
                  <a:lnTo>
                    <a:pt x="1655864" y="257690"/>
                  </a:lnTo>
                  <a:lnTo>
                    <a:pt x="1664534" y="244478"/>
                  </a:lnTo>
                  <a:lnTo>
                    <a:pt x="1673203" y="231633"/>
                  </a:lnTo>
                  <a:lnTo>
                    <a:pt x="1681873" y="219118"/>
                  </a:lnTo>
                  <a:lnTo>
                    <a:pt x="1690542" y="206799"/>
                  </a:lnTo>
                  <a:lnTo>
                    <a:pt x="1699212" y="195000"/>
                  </a:lnTo>
                  <a:lnTo>
                    <a:pt x="1707881" y="183388"/>
                  </a:lnTo>
                  <a:lnTo>
                    <a:pt x="1716551" y="172151"/>
                  </a:lnTo>
                  <a:lnTo>
                    <a:pt x="1725220" y="161279"/>
                  </a:lnTo>
                  <a:lnTo>
                    <a:pt x="1733889" y="150597"/>
                  </a:lnTo>
                  <a:lnTo>
                    <a:pt x="1742559" y="140480"/>
                  </a:lnTo>
                  <a:lnTo>
                    <a:pt x="1751228" y="130559"/>
                  </a:lnTo>
                  <a:lnTo>
                    <a:pt x="1759898" y="121014"/>
                  </a:lnTo>
                  <a:lnTo>
                    <a:pt x="1768567" y="111868"/>
                  </a:lnTo>
                  <a:lnTo>
                    <a:pt x="1777237" y="102920"/>
                  </a:lnTo>
                  <a:lnTo>
                    <a:pt x="1785906" y="94542"/>
                  </a:lnTo>
                  <a:lnTo>
                    <a:pt x="1794576" y="86385"/>
                  </a:lnTo>
                  <a:lnTo>
                    <a:pt x="1803245" y="78600"/>
                  </a:lnTo>
                  <a:lnTo>
                    <a:pt x="1811914" y="71243"/>
                  </a:lnTo>
                  <a:lnTo>
                    <a:pt x="1820584" y="64092"/>
                  </a:lnTo>
                  <a:lnTo>
                    <a:pt x="1829253" y="57507"/>
                  </a:lnTo>
                  <a:lnTo>
                    <a:pt x="1837923" y="51167"/>
                  </a:lnTo>
                  <a:lnTo>
                    <a:pt x="1846592" y="45189"/>
                  </a:lnTo>
                  <a:lnTo>
                    <a:pt x="1855262" y="39665"/>
                  </a:lnTo>
                  <a:lnTo>
                    <a:pt x="1863931" y="34350"/>
                  </a:lnTo>
                  <a:lnTo>
                    <a:pt x="1872601" y="29592"/>
                  </a:lnTo>
                  <a:lnTo>
                    <a:pt x="1881270" y="25098"/>
                  </a:lnTo>
                  <a:lnTo>
                    <a:pt x="1889940" y="20951"/>
                  </a:lnTo>
                  <a:lnTo>
                    <a:pt x="1898609" y="17279"/>
                  </a:lnTo>
                  <a:lnTo>
                    <a:pt x="1907278" y="13817"/>
                  </a:lnTo>
                  <a:lnTo>
                    <a:pt x="1915948" y="10892"/>
                  </a:lnTo>
                  <a:lnTo>
                    <a:pt x="1924617" y="8248"/>
                  </a:lnTo>
                  <a:lnTo>
                    <a:pt x="1933287" y="5931"/>
                  </a:lnTo>
                  <a:lnTo>
                    <a:pt x="1941956" y="4101"/>
                  </a:lnTo>
                  <a:lnTo>
                    <a:pt x="1950626" y="2478"/>
                  </a:lnTo>
                  <a:lnTo>
                    <a:pt x="1959295" y="1366"/>
                  </a:lnTo>
                  <a:lnTo>
                    <a:pt x="1967965" y="546"/>
                  </a:lnTo>
                  <a:lnTo>
                    <a:pt x="1976634" y="27"/>
                  </a:lnTo>
                  <a:lnTo>
                    <a:pt x="1985303" y="0"/>
                  </a:lnTo>
                  <a:lnTo>
                    <a:pt x="1993973" y="172"/>
                  </a:lnTo>
                  <a:lnTo>
                    <a:pt x="2002642" y="820"/>
                  </a:lnTo>
                  <a:lnTo>
                    <a:pt x="2011312" y="1765"/>
                  </a:lnTo>
                  <a:lnTo>
                    <a:pt x="2019981" y="2983"/>
                  </a:lnTo>
                  <a:lnTo>
                    <a:pt x="2028651" y="4684"/>
                  </a:lnTo>
                  <a:lnTo>
                    <a:pt x="2037320" y="6575"/>
                  </a:lnTo>
                  <a:lnTo>
                    <a:pt x="2045990" y="8900"/>
                  </a:lnTo>
                  <a:lnTo>
                    <a:pt x="2054659" y="11519"/>
                  </a:lnTo>
                  <a:lnTo>
                    <a:pt x="2063329" y="14378"/>
                  </a:lnTo>
                  <a:lnTo>
                    <a:pt x="2071998" y="17703"/>
                  </a:lnTo>
                  <a:lnTo>
                    <a:pt x="2080667" y="21203"/>
                  </a:lnTo>
                  <a:lnTo>
                    <a:pt x="2089337" y="25088"/>
                  </a:lnTo>
                  <a:lnTo>
                    <a:pt x="2098006" y="29257"/>
                  </a:lnTo>
                  <a:lnTo>
                    <a:pt x="2106676" y="33631"/>
                  </a:lnTo>
                  <a:lnTo>
                    <a:pt x="2115345" y="38442"/>
                  </a:lnTo>
                  <a:lnTo>
                    <a:pt x="2124015" y="43410"/>
                  </a:lnTo>
                  <a:lnTo>
                    <a:pt x="2132684" y="48710"/>
                  </a:lnTo>
                  <a:lnTo>
                    <a:pt x="2141354" y="54277"/>
                  </a:lnTo>
                  <a:lnTo>
                    <a:pt x="2150023" y="60011"/>
                  </a:lnTo>
                  <a:lnTo>
                    <a:pt x="2158692" y="66143"/>
                  </a:lnTo>
                  <a:lnTo>
                    <a:pt x="2167362" y="72410"/>
                  </a:lnTo>
                  <a:lnTo>
                    <a:pt x="2176031" y="78954"/>
                  </a:lnTo>
                  <a:lnTo>
                    <a:pt x="2184701" y="85738"/>
                  </a:lnTo>
                  <a:lnTo>
                    <a:pt x="2193370" y="92655"/>
                  </a:lnTo>
                  <a:lnTo>
                    <a:pt x="2202040" y="99918"/>
                  </a:lnTo>
                  <a:lnTo>
                    <a:pt x="2210709" y="107294"/>
                  </a:lnTo>
                  <a:lnTo>
                    <a:pt x="2219379" y="114891"/>
                  </a:lnTo>
                  <a:lnTo>
                    <a:pt x="2228048" y="122693"/>
                  </a:lnTo>
                  <a:lnTo>
                    <a:pt x="2236718" y="130600"/>
                  </a:lnTo>
                  <a:lnTo>
                    <a:pt x="2245387" y="138785"/>
                  </a:lnTo>
                  <a:lnTo>
                    <a:pt x="2254056" y="147063"/>
                  </a:lnTo>
                  <a:lnTo>
                    <a:pt x="2262726" y="155507"/>
                  </a:lnTo>
                  <a:lnTo>
                    <a:pt x="2271395" y="164116"/>
                  </a:lnTo>
                  <a:lnTo>
                    <a:pt x="2280065" y="172805"/>
                  </a:lnTo>
                  <a:lnTo>
                    <a:pt x="2288734" y="181697"/>
                  </a:lnTo>
                  <a:lnTo>
                    <a:pt x="2297404" y="190661"/>
                  </a:lnTo>
                  <a:lnTo>
                    <a:pt x="2306073" y="199740"/>
                  </a:lnTo>
                  <a:lnTo>
                    <a:pt x="2314743" y="208940"/>
                  </a:lnTo>
                  <a:lnTo>
                    <a:pt x="2323412" y="218194"/>
                  </a:lnTo>
                  <a:lnTo>
                    <a:pt x="2332081" y="227579"/>
                  </a:lnTo>
                  <a:lnTo>
                    <a:pt x="2340751" y="237013"/>
                  </a:lnTo>
                  <a:lnTo>
                    <a:pt x="2349420" y="246516"/>
                  </a:lnTo>
                  <a:lnTo>
                    <a:pt x="2358090" y="256091"/>
                  </a:lnTo>
                  <a:lnTo>
                    <a:pt x="2366759" y="265696"/>
                  </a:lnTo>
                  <a:lnTo>
                    <a:pt x="2375429" y="275366"/>
                  </a:lnTo>
                  <a:lnTo>
                    <a:pt x="2384098" y="285059"/>
                  </a:lnTo>
                  <a:lnTo>
                    <a:pt x="2392768" y="294779"/>
                  </a:lnTo>
                  <a:lnTo>
                    <a:pt x="2401437" y="304522"/>
                  </a:lnTo>
                  <a:lnTo>
                    <a:pt x="2410107" y="314272"/>
                  </a:lnTo>
                  <a:lnTo>
                    <a:pt x="2418776" y="324029"/>
                  </a:lnTo>
                  <a:lnTo>
                    <a:pt x="2427445" y="333780"/>
                  </a:lnTo>
                  <a:lnTo>
                    <a:pt x="2436115" y="343523"/>
                  </a:lnTo>
                  <a:lnTo>
                    <a:pt x="2444784" y="353241"/>
                  </a:lnTo>
                  <a:lnTo>
                    <a:pt x="2453454" y="362943"/>
                  </a:lnTo>
                  <a:lnTo>
                    <a:pt x="2462123" y="372602"/>
                  </a:lnTo>
                  <a:lnTo>
                    <a:pt x="2470793" y="382226"/>
                  </a:lnTo>
                  <a:lnTo>
                    <a:pt x="2479462" y="391815"/>
                  </a:lnTo>
                  <a:lnTo>
                    <a:pt x="2488132" y="401328"/>
                  </a:lnTo>
                  <a:lnTo>
                    <a:pt x="2496801" y="410808"/>
                  </a:lnTo>
                  <a:lnTo>
                    <a:pt x="2505470" y="420202"/>
                  </a:lnTo>
                  <a:lnTo>
                    <a:pt x="2514140" y="429531"/>
                  </a:lnTo>
                  <a:lnTo>
                    <a:pt x="2522809" y="438803"/>
                  </a:lnTo>
                  <a:lnTo>
                    <a:pt x="2531479" y="447953"/>
                  </a:lnTo>
                  <a:lnTo>
                    <a:pt x="2540148" y="457053"/>
                  </a:lnTo>
                  <a:lnTo>
                    <a:pt x="2548818" y="466033"/>
                  </a:lnTo>
                  <a:lnTo>
                    <a:pt x="2557487" y="474918"/>
                  </a:lnTo>
                  <a:lnTo>
                    <a:pt x="2566157" y="483730"/>
                  </a:lnTo>
                  <a:lnTo>
                    <a:pt x="2574826" y="492377"/>
                  </a:lnTo>
                  <a:lnTo>
                    <a:pt x="2583495" y="500958"/>
                  </a:lnTo>
                  <a:lnTo>
                    <a:pt x="2592165" y="509393"/>
                  </a:lnTo>
                  <a:lnTo>
                    <a:pt x="2600834" y="517704"/>
                  </a:lnTo>
                  <a:lnTo>
                    <a:pt x="2609504" y="525932"/>
                  </a:lnTo>
                  <a:lnTo>
                    <a:pt x="2618173" y="533952"/>
                  </a:lnTo>
                  <a:lnTo>
                    <a:pt x="2626843" y="541894"/>
                  </a:lnTo>
                  <a:lnTo>
                    <a:pt x="2635512" y="549670"/>
                  </a:lnTo>
                  <a:lnTo>
                    <a:pt x="2644182" y="557294"/>
                  </a:lnTo>
                  <a:lnTo>
                    <a:pt x="2652851" y="564828"/>
                  </a:lnTo>
                  <a:lnTo>
                    <a:pt x="2661521" y="572117"/>
                  </a:lnTo>
                  <a:lnTo>
                    <a:pt x="2670190" y="579316"/>
                  </a:lnTo>
                  <a:lnTo>
                    <a:pt x="2678859" y="586336"/>
                  </a:lnTo>
                  <a:lnTo>
                    <a:pt x="2687529" y="593177"/>
                  </a:lnTo>
                  <a:lnTo>
                    <a:pt x="2696198" y="599925"/>
                  </a:lnTo>
                  <a:lnTo>
                    <a:pt x="2704868" y="606392"/>
                  </a:lnTo>
                  <a:lnTo>
                    <a:pt x="2713537" y="612762"/>
                  </a:lnTo>
                  <a:lnTo>
                    <a:pt x="2722207" y="618941"/>
                  </a:lnTo>
                  <a:lnTo>
                    <a:pt x="2730876" y="624918"/>
                  </a:lnTo>
                  <a:lnTo>
                    <a:pt x="2739546" y="630794"/>
                  </a:lnTo>
                  <a:lnTo>
                    <a:pt x="2748215" y="636376"/>
                  </a:lnTo>
                  <a:lnTo>
                    <a:pt x="2756884" y="641842"/>
                  </a:lnTo>
                  <a:lnTo>
                    <a:pt x="2765554" y="647116"/>
                  </a:lnTo>
                  <a:lnTo>
                    <a:pt x="2774223" y="652164"/>
                  </a:lnTo>
                  <a:lnTo>
                    <a:pt x="2782893" y="657104"/>
                  </a:lnTo>
                  <a:lnTo>
                    <a:pt x="2791562" y="661743"/>
                  </a:lnTo>
                  <a:lnTo>
                    <a:pt x="2800232" y="666252"/>
                  </a:lnTo>
                  <a:lnTo>
                    <a:pt x="2808901" y="670568"/>
                  </a:lnTo>
                  <a:lnTo>
                    <a:pt x="2817571" y="674639"/>
                  </a:lnTo>
                  <a:lnTo>
                    <a:pt x="2826240" y="678598"/>
                  </a:lnTo>
                  <a:lnTo>
                    <a:pt x="2834910" y="682257"/>
                  </a:lnTo>
                  <a:lnTo>
                    <a:pt x="2843579" y="685771"/>
                  </a:lnTo>
                  <a:lnTo>
                    <a:pt x="2852248" y="689098"/>
                  </a:lnTo>
                  <a:lnTo>
                    <a:pt x="2860918" y="692166"/>
                  </a:lnTo>
                  <a:lnTo>
                    <a:pt x="2869587" y="695119"/>
                  </a:lnTo>
                  <a:lnTo>
                    <a:pt x="2878257" y="697779"/>
                  </a:lnTo>
                  <a:lnTo>
                    <a:pt x="2886926" y="700285"/>
                  </a:lnTo>
                  <a:lnTo>
                    <a:pt x="2895596" y="702612"/>
                  </a:lnTo>
                  <a:lnTo>
                    <a:pt x="2904265" y="704673"/>
                  </a:lnTo>
                  <a:lnTo>
                    <a:pt x="2912935" y="706621"/>
                  </a:lnTo>
                  <a:lnTo>
                    <a:pt x="2921604" y="708290"/>
                  </a:lnTo>
                  <a:lnTo>
                    <a:pt x="2930273" y="709800"/>
                  </a:lnTo>
                  <a:lnTo>
                    <a:pt x="2938943" y="711146"/>
                  </a:lnTo>
                  <a:lnTo>
                    <a:pt x="2947612" y="712227"/>
                  </a:lnTo>
                  <a:lnTo>
                    <a:pt x="2956282" y="713199"/>
                  </a:lnTo>
                  <a:lnTo>
                    <a:pt x="2964951" y="713916"/>
                  </a:lnTo>
                  <a:lnTo>
                    <a:pt x="2973621" y="714475"/>
                  </a:lnTo>
                  <a:lnTo>
                    <a:pt x="2982290" y="714888"/>
                  </a:lnTo>
                  <a:lnTo>
                    <a:pt x="2990960" y="715048"/>
                  </a:lnTo>
                  <a:lnTo>
                    <a:pt x="2999629" y="715109"/>
                  </a:lnTo>
                  <a:lnTo>
                    <a:pt x="3008299" y="714946"/>
                  </a:lnTo>
                  <a:lnTo>
                    <a:pt x="3016968" y="714633"/>
                  </a:lnTo>
                  <a:lnTo>
                    <a:pt x="3025637" y="714200"/>
                  </a:lnTo>
                  <a:lnTo>
                    <a:pt x="3034307" y="713536"/>
                  </a:lnTo>
                  <a:lnTo>
                    <a:pt x="3042976" y="712787"/>
                  </a:lnTo>
                  <a:lnTo>
                    <a:pt x="3051646" y="711854"/>
                  </a:lnTo>
                  <a:lnTo>
                    <a:pt x="3060315" y="710789"/>
                  </a:lnTo>
                  <a:lnTo>
                    <a:pt x="3068985" y="709630"/>
                  </a:lnTo>
                  <a:lnTo>
                    <a:pt x="3077654" y="708279"/>
                  </a:lnTo>
                  <a:lnTo>
                    <a:pt x="3086324" y="706862"/>
                  </a:lnTo>
                  <a:lnTo>
                    <a:pt x="3094993" y="705306"/>
                  </a:lnTo>
                  <a:lnTo>
                    <a:pt x="3103662" y="703647"/>
                  </a:lnTo>
                  <a:lnTo>
                    <a:pt x="3112332" y="701923"/>
                  </a:lnTo>
                  <a:lnTo>
                    <a:pt x="3121001" y="700059"/>
                  </a:lnTo>
                  <a:lnTo>
                    <a:pt x="3129671" y="698150"/>
                  </a:lnTo>
                  <a:lnTo>
                    <a:pt x="3138340" y="696155"/>
                  </a:lnTo>
                  <a:lnTo>
                    <a:pt x="3147010" y="694096"/>
                  </a:lnTo>
                  <a:lnTo>
                    <a:pt x="3155679" y="692000"/>
                  </a:lnTo>
                  <a:lnTo>
                    <a:pt x="3164349" y="689829"/>
                  </a:lnTo>
                  <a:lnTo>
                    <a:pt x="3173018" y="687641"/>
                  </a:lnTo>
                  <a:lnTo>
                    <a:pt x="3181688" y="685419"/>
                  </a:lnTo>
                  <a:lnTo>
                    <a:pt x="3190357" y="683181"/>
                  </a:lnTo>
                  <a:lnTo>
                    <a:pt x="3199026" y="680934"/>
                  </a:lnTo>
                  <a:lnTo>
                    <a:pt x="3207696" y="678690"/>
                  </a:lnTo>
                  <a:lnTo>
                    <a:pt x="3216365" y="676456"/>
                  </a:lnTo>
                  <a:lnTo>
                    <a:pt x="3225035" y="674240"/>
                  </a:lnTo>
                  <a:lnTo>
                    <a:pt x="3233704" y="672063"/>
                  </a:lnTo>
                  <a:lnTo>
                    <a:pt x="3242374" y="669907"/>
                  </a:lnTo>
                  <a:lnTo>
                    <a:pt x="3251043" y="667829"/>
                  </a:lnTo>
                  <a:lnTo>
                    <a:pt x="3259713" y="665794"/>
                  </a:lnTo>
                  <a:lnTo>
                    <a:pt x="3268382" y="663825"/>
                  </a:lnTo>
                  <a:lnTo>
                    <a:pt x="3277051" y="661956"/>
                  </a:lnTo>
                  <a:lnTo>
                    <a:pt x="3285721" y="660134"/>
                  </a:lnTo>
                  <a:lnTo>
                    <a:pt x="3294390" y="658462"/>
                  </a:lnTo>
                  <a:lnTo>
                    <a:pt x="3303060" y="656867"/>
                  </a:lnTo>
                  <a:lnTo>
                    <a:pt x="3311729" y="655380"/>
                  </a:lnTo>
                  <a:lnTo>
                    <a:pt x="3320399" y="654052"/>
                  </a:lnTo>
                  <a:lnTo>
                    <a:pt x="3329068" y="652798"/>
                  </a:lnTo>
                  <a:lnTo>
                    <a:pt x="3337738" y="651752"/>
                  </a:lnTo>
                  <a:lnTo>
                    <a:pt x="3346407" y="650818"/>
                  </a:lnTo>
                  <a:lnTo>
                    <a:pt x="3355077" y="650025"/>
                  </a:lnTo>
                  <a:lnTo>
                    <a:pt x="3363746" y="649446"/>
                  </a:lnTo>
                  <a:lnTo>
                    <a:pt x="3372415" y="648964"/>
                  </a:lnTo>
                  <a:lnTo>
                    <a:pt x="3381085" y="648732"/>
                  </a:lnTo>
                  <a:lnTo>
                    <a:pt x="3389754" y="648646"/>
                  </a:lnTo>
                  <a:lnTo>
                    <a:pt x="3398424" y="648721"/>
                  </a:lnTo>
                  <a:lnTo>
                    <a:pt x="3407093" y="649057"/>
                  </a:lnTo>
                  <a:lnTo>
                    <a:pt x="3415763" y="649505"/>
                  </a:lnTo>
                  <a:lnTo>
                    <a:pt x="3424432" y="650230"/>
                  </a:lnTo>
                  <a:lnTo>
                    <a:pt x="3433102" y="651128"/>
                  </a:lnTo>
                  <a:lnTo>
                    <a:pt x="3441771" y="652194"/>
                  </a:lnTo>
                  <a:lnTo>
                    <a:pt x="3450440" y="653556"/>
                  </a:lnTo>
                  <a:lnTo>
                    <a:pt x="3459110" y="655038"/>
                  </a:lnTo>
                  <a:lnTo>
                    <a:pt x="3467779" y="656805"/>
                  </a:lnTo>
                  <a:lnTo>
                    <a:pt x="3476449" y="658762"/>
                  </a:lnTo>
                  <a:lnTo>
                    <a:pt x="3485118" y="660884"/>
                  </a:lnTo>
                  <a:lnTo>
                    <a:pt x="3493788" y="663318"/>
                  </a:lnTo>
                  <a:lnTo>
                    <a:pt x="3502457" y="665873"/>
                  </a:lnTo>
                  <a:lnTo>
                    <a:pt x="3511127" y="668702"/>
                  </a:lnTo>
                  <a:lnTo>
                    <a:pt x="3519796" y="671728"/>
                  </a:lnTo>
                  <a:lnTo>
                    <a:pt x="3528466" y="674905"/>
                  </a:lnTo>
                  <a:lnTo>
                    <a:pt x="3537135" y="678391"/>
                  </a:lnTo>
                  <a:lnTo>
                    <a:pt x="3545804" y="681991"/>
                  </a:lnTo>
                  <a:lnTo>
                    <a:pt x="3554474" y="685838"/>
                  </a:lnTo>
                  <a:lnTo>
                    <a:pt x="3563143" y="689875"/>
                  </a:lnTo>
                  <a:lnTo>
                    <a:pt x="3571813" y="694041"/>
                  </a:lnTo>
                  <a:lnTo>
                    <a:pt x="3580482" y="698493"/>
                  </a:lnTo>
                  <a:lnTo>
                    <a:pt x="3589152" y="703046"/>
                  </a:lnTo>
                  <a:lnTo>
                    <a:pt x="3597821" y="707806"/>
                  </a:lnTo>
                  <a:lnTo>
                    <a:pt x="3606491" y="712737"/>
                  </a:lnTo>
                  <a:lnTo>
                    <a:pt x="3615160" y="717769"/>
                  </a:lnTo>
                  <a:lnTo>
                    <a:pt x="3623829" y="723046"/>
                  </a:lnTo>
                  <a:lnTo>
                    <a:pt x="3632499" y="728403"/>
                  </a:lnTo>
                  <a:lnTo>
                    <a:pt x="3641168" y="733921"/>
                  </a:lnTo>
                  <a:lnTo>
                    <a:pt x="3649838" y="739576"/>
                  </a:lnTo>
                  <a:lnTo>
                    <a:pt x="3658507" y="745304"/>
                  </a:lnTo>
                  <a:lnTo>
                    <a:pt x="3667177" y="751220"/>
                  </a:lnTo>
                  <a:lnTo>
                    <a:pt x="3675846" y="757193"/>
                  </a:lnTo>
                  <a:lnTo>
                    <a:pt x="3684516" y="763275"/>
                  </a:lnTo>
                  <a:lnTo>
                    <a:pt x="3693185" y="769453"/>
                  </a:lnTo>
                  <a:lnTo>
                    <a:pt x="3701855" y="775680"/>
                  </a:lnTo>
                  <a:lnTo>
                    <a:pt x="3710524" y="782020"/>
                  </a:lnTo>
                  <a:lnTo>
                    <a:pt x="3719193" y="788396"/>
                  </a:lnTo>
                  <a:lnTo>
                    <a:pt x="3727863" y="794830"/>
                  </a:lnTo>
                  <a:lnTo>
                    <a:pt x="3736532" y="801315"/>
                  </a:lnTo>
                  <a:lnTo>
                    <a:pt x="3745202" y="807822"/>
                  </a:lnTo>
                  <a:lnTo>
                    <a:pt x="3753871" y="814374"/>
                  </a:lnTo>
                  <a:lnTo>
                    <a:pt x="3762541" y="820936"/>
                  </a:lnTo>
                  <a:lnTo>
                    <a:pt x="3771210" y="827513"/>
                  </a:lnTo>
                  <a:lnTo>
                    <a:pt x="3779880" y="834093"/>
                  </a:lnTo>
                  <a:lnTo>
                    <a:pt x="3788549" y="840673"/>
                  </a:lnTo>
                  <a:lnTo>
                    <a:pt x="3797218" y="847238"/>
                  </a:lnTo>
                  <a:lnTo>
                    <a:pt x="3805888" y="853789"/>
                  </a:lnTo>
                  <a:lnTo>
                    <a:pt x="3814557" y="860320"/>
                  </a:lnTo>
                  <a:lnTo>
                    <a:pt x="3823227" y="866812"/>
                  </a:lnTo>
                  <a:lnTo>
                    <a:pt x="3831896" y="873285"/>
                  </a:lnTo>
                  <a:lnTo>
                    <a:pt x="3840566" y="879700"/>
                  </a:lnTo>
                  <a:lnTo>
                    <a:pt x="3849235" y="886078"/>
                  </a:lnTo>
                  <a:lnTo>
                    <a:pt x="3857905" y="892415"/>
                  </a:lnTo>
                  <a:lnTo>
                    <a:pt x="3866574" y="898681"/>
                  </a:lnTo>
                  <a:lnTo>
                    <a:pt x="3875243" y="904915"/>
                  </a:lnTo>
                  <a:lnTo>
                    <a:pt x="3883913" y="911067"/>
                  </a:lnTo>
                  <a:lnTo>
                    <a:pt x="3892582" y="917169"/>
                  </a:lnTo>
                  <a:lnTo>
                    <a:pt x="3901252" y="923219"/>
                  </a:lnTo>
                  <a:lnTo>
                    <a:pt x="3909921" y="929181"/>
                  </a:lnTo>
                  <a:lnTo>
                    <a:pt x="3918591" y="935108"/>
                  </a:lnTo>
                  <a:lnTo>
                    <a:pt x="3927260" y="940948"/>
                  </a:lnTo>
                  <a:lnTo>
                    <a:pt x="3935930" y="946735"/>
                  </a:lnTo>
                  <a:lnTo>
                    <a:pt x="3944599" y="952473"/>
                  </a:lnTo>
                  <a:lnTo>
                    <a:pt x="3953269" y="958127"/>
                  </a:lnTo>
                  <a:lnTo>
                    <a:pt x="3961938" y="963750"/>
                  </a:lnTo>
                  <a:lnTo>
                    <a:pt x="3970607" y="969302"/>
                  </a:lnTo>
                  <a:lnTo>
                    <a:pt x="3979277" y="974811"/>
                  </a:lnTo>
                  <a:lnTo>
                    <a:pt x="3987946" y="980284"/>
                  </a:lnTo>
                  <a:lnTo>
                    <a:pt x="3996616" y="985700"/>
                  </a:lnTo>
                  <a:lnTo>
                    <a:pt x="4005285" y="991097"/>
                  </a:lnTo>
                  <a:lnTo>
                    <a:pt x="4013955" y="996457"/>
                  </a:lnTo>
                  <a:lnTo>
                    <a:pt x="4022624" y="1001799"/>
                  </a:lnTo>
                  <a:lnTo>
                    <a:pt x="4031294" y="1007129"/>
                  </a:lnTo>
                  <a:lnTo>
                    <a:pt x="4039963" y="1012449"/>
                  </a:lnTo>
                  <a:lnTo>
                    <a:pt x="4048632" y="1017773"/>
                  </a:lnTo>
                  <a:lnTo>
                    <a:pt x="4057302" y="1023106"/>
                  </a:lnTo>
                  <a:lnTo>
                    <a:pt x="4065971" y="1028462"/>
                  </a:lnTo>
                  <a:lnTo>
                    <a:pt x="4074641" y="1033833"/>
                  </a:lnTo>
                  <a:lnTo>
                    <a:pt x="4083310" y="1039266"/>
                  </a:lnTo>
                  <a:lnTo>
                    <a:pt x="4091980" y="1044730"/>
                  </a:lnTo>
                  <a:lnTo>
                    <a:pt x="4100649" y="1050259"/>
                  </a:lnTo>
                  <a:lnTo>
                    <a:pt x="4109319" y="1055867"/>
                  </a:lnTo>
                  <a:lnTo>
                    <a:pt x="4117988" y="1061520"/>
                  </a:lnTo>
                  <a:lnTo>
                    <a:pt x="4126658" y="1067323"/>
                  </a:lnTo>
                  <a:lnTo>
                    <a:pt x="4135327" y="1073189"/>
                  </a:lnTo>
                  <a:lnTo>
                    <a:pt x="4143996" y="1079180"/>
                  </a:lnTo>
                  <a:lnTo>
                    <a:pt x="4152666" y="1085317"/>
                  </a:lnTo>
                  <a:lnTo>
                    <a:pt x="4161335" y="1091528"/>
                  </a:lnTo>
                  <a:lnTo>
                    <a:pt x="4170005" y="1097986"/>
                  </a:lnTo>
                  <a:lnTo>
                    <a:pt x="4178674" y="1104545"/>
                  </a:lnTo>
                  <a:lnTo>
                    <a:pt x="4187344" y="1111284"/>
                  </a:lnTo>
                  <a:lnTo>
                    <a:pt x="4196013" y="1118244"/>
                  </a:lnTo>
                  <a:lnTo>
                    <a:pt x="4204683" y="1125312"/>
                  </a:lnTo>
                  <a:lnTo>
                    <a:pt x="4213352" y="1132711"/>
                  </a:lnTo>
                  <a:lnTo>
                    <a:pt x="4222021" y="1140255"/>
                  </a:lnTo>
                  <a:lnTo>
                    <a:pt x="4230691" y="1148029"/>
                  </a:lnTo>
                  <a:lnTo>
                    <a:pt x="4239360" y="1156099"/>
                  </a:lnTo>
                  <a:lnTo>
                    <a:pt x="4248030" y="1164310"/>
                  </a:lnTo>
                  <a:lnTo>
                    <a:pt x="4256699" y="1172922"/>
                  </a:lnTo>
                  <a:lnTo>
                    <a:pt x="4265369" y="1181725"/>
                  </a:lnTo>
                  <a:lnTo>
                    <a:pt x="4274038" y="1190796"/>
                  </a:lnTo>
                  <a:lnTo>
                    <a:pt x="4282708" y="1200233"/>
                  </a:lnTo>
                  <a:lnTo>
                    <a:pt x="4291377" y="1209838"/>
                  </a:lnTo>
                  <a:lnTo>
                    <a:pt x="4300047" y="1219895"/>
                  </a:lnTo>
                  <a:lnTo>
                    <a:pt x="4308716" y="1230186"/>
                  </a:lnTo>
                  <a:lnTo>
                    <a:pt x="4317385" y="1240767"/>
                  </a:lnTo>
                  <a:lnTo>
                    <a:pt x="4326055" y="1251774"/>
                  </a:lnTo>
                  <a:lnTo>
                    <a:pt x="4334724" y="1262968"/>
                  </a:lnTo>
                  <a:lnTo>
                    <a:pt x="4343394" y="1274642"/>
                  </a:lnTo>
                  <a:lnTo>
                    <a:pt x="4352063" y="1286585"/>
                  </a:lnTo>
                  <a:lnTo>
                    <a:pt x="4360733" y="1298823"/>
                  </a:lnTo>
                  <a:lnTo>
                    <a:pt x="4369402" y="1311529"/>
                  </a:lnTo>
                  <a:lnTo>
                    <a:pt x="4378072" y="1324433"/>
                  </a:lnTo>
                  <a:lnTo>
                    <a:pt x="4386741" y="1337818"/>
                  </a:lnTo>
                  <a:lnTo>
                    <a:pt x="4395410" y="1351494"/>
                  </a:lnTo>
                  <a:lnTo>
                    <a:pt x="4404080" y="1365455"/>
                  </a:lnTo>
                  <a:lnTo>
                    <a:pt x="4412749" y="1379904"/>
                  </a:lnTo>
                  <a:lnTo>
                    <a:pt x="4421419" y="1394548"/>
                  </a:lnTo>
                  <a:lnTo>
                    <a:pt x="4430088" y="1409650"/>
                  </a:lnTo>
                  <a:lnTo>
                    <a:pt x="4430088" y="2933284"/>
                  </a:lnTo>
                  <a:lnTo>
                    <a:pt x="4421419" y="2933284"/>
                  </a:lnTo>
                  <a:lnTo>
                    <a:pt x="4412749" y="2933284"/>
                  </a:lnTo>
                  <a:lnTo>
                    <a:pt x="4404080" y="2933284"/>
                  </a:lnTo>
                  <a:lnTo>
                    <a:pt x="4395410" y="2933284"/>
                  </a:lnTo>
                  <a:lnTo>
                    <a:pt x="4386741" y="2933284"/>
                  </a:lnTo>
                  <a:lnTo>
                    <a:pt x="4378072" y="2933284"/>
                  </a:lnTo>
                  <a:lnTo>
                    <a:pt x="4369402" y="2933284"/>
                  </a:lnTo>
                  <a:lnTo>
                    <a:pt x="4360733" y="2933284"/>
                  </a:lnTo>
                  <a:lnTo>
                    <a:pt x="4352063" y="2933284"/>
                  </a:lnTo>
                  <a:lnTo>
                    <a:pt x="4343394" y="2933284"/>
                  </a:lnTo>
                  <a:lnTo>
                    <a:pt x="4334724" y="2933284"/>
                  </a:lnTo>
                  <a:lnTo>
                    <a:pt x="4326055" y="2933284"/>
                  </a:lnTo>
                  <a:lnTo>
                    <a:pt x="4317385" y="2933284"/>
                  </a:lnTo>
                  <a:lnTo>
                    <a:pt x="4308716" y="2933284"/>
                  </a:lnTo>
                  <a:lnTo>
                    <a:pt x="4300047" y="2933284"/>
                  </a:lnTo>
                  <a:lnTo>
                    <a:pt x="4291377" y="2933284"/>
                  </a:lnTo>
                  <a:lnTo>
                    <a:pt x="4282708" y="2933284"/>
                  </a:lnTo>
                  <a:lnTo>
                    <a:pt x="4274038" y="2933284"/>
                  </a:lnTo>
                  <a:lnTo>
                    <a:pt x="4265369" y="2933284"/>
                  </a:lnTo>
                  <a:lnTo>
                    <a:pt x="4256699" y="2933284"/>
                  </a:lnTo>
                  <a:lnTo>
                    <a:pt x="4248030" y="2933284"/>
                  </a:lnTo>
                  <a:lnTo>
                    <a:pt x="4239360" y="2933284"/>
                  </a:lnTo>
                  <a:lnTo>
                    <a:pt x="4230691" y="2933284"/>
                  </a:lnTo>
                  <a:lnTo>
                    <a:pt x="4222021" y="2933284"/>
                  </a:lnTo>
                  <a:lnTo>
                    <a:pt x="4213352" y="2933284"/>
                  </a:lnTo>
                  <a:lnTo>
                    <a:pt x="4204683" y="2933284"/>
                  </a:lnTo>
                  <a:lnTo>
                    <a:pt x="4196013" y="2933284"/>
                  </a:lnTo>
                  <a:lnTo>
                    <a:pt x="4187344" y="2933284"/>
                  </a:lnTo>
                  <a:lnTo>
                    <a:pt x="4178674" y="2933284"/>
                  </a:lnTo>
                  <a:lnTo>
                    <a:pt x="4170005" y="2933284"/>
                  </a:lnTo>
                  <a:lnTo>
                    <a:pt x="4161335" y="2933284"/>
                  </a:lnTo>
                  <a:lnTo>
                    <a:pt x="4152666" y="2933284"/>
                  </a:lnTo>
                  <a:lnTo>
                    <a:pt x="4143996" y="2933284"/>
                  </a:lnTo>
                  <a:lnTo>
                    <a:pt x="4135327" y="2933284"/>
                  </a:lnTo>
                  <a:lnTo>
                    <a:pt x="4126658" y="2933284"/>
                  </a:lnTo>
                  <a:lnTo>
                    <a:pt x="4117988" y="2933284"/>
                  </a:lnTo>
                  <a:lnTo>
                    <a:pt x="4109319" y="2933284"/>
                  </a:lnTo>
                  <a:lnTo>
                    <a:pt x="4100649" y="2933284"/>
                  </a:lnTo>
                  <a:lnTo>
                    <a:pt x="4091980" y="2933284"/>
                  </a:lnTo>
                  <a:lnTo>
                    <a:pt x="4083310" y="2933284"/>
                  </a:lnTo>
                  <a:lnTo>
                    <a:pt x="4074641" y="2933284"/>
                  </a:lnTo>
                  <a:lnTo>
                    <a:pt x="4065971" y="2933284"/>
                  </a:lnTo>
                  <a:lnTo>
                    <a:pt x="4057302" y="2933284"/>
                  </a:lnTo>
                  <a:lnTo>
                    <a:pt x="4048632" y="2933284"/>
                  </a:lnTo>
                  <a:lnTo>
                    <a:pt x="4039963" y="2933284"/>
                  </a:lnTo>
                  <a:lnTo>
                    <a:pt x="4031294" y="2933284"/>
                  </a:lnTo>
                  <a:lnTo>
                    <a:pt x="4022624" y="2933284"/>
                  </a:lnTo>
                  <a:lnTo>
                    <a:pt x="4013955" y="2933284"/>
                  </a:lnTo>
                  <a:lnTo>
                    <a:pt x="4005285" y="2933284"/>
                  </a:lnTo>
                  <a:lnTo>
                    <a:pt x="3996616" y="2933284"/>
                  </a:lnTo>
                  <a:lnTo>
                    <a:pt x="3987946" y="2933284"/>
                  </a:lnTo>
                  <a:lnTo>
                    <a:pt x="3979277" y="2933284"/>
                  </a:lnTo>
                  <a:lnTo>
                    <a:pt x="3970607" y="2933284"/>
                  </a:lnTo>
                  <a:lnTo>
                    <a:pt x="3961938" y="2933284"/>
                  </a:lnTo>
                  <a:lnTo>
                    <a:pt x="3953269" y="2933284"/>
                  </a:lnTo>
                  <a:lnTo>
                    <a:pt x="3944599" y="2933284"/>
                  </a:lnTo>
                  <a:lnTo>
                    <a:pt x="3935930" y="2933284"/>
                  </a:lnTo>
                  <a:lnTo>
                    <a:pt x="3927260" y="2933284"/>
                  </a:lnTo>
                  <a:lnTo>
                    <a:pt x="3918591" y="2933284"/>
                  </a:lnTo>
                  <a:lnTo>
                    <a:pt x="3909921" y="2933284"/>
                  </a:lnTo>
                  <a:lnTo>
                    <a:pt x="3901252" y="2933284"/>
                  </a:lnTo>
                  <a:lnTo>
                    <a:pt x="3892582" y="2933284"/>
                  </a:lnTo>
                  <a:lnTo>
                    <a:pt x="3883913" y="2933284"/>
                  </a:lnTo>
                  <a:lnTo>
                    <a:pt x="3875243" y="2933284"/>
                  </a:lnTo>
                  <a:lnTo>
                    <a:pt x="3866574" y="2933284"/>
                  </a:lnTo>
                  <a:lnTo>
                    <a:pt x="3857905" y="2933284"/>
                  </a:lnTo>
                  <a:lnTo>
                    <a:pt x="3849235" y="2933284"/>
                  </a:lnTo>
                  <a:lnTo>
                    <a:pt x="3840566" y="2933284"/>
                  </a:lnTo>
                  <a:lnTo>
                    <a:pt x="3831896" y="2933284"/>
                  </a:lnTo>
                  <a:lnTo>
                    <a:pt x="3823227" y="2933284"/>
                  </a:lnTo>
                  <a:lnTo>
                    <a:pt x="3814557" y="2933284"/>
                  </a:lnTo>
                  <a:lnTo>
                    <a:pt x="3805888" y="2933284"/>
                  </a:lnTo>
                  <a:lnTo>
                    <a:pt x="3797218" y="2933284"/>
                  </a:lnTo>
                  <a:lnTo>
                    <a:pt x="3788549" y="2933284"/>
                  </a:lnTo>
                  <a:lnTo>
                    <a:pt x="3779880" y="2933284"/>
                  </a:lnTo>
                  <a:lnTo>
                    <a:pt x="3771210" y="2933284"/>
                  </a:lnTo>
                  <a:lnTo>
                    <a:pt x="3762541" y="2933284"/>
                  </a:lnTo>
                  <a:lnTo>
                    <a:pt x="3753871" y="2933284"/>
                  </a:lnTo>
                  <a:lnTo>
                    <a:pt x="3745202" y="2933284"/>
                  </a:lnTo>
                  <a:lnTo>
                    <a:pt x="3736532" y="2933284"/>
                  </a:lnTo>
                  <a:lnTo>
                    <a:pt x="3727863" y="2933284"/>
                  </a:lnTo>
                  <a:lnTo>
                    <a:pt x="3719193" y="2933284"/>
                  </a:lnTo>
                  <a:lnTo>
                    <a:pt x="3710524" y="2933284"/>
                  </a:lnTo>
                  <a:lnTo>
                    <a:pt x="3701855" y="2933284"/>
                  </a:lnTo>
                  <a:lnTo>
                    <a:pt x="3693185" y="2933284"/>
                  </a:lnTo>
                  <a:lnTo>
                    <a:pt x="3684516" y="2933284"/>
                  </a:lnTo>
                  <a:lnTo>
                    <a:pt x="3675846" y="2933284"/>
                  </a:lnTo>
                  <a:lnTo>
                    <a:pt x="3667177" y="2933284"/>
                  </a:lnTo>
                  <a:lnTo>
                    <a:pt x="3658507" y="2933284"/>
                  </a:lnTo>
                  <a:lnTo>
                    <a:pt x="3649838" y="2933284"/>
                  </a:lnTo>
                  <a:lnTo>
                    <a:pt x="3641168" y="2933284"/>
                  </a:lnTo>
                  <a:lnTo>
                    <a:pt x="3632499" y="2933284"/>
                  </a:lnTo>
                  <a:lnTo>
                    <a:pt x="3623829" y="2933284"/>
                  </a:lnTo>
                  <a:lnTo>
                    <a:pt x="3615160" y="2933284"/>
                  </a:lnTo>
                  <a:lnTo>
                    <a:pt x="3606491" y="2933284"/>
                  </a:lnTo>
                  <a:lnTo>
                    <a:pt x="3597821" y="2933284"/>
                  </a:lnTo>
                  <a:lnTo>
                    <a:pt x="3589152" y="2933284"/>
                  </a:lnTo>
                  <a:lnTo>
                    <a:pt x="3580482" y="2933284"/>
                  </a:lnTo>
                  <a:lnTo>
                    <a:pt x="3571813" y="2933284"/>
                  </a:lnTo>
                  <a:lnTo>
                    <a:pt x="3563143" y="2933284"/>
                  </a:lnTo>
                  <a:lnTo>
                    <a:pt x="3554474" y="2933284"/>
                  </a:lnTo>
                  <a:lnTo>
                    <a:pt x="3545804" y="2933284"/>
                  </a:lnTo>
                  <a:lnTo>
                    <a:pt x="3537135" y="2933284"/>
                  </a:lnTo>
                  <a:lnTo>
                    <a:pt x="3528466" y="2933284"/>
                  </a:lnTo>
                  <a:lnTo>
                    <a:pt x="3519796" y="2933284"/>
                  </a:lnTo>
                  <a:lnTo>
                    <a:pt x="3511127" y="2933284"/>
                  </a:lnTo>
                  <a:lnTo>
                    <a:pt x="3502457" y="2933284"/>
                  </a:lnTo>
                  <a:lnTo>
                    <a:pt x="3493788" y="2933284"/>
                  </a:lnTo>
                  <a:lnTo>
                    <a:pt x="3485118" y="2933284"/>
                  </a:lnTo>
                  <a:lnTo>
                    <a:pt x="3476449" y="2933284"/>
                  </a:lnTo>
                  <a:lnTo>
                    <a:pt x="3467779" y="2933284"/>
                  </a:lnTo>
                  <a:lnTo>
                    <a:pt x="3459110" y="2933284"/>
                  </a:lnTo>
                  <a:lnTo>
                    <a:pt x="3450440" y="2933284"/>
                  </a:lnTo>
                  <a:lnTo>
                    <a:pt x="3441771" y="2933284"/>
                  </a:lnTo>
                  <a:lnTo>
                    <a:pt x="3433102" y="2933284"/>
                  </a:lnTo>
                  <a:lnTo>
                    <a:pt x="3424432" y="2933284"/>
                  </a:lnTo>
                  <a:lnTo>
                    <a:pt x="3415763" y="2933284"/>
                  </a:lnTo>
                  <a:lnTo>
                    <a:pt x="3407093" y="2933284"/>
                  </a:lnTo>
                  <a:lnTo>
                    <a:pt x="3398424" y="2933284"/>
                  </a:lnTo>
                  <a:lnTo>
                    <a:pt x="3389754" y="2933284"/>
                  </a:lnTo>
                  <a:lnTo>
                    <a:pt x="3381085" y="2933284"/>
                  </a:lnTo>
                  <a:lnTo>
                    <a:pt x="3372415" y="2933284"/>
                  </a:lnTo>
                  <a:lnTo>
                    <a:pt x="3363746" y="2933284"/>
                  </a:lnTo>
                  <a:lnTo>
                    <a:pt x="3355077" y="2933284"/>
                  </a:lnTo>
                  <a:lnTo>
                    <a:pt x="3346407" y="2933284"/>
                  </a:lnTo>
                  <a:lnTo>
                    <a:pt x="3337738" y="2933284"/>
                  </a:lnTo>
                  <a:lnTo>
                    <a:pt x="3329068" y="2933284"/>
                  </a:lnTo>
                  <a:lnTo>
                    <a:pt x="3320399" y="2933284"/>
                  </a:lnTo>
                  <a:lnTo>
                    <a:pt x="3311729" y="2933284"/>
                  </a:lnTo>
                  <a:lnTo>
                    <a:pt x="3303060" y="2933284"/>
                  </a:lnTo>
                  <a:lnTo>
                    <a:pt x="3294390" y="2933284"/>
                  </a:lnTo>
                  <a:lnTo>
                    <a:pt x="3285721" y="2933284"/>
                  </a:lnTo>
                  <a:lnTo>
                    <a:pt x="3277051" y="2933284"/>
                  </a:lnTo>
                  <a:lnTo>
                    <a:pt x="3268382" y="2933284"/>
                  </a:lnTo>
                  <a:lnTo>
                    <a:pt x="3259713" y="2933284"/>
                  </a:lnTo>
                  <a:lnTo>
                    <a:pt x="3251043" y="2933284"/>
                  </a:lnTo>
                  <a:lnTo>
                    <a:pt x="3242374" y="2933284"/>
                  </a:lnTo>
                  <a:lnTo>
                    <a:pt x="3233704" y="2933284"/>
                  </a:lnTo>
                  <a:lnTo>
                    <a:pt x="3225035" y="2933284"/>
                  </a:lnTo>
                  <a:lnTo>
                    <a:pt x="3216365" y="2933284"/>
                  </a:lnTo>
                  <a:lnTo>
                    <a:pt x="3207696" y="2933284"/>
                  </a:lnTo>
                  <a:lnTo>
                    <a:pt x="3199026" y="2933284"/>
                  </a:lnTo>
                  <a:lnTo>
                    <a:pt x="3190357" y="2933284"/>
                  </a:lnTo>
                  <a:lnTo>
                    <a:pt x="3181688" y="2933284"/>
                  </a:lnTo>
                  <a:lnTo>
                    <a:pt x="3173018" y="2933284"/>
                  </a:lnTo>
                  <a:lnTo>
                    <a:pt x="3164349" y="2933284"/>
                  </a:lnTo>
                  <a:lnTo>
                    <a:pt x="3155679" y="2933284"/>
                  </a:lnTo>
                  <a:lnTo>
                    <a:pt x="3147010" y="2933284"/>
                  </a:lnTo>
                  <a:lnTo>
                    <a:pt x="3138340" y="2933284"/>
                  </a:lnTo>
                  <a:lnTo>
                    <a:pt x="3129671" y="2933284"/>
                  </a:lnTo>
                  <a:lnTo>
                    <a:pt x="3121001" y="2933284"/>
                  </a:lnTo>
                  <a:lnTo>
                    <a:pt x="3112332" y="2933284"/>
                  </a:lnTo>
                  <a:lnTo>
                    <a:pt x="3103662" y="2933284"/>
                  </a:lnTo>
                  <a:lnTo>
                    <a:pt x="3094993" y="2933284"/>
                  </a:lnTo>
                  <a:lnTo>
                    <a:pt x="3086324" y="2933284"/>
                  </a:lnTo>
                  <a:lnTo>
                    <a:pt x="3077654" y="2933284"/>
                  </a:lnTo>
                  <a:lnTo>
                    <a:pt x="3068985" y="2933284"/>
                  </a:lnTo>
                  <a:lnTo>
                    <a:pt x="3060315" y="2933284"/>
                  </a:lnTo>
                  <a:lnTo>
                    <a:pt x="3051646" y="2933284"/>
                  </a:lnTo>
                  <a:lnTo>
                    <a:pt x="3042976" y="2933284"/>
                  </a:lnTo>
                  <a:lnTo>
                    <a:pt x="3034307" y="2933284"/>
                  </a:lnTo>
                  <a:lnTo>
                    <a:pt x="3025637" y="2933284"/>
                  </a:lnTo>
                  <a:lnTo>
                    <a:pt x="3016968" y="2933284"/>
                  </a:lnTo>
                  <a:lnTo>
                    <a:pt x="3008299" y="2933284"/>
                  </a:lnTo>
                  <a:lnTo>
                    <a:pt x="2999629" y="2933284"/>
                  </a:lnTo>
                  <a:lnTo>
                    <a:pt x="2990960" y="2933284"/>
                  </a:lnTo>
                  <a:lnTo>
                    <a:pt x="2982290" y="2933284"/>
                  </a:lnTo>
                  <a:lnTo>
                    <a:pt x="2973621" y="2933284"/>
                  </a:lnTo>
                  <a:lnTo>
                    <a:pt x="2964951" y="2933284"/>
                  </a:lnTo>
                  <a:lnTo>
                    <a:pt x="2956282" y="2933284"/>
                  </a:lnTo>
                  <a:lnTo>
                    <a:pt x="2947612" y="2933284"/>
                  </a:lnTo>
                  <a:lnTo>
                    <a:pt x="2938943" y="2933284"/>
                  </a:lnTo>
                  <a:lnTo>
                    <a:pt x="2930273" y="2933284"/>
                  </a:lnTo>
                  <a:lnTo>
                    <a:pt x="2921604" y="2933284"/>
                  </a:lnTo>
                  <a:lnTo>
                    <a:pt x="2912935" y="2933284"/>
                  </a:lnTo>
                  <a:lnTo>
                    <a:pt x="2904265" y="2933284"/>
                  </a:lnTo>
                  <a:lnTo>
                    <a:pt x="2895596" y="2933284"/>
                  </a:lnTo>
                  <a:lnTo>
                    <a:pt x="2886926" y="2933284"/>
                  </a:lnTo>
                  <a:lnTo>
                    <a:pt x="2878257" y="2933284"/>
                  </a:lnTo>
                  <a:lnTo>
                    <a:pt x="2869587" y="2933284"/>
                  </a:lnTo>
                  <a:lnTo>
                    <a:pt x="2860918" y="2933284"/>
                  </a:lnTo>
                  <a:lnTo>
                    <a:pt x="2852248" y="2933284"/>
                  </a:lnTo>
                  <a:lnTo>
                    <a:pt x="2843579" y="2933284"/>
                  </a:lnTo>
                  <a:lnTo>
                    <a:pt x="2834910" y="2933284"/>
                  </a:lnTo>
                  <a:lnTo>
                    <a:pt x="2826240" y="2933284"/>
                  </a:lnTo>
                  <a:lnTo>
                    <a:pt x="2817571" y="2933284"/>
                  </a:lnTo>
                  <a:lnTo>
                    <a:pt x="2808901" y="2933284"/>
                  </a:lnTo>
                  <a:lnTo>
                    <a:pt x="2800232" y="2933284"/>
                  </a:lnTo>
                  <a:lnTo>
                    <a:pt x="2791562" y="2933284"/>
                  </a:lnTo>
                  <a:lnTo>
                    <a:pt x="2782893" y="2933284"/>
                  </a:lnTo>
                  <a:lnTo>
                    <a:pt x="2774223" y="2933284"/>
                  </a:lnTo>
                  <a:lnTo>
                    <a:pt x="2765554" y="2933284"/>
                  </a:lnTo>
                  <a:lnTo>
                    <a:pt x="2756884" y="2933284"/>
                  </a:lnTo>
                  <a:lnTo>
                    <a:pt x="2748215" y="2933284"/>
                  </a:lnTo>
                  <a:lnTo>
                    <a:pt x="2739546" y="2933284"/>
                  </a:lnTo>
                  <a:lnTo>
                    <a:pt x="2730876" y="2933284"/>
                  </a:lnTo>
                  <a:lnTo>
                    <a:pt x="2722207" y="2933284"/>
                  </a:lnTo>
                  <a:lnTo>
                    <a:pt x="2713537" y="2933284"/>
                  </a:lnTo>
                  <a:lnTo>
                    <a:pt x="2704868" y="2933284"/>
                  </a:lnTo>
                  <a:lnTo>
                    <a:pt x="2696198" y="2933284"/>
                  </a:lnTo>
                  <a:lnTo>
                    <a:pt x="2687529" y="2933284"/>
                  </a:lnTo>
                  <a:lnTo>
                    <a:pt x="2678859" y="2933284"/>
                  </a:lnTo>
                  <a:lnTo>
                    <a:pt x="2670190" y="2933284"/>
                  </a:lnTo>
                  <a:lnTo>
                    <a:pt x="2661521" y="2933284"/>
                  </a:lnTo>
                  <a:lnTo>
                    <a:pt x="2652851" y="2933284"/>
                  </a:lnTo>
                  <a:lnTo>
                    <a:pt x="2644182" y="2933284"/>
                  </a:lnTo>
                  <a:lnTo>
                    <a:pt x="2635512" y="2933284"/>
                  </a:lnTo>
                  <a:lnTo>
                    <a:pt x="2626843" y="2933284"/>
                  </a:lnTo>
                  <a:lnTo>
                    <a:pt x="2618173" y="2933284"/>
                  </a:lnTo>
                  <a:lnTo>
                    <a:pt x="2609504" y="2933284"/>
                  </a:lnTo>
                  <a:lnTo>
                    <a:pt x="2600834" y="2933284"/>
                  </a:lnTo>
                  <a:lnTo>
                    <a:pt x="2592165" y="2933284"/>
                  </a:lnTo>
                  <a:lnTo>
                    <a:pt x="2583495" y="2933284"/>
                  </a:lnTo>
                  <a:lnTo>
                    <a:pt x="2574826" y="2933284"/>
                  </a:lnTo>
                  <a:lnTo>
                    <a:pt x="2566157" y="2933284"/>
                  </a:lnTo>
                  <a:lnTo>
                    <a:pt x="2557487" y="2933284"/>
                  </a:lnTo>
                  <a:lnTo>
                    <a:pt x="2548818" y="2933284"/>
                  </a:lnTo>
                  <a:lnTo>
                    <a:pt x="2540148" y="2933284"/>
                  </a:lnTo>
                  <a:lnTo>
                    <a:pt x="2531479" y="2933284"/>
                  </a:lnTo>
                  <a:lnTo>
                    <a:pt x="2522809" y="2933284"/>
                  </a:lnTo>
                  <a:lnTo>
                    <a:pt x="2514140" y="2933284"/>
                  </a:lnTo>
                  <a:lnTo>
                    <a:pt x="2505470" y="2933284"/>
                  </a:lnTo>
                  <a:lnTo>
                    <a:pt x="2496801" y="2933284"/>
                  </a:lnTo>
                  <a:lnTo>
                    <a:pt x="2488132" y="2933284"/>
                  </a:lnTo>
                  <a:lnTo>
                    <a:pt x="2479462" y="2933284"/>
                  </a:lnTo>
                  <a:lnTo>
                    <a:pt x="2470793" y="2933284"/>
                  </a:lnTo>
                  <a:lnTo>
                    <a:pt x="2462123" y="2933284"/>
                  </a:lnTo>
                  <a:lnTo>
                    <a:pt x="2453454" y="2933284"/>
                  </a:lnTo>
                  <a:lnTo>
                    <a:pt x="2444784" y="2933284"/>
                  </a:lnTo>
                  <a:lnTo>
                    <a:pt x="2436115" y="2933284"/>
                  </a:lnTo>
                  <a:lnTo>
                    <a:pt x="2427445" y="2933284"/>
                  </a:lnTo>
                  <a:lnTo>
                    <a:pt x="2418776" y="2933284"/>
                  </a:lnTo>
                  <a:lnTo>
                    <a:pt x="2410107" y="2933284"/>
                  </a:lnTo>
                  <a:lnTo>
                    <a:pt x="2401437" y="2933284"/>
                  </a:lnTo>
                  <a:lnTo>
                    <a:pt x="2392768" y="2933284"/>
                  </a:lnTo>
                  <a:lnTo>
                    <a:pt x="2384098" y="2933284"/>
                  </a:lnTo>
                  <a:lnTo>
                    <a:pt x="2375429" y="2933284"/>
                  </a:lnTo>
                  <a:lnTo>
                    <a:pt x="2366759" y="2933284"/>
                  </a:lnTo>
                  <a:lnTo>
                    <a:pt x="2358090" y="2933284"/>
                  </a:lnTo>
                  <a:lnTo>
                    <a:pt x="2349420" y="2933284"/>
                  </a:lnTo>
                  <a:lnTo>
                    <a:pt x="2340751" y="2933284"/>
                  </a:lnTo>
                  <a:lnTo>
                    <a:pt x="2332081" y="2933284"/>
                  </a:lnTo>
                  <a:lnTo>
                    <a:pt x="2323412" y="2933284"/>
                  </a:lnTo>
                  <a:lnTo>
                    <a:pt x="2314743" y="2933284"/>
                  </a:lnTo>
                  <a:lnTo>
                    <a:pt x="2306073" y="2933284"/>
                  </a:lnTo>
                  <a:lnTo>
                    <a:pt x="2297404" y="2933284"/>
                  </a:lnTo>
                  <a:lnTo>
                    <a:pt x="2288734" y="2933284"/>
                  </a:lnTo>
                  <a:lnTo>
                    <a:pt x="2280065" y="2933284"/>
                  </a:lnTo>
                  <a:lnTo>
                    <a:pt x="2271395" y="2933284"/>
                  </a:lnTo>
                  <a:lnTo>
                    <a:pt x="2262726" y="2933284"/>
                  </a:lnTo>
                  <a:lnTo>
                    <a:pt x="2254056" y="2933284"/>
                  </a:lnTo>
                  <a:lnTo>
                    <a:pt x="2245387" y="2933284"/>
                  </a:lnTo>
                  <a:lnTo>
                    <a:pt x="2236718" y="2933284"/>
                  </a:lnTo>
                  <a:lnTo>
                    <a:pt x="2228048" y="2933284"/>
                  </a:lnTo>
                  <a:lnTo>
                    <a:pt x="2219379" y="2933284"/>
                  </a:lnTo>
                  <a:lnTo>
                    <a:pt x="2210709" y="2933284"/>
                  </a:lnTo>
                  <a:lnTo>
                    <a:pt x="2202040" y="2933284"/>
                  </a:lnTo>
                  <a:lnTo>
                    <a:pt x="2193370" y="2933284"/>
                  </a:lnTo>
                  <a:lnTo>
                    <a:pt x="2184701" y="2933284"/>
                  </a:lnTo>
                  <a:lnTo>
                    <a:pt x="2176031" y="2933284"/>
                  </a:lnTo>
                  <a:lnTo>
                    <a:pt x="2167362" y="2933284"/>
                  </a:lnTo>
                  <a:lnTo>
                    <a:pt x="2158692" y="2933284"/>
                  </a:lnTo>
                  <a:lnTo>
                    <a:pt x="2150023" y="2933284"/>
                  </a:lnTo>
                  <a:lnTo>
                    <a:pt x="2141354" y="2933284"/>
                  </a:lnTo>
                  <a:lnTo>
                    <a:pt x="2132684" y="2933284"/>
                  </a:lnTo>
                  <a:lnTo>
                    <a:pt x="2124015" y="2933284"/>
                  </a:lnTo>
                  <a:lnTo>
                    <a:pt x="2115345" y="2933284"/>
                  </a:lnTo>
                  <a:lnTo>
                    <a:pt x="2106676" y="2933284"/>
                  </a:lnTo>
                  <a:lnTo>
                    <a:pt x="2098006" y="2933284"/>
                  </a:lnTo>
                  <a:lnTo>
                    <a:pt x="2089337" y="2933284"/>
                  </a:lnTo>
                  <a:lnTo>
                    <a:pt x="2080667" y="2933284"/>
                  </a:lnTo>
                  <a:lnTo>
                    <a:pt x="2071998" y="2933284"/>
                  </a:lnTo>
                  <a:lnTo>
                    <a:pt x="2063329" y="2933284"/>
                  </a:lnTo>
                  <a:lnTo>
                    <a:pt x="2054659" y="2933284"/>
                  </a:lnTo>
                  <a:lnTo>
                    <a:pt x="2045990" y="2933284"/>
                  </a:lnTo>
                  <a:lnTo>
                    <a:pt x="2037320" y="2933284"/>
                  </a:lnTo>
                  <a:lnTo>
                    <a:pt x="2028651" y="2933284"/>
                  </a:lnTo>
                  <a:lnTo>
                    <a:pt x="2019981" y="2933284"/>
                  </a:lnTo>
                  <a:lnTo>
                    <a:pt x="2011312" y="2933284"/>
                  </a:lnTo>
                  <a:lnTo>
                    <a:pt x="2002642" y="2933284"/>
                  </a:lnTo>
                  <a:lnTo>
                    <a:pt x="1993973" y="2933284"/>
                  </a:lnTo>
                  <a:lnTo>
                    <a:pt x="1985303" y="2933284"/>
                  </a:lnTo>
                  <a:lnTo>
                    <a:pt x="1976634" y="2933284"/>
                  </a:lnTo>
                  <a:lnTo>
                    <a:pt x="1967965" y="2933284"/>
                  </a:lnTo>
                  <a:lnTo>
                    <a:pt x="1959295" y="2933284"/>
                  </a:lnTo>
                  <a:lnTo>
                    <a:pt x="1950626" y="2933284"/>
                  </a:lnTo>
                  <a:lnTo>
                    <a:pt x="1941956" y="2933284"/>
                  </a:lnTo>
                  <a:lnTo>
                    <a:pt x="1933287" y="2933284"/>
                  </a:lnTo>
                  <a:lnTo>
                    <a:pt x="1924617" y="2933284"/>
                  </a:lnTo>
                  <a:lnTo>
                    <a:pt x="1915948" y="2933284"/>
                  </a:lnTo>
                  <a:lnTo>
                    <a:pt x="1907278" y="2933284"/>
                  </a:lnTo>
                  <a:lnTo>
                    <a:pt x="1898609" y="2933284"/>
                  </a:lnTo>
                  <a:lnTo>
                    <a:pt x="1889940" y="2933284"/>
                  </a:lnTo>
                  <a:lnTo>
                    <a:pt x="1881270" y="2933284"/>
                  </a:lnTo>
                  <a:lnTo>
                    <a:pt x="1872601" y="2933284"/>
                  </a:lnTo>
                  <a:lnTo>
                    <a:pt x="1863931" y="2933284"/>
                  </a:lnTo>
                  <a:lnTo>
                    <a:pt x="1855262" y="2933284"/>
                  </a:lnTo>
                  <a:lnTo>
                    <a:pt x="1846592" y="2933284"/>
                  </a:lnTo>
                  <a:lnTo>
                    <a:pt x="1837923" y="2933284"/>
                  </a:lnTo>
                  <a:lnTo>
                    <a:pt x="1829253" y="2933284"/>
                  </a:lnTo>
                  <a:lnTo>
                    <a:pt x="1820584" y="2933284"/>
                  </a:lnTo>
                  <a:lnTo>
                    <a:pt x="1811914" y="2933284"/>
                  </a:lnTo>
                  <a:lnTo>
                    <a:pt x="1803245" y="2933284"/>
                  </a:lnTo>
                  <a:lnTo>
                    <a:pt x="1794576" y="2933284"/>
                  </a:lnTo>
                  <a:lnTo>
                    <a:pt x="1785906" y="2933284"/>
                  </a:lnTo>
                  <a:lnTo>
                    <a:pt x="1777237" y="2933284"/>
                  </a:lnTo>
                  <a:lnTo>
                    <a:pt x="1768567" y="2933284"/>
                  </a:lnTo>
                  <a:lnTo>
                    <a:pt x="1759898" y="2933284"/>
                  </a:lnTo>
                  <a:lnTo>
                    <a:pt x="1751228" y="2933284"/>
                  </a:lnTo>
                  <a:lnTo>
                    <a:pt x="1742559" y="2933284"/>
                  </a:lnTo>
                  <a:lnTo>
                    <a:pt x="1733889" y="2933284"/>
                  </a:lnTo>
                  <a:lnTo>
                    <a:pt x="1725220" y="2933284"/>
                  </a:lnTo>
                  <a:lnTo>
                    <a:pt x="1716551" y="2933284"/>
                  </a:lnTo>
                  <a:lnTo>
                    <a:pt x="1707881" y="2933284"/>
                  </a:lnTo>
                  <a:lnTo>
                    <a:pt x="1699212" y="2933284"/>
                  </a:lnTo>
                  <a:lnTo>
                    <a:pt x="1690542" y="2933284"/>
                  </a:lnTo>
                  <a:lnTo>
                    <a:pt x="1681873" y="2933284"/>
                  </a:lnTo>
                  <a:lnTo>
                    <a:pt x="1673203" y="2933284"/>
                  </a:lnTo>
                  <a:lnTo>
                    <a:pt x="1664534" y="2933284"/>
                  </a:lnTo>
                  <a:lnTo>
                    <a:pt x="1655864" y="2933284"/>
                  </a:lnTo>
                  <a:lnTo>
                    <a:pt x="1647195" y="2933284"/>
                  </a:lnTo>
                  <a:lnTo>
                    <a:pt x="1638525" y="2933284"/>
                  </a:lnTo>
                  <a:lnTo>
                    <a:pt x="1629856" y="2933284"/>
                  </a:lnTo>
                  <a:lnTo>
                    <a:pt x="1621187" y="2933284"/>
                  </a:lnTo>
                  <a:lnTo>
                    <a:pt x="1612517" y="2933284"/>
                  </a:lnTo>
                  <a:lnTo>
                    <a:pt x="1603848" y="2933284"/>
                  </a:lnTo>
                  <a:lnTo>
                    <a:pt x="1595178" y="2933284"/>
                  </a:lnTo>
                  <a:lnTo>
                    <a:pt x="1586509" y="2933284"/>
                  </a:lnTo>
                  <a:lnTo>
                    <a:pt x="1577839" y="2933284"/>
                  </a:lnTo>
                  <a:lnTo>
                    <a:pt x="1569170" y="2933284"/>
                  </a:lnTo>
                  <a:lnTo>
                    <a:pt x="1560500" y="2933284"/>
                  </a:lnTo>
                  <a:lnTo>
                    <a:pt x="1551831" y="2933284"/>
                  </a:lnTo>
                  <a:lnTo>
                    <a:pt x="1543162" y="2933284"/>
                  </a:lnTo>
                  <a:lnTo>
                    <a:pt x="1534492" y="2933284"/>
                  </a:lnTo>
                  <a:lnTo>
                    <a:pt x="1525823" y="2933284"/>
                  </a:lnTo>
                  <a:lnTo>
                    <a:pt x="1517153" y="2933284"/>
                  </a:lnTo>
                  <a:lnTo>
                    <a:pt x="1508484" y="2933284"/>
                  </a:lnTo>
                  <a:lnTo>
                    <a:pt x="1499814" y="2933284"/>
                  </a:lnTo>
                  <a:lnTo>
                    <a:pt x="1491145" y="2933284"/>
                  </a:lnTo>
                  <a:lnTo>
                    <a:pt x="1482475" y="2933284"/>
                  </a:lnTo>
                  <a:lnTo>
                    <a:pt x="1473806" y="2933284"/>
                  </a:lnTo>
                  <a:lnTo>
                    <a:pt x="1465136" y="2933284"/>
                  </a:lnTo>
                  <a:lnTo>
                    <a:pt x="1456467" y="2933284"/>
                  </a:lnTo>
                  <a:lnTo>
                    <a:pt x="1447798" y="2933284"/>
                  </a:lnTo>
                  <a:lnTo>
                    <a:pt x="1439128" y="2933284"/>
                  </a:lnTo>
                  <a:lnTo>
                    <a:pt x="1430459" y="2933284"/>
                  </a:lnTo>
                  <a:lnTo>
                    <a:pt x="1421789" y="2933284"/>
                  </a:lnTo>
                  <a:lnTo>
                    <a:pt x="1413120" y="2933284"/>
                  </a:lnTo>
                  <a:lnTo>
                    <a:pt x="1404450" y="2933284"/>
                  </a:lnTo>
                  <a:lnTo>
                    <a:pt x="1395781" y="2933284"/>
                  </a:lnTo>
                  <a:lnTo>
                    <a:pt x="1387111" y="2933284"/>
                  </a:lnTo>
                  <a:lnTo>
                    <a:pt x="1378442" y="2933284"/>
                  </a:lnTo>
                  <a:lnTo>
                    <a:pt x="1369773" y="2933284"/>
                  </a:lnTo>
                  <a:lnTo>
                    <a:pt x="1361103" y="2933284"/>
                  </a:lnTo>
                  <a:lnTo>
                    <a:pt x="1352434" y="2933284"/>
                  </a:lnTo>
                  <a:lnTo>
                    <a:pt x="1343764" y="2933284"/>
                  </a:lnTo>
                  <a:lnTo>
                    <a:pt x="1335095" y="2933284"/>
                  </a:lnTo>
                  <a:lnTo>
                    <a:pt x="1326425" y="2933284"/>
                  </a:lnTo>
                  <a:lnTo>
                    <a:pt x="1317756" y="2933284"/>
                  </a:lnTo>
                  <a:lnTo>
                    <a:pt x="1309086" y="2933284"/>
                  </a:lnTo>
                  <a:lnTo>
                    <a:pt x="1300417" y="2933284"/>
                  </a:lnTo>
                  <a:lnTo>
                    <a:pt x="1291747" y="2933284"/>
                  </a:lnTo>
                  <a:lnTo>
                    <a:pt x="1283078" y="2933284"/>
                  </a:lnTo>
                  <a:lnTo>
                    <a:pt x="1274409" y="2933284"/>
                  </a:lnTo>
                  <a:lnTo>
                    <a:pt x="1265739" y="2933284"/>
                  </a:lnTo>
                  <a:lnTo>
                    <a:pt x="1257070" y="2933284"/>
                  </a:lnTo>
                  <a:lnTo>
                    <a:pt x="1248400" y="2933284"/>
                  </a:lnTo>
                  <a:lnTo>
                    <a:pt x="1239731" y="2933284"/>
                  </a:lnTo>
                  <a:lnTo>
                    <a:pt x="1231061" y="2933284"/>
                  </a:lnTo>
                  <a:lnTo>
                    <a:pt x="1222392" y="2933284"/>
                  </a:lnTo>
                  <a:lnTo>
                    <a:pt x="1213722" y="2933284"/>
                  </a:lnTo>
                  <a:lnTo>
                    <a:pt x="1205053" y="2933284"/>
                  </a:lnTo>
                  <a:lnTo>
                    <a:pt x="1196384" y="2933284"/>
                  </a:lnTo>
                  <a:lnTo>
                    <a:pt x="1187714" y="2933284"/>
                  </a:lnTo>
                  <a:lnTo>
                    <a:pt x="1179045" y="2933284"/>
                  </a:lnTo>
                  <a:lnTo>
                    <a:pt x="1170375" y="2933284"/>
                  </a:lnTo>
                  <a:lnTo>
                    <a:pt x="1161706" y="2933284"/>
                  </a:lnTo>
                  <a:lnTo>
                    <a:pt x="1153036" y="2933284"/>
                  </a:lnTo>
                  <a:lnTo>
                    <a:pt x="1144367" y="2933284"/>
                  </a:lnTo>
                  <a:lnTo>
                    <a:pt x="1135697" y="2933284"/>
                  </a:lnTo>
                  <a:lnTo>
                    <a:pt x="1127028" y="2933284"/>
                  </a:lnTo>
                  <a:lnTo>
                    <a:pt x="1118359" y="2933284"/>
                  </a:lnTo>
                  <a:lnTo>
                    <a:pt x="1109689" y="2933284"/>
                  </a:lnTo>
                  <a:lnTo>
                    <a:pt x="1101020" y="2933284"/>
                  </a:lnTo>
                  <a:lnTo>
                    <a:pt x="1092350" y="2933284"/>
                  </a:lnTo>
                  <a:lnTo>
                    <a:pt x="1083681" y="2933284"/>
                  </a:lnTo>
                  <a:lnTo>
                    <a:pt x="1075011" y="2933284"/>
                  </a:lnTo>
                  <a:lnTo>
                    <a:pt x="1066342" y="2933284"/>
                  </a:lnTo>
                  <a:lnTo>
                    <a:pt x="1057672" y="2933284"/>
                  </a:lnTo>
                  <a:lnTo>
                    <a:pt x="1049003" y="2933284"/>
                  </a:lnTo>
                  <a:lnTo>
                    <a:pt x="1040333" y="2933284"/>
                  </a:lnTo>
                  <a:lnTo>
                    <a:pt x="1031664" y="2933284"/>
                  </a:lnTo>
                  <a:lnTo>
                    <a:pt x="1022995" y="2933284"/>
                  </a:lnTo>
                  <a:lnTo>
                    <a:pt x="1014325" y="2933284"/>
                  </a:lnTo>
                  <a:lnTo>
                    <a:pt x="1005656" y="2933284"/>
                  </a:lnTo>
                  <a:lnTo>
                    <a:pt x="996986" y="2933284"/>
                  </a:lnTo>
                  <a:lnTo>
                    <a:pt x="988317" y="2933284"/>
                  </a:lnTo>
                  <a:lnTo>
                    <a:pt x="979647" y="2933284"/>
                  </a:lnTo>
                  <a:lnTo>
                    <a:pt x="970978" y="2933284"/>
                  </a:lnTo>
                  <a:lnTo>
                    <a:pt x="962308" y="2933284"/>
                  </a:lnTo>
                  <a:lnTo>
                    <a:pt x="953639" y="2933284"/>
                  </a:lnTo>
                  <a:lnTo>
                    <a:pt x="944970" y="2933284"/>
                  </a:lnTo>
                  <a:lnTo>
                    <a:pt x="936300" y="2933284"/>
                  </a:lnTo>
                  <a:lnTo>
                    <a:pt x="927631" y="2933284"/>
                  </a:lnTo>
                  <a:lnTo>
                    <a:pt x="918961" y="2933284"/>
                  </a:lnTo>
                  <a:lnTo>
                    <a:pt x="910292" y="2933284"/>
                  </a:lnTo>
                  <a:lnTo>
                    <a:pt x="901622" y="2933284"/>
                  </a:lnTo>
                  <a:lnTo>
                    <a:pt x="892953" y="2933284"/>
                  </a:lnTo>
                  <a:lnTo>
                    <a:pt x="884283" y="2933284"/>
                  </a:lnTo>
                  <a:lnTo>
                    <a:pt x="875614" y="2933284"/>
                  </a:lnTo>
                  <a:lnTo>
                    <a:pt x="866944" y="2933284"/>
                  </a:lnTo>
                  <a:lnTo>
                    <a:pt x="858275" y="2933284"/>
                  </a:lnTo>
                  <a:lnTo>
                    <a:pt x="849606" y="2933284"/>
                  </a:lnTo>
                  <a:lnTo>
                    <a:pt x="840936" y="2933284"/>
                  </a:lnTo>
                  <a:lnTo>
                    <a:pt x="832267" y="2933284"/>
                  </a:lnTo>
                  <a:lnTo>
                    <a:pt x="823597" y="2933284"/>
                  </a:lnTo>
                  <a:lnTo>
                    <a:pt x="814928" y="2933284"/>
                  </a:lnTo>
                  <a:lnTo>
                    <a:pt x="806258" y="2933284"/>
                  </a:lnTo>
                  <a:lnTo>
                    <a:pt x="797589" y="2933284"/>
                  </a:lnTo>
                  <a:lnTo>
                    <a:pt x="788919" y="2933284"/>
                  </a:lnTo>
                  <a:lnTo>
                    <a:pt x="780250" y="2933284"/>
                  </a:lnTo>
                  <a:lnTo>
                    <a:pt x="771581" y="2933284"/>
                  </a:lnTo>
                  <a:lnTo>
                    <a:pt x="762911" y="2933284"/>
                  </a:lnTo>
                  <a:lnTo>
                    <a:pt x="754242" y="2933284"/>
                  </a:lnTo>
                  <a:lnTo>
                    <a:pt x="745572" y="2933284"/>
                  </a:lnTo>
                  <a:lnTo>
                    <a:pt x="736903" y="2933284"/>
                  </a:lnTo>
                  <a:lnTo>
                    <a:pt x="728233" y="2933284"/>
                  </a:lnTo>
                  <a:lnTo>
                    <a:pt x="719564" y="2933284"/>
                  </a:lnTo>
                  <a:lnTo>
                    <a:pt x="710894" y="2933284"/>
                  </a:lnTo>
                  <a:lnTo>
                    <a:pt x="702225" y="2933284"/>
                  </a:lnTo>
                  <a:lnTo>
                    <a:pt x="693555" y="2933284"/>
                  </a:lnTo>
                  <a:lnTo>
                    <a:pt x="684886" y="2933284"/>
                  </a:lnTo>
                  <a:lnTo>
                    <a:pt x="676217" y="2933284"/>
                  </a:lnTo>
                  <a:lnTo>
                    <a:pt x="667547" y="2933284"/>
                  </a:lnTo>
                  <a:lnTo>
                    <a:pt x="658878" y="2933284"/>
                  </a:lnTo>
                  <a:lnTo>
                    <a:pt x="650208" y="2933284"/>
                  </a:lnTo>
                  <a:lnTo>
                    <a:pt x="641539" y="2933284"/>
                  </a:lnTo>
                  <a:lnTo>
                    <a:pt x="632869" y="2933284"/>
                  </a:lnTo>
                  <a:lnTo>
                    <a:pt x="624200" y="2933284"/>
                  </a:lnTo>
                  <a:lnTo>
                    <a:pt x="615530" y="2933284"/>
                  </a:lnTo>
                  <a:lnTo>
                    <a:pt x="606861" y="2933284"/>
                  </a:lnTo>
                  <a:lnTo>
                    <a:pt x="598192" y="2933284"/>
                  </a:lnTo>
                  <a:lnTo>
                    <a:pt x="589522" y="2933284"/>
                  </a:lnTo>
                  <a:lnTo>
                    <a:pt x="580853" y="2933284"/>
                  </a:lnTo>
                  <a:lnTo>
                    <a:pt x="572183" y="2933284"/>
                  </a:lnTo>
                  <a:lnTo>
                    <a:pt x="563514" y="2933284"/>
                  </a:lnTo>
                  <a:lnTo>
                    <a:pt x="554844" y="2933284"/>
                  </a:lnTo>
                  <a:lnTo>
                    <a:pt x="546175" y="2933284"/>
                  </a:lnTo>
                  <a:lnTo>
                    <a:pt x="537505" y="2933284"/>
                  </a:lnTo>
                  <a:lnTo>
                    <a:pt x="528836" y="2933284"/>
                  </a:lnTo>
                  <a:lnTo>
                    <a:pt x="520166" y="2933284"/>
                  </a:lnTo>
                  <a:lnTo>
                    <a:pt x="511497" y="2933284"/>
                  </a:lnTo>
                  <a:lnTo>
                    <a:pt x="502828" y="2933284"/>
                  </a:lnTo>
                  <a:lnTo>
                    <a:pt x="494158" y="2933284"/>
                  </a:lnTo>
                  <a:lnTo>
                    <a:pt x="485489" y="2933284"/>
                  </a:lnTo>
                  <a:lnTo>
                    <a:pt x="476819" y="2933284"/>
                  </a:lnTo>
                  <a:lnTo>
                    <a:pt x="468150" y="2933284"/>
                  </a:lnTo>
                  <a:lnTo>
                    <a:pt x="459480" y="2933284"/>
                  </a:lnTo>
                  <a:lnTo>
                    <a:pt x="450811" y="2933284"/>
                  </a:lnTo>
                  <a:lnTo>
                    <a:pt x="442141" y="2933284"/>
                  </a:lnTo>
                  <a:lnTo>
                    <a:pt x="433472" y="2933284"/>
                  </a:lnTo>
                  <a:lnTo>
                    <a:pt x="424803" y="2933284"/>
                  </a:lnTo>
                  <a:lnTo>
                    <a:pt x="416133" y="2933284"/>
                  </a:lnTo>
                  <a:lnTo>
                    <a:pt x="407464" y="2933284"/>
                  </a:lnTo>
                  <a:lnTo>
                    <a:pt x="398794" y="2933284"/>
                  </a:lnTo>
                  <a:lnTo>
                    <a:pt x="390125" y="2933284"/>
                  </a:lnTo>
                  <a:lnTo>
                    <a:pt x="381455" y="2933284"/>
                  </a:lnTo>
                  <a:lnTo>
                    <a:pt x="372786" y="2933284"/>
                  </a:lnTo>
                  <a:lnTo>
                    <a:pt x="364116" y="2933284"/>
                  </a:lnTo>
                  <a:lnTo>
                    <a:pt x="355447" y="2933284"/>
                  </a:lnTo>
                  <a:lnTo>
                    <a:pt x="346777" y="2933284"/>
                  </a:lnTo>
                  <a:lnTo>
                    <a:pt x="338108" y="2933284"/>
                  </a:lnTo>
                  <a:lnTo>
                    <a:pt x="329439" y="2933284"/>
                  </a:lnTo>
                  <a:lnTo>
                    <a:pt x="320769" y="2933284"/>
                  </a:lnTo>
                  <a:lnTo>
                    <a:pt x="312100" y="2933284"/>
                  </a:lnTo>
                  <a:lnTo>
                    <a:pt x="303430" y="2933284"/>
                  </a:lnTo>
                  <a:lnTo>
                    <a:pt x="294761" y="2933284"/>
                  </a:lnTo>
                  <a:lnTo>
                    <a:pt x="286091" y="2933284"/>
                  </a:lnTo>
                  <a:lnTo>
                    <a:pt x="277422" y="2933284"/>
                  </a:lnTo>
                  <a:lnTo>
                    <a:pt x="268752" y="2933284"/>
                  </a:lnTo>
                  <a:lnTo>
                    <a:pt x="260083" y="2933284"/>
                  </a:lnTo>
                  <a:lnTo>
                    <a:pt x="251414" y="2933284"/>
                  </a:lnTo>
                  <a:lnTo>
                    <a:pt x="242744" y="2933284"/>
                  </a:lnTo>
                  <a:lnTo>
                    <a:pt x="234075" y="2933284"/>
                  </a:lnTo>
                  <a:lnTo>
                    <a:pt x="225405" y="2933284"/>
                  </a:lnTo>
                  <a:lnTo>
                    <a:pt x="216736" y="2933284"/>
                  </a:lnTo>
                  <a:lnTo>
                    <a:pt x="208066" y="2933284"/>
                  </a:lnTo>
                  <a:lnTo>
                    <a:pt x="199397" y="2933284"/>
                  </a:lnTo>
                  <a:lnTo>
                    <a:pt x="190727" y="2933284"/>
                  </a:lnTo>
                  <a:lnTo>
                    <a:pt x="182058" y="2933284"/>
                  </a:lnTo>
                  <a:lnTo>
                    <a:pt x="173388" y="2933284"/>
                  </a:lnTo>
                  <a:lnTo>
                    <a:pt x="164719" y="2933284"/>
                  </a:lnTo>
                  <a:lnTo>
                    <a:pt x="156050" y="2933284"/>
                  </a:lnTo>
                  <a:lnTo>
                    <a:pt x="147380" y="2933284"/>
                  </a:lnTo>
                  <a:lnTo>
                    <a:pt x="138711" y="2933284"/>
                  </a:lnTo>
                  <a:lnTo>
                    <a:pt x="130041" y="2933284"/>
                  </a:lnTo>
                  <a:lnTo>
                    <a:pt x="121372" y="2933284"/>
                  </a:lnTo>
                  <a:lnTo>
                    <a:pt x="112702" y="2933284"/>
                  </a:lnTo>
                  <a:lnTo>
                    <a:pt x="104033" y="2933284"/>
                  </a:lnTo>
                  <a:lnTo>
                    <a:pt x="95363" y="2933284"/>
                  </a:lnTo>
                  <a:lnTo>
                    <a:pt x="86694" y="2933284"/>
                  </a:lnTo>
                  <a:lnTo>
                    <a:pt x="78025" y="2933284"/>
                  </a:lnTo>
                  <a:lnTo>
                    <a:pt x="69355" y="2933284"/>
                  </a:lnTo>
                  <a:lnTo>
                    <a:pt x="60686" y="2933284"/>
                  </a:lnTo>
                  <a:lnTo>
                    <a:pt x="52016" y="2933284"/>
                  </a:lnTo>
                  <a:lnTo>
                    <a:pt x="43347" y="2933284"/>
                  </a:lnTo>
                  <a:lnTo>
                    <a:pt x="34677" y="2933284"/>
                  </a:lnTo>
                  <a:lnTo>
                    <a:pt x="26008" y="2933284"/>
                  </a:lnTo>
                  <a:lnTo>
                    <a:pt x="17338" y="2933284"/>
                  </a:lnTo>
                  <a:lnTo>
                    <a:pt x="8669" y="2933284"/>
                  </a:lnTo>
                  <a:lnTo>
                    <a:pt x="0" y="293328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492668" y="2514766"/>
              <a:ext cx="4430088" cy="2797580"/>
            </a:xfrm>
            <a:custGeom>
              <a:avLst/>
              <a:pathLst>
                <a:path w="4430088" h="2797580">
                  <a:moveTo>
                    <a:pt x="0" y="2797580"/>
                  </a:moveTo>
                  <a:lnTo>
                    <a:pt x="8669" y="2793703"/>
                  </a:lnTo>
                  <a:lnTo>
                    <a:pt x="17338" y="2789714"/>
                  </a:lnTo>
                  <a:lnTo>
                    <a:pt x="26008" y="2785677"/>
                  </a:lnTo>
                  <a:lnTo>
                    <a:pt x="34677" y="2781518"/>
                  </a:lnTo>
                  <a:lnTo>
                    <a:pt x="43347" y="2777288"/>
                  </a:lnTo>
                  <a:lnTo>
                    <a:pt x="52016" y="2772984"/>
                  </a:lnTo>
                  <a:lnTo>
                    <a:pt x="60686" y="2768557"/>
                  </a:lnTo>
                  <a:lnTo>
                    <a:pt x="69355" y="2764078"/>
                  </a:lnTo>
                  <a:lnTo>
                    <a:pt x="78025" y="2759476"/>
                  </a:lnTo>
                  <a:lnTo>
                    <a:pt x="86694" y="2754793"/>
                  </a:lnTo>
                  <a:lnTo>
                    <a:pt x="95363" y="2750038"/>
                  </a:lnTo>
                  <a:lnTo>
                    <a:pt x="104033" y="2745147"/>
                  </a:lnTo>
                  <a:lnTo>
                    <a:pt x="112702" y="2740203"/>
                  </a:lnTo>
                  <a:lnTo>
                    <a:pt x="121372" y="2735134"/>
                  </a:lnTo>
                  <a:lnTo>
                    <a:pt x="130041" y="2729976"/>
                  </a:lnTo>
                  <a:lnTo>
                    <a:pt x="138711" y="2724748"/>
                  </a:lnTo>
                  <a:lnTo>
                    <a:pt x="147380" y="2719374"/>
                  </a:lnTo>
                  <a:lnTo>
                    <a:pt x="156050" y="2713945"/>
                  </a:lnTo>
                  <a:lnTo>
                    <a:pt x="164719" y="2708392"/>
                  </a:lnTo>
                  <a:lnTo>
                    <a:pt x="173388" y="2702743"/>
                  </a:lnTo>
                  <a:lnTo>
                    <a:pt x="182058" y="2697026"/>
                  </a:lnTo>
                  <a:lnTo>
                    <a:pt x="190727" y="2691155"/>
                  </a:lnTo>
                  <a:lnTo>
                    <a:pt x="199397" y="2685228"/>
                  </a:lnTo>
                  <a:lnTo>
                    <a:pt x="208066" y="2679179"/>
                  </a:lnTo>
                  <a:lnTo>
                    <a:pt x="216736" y="2673029"/>
                  </a:lnTo>
                  <a:lnTo>
                    <a:pt x="225405" y="2666814"/>
                  </a:lnTo>
                  <a:lnTo>
                    <a:pt x="234075" y="2660440"/>
                  </a:lnTo>
                  <a:lnTo>
                    <a:pt x="242744" y="2654009"/>
                  </a:lnTo>
                  <a:lnTo>
                    <a:pt x="251414" y="2647461"/>
                  </a:lnTo>
                  <a:lnTo>
                    <a:pt x="260083" y="2640807"/>
                  </a:lnTo>
                  <a:lnTo>
                    <a:pt x="268752" y="2634093"/>
                  </a:lnTo>
                  <a:lnTo>
                    <a:pt x="277422" y="2627217"/>
                  </a:lnTo>
                  <a:lnTo>
                    <a:pt x="286091" y="2620283"/>
                  </a:lnTo>
                  <a:lnTo>
                    <a:pt x="294761" y="2613240"/>
                  </a:lnTo>
                  <a:lnTo>
                    <a:pt x="303430" y="2606086"/>
                  </a:lnTo>
                  <a:lnTo>
                    <a:pt x="312100" y="2598877"/>
                  </a:lnTo>
                  <a:lnTo>
                    <a:pt x="320769" y="2591508"/>
                  </a:lnTo>
                  <a:lnTo>
                    <a:pt x="329439" y="2584081"/>
                  </a:lnTo>
                  <a:lnTo>
                    <a:pt x="338108" y="2576551"/>
                  </a:lnTo>
                  <a:lnTo>
                    <a:pt x="346777" y="2568909"/>
                  </a:lnTo>
                  <a:lnTo>
                    <a:pt x="355447" y="2561212"/>
                  </a:lnTo>
                  <a:lnTo>
                    <a:pt x="364116" y="2553366"/>
                  </a:lnTo>
                  <a:lnTo>
                    <a:pt x="372786" y="2545458"/>
                  </a:lnTo>
                  <a:lnTo>
                    <a:pt x="381455" y="2537455"/>
                  </a:lnTo>
                  <a:lnTo>
                    <a:pt x="390125" y="2529340"/>
                  </a:lnTo>
                  <a:lnTo>
                    <a:pt x="398794" y="2521171"/>
                  </a:lnTo>
                  <a:lnTo>
                    <a:pt x="407464" y="2512862"/>
                  </a:lnTo>
                  <a:lnTo>
                    <a:pt x="416133" y="2504489"/>
                  </a:lnTo>
                  <a:lnTo>
                    <a:pt x="424803" y="2496028"/>
                  </a:lnTo>
                  <a:lnTo>
                    <a:pt x="433472" y="2487453"/>
                  </a:lnTo>
                  <a:lnTo>
                    <a:pt x="442141" y="2478827"/>
                  </a:lnTo>
                  <a:lnTo>
                    <a:pt x="450811" y="2470068"/>
                  </a:lnTo>
                  <a:lnTo>
                    <a:pt x="459480" y="2461242"/>
                  </a:lnTo>
                  <a:lnTo>
                    <a:pt x="468150" y="2452336"/>
                  </a:lnTo>
                  <a:lnTo>
                    <a:pt x="476819" y="2443312"/>
                  </a:lnTo>
                  <a:lnTo>
                    <a:pt x="485489" y="2434239"/>
                  </a:lnTo>
                  <a:lnTo>
                    <a:pt x="494158" y="2425038"/>
                  </a:lnTo>
                  <a:lnTo>
                    <a:pt x="502828" y="2415767"/>
                  </a:lnTo>
                  <a:lnTo>
                    <a:pt x="511497" y="2406420"/>
                  </a:lnTo>
                  <a:lnTo>
                    <a:pt x="520166" y="2396951"/>
                  </a:lnTo>
                  <a:lnTo>
                    <a:pt x="528836" y="2387432"/>
                  </a:lnTo>
                  <a:lnTo>
                    <a:pt x="537505" y="2377788"/>
                  </a:lnTo>
                  <a:lnTo>
                    <a:pt x="546175" y="2368068"/>
                  </a:lnTo>
                  <a:lnTo>
                    <a:pt x="554844" y="2358275"/>
                  </a:lnTo>
                  <a:lnTo>
                    <a:pt x="563514" y="2348351"/>
                  </a:lnTo>
                  <a:lnTo>
                    <a:pt x="572183" y="2338375"/>
                  </a:lnTo>
                  <a:lnTo>
                    <a:pt x="580853" y="2328274"/>
                  </a:lnTo>
                  <a:lnTo>
                    <a:pt x="589522" y="2318088"/>
                  </a:lnTo>
                  <a:lnTo>
                    <a:pt x="598192" y="2307829"/>
                  </a:lnTo>
                  <a:lnTo>
                    <a:pt x="606861" y="2297426"/>
                  </a:lnTo>
                  <a:lnTo>
                    <a:pt x="615530" y="2286968"/>
                  </a:lnTo>
                  <a:lnTo>
                    <a:pt x="624200" y="2276380"/>
                  </a:lnTo>
                  <a:lnTo>
                    <a:pt x="632869" y="2265694"/>
                  </a:lnTo>
                  <a:lnTo>
                    <a:pt x="641539" y="2254934"/>
                  </a:lnTo>
                  <a:lnTo>
                    <a:pt x="650208" y="2244013"/>
                  </a:lnTo>
                  <a:lnTo>
                    <a:pt x="658878" y="2233029"/>
                  </a:lnTo>
                  <a:lnTo>
                    <a:pt x="667547" y="2221908"/>
                  </a:lnTo>
                  <a:lnTo>
                    <a:pt x="676217" y="2210673"/>
                  </a:lnTo>
                  <a:lnTo>
                    <a:pt x="684886" y="2199362"/>
                  </a:lnTo>
                  <a:lnTo>
                    <a:pt x="693555" y="2187866"/>
                  </a:lnTo>
                  <a:lnTo>
                    <a:pt x="702225" y="2176299"/>
                  </a:lnTo>
                  <a:lnTo>
                    <a:pt x="710894" y="2164585"/>
                  </a:lnTo>
                  <a:lnTo>
                    <a:pt x="719564" y="2152738"/>
                  </a:lnTo>
                  <a:lnTo>
                    <a:pt x="728233" y="2140812"/>
                  </a:lnTo>
                  <a:lnTo>
                    <a:pt x="736903" y="2128671"/>
                  </a:lnTo>
                  <a:lnTo>
                    <a:pt x="745572" y="2116451"/>
                  </a:lnTo>
                  <a:lnTo>
                    <a:pt x="754242" y="2104074"/>
                  </a:lnTo>
                  <a:lnTo>
                    <a:pt x="762911" y="2091540"/>
                  </a:lnTo>
                  <a:lnTo>
                    <a:pt x="771581" y="2078925"/>
                  </a:lnTo>
                  <a:lnTo>
                    <a:pt x="780250" y="2066063"/>
                  </a:lnTo>
                  <a:lnTo>
                    <a:pt x="788919" y="2053113"/>
                  </a:lnTo>
                  <a:lnTo>
                    <a:pt x="797589" y="2039996"/>
                  </a:lnTo>
                  <a:lnTo>
                    <a:pt x="806258" y="2026698"/>
                  </a:lnTo>
                  <a:lnTo>
                    <a:pt x="814928" y="2013309"/>
                  </a:lnTo>
                  <a:lnTo>
                    <a:pt x="823597" y="1999657"/>
                  </a:lnTo>
                  <a:lnTo>
                    <a:pt x="832267" y="1985901"/>
                  </a:lnTo>
                  <a:lnTo>
                    <a:pt x="840936" y="1971969"/>
                  </a:lnTo>
                  <a:lnTo>
                    <a:pt x="849606" y="1957833"/>
                  </a:lnTo>
                  <a:lnTo>
                    <a:pt x="858275" y="1943597"/>
                  </a:lnTo>
                  <a:lnTo>
                    <a:pt x="866944" y="1929087"/>
                  </a:lnTo>
                  <a:lnTo>
                    <a:pt x="875614" y="1914455"/>
                  </a:lnTo>
                  <a:lnTo>
                    <a:pt x="884283" y="1899646"/>
                  </a:lnTo>
                  <a:lnTo>
                    <a:pt x="892953" y="1884609"/>
                  </a:lnTo>
                  <a:lnTo>
                    <a:pt x="901622" y="1869468"/>
                  </a:lnTo>
                  <a:lnTo>
                    <a:pt x="910292" y="1854046"/>
                  </a:lnTo>
                  <a:lnTo>
                    <a:pt x="918961" y="1838489"/>
                  </a:lnTo>
                  <a:lnTo>
                    <a:pt x="927631" y="1822755"/>
                  </a:lnTo>
                  <a:lnTo>
                    <a:pt x="936300" y="1806778"/>
                  </a:lnTo>
                  <a:lnTo>
                    <a:pt x="944970" y="1790693"/>
                  </a:lnTo>
                  <a:lnTo>
                    <a:pt x="953639" y="1774331"/>
                  </a:lnTo>
                  <a:lnTo>
                    <a:pt x="962308" y="1757823"/>
                  </a:lnTo>
                  <a:lnTo>
                    <a:pt x="970978" y="1741146"/>
                  </a:lnTo>
                  <a:lnTo>
                    <a:pt x="979647" y="1724217"/>
                  </a:lnTo>
                  <a:lnTo>
                    <a:pt x="988317" y="1707180"/>
                  </a:lnTo>
                  <a:lnTo>
                    <a:pt x="996986" y="1689880"/>
                  </a:lnTo>
                  <a:lnTo>
                    <a:pt x="1005656" y="1672429"/>
                  </a:lnTo>
                  <a:lnTo>
                    <a:pt x="1014325" y="1654822"/>
                  </a:lnTo>
                  <a:lnTo>
                    <a:pt x="1022995" y="1636964"/>
                  </a:lnTo>
                  <a:lnTo>
                    <a:pt x="1031664" y="1619003"/>
                  </a:lnTo>
                  <a:lnTo>
                    <a:pt x="1040333" y="1600802"/>
                  </a:lnTo>
                  <a:lnTo>
                    <a:pt x="1049003" y="1582451"/>
                  </a:lnTo>
                  <a:lnTo>
                    <a:pt x="1057672" y="1563965"/>
                  </a:lnTo>
                  <a:lnTo>
                    <a:pt x="1066342" y="1545239"/>
                  </a:lnTo>
                  <a:lnTo>
                    <a:pt x="1075011" y="1526421"/>
                  </a:lnTo>
                  <a:lnTo>
                    <a:pt x="1083681" y="1507393"/>
                  </a:lnTo>
                  <a:lnTo>
                    <a:pt x="1092350" y="1488226"/>
                  </a:lnTo>
                  <a:lnTo>
                    <a:pt x="1101020" y="1468947"/>
                  </a:lnTo>
                  <a:lnTo>
                    <a:pt x="1109689" y="1449453"/>
                  </a:lnTo>
                  <a:lnTo>
                    <a:pt x="1118359" y="1429882"/>
                  </a:lnTo>
                  <a:lnTo>
                    <a:pt x="1127028" y="1410140"/>
                  </a:lnTo>
                  <a:lnTo>
                    <a:pt x="1135697" y="1390278"/>
                  </a:lnTo>
                  <a:lnTo>
                    <a:pt x="1144367" y="1370330"/>
                  </a:lnTo>
                  <a:lnTo>
                    <a:pt x="1153036" y="1350205"/>
                  </a:lnTo>
                  <a:lnTo>
                    <a:pt x="1161706" y="1330021"/>
                  </a:lnTo>
                  <a:lnTo>
                    <a:pt x="1170375" y="1309711"/>
                  </a:lnTo>
                  <a:lnTo>
                    <a:pt x="1179045" y="1289309"/>
                  </a:lnTo>
                  <a:lnTo>
                    <a:pt x="1187714" y="1268847"/>
                  </a:lnTo>
                  <a:lnTo>
                    <a:pt x="1196384" y="1248260"/>
                  </a:lnTo>
                  <a:lnTo>
                    <a:pt x="1205053" y="1227635"/>
                  </a:lnTo>
                  <a:lnTo>
                    <a:pt x="1213722" y="1206931"/>
                  </a:lnTo>
                  <a:lnTo>
                    <a:pt x="1222392" y="1186171"/>
                  </a:lnTo>
                  <a:lnTo>
                    <a:pt x="1231061" y="1165379"/>
                  </a:lnTo>
                  <a:lnTo>
                    <a:pt x="1239731" y="1144522"/>
                  </a:lnTo>
                  <a:lnTo>
                    <a:pt x="1248400" y="1123650"/>
                  </a:lnTo>
                  <a:lnTo>
                    <a:pt x="1257070" y="1102748"/>
                  </a:lnTo>
                  <a:lnTo>
                    <a:pt x="1265739" y="1081833"/>
                  </a:lnTo>
                  <a:lnTo>
                    <a:pt x="1274409" y="1060912"/>
                  </a:lnTo>
                  <a:lnTo>
                    <a:pt x="1283078" y="1039994"/>
                  </a:lnTo>
                  <a:lnTo>
                    <a:pt x="1291747" y="1019085"/>
                  </a:lnTo>
                  <a:lnTo>
                    <a:pt x="1300417" y="998194"/>
                  </a:lnTo>
                  <a:lnTo>
                    <a:pt x="1309086" y="977339"/>
                  </a:lnTo>
                  <a:lnTo>
                    <a:pt x="1317756" y="956502"/>
                  </a:lnTo>
                  <a:lnTo>
                    <a:pt x="1326425" y="935737"/>
                  </a:lnTo>
                  <a:lnTo>
                    <a:pt x="1335095" y="915010"/>
                  </a:lnTo>
                  <a:lnTo>
                    <a:pt x="1343764" y="894343"/>
                  </a:lnTo>
                  <a:lnTo>
                    <a:pt x="1352434" y="873766"/>
                  </a:lnTo>
                  <a:lnTo>
                    <a:pt x="1361103" y="853232"/>
                  </a:lnTo>
                  <a:lnTo>
                    <a:pt x="1369773" y="832832"/>
                  </a:lnTo>
                  <a:lnTo>
                    <a:pt x="1378442" y="812503"/>
                  </a:lnTo>
                  <a:lnTo>
                    <a:pt x="1387111" y="792272"/>
                  </a:lnTo>
                  <a:lnTo>
                    <a:pt x="1395781" y="772186"/>
                  </a:lnTo>
                  <a:lnTo>
                    <a:pt x="1404450" y="752168"/>
                  </a:lnTo>
                  <a:lnTo>
                    <a:pt x="1413120" y="732341"/>
                  </a:lnTo>
                  <a:lnTo>
                    <a:pt x="1421789" y="712619"/>
                  </a:lnTo>
                  <a:lnTo>
                    <a:pt x="1430459" y="693026"/>
                  </a:lnTo>
                  <a:lnTo>
                    <a:pt x="1439128" y="673636"/>
                  </a:lnTo>
                  <a:lnTo>
                    <a:pt x="1447798" y="654337"/>
                  </a:lnTo>
                  <a:lnTo>
                    <a:pt x="1456467" y="635277"/>
                  </a:lnTo>
                  <a:lnTo>
                    <a:pt x="1465136" y="616358"/>
                  </a:lnTo>
                  <a:lnTo>
                    <a:pt x="1473806" y="597595"/>
                  </a:lnTo>
                  <a:lnTo>
                    <a:pt x="1482475" y="579091"/>
                  </a:lnTo>
                  <a:lnTo>
                    <a:pt x="1491145" y="560698"/>
                  </a:lnTo>
                  <a:lnTo>
                    <a:pt x="1499814" y="542586"/>
                  </a:lnTo>
                  <a:lnTo>
                    <a:pt x="1508484" y="524652"/>
                  </a:lnTo>
                  <a:lnTo>
                    <a:pt x="1517153" y="506893"/>
                  </a:lnTo>
                  <a:lnTo>
                    <a:pt x="1525823" y="489449"/>
                  </a:lnTo>
                  <a:lnTo>
                    <a:pt x="1534492" y="472135"/>
                  </a:lnTo>
                  <a:lnTo>
                    <a:pt x="1543162" y="455134"/>
                  </a:lnTo>
                  <a:lnTo>
                    <a:pt x="1551831" y="438350"/>
                  </a:lnTo>
                  <a:lnTo>
                    <a:pt x="1560500" y="421753"/>
                  </a:lnTo>
                  <a:lnTo>
                    <a:pt x="1569170" y="405526"/>
                  </a:lnTo>
                  <a:lnTo>
                    <a:pt x="1577839" y="389447"/>
                  </a:lnTo>
                  <a:lnTo>
                    <a:pt x="1586509" y="373705"/>
                  </a:lnTo>
                  <a:lnTo>
                    <a:pt x="1595178" y="358218"/>
                  </a:lnTo>
                  <a:lnTo>
                    <a:pt x="1603848" y="342926"/>
                  </a:lnTo>
                  <a:lnTo>
                    <a:pt x="1612517" y="328057"/>
                  </a:lnTo>
                  <a:lnTo>
                    <a:pt x="1621187" y="313349"/>
                  </a:lnTo>
                  <a:lnTo>
                    <a:pt x="1629856" y="298998"/>
                  </a:lnTo>
                  <a:lnTo>
                    <a:pt x="1638525" y="284940"/>
                  </a:lnTo>
                  <a:lnTo>
                    <a:pt x="1647195" y="271079"/>
                  </a:lnTo>
                  <a:lnTo>
                    <a:pt x="1655864" y="257690"/>
                  </a:lnTo>
                  <a:lnTo>
                    <a:pt x="1664534" y="244478"/>
                  </a:lnTo>
                  <a:lnTo>
                    <a:pt x="1673203" y="231633"/>
                  </a:lnTo>
                  <a:lnTo>
                    <a:pt x="1681873" y="219118"/>
                  </a:lnTo>
                  <a:lnTo>
                    <a:pt x="1690542" y="206799"/>
                  </a:lnTo>
                  <a:lnTo>
                    <a:pt x="1699212" y="195000"/>
                  </a:lnTo>
                  <a:lnTo>
                    <a:pt x="1707881" y="183388"/>
                  </a:lnTo>
                  <a:lnTo>
                    <a:pt x="1716551" y="172151"/>
                  </a:lnTo>
                  <a:lnTo>
                    <a:pt x="1725220" y="161279"/>
                  </a:lnTo>
                  <a:lnTo>
                    <a:pt x="1733889" y="150597"/>
                  </a:lnTo>
                  <a:lnTo>
                    <a:pt x="1742559" y="140480"/>
                  </a:lnTo>
                  <a:lnTo>
                    <a:pt x="1751228" y="130559"/>
                  </a:lnTo>
                  <a:lnTo>
                    <a:pt x="1759898" y="121014"/>
                  </a:lnTo>
                  <a:lnTo>
                    <a:pt x="1768567" y="111868"/>
                  </a:lnTo>
                  <a:lnTo>
                    <a:pt x="1777237" y="102920"/>
                  </a:lnTo>
                  <a:lnTo>
                    <a:pt x="1785906" y="94542"/>
                  </a:lnTo>
                  <a:lnTo>
                    <a:pt x="1794576" y="86385"/>
                  </a:lnTo>
                  <a:lnTo>
                    <a:pt x="1803245" y="78600"/>
                  </a:lnTo>
                  <a:lnTo>
                    <a:pt x="1811914" y="71243"/>
                  </a:lnTo>
                  <a:lnTo>
                    <a:pt x="1820584" y="64092"/>
                  </a:lnTo>
                  <a:lnTo>
                    <a:pt x="1829253" y="57507"/>
                  </a:lnTo>
                  <a:lnTo>
                    <a:pt x="1837923" y="51167"/>
                  </a:lnTo>
                  <a:lnTo>
                    <a:pt x="1846592" y="45189"/>
                  </a:lnTo>
                  <a:lnTo>
                    <a:pt x="1855262" y="39665"/>
                  </a:lnTo>
                  <a:lnTo>
                    <a:pt x="1863931" y="34350"/>
                  </a:lnTo>
                  <a:lnTo>
                    <a:pt x="1872601" y="29592"/>
                  </a:lnTo>
                  <a:lnTo>
                    <a:pt x="1881270" y="25098"/>
                  </a:lnTo>
                  <a:lnTo>
                    <a:pt x="1889940" y="20951"/>
                  </a:lnTo>
                  <a:lnTo>
                    <a:pt x="1898609" y="17279"/>
                  </a:lnTo>
                  <a:lnTo>
                    <a:pt x="1907278" y="13817"/>
                  </a:lnTo>
                  <a:lnTo>
                    <a:pt x="1915948" y="10892"/>
                  </a:lnTo>
                  <a:lnTo>
                    <a:pt x="1924617" y="8248"/>
                  </a:lnTo>
                  <a:lnTo>
                    <a:pt x="1933287" y="5931"/>
                  </a:lnTo>
                  <a:lnTo>
                    <a:pt x="1941956" y="4101"/>
                  </a:lnTo>
                  <a:lnTo>
                    <a:pt x="1950626" y="2478"/>
                  </a:lnTo>
                  <a:lnTo>
                    <a:pt x="1959295" y="1366"/>
                  </a:lnTo>
                  <a:lnTo>
                    <a:pt x="1967965" y="546"/>
                  </a:lnTo>
                  <a:lnTo>
                    <a:pt x="1976634" y="27"/>
                  </a:lnTo>
                  <a:lnTo>
                    <a:pt x="1985303" y="0"/>
                  </a:lnTo>
                  <a:lnTo>
                    <a:pt x="1993973" y="172"/>
                  </a:lnTo>
                  <a:lnTo>
                    <a:pt x="2002642" y="820"/>
                  </a:lnTo>
                  <a:lnTo>
                    <a:pt x="2011312" y="1765"/>
                  </a:lnTo>
                  <a:lnTo>
                    <a:pt x="2019981" y="2983"/>
                  </a:lnTo>
                  <a:lnTo>
                    <a:pt x="2028651" y="4684"/>
                  </a:lnTo>
                  <a:lnTo>
                    <a:pt x="2037320" y="6575"/>
                  </a:lnTo>
                  <a:lnTo>
                    <a:pt x="2045990" y="8900"/>
                  </a:lnTo>
                  <a:lnTo>
                    <a:pt x="2054659" y="11519"/>
                  </a:lnTo>
                  <a:lnTo>
                    <a:pt x="2063329" y="14378"/>
                  </a:lnTo>
                  <a:lnTo>
                    <a:pt x="2071998" y="17703"/>
                  </a:lnTo>
                  <a:lnTo>
                    <a:pt x="2080667" y="21203"/>
                  </a:lnTo>
                  <a:lnTo>
                    <a:pt x="2089337" y="25088"/>
                  </a:lnTo>
                  <a:lnTo>
                    <a:pt x="2098006" y="29257"/>
                  </a:lnTo>
                  <a:lnTo>
                    <a:pt x="2106676" y="33631"/>
                  </a:lnTo>
                  <a:lnTo>
                    <a:pt x="2115345" y="38442"/>
                  </a:lnTo>
                  <a:lnTo>
                    <a:pt x="2124015" y="43410"/>
                  </a:lnTo>
                  <a:lnTo>
                    <a:pt x="2132684" y="48710"/>
                  </a:lnTo>
                  <a:lnTo>
                    <a:pt x="2141354" y="54277"/>
                  </a:lnTo>
                  <a:lnTo>
                    <a:pt x="2150023" y="60011"/>
                  </a:lnTo>
                  <a:lnTo>
                    <a:pt x="2158692" y="66143"/>
                  </a:lnTo>
                  <a:lnTo>
                    <a:pt x="2167362" y="72410"/>
                  </a:lnTo>
                  <a:lnTo>
                    <a:pt x="2176031" y="78954"/>
                  </a:lnTo>
                  <a:lnTo>
                    <a:pt x="2184701" y="85738"/>
                  </a:lnTo>
                  <a:lnTo>
                    <a:pt x="2193370" y="92655"/>
                  </a:lnTo>
                  <a:lnTo>
                    <a:pt x="2202040" y="99918"/>
                  </a:lnTo>
                  <a:lnTo>
                    <a:pt x="2210709" y="107294"/>
                  </a:lnTo>
                  <a:lnTo>
                    <a:pt x="2219379" y="114891"/>
                  </a:lnTo>
                  <a:lnTo>
                    <a:pt x="2228048" y="122693"/>
                  </a:lnTo>
                  <a:lnTo>
                    <a:pt x="2236718" y="130600"/>
                  </a:lnTo>
                  <a:lnTo>
                    <a:pt x="2245387" y="138785"/>
                  </a:lnTo>
                  <a:lnTo>
                    <a:pt x="2254056" y="147063"/>
                  </a:lnTo>
                  <a:lnTo>
                    <a:pt x="2262726" y="155507"/>
                  </a:lnTo>
                  <a:lnTo>
                    <a:pt x="2271395" y="164116"/>
                  </a:lnTo>
                  <a:lnTo>
                    <a:pt x="2280065" y="172805"/>
                  </a:lnTo>
                  <a:lnTo>
                    <a:pt x="2288734" y="181697"/>
                  </a:lnTo>
                  <a:lnTo>
                    <a:pt x="2297404" y="190661"/>
                  </a:lnTo>
                  <a:lnTo>
                    <a:pt x="2306073" y="199740"/>
                  </a:lnTo>
                  <a:lnTo>
                    <a:pt x="2314743" y="208940"/>
                  </a:lnTo>
                  <a:lnTo>
                    <a:pt x="2323412" y="218194"/>
                  </a:lnTo>
                  <a:lnTo>
                    <a:pt x="2332081" y="227579"/>
                  </a:lnTo>
                  <a:lnTo>
                    <a:pt x="2340751" y="237013"/>
                  </a:lnTo>
                  <a:lnTo>
                    <a:pt x="2349420" y="246516"/>
                  </a:lnTo>
                  <a:lnTo>
                    <a:pt x="2358090" y="256091"/>
                  </a:lnTo>
                  <a:lnTo>
                    <a:pt x="2366759" y="265696"/>
                  </a:lnTo>
                  <a:lnTo>
                    <a:pt x="2375429" y="275366"/>
                  </a:lnTo>
                  <a:lnTo>
                    <a:pt x="2384098" y="285059"/>
                  </a:lnTo>
                  <a:lnTo>
                    <a:pt x="2392768" y="294779"/>
                  </a:lnTo>
                  <a:lnTo>
                    <a:pt x="2401437" y="304522"/>
                  </a:lnTo>
                  <a:lnTo>
                    <a:pt x="2410107" y="314272"/>
                  </a:lnTo>
                  <a:lnTo>
                    <a:pt x="2418776" y="324029"/>
                  </a:lnTo>
                  <a:lnTo>
                    <a:pt x="2427445" y="333780"/>
                  </a:lnTo>
                  <a:lnTo>
                    <a:pt x="2436115" y="343523"/>
                  </a:lnTo>
                  <a:lnTo>
                    <a:pt x="2444784" y="353241"/>
                  </a:lnTo>
                  <a:lnTo>
                    <a:pt x="2453454" y="362943"/>
                  </a:lnTo>
                  <a:lnTo>
                    <a:pt x="2462123" y="372602"/>
                  </a:lnTo>
                  <a:lnTo>
                    <a:pt x="2470793" y="382226"/>
                  </a:lnTo>
                  <a:lnTo>
                    <a:pt x="2479462" y="391815"/>
                  </a:lnTo>
                  <a:lnTo>
                    <a:pt x="2488132" y="401328"/>
                  </a:lnTo>
                  <a:lnTo>
                    <a:pt x="2496801" y="410808"/>
                  </a:lnTo>
                  <a:lnTo>
                    <a:pt x="2505470" y="420202"/>
                  </a:lnTo>
                  <a:lnTo>
                    <a:pt x="2514140" y="429531"/>
                  </a:lnTo>
                  <a:lnTo>
                    <a:pt x="2522809" y="438803"/>
                  </a:lnTo>
                  <a:lnTo>
                    <a:pt x="2531479" y="447953"/>
                  </a:lnTo>
                  <a:lnTo>
                    <a:pt x="2540148" y="457053"/>
                  </a:lnTo>
                  <a:lnTo>
                    <a:pt x="2548818" y="466033"/>
                  </a:lnTo>
                  <a:lnTo>
                    <a:pt x="2557487" y="474918"/>
                  </a:lnTo>
                  <a:lnTo>
                    <a:pt x="2566157" y="483730"/>
                  </a:lnTo>
                  <a:lnTo>
                    <a:pt x="2574826" y="492377"/>
                  </a:lnTo>
                  <a:lnTo>
                    <a:pt x="2583495" y="500958"/>
                  </a:lnTo>
                  <a:lnTo>
                    <a:pt x="2592165" y="509393"/>
                  </a:lnTo>
                  <a:lnTo>
                    <a:pt x="2600834" y="517704"/>
                  </a:lnTo>
                  <a:lnTo>
                    <a:pt x="2609504" y="525932"/>
                  </a:lnTo>
                  <a:lnTo>
                    <a:pt x="2618173" y="533952"/>
                  </a:lnTo>
                  <a:lnTo>
                    <a:pt x="2626843" y="541894"/>
                  </a:lnTo>
                  <a:lnTo>
                    <a:pt x="2635512" y="549670"/>
                  </a:lnTo>
                  <a:lnTo>
                    <a:pt x="2644182" y="557294"/>
                  </a:lnTo>
                  <a:lnTo>
                    <a:pt x="2652851" y="564828"/>
                  </a:lnTo>
                  <a:lnTo>
                    <a:pt x="2661521" y="572117"/>
                  </a:lnTo>
                  <a:lnTo>
                    <a:pt x="2670190" y="579316"/>
                  </a:lnTo>
                  <a:lnTo>
                    <a:pt x="2678859" y="586336"/>
                  </a:lnTo>
                  <a:lnTo>
                    <a:pt x="2687529" y="593177"/>
                  </a:lnTo>
                  <a:lnTo>
                    <a:pt x="2696198" y="599925"/>
                  </a:lnTo>
                  <a:lnTo>
                    <a:pt x="2704868" y="606392"/>
                  </a:lnTo>
                  <a:lnTo>
                    <a:pt x="2713537" y="612762"/>
                  </a:lnTo>
                  <a:lnTo>
                    <a:pt x="2722207" y="618941"/>
                  </a:lnTo>
                  <a:lnTo>
                    <a:pt x="2730876" y="624918"/>
                  </a:lnTo>
                  <a:lnTo>
                    <a:pt x="2739546" y="630794"/>
                  </a:lnTo>
                  <a:lnTo>
                    <a:pt x="2748215" y="636376"/>
                  </a:lnTo>
                  <a:lnTo>
                    <a:pt x="2756884" y="641842"/>
                  </a:lnTo>
                  <a:lnTo>
                    <a:pt x="2765554" y="647116"/>
                  </a:lnTo>
                  <a:lnTo>
                    <a:pt x="2774223" y="652164"/>
                  </a:lnTo>
                  <a:lnTo>
                    <a:pt x="2782893" y="657104"/>
                  </a:lnTo>
                  <a:lnTo>
                    <a:pt x="2791562" y="661743"/>
                  </a:lnTo>
                  <a:lnTo>
                    <a:pt x="2800232" y="666252"/>
                  </a:lnTo>
                  <a:lnTo>
                    <a:pt x="2808901" y="670568"/>
                  </a:lnTo>
                  <a:lnTo>
                    <a:pt x="2817571" y="674639"/>
                  </a:lnTo>
                  <a:lnTo>
                    <a:pt x="2826240" y="678598"/>
                  </a:lnTo>
                  <a:lnTo>
                    <a:pt x="2834910" y="682257"/>
                  </a:lnTo>
                  <a:lnTo>
                    <a:pt x="2843579" y="685771"/>
                  </a:lnTo>
                  <a:lnTo>
                    <a:pt x="2852248" y="689098"/>
                  </a:lnTo>
                  <a:lnTo>
                    <a:pt x="2860918" y="692166"/>
                  </a:lnTo>
                  <a:lnTo>
                    <a:pt x="2869587" y="695119"/>
                  </a:lnTo>
                  <a:lnTo>
                    <a:pt x="2878257" y="697779"/>
                  </a:lnTo>
                  <a:lnTo>
                    <a:pt x="2886926" y="700285"/>
                  </a:lnTo>
                  <a:lnTo>
                    <a:pt x="2895596" y="702612"/>
                  </a:lnTo>
                  <a:lnTo>
                    <a:pt x="2904265" y="704673"/>
                  </a:lnTo>
                  <a:lnTo>
                    <a:pt x="2912935" y="706621"/>
                  </a:lnTo>
                  <a:lnTo>
                    <a:pt x="2921604" y="708290"/>
                  </a:lnTo>
                  <a:lnTo>
                    <a:pt x="2930273" y="709800"/>
                  </a:lnTo>
                  <a:lnTo>
                    <a:pt x="2938943" y="711146"/>
                  </a:lnTo>
                  <a:lnTo>
                    <a:pt x="2947612" y="712227"/>
                  </a:lnTo>
                  <a:lnTo>
                    <a:pt x="2956282" y="713199"/>
                  </a:lnTo>
                  <a:lnTo>
                    <a:pt x="2964951" y="713916"/>
                  </a:lnTo>
                  <a:lnTo>
                    <a:pt x="2973621" y="714475"/>
                  </a:lnTo>
                  <a:lnTo>
                    <a:pt x="2982290" y="714888"/>
                  </a:lnTo>
                  <a:lnTo>
                    <a:pt x="2990960" y="715048"/>
                  </a:lnTo>
                  <a:lnTo>
                    <a:pt x="2999629" y="715109"/>
                  </a:lnTo>
                  <a:lnTo>
                    <a:pt x="3008299" y="714946"/>
                  </a:lnTo>
                  <a:lnTo>
                    <a:pt x="3016968" y="714633"/>
                  </a:lnTo>
                  <a:lnTo>
                    <a:pt x="3025637" y="714200"/>
                  </a:lnTo>
                  <a:lnTo>
                    <a:pt x="3034307" y="713536"/>
                  </a:lnTo>
                  <a:lnTo>
                    <a:pt x="3042976" y="712787"/>
                  </a:lnTo>
                  <a:lnTo>
                    <a:pt x="3051646" y="711854"/>
                  </a:lnTo>
                  <a:lnTo>
                    <a:pt x="3060315" y="710789"/>
                  </a:lnTo>
                  <a:lnTo>
                    <a:pt x="3068985" y="709630"/>
                  </a:lnTo>
                  <a:lnTo>
                    <a:pt x="3077654" y="708279"/>
                  </a:lnTo>
                  <a:lnTo>
                    <a:pt x="3086324" y="706862"/>
                  </a:lnTo>
                  <a:lnTo>
                    <a:pt x="3094993" y="705306"/>
                  </a:lnTo>
                  <a:lnTo>
                    <a:pt x="3103662" y="703647"/>
                  </a:lnTo>
                  <a:lnTo>
                    <a:pt x="3112332" y="701923"/>
                  </a:lnTo>
                  <a:lnTo>
                    <a:pt x="3121001" y="700059"/>
                  </a:lnTo>
                  <a:lnTo>
                    <a:pt x="3129671" y="698150"/>
                  </a:lnTo>
                  <a:lnTo>
                    <a:pt x="3138340" y="696155"/>
                  </a:lnTo>
                  <a:lnTo>
                    <a:pt x="3147010" y="694096"/>
                  </a:lnTo>
                  <a:lnTo>
                    <a:pt x="3155679" y="692000"/>
                  </a:lnTo>
                  <a:lnTo>
                    <a:pt x="3164349" y="689829"/>
                  </a:lnTo>
                  <a:lnTo>
                    <a:pt x="3173018" y="687641"/>
                  </a:lnTo>
                  <a:lnTo>
                    <a:pt x="3181688" y="685419"/>
                  </a:lnTo>
                  <a:lnTo>
                    <a:pt x="3190357" y="683181"/>
                  </a:lnTo>
                  <a:lnTo>
                    <a:pt x="3199026" y="680934"/>
                  </a:lnTo>
                  <a:lnTo>
                    <a:pt x="3207696" y="678690"/>
                  </a:lnTo>
                  <a:lnTo>
                    <a:pt x="3216365" y="676456"/>
                  </a:lnTo>
                  <a:lnTo>
                    <a:pt x="3225035" y="674240"/>
                  </a:lnTo>
                  <a:lnTo>
                    <a:pt x="3233704" y="672063"/>
                  </a:lnTo>
                  <a:lnTo>
                    <a:pt x="3242374" y="669907"/>
                  </a:lnTo>
                  <a:lnTo>
                    <a:pt x="3251043" y="667829"/>
                  </a:lnTo>
                  <a:lnTo>
                    <a:pt x="3259713" y="665794"/>
                  </a:lnTo>
                  <a:lnTo>
                    <a:pt x="3268382" y="663825"/>
                  </a:lnTo>
                  <a:lnTo>
                    <a:pt x="3277051" y="661956"/>
                  </a:lnTo>
                  <a:lnTo>
                    <a:pt x="3285721" y="660134"/>
                  </a:lnTo>
                  <a:lnTo>
                    <a:pt x="3294390" y="658462"/>
                  </a:lnTo>
                  <a:lnTo>
                    <a:pt x="3303060" y="656867"/>
                  </a:lnTo>
                  <a:lnTo>
                    <a:pt x="3311729" y="655380"/>
                  </a:lnTo>
                  <a:lnTo>
                    <a:pt x="3320399" y="654052"/>
                  </a:lnTo>
                  <a:lnTo>
                    <a:pt x="3329068" y="652798"/>
                  </a:lnTo>
                  <a:lnTo>
                    <a:pt x="3337738" y="651752"/>
                  </a:lnTo>
                  <a:lnTo>
                    <a:pt x="3346407" y="650818"/>
                  </a:lnTo>
                  <a:lnTo>
                    <a:pt x="3355077" y="650025"/>
                  </a:lnTo>
                  <a:lnTo>
                    <a:pt x="3363746" y="649446"/>
                  </a:lnTo>
                  <a:lnTo>
                    <a:pt x="3372415" y="648964"/>
                  </a:lnTo>
                  <a:lnTo>
                    <a:pt x="3381085" y="648732"/>
                  </a:lnTo>
                  <a:lnTo>
                    <a:pt x="3389754" y="648646"/>
                  </a:lnTo>
                  <a:lnTo>
                    <a:pt x="3398424" y="648721"/>
                  </a:lnTo>
                  <a:lnTo>
                    <a:pt x="3407093" y="649057"/>
                  </a:lnTo>
                  <a:lnTo>
                    <a:pt x="3415763" y="649505"/>
                  </a:lnTo>
                  <a:lnTo>
                    <a:pt x="3424432" y="650230"/>
                  </a:lnTo>
                  <a:lnTo>
                    <a:pt x="3433102" y="651128"/>
                  </a:lnTo>
                  <a:lnTo>
                    <a:pt x="3441771" y="652194"/>
                  </a:lnTo>
                  <a:lnTo>
                    <a:pt x="3450440" y="653556"/>
                  </a:lnTo>
                  <a:lnTo>
                    <a:pt x="3459110" y="655038"/>
                  </a:lnTo>
                  <a:lnTo>
                    <a:pt x="3467779" y="656805"/>
                  </a:lnTo>
                  <a:lnTo>
                    <a:pt x="3476449" y="658762"/>
                  </a:lnTo>
                  <a:lnTo>
                    <a:pt x="3485118" y="660884"/>
                  </a:lnTo>
                  <a:lnTo>
                    <a:pt x="3493788" y="663318"/>
                  </a:lnTo>
                  <a:lnTo>
                    <a:pt x="3502457" y="665873"/>
                  </a:lnTo>
                  <a:lnTo>
                    <a:pt x="3511127" y="668702"/>
                  </a:lnTo>
                  <a:lnTo>
                    <a:pt x="3519796" y="671728"/>
                  </a:lnTo>
                  <a:lnTo>
                    <a:pt x="3528466" y="674905"/>
                  </a:lnTo>
                  <a:lnTo>
                    <a:pt x="3537135" y="678391"/>
                  </a:lnTo>
                  <a:lnTo>
                    <a:pt x="3545804" y="681991"/>
                  </a:lnTo>
                  <a:lnTo>
                    <a:pt x="3554474" y="685838"/>
                  </a:lnTo>
                  <a:lnTo>
                    <a:pt x="3563143" y="689875"/>
                  </a:lnTo>
                  <a:lnTo>
                    <a:pt x="3571813" y="694041"/>
                  </a:lnTo>
                  <a:lnTo>
                    <a:pt x="3580482" y="698493"/>
                  </a:lnTo>
                  <a:lnTo>
                    <a:pt x="3589152" y="703046"/>
                  </a:lnTo>
                  <a:lnTo>
                    <a:pt x="3597821" y="707806"/>
                  </a:lnTo>
                  <a:lnTo>
                    <a:pt x="3606491" y="712737"/>
                  </a:lnTo>
                  <a:lnTo>
                    <a:pt x="3615160" y="717769"/>
                  </a:lnTo>
                  <a:lnTo>
                    <a:pt x="3623829" y="723046"/>
                  </a:lnTo>
                  <a:lnTo>
                    <a:pt x="3632499" y="728403"/>
                  </a:lnTo>
                  <a:lnTo>
                    <a:pt x="3641168" y="733921"/>
                  </a:lnTo>
                  <a:lnTo>
                    <a:pt x="3649838" y="739576"/>
                  </a:lnTo>
                  <a:lnTo>
                    <a:pt x="3658507" y="745304"/>
                  </a:lnTo>
                  <a:lnTo>
                    <a:pt x="3667177" y="751220"/>
                  </a:lnTo>
                  <a:lnTo>
                    <a:pt x="3675846" y="757193"/>
                  </a:lnTo>
                  <a:lnTo>
                    <a:pt x="3684516" y="763275"/>
                  </a:lnTo>
                  <a:lnTo>
                    <a:pt x="3693185" y="769453"/>
                  </a:lnTo>
                  <a:lnTo>
                    <a:pt x="3701855" y="775680"/>
                  </a:lnTo>
                  <a:lnTo>
                    <a:pt x="3710524" y="782020"/>
                  </a:lnTo>
                  <a:lnTo>
                    <a:pt x="3719193" y="788396"/>
                  </a:lnTo>
                  <a:lnTo>
                    <a:pt x="3727863" y="794830"/>
                  </a:lnTo>
                  <a:lnTo>
                    <a:pt x="3736532" y="801315"/>
                  </a:lnTo>
                  <a:lnTo>
                    <a:pt x="3745202" y="807822"/>
                  </a:lnTo>
                  <a:lnTo>
                    <a:pt x="3753871" y="814374"/>
                  </a:lnTo>
                  <a:lnTo>
                    <a:pt x="3762541" y="820936"/>
                  </a:lnTo>
                  <a:lnTo>
                    <a:pt x="3771210" y="827513"/>
                  </a:lnTo>
                  <a:lnTo>
                    <a:pt x="3779880" y="834093"/>
                  </a:lnTo>
                  <a:lnTo>
                    <a:pt x="3788549" y="840673"/>
                  </a:lnTo>
                  <a:lnTo>
                    <a:pt x="3797218" y="847238"/>
                  </a:lnTo>
                  <a:lnTo>
                    <a:pt x="3805888" y="853789"/>
                  </a:lnTo>
                  <a:lnTo>
                    <a:pt x="3814557" y="860320"/>
                  </a:lnTo>
                  <a:lnTo>
                    <a:pt x="3823227" y="866812"/>
                  </a:lnTo>
                  <a:lnTo>
                    <a:pt x="3831896" y="873285"/>
                  </a:lnTo>
                  <a:lnTo>
                    <a:pt x="3840566" y="879700"/>
                  </a:lnTo>
                  <a:lnTo>
                    <a:pt x="3849235" y="886078"/>
                  </a:lnTo>
                  <a:lnTo>
                    <a:pt x="3857905" y="892415"/>
                  </a:lnTo>
                  <a:lnTo>
                    <a:pt x="3866574" y="898681"/>
                  </a:lnTo>
                  <a:lnTo>
                    <a:pt x="3875243" y="904915"/>
                  </a:lnTo>
                  <a:lnTo>
                    <a:pt x="3883913" y="911067"/>
                  </a:lnTo>
                  <a:lnTo>
                    <a:pt x="3892582" y="917169"/>
                  </a:lnTo>
                  <a:lnTo>
                    <a:pt x="3901252" y="923219"/>
                  </a:lnTo>
                  <a:lnTo>
                    <a:pt x="3909921" y="929181"/>
                  </a:lnTo>
                  <a:lnTo>
                    <a:pt x="3918591" y="935108"/>
                  </a:lnTo>
                  <a:lnTo>
                    <a:pt x="3927260" y="940948"/>
                  </a:lnTo>
                  <a:lnTo>
                    <a:pt x="3935930" y="946735"/>
                  </a:lnTo>
                  <a:lnTo>
                    <a:pt x="3944599" y="952473"/>
                  </a:lnTo>
                  <a:lnTo>
                    <a:pt x="3953269" y="958127"/>
                  </a:lnTo>
                  <a:lnTo>
                    <a:pt x="3961938" y="963750"/>
                  </a:lnTo>
                  <a:lnTo>
                    <a:pt x="3970607" y="969302"/>
                  </a:lnTo>
                  <a:lnTo>
                    <a:pt x="3979277" y="974811"/>
                  </a:lnTo>
                  <a:lnTo>
                    <a:pt x="3987946" y="980284"/>
                  </a:lnTo>
                  <a:lnTo>
                    <a:pt x="3996616" y="985700"/>
                  </a:lnTo>
                  <a:lnTo>
                    <a:pt x="4005285" y="991097"/>
                  </a:lnTo>
                  <a:lnTo>
                    <a:pt x="4013955" y="996457"/>
                  </a:lnTo>
                  <a:lnTo>
                    <a:pt x="4022624" y="1001799"/>
                  </a:lnTo>
                  <a:lnTo>
                    <a:pt x="4031294" y="1007129"/>
                  </a:lnTo>
                  <a:lnTo>
                    <a:pt x="4039963" y="1012449"/>
                  </a:lnTo>
                  <a:lnTo>
                    <a:pt x="4048632" y="1017773"/>
                  </a:lnTo>
                  <a:lnTo>
                    <a:pt x="4057302" y="1023106"/>
                  </a:lnTo>
                  <a:lnTo>
                    <a:pt x="4065971" y="1028462"/>
                  </a:lnTo>
                  <a:lnTo>
                    <a:pt x="4074641" y="1033833"/>
                  </a:lnTo>
                  <a:lnTo>
                    <a:pt x="4083310" y="1039266"/>
                  </a:lnTo>
                  <a:lnTo>
                    <a:pt x="4091980" y="1044730"/>
                  </a:lnTo>
                  <a:lnTo>
                    <a:pt x="4100649" y="1050259"/>
                  </a:lnTo>
                  <a:lnTo>
                    <a:pt x="4109319" y="1055867"/>
                  </a:lnTo>
                  <a:lnTo>
                    <a:pt x="4117988" y="1061520"/>
                  </a:lnTo>
                  <a:lnTo>
                    <a:pt x="4126658" y="1067323"/>
                  </a:lnTo>
                  <a:lnTo>
                    <a:pt x="4135327" y="1073189"/>
                  </a:lnTo>
                  <a:lnTo>
                    <a:pt x="4143996" y="1079180"/>
                  </a:lnTo>
                  <a:lnTo>
                    <a:pt x="4152666" y="1085317"/>
                  </a:lnTo>
                  <a:lnTo>
                    <a:pt x="4161335" y="1091528"/>
                  </a:lnTo>
                  <a:lnTo>
                    <a:pt x="4170005" y="1097986"/>
                  </a:lnTo>
                  <a:lnTo>
                    <a:pt x="4178674" y="1104545"/>
                  </a:lnTo>
                  <a:lnTo>
                    <a:pt x="4187344" y="1111284"/>
                  </a:lnTo>
                  <a:lnTo>
                    <a:pt x="4196013" y="1118244"/>
                  </a:lnTo>
                  <a:lnTo>
                    <a:pt x="4204683" y="1125312"/>
                  </a:lnTo>
                  <a:lnTo>
                    <a:pt x="4213352" y="1132711"/>
                  </a:lnTo>
                  <a:lnTo>
                    <a:pt x="4222021" y="1140255"/>
                  </a:lnTo>
                  <a:lnTo>
                    <a:pt x="4230691" y="1148029"/>
                  </a:lnTo>
                  <a:lnTo>
                    <a:pt x="4239360" y="1156099"/>
                  </a:lnTo>
                  <a:lnTo>
                    <a:pt x="4248030" y="1164310"/>
                  </a:lnTo>
                  <a:lnTo>
                    <a:pt x="4256699" y="1172922"/>
                  </a:lnTo>
                  <a:lnTo>
                    <a:pt x="4265369" y="1181725"/>
                  </a:lnTo>
                  <a:lnTo>
                    <a:pt x="4274038" y="1190796"/>
                  </a:lnTo>
                  <a:lnTo>
                    <a:pt x="4282708" y="1200233"/>
                  </a:lnTo>
                  <a:lnTo>
                    <a:pt x="4291377" y="1209838"/>
                  </a:lnTo>
                  <a:lnTo>
                    <a:pt x="4300047" y="1219895"/>
                  </a:lnTo>
                  <a:lnTo>
                    <a:pt x="4308716" y="1230186"/>
                  </a:lnTo>
                  <a:lnTo>
                    <a:pt x="4317385" y="1240767"/>
                  </a:lnTo>
                  <a:lnTo>
                    <a:pt x="4326055" y="1251774"/>
                  </a:lnTo>
                  <a:lnTo>
                    <a:pt x="4334724" y="1262968"/>
                  </a:lnTo>
                  <a:lnTo>
                    <a:pt x="4343394" y="1274642"/>
                  </a:lnTo>
                  <a:lnTo>
                    <a:pt x="4352063" y="1286585"/>
                  </a:lnTo>
                  <a:lnTo>
                    <a:pt x="4360733" y="1298823"/>
                  </a:lnTo>
                  <a:lnTo>
                    <a:pt x="4369402" y="1311529"/>
                  </a:lnTo>
                  <a:lnTo>
                    <a:pt x="4378072" y="1324433"/>
                  </a:lnTo>
                  <a:lnTo>
                    <a:pt x="4386741" y="1337818"/>
                  </a:lnTo>
                  <a:lnTo>
                    <a:pt x="4395410" y="1351494"/>
                  </a:lnTo>
                  <a:lnTo>
                    <a:pt x="4404080" y="1365455"/>
                  </a:lnTo>
                  <a:lnTo>
                    <a:pt x="4412749" y="1379904"/>
                  </a:lnTo>
                  <a:lnTo>
                    <a:pt x="4421419" y="1394548"/>
                  </a:lnTo>
                  <a:lnTo>
                    <a:pt x="4430088" y="1409650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492668" y="2142849"/>
              <a:ext cx="4430088" cy="3305201"/>
            </a:xfrm>
            <a:custGeom>
              <a:avLst/>
              <a:pathLst>
                <a:path w="4430088" h="3305201">
                  <a:moveTo>
                    <a:pt x="0" y="3183453"/>
                  </a:moveTo>
                  <a:lnTo>
                    <a:pt x="8669" y="3180996"/>
                  </a:lnTo>
                  <a:lnTo>
                    <a:pt x="17338" y="3178503"/>
                  </a:lnTo>
                  <a:lnTo>
                    <a:pt x="26008" y="3175954"/>
                  </a:lnTo>
                  <a:lnTo>
                    <a:pt x="34677" y="3173330"/>
                  </a:lnTo>
                  <a:lnTo>
                    <a:pt x="43347" y="3170663"/>
                  </a:lnTo>
                  <a:lnTo>
                    <a:pt x="52016" y="3167916"/>
                  </a:lnTo>
                  <a:lnTo>
                    <a:pt x="60686" y="3165096"/>
                  </a:lnTo>
                  <a:lnTo>
                    <a:pt x="69355" y="3162227"/>
                  </a:lnTo>
                  <a:lnTo>
                    <a:pt x="78025" y="3159248"/>
                  </a:lnTo>
                  <a:lnTo>
                    <a:pt x="86694" y="3156202"/>
                  </a:lnTo>
                  <a:lnTo>
                    <a:pt x="95363" y="3153094"/>
                  </a:lnTo>
                  <a:lnTo>
                    <a:pt x="104033" y="3149855"/>
                  </a:lnTo>
                  <a:lnTo>
                    <a:pt x="112702" y="3146555"/>
                  </a:lnTo>
                  <a:lnTo>
                    <a:pt x="121372" y="3143163"/>
                  </a:lnTo>
                  <a:lnTo>
                    <a:pt x="130041" y="3139648"/>
                  </a:lnTo>
                  <a:lnTo>
                    <a:pt x="138711" y="3136065"/>
                  </a:lnTo>
                  <a:lnTo>
                    <a:pt x="147380" y="3132357"/>
                  </a:lnTo>
                  <a:lnTo>
                    <a:pt x="156050" y="3128539"/>
                  </a:lnTo>
                  <a:lnTo>
                    <a:pt x="164719" y="3124647"/>
                  </a:lnTo>
                  <a:lnTo>
                    <a:pt x="173388" y="3120595"/>
                  </a:lnTo>
                  <a:lnTo>
                    <a:pt x="182058" y="3116450"/>
                  </a:lnTo>
                  <a:lnTo>
                    <a:pt x="190727" y="3112216"/>
                  </a:lnTo>
                  <a:lnTo>
                    <a:pt x="199397" y="3107807"/>
                  </a:lnTo>
                  <a:lnTo>
                    <a:pt x="208066" y="3103317"/>
                  </a:lnTo>
                  <a:lnTo>
                    <a:pt x="216736" y="3098706"/>
                  </a:lnTo>
                  <a:lnTo>
                    <a:pt x="225405" y="3093942"/>
                  </a:lnTo>
                  <a:lnTo>
                    <a:pt x="234075" y="3089093"/>
                  </a:lnTo>
                  <a:lnTo>
                    <a:pt x="242744" y="3084092"/>
                  </a:lnTo>
                  <a:lnTo>
                    <a:pt x="251414" y="3078964"/>
                  </a:lnTo>
                  <a:lnTo>
                    <a:pt x="260083" y="3073750"/>
                  </a:lnTo>
                  <a:lnTo>
                    <a:pt x="268752" y="3068355"/>
                  </a:lnTo>
                  <a:lnTo>
                    <a:pt x="277422" y="3062861"/>
                  </a:lnTo>
                  <a:lnTo>
                    <a:pt x="286091" y="3057271"/>
                  </a:lnTo>
                  <a:lnTo>
                    <a:pt x="294761" y="3051500"/>
                  </a:lnTo>
                  <a:lnTo>
                    <a:pt x="303430" y="3045648"/>
                  </a:lnTo>
                  <a:lnTo>
                    <a:pt x="312100" y="3039675"/>
                  </a:lnTo>
                  <a:lnTo>
                    <a:pt x="320769" y="3033557"/>
                  </a:lnTo>
                  <a:lnTo>
                    <a:pt x="329439" y="3027362"/>
                  </a:lnTo>
                  <a:lnTo>
                    <a:pt x="338108" y="3021028"/>
                  </a:lnTo>
                  <a:lnTo>
                    <a:pt x="346777" y="3014585"/>
                  </a:lnTo>
                  <a:lnTo>
                    <a:pt x="355447" y="3008070"/>
                  </a:lnTo>
                  <a:lnTo>
                    <a:pt x="364116" y="3001407"/>
                  </a:lnTo>
                  <a:lnTo>
                    <a:pt x="372786" y="2994668"/>
                  </a:lnTo>
                  <a:lnTo>
                    <a:pt x="381455" y="2987855"/>
                  </a:lnTo>
                  <a:lnTo>
                    <a:pt x="390125" y="2980914"/>
                  </a:lnTo>
                  <a:lnTo>
                    <a:pt x="398794" y="2973918"/>
                  </a:lnTo>
                  <a:lnTo>
                    <a:pt x="407464" y="2966841"/>
                  </a:lnTo>
                  <a:lnTo>
                    <a:pt x="416133" y="2959677"/>
                  </a:lnTo>
                  <a:lnTo>
                    <a:pt x="424803" y="2952468"/>
                  </a:lnTo>
                  <a:lnTo>
                    <a:pt x="433472" y="2945183"/>
                  </a:lnTo>
                  <a:lnTo>
                    <a:pt x="442141" y="2937846"/>
                  </a:lnTo>
                  <a:lnTo>
                    <a:pt x="450811" y="2930476"/>
                  </a:lnTo>
                  <a:lnTo>
                    <a:pt x="459480" y="2923044"/>
                  </a:lnTo>
                  <a:lnTo>
                    <a:pt x="468150" y="2915589"/>
                  </a:lnTo>
                  <a:lnTo>
                    <a:pt x="476819" y="2908110"/>
                  </a:lnTo>
                  <a:lnTo>
                    <a:pt x="485489" y="2900602"/>
                  </a:lnTo>
                  <a:lnTo>
                    <a:pt x="494158" y="2893087"/>
                  </a:lnTo>
                  <a:lnTo>
                    <a:pt x="502828" y="2885564"/>
                  </a:lnTo>
                  <a:lnTo>
                    <a:pt x="511497" y="2878044"/>
                  </a:lnTo>
                  <a:lnTo>
                    <a:pt x="520166" y="2870530"/>
                  </a:lnTo>
                  <a:lnTo>
                    <a:pt x="528836" y="2863034"/>
                  </a:lnTo>
                  <a:lnTo>
                    <a:pt x="537505" y="2855563"/>
                  </a:lnTo>
                  <a:lnTo>
                    <a:pt x="546175" y="2848110"/>
                  </a:lnTo>
                  <a:lnTo>
                    <a:pt x="554844" y="2840711"/>
                  </a:lnTo>
                  <a:lnTo>
                    <a:pt x="563514" y="2833349"/>
                  </a:lnTo>
                  <a:lnTo>
                    <a:pt x="572183" y="2826023"/>
                  </a:lnTo>
                  <a:lnTo>
                    <a:pt x="580853" y="2818781"/>
                  </a:lnTo>
                  <a:lnTo>
                    <a:pt x="589522" y="2811583"/>
                  </a:lnTo>
                  <a:lnTo>
                    <a:pt x="598192" y="2804453"/>
                  </a:lnTo>
                  <a:lnTo>
                    <a:pt x="606861" y="2797415"/>
                  </a:lnTo>
                  <a:lnTo>
                    <a:pt x="615530" y="2790432"/>
                  </a:lnTo>
                  <a:lnTo>
                    <a:pt x="624200" y="2783554"/>
                  </a:lnTo>
                  <a:lnTo>
                    <a:pt x="632869" y="2776766"/>
                  </a:lnTo>
                  <a:lnTo>
                    <a:pt x="641539" y="2770041"/>
                  </a:lnTo>
                  <a:lnTo>
                    <a:pt x="650208" y="2763461"/>
                  </a:lnTo>
                  <a:lnTo>
                    <a:pt x="658878" y="2756960"/>
                  </a:lnTo>
                  <a:lnTo>
                    <a:pt x="667547" y="2750542"/>
                  </a:lnTo>
                  <a:lnTo>
                    <a:pt x="676217" y="2744280"/>
                  </a:lnTo>
                  <a:lnTo>
                    <a:pt x="684886" y="2738091"/>
                  </a:lnTo>
                  <a:lnTo>
                    <a:pt x="693555" y="2732017"/>
                  </a:lnTo>
                  <a:lnTo>
                    <a:pt x="702225" y="2726080"/>
                  </a:lnTo>
                  <a:lnTo>
                    <a:pt x="710894" y="2720218"/>
                  </a:lnTo>
                  <a:lnTo>
                    <a:pt x="719564" y="2714499"/>
                  </a:lnTo>
                  <a:lnTo>
                    <a:pt x="728233" y="2708891"/>
                  </a:lnTo>
                  <a:lnTo>
                    <a:pt x="736903" y="2703358"/>
                  </a:lnTo>
                  <a:lnTo>
                    <a:pt x="745572" y="2697988"/>
                  </a:lnTo>
                  <a:lnTo>
                    <a:pt x="754242" y="2692699"/>
                  </a:lnTo>
                  <a:lnTo>
                    <a:pt x="762911" y="2687496"/>
                  </a:lnTo>
                  <a:lnTo>
                    <a:pt x="771581" y="2682439"/>
                  </a:lnTo>
                  <a:lnTo>
                    <a:pt x="780250" y="2677445"/>
                  </a:lnTo>
                  <a:lnTo>
                    <a:pt x="788919" y="2672550"/>
                  </a:lnTo>
                  <a:lnTo>
                    <a:pt x="797589" y="2667758"/>
                  </a:lnTo>
                  <a:lnTo>
                    <a:pt x="806258" y="2663022"/>
                  </a:lnTo>
                  <a:lnTo>
                    <a:pt x="814928" y="2658382"/>
                  </a:lnTo>
                  <a:lnTo>
                    <a:pt x="823597" y="2653806"/>
                  </a:lnTo>
                  <a:lnTo>
                    <a:pt x="832267" y="2649273"/>
                  </a:lnTo>
                  <a:lnTo>
                    <a:pt x="840936" y="2644818"/>
                  </a:lnTo>
                  <a:lnTo>
                    <a:pt x="849606" y="2640393"/>
                  </a:lnTo>
                  <a:lnTo>
                    <a:pt x="858275" y="2635999"/>
                  </a:lnTo>
                  <a:lnTo>
                    <a:pt x="866944" y="2631638"/>
                  </a:lnTo>
                  <a:lnTo>
                    <a:pt x="875614" y="2627284"/>
                  </a:lnTo>
                  <a:lnTo>
                    <a:pt x="884283" y="2622937"/>
                  </a:lnTo>
                  <a:lnTo>
                    <a:pt x="892953" y="2618577"/>
                  </a:lnTo>
                  <a:lnTo>
                    <a:pt x="901622" y="2614203"/>
                  </a:lnTo>
                  <a:lnTo>
                    <a:pt x="910292" y="2609790"/>
                  </a:lnTo>
                  <a:lnTo>
                    <a:pt x="918961" y="2605328"/>
                  </a:lnTo>
                  <a:lnTo>
                    <a:pt x="927631" y="2600830"/>
                  </a:lnTo>
                  <a:lnTo>
                    <a:pt x="936300" y="2596225"/>
                  </a:lnTo>
                  <a:lnTo>
                    <a:pt x="944970" y="2591550"/>
                  </a:lnTo>
                  <a:lnTo>
                    <a:pt x="953639" y="2586798"/>
                  </a:lnTo>
                  <a:lnTo>
                    <a:pt x="962308" y="2581880"/>
                  </a:lnTo>
                  <a:lnTo>
                    <a:pt x="970978" y="2576871"/>
                  </a:lnTo>
                  <a:lnTo>
                    <a:pt x="979647" y="2571716"/>
                  </a:lnTo>
                  <a:lnTo>
                    <a:pt x="988317" y="2566366"/>
                  </a:lnTo>
                  <a:lnTo>
                    <a:pt x="996986" y="2560897"/>
                  </a:lnTo>
                  <a:lnTo>
                    <a:pt x="1005656" y="2555190"/>
                  </a:lnTo>
                  <a:lnTo>
                    <a:pt x="1014325" y="2549276"/>
                  </a:lnTo>
                  <a:lnTo>
                    <a:pt x="1022995" y="2543217"/>
                  </a:lnTo>
                  <a:lnTo>
                    <a:pt x="1031664" y="2536804"/>
                  </a:lnTo>
                  <a:lnTo>
                    <a:pt x="1040333" y="2530195"/>
                  </a:lnTo>
                  <a:lnTo>
                    <a:pt x="1049003" y="2523370"/>
                  </a:lnTo>
                  <a:lnTo>
                    <a:pt x="1057672" y="2516140"/>
                  </a:lnTo>
                  <a:lnTo>
                    <a:pt x="1066342" y="2508705"/>
                  </a:lnTo>
                  <a:lnTo>
                    <a:pt x="1075011" y="2500944"/>
                  </a:lnTo>
                  <a:lnTo>
                    <a:pt x="1083681" y="2492786"/>
                  </a:lnTo>
                  <a:lnTo>
                    <a:pt x="1092350" y="2484397"/>
                  </a:lnTo>
                  <a:lnTo>
                    <a:pt x="1101020" y="2475553"/>
                  </a:lnTo>
                  <a:lnTo>
                    <a:pt x="1109689" y="2466345"/>
                  </a:lnTo>
                  <a:lnTo>
                    <a:pt x="1118359" y="2456880"/>
                  </a:lnTo>
                  <a:lnTo>
                    <a:pt x="1127028" y="2446816"/>
                  </a:lnTo>
                  <a:lnTo>
                    <a:pt x="1135697" y="2436443"/>
                  </a:lnTo>
                  <a:lnTo>
                    <a:pt x="1144367" y="2425721"/>
                  </a:lnTo>
                  <a:lnTo>
                    <a:pt x="1153036" y="2414383"/>
                  </a:lnTo>
                  <a:lnTo>
                    <a:pt x="1161706" y="2402742"/>
                  </a:lnTo>
                  <a:lnTo>
                    <a:pt x="1170375" y="2390621"/>
                  </a:lnTo>
                  <a:lnTo>
                    <a:pt x="1179045" y="2377943"/>
                  </a:lnTo>
                  <a:lnTo>
                    <a:pt x="1187714" y="2364946"/>
                  </a:lnTo>
                  <a:lnTo>
                    <a:pt x="1196384" y="2351330"/>
                  </a:lnTo>
                  <a:lnTo>
                    <a:pt x="1205053" y="2337238"/>
                  </a:lnTo>
                  <a:lnTo>
                    <a:pt x="1213722" y="2322813"/>
                  </a:lnTo>
                  <a:lnTo>
                    <a:pt x="1222392" y="2307627"/>
                  </a:lnTo>
                  <a:lnTo>
                    <a:pt x="1231061" y="2292065"/>
                  </a:lnTo>
                  <a:lnTo>
                    <a:pt x="1239731" y="2276075"/>
                  </a:lnTo>
                  <a:lnTo>
                    <a:pt x="1248400" y="2259356"/>
                  </a:lnTo>
                  <a:lnTo>
                    <a:pt x="1257070" y="2242287"/>
                  </a:lnTo>
                  <a:lnTo>
                    <a:pt x="1265739" y="2224665"/>
                  </a:lnTo>
                  <a:lnTo>
                    <a:pt x="1274409" y="2206427"/>
                  </a:lnTo>
                  <a:lnTo>
                    <a:pt x="1283078" y="2187838"/>
                  </a:lnTo>
                  <a:lnTo>
                    <a:pt x="1291747" y="2168579"/>
                  </a:lnTo>
                  <a:lnTo>
                    <a:pt x="1300417" y="2148826"/>
                  </a:lnTo>
                  <a:lnTo>
                    <a:pt x="1309086" y="2128727"/>
                  </a:lnTo>
                  <a:lnTo>
                    <a:pt x="1317756" y="2107855"/>
                  </a:lnTo>
                  <a:lnTo>
                    <a:pt x="1326425" y="2086618"/>
                  </a:lnTo>
                  <a:lnTo>
                    <a:pt x="1335095" y="2064959"/>
                  </a:lnTo>
                  <a:lnTo>
                    <a:pt x="1343764" y="2042613"/>
                  </a:lnTo>
                  <a:lnTo>
                    <a:pt x="1352434" y="2019945"/>
                  </a:lnTo>
                  <a:lnTo>
                    <a:pt x="1361103" y="1996768"/>
                  </a:lnTo>
                  <a:lnTo>
                    <a:pt x="1369773" y="1973050"/>
                  </a:lnTo>
                  <a:lnTo>
                    <a:pt x="1378442" y="1949028"/>
                  </a:lnTo>
                  <a:lnTo>
                    <a:pt x="1387111" y="1924435"/>
                  </a:lnTo>
                  <a:lnTo>
                    <a:pt x="1395781" y="1899442"/>
                  </a:lnTo>
                  <a:lnTo>
                    <a:pt x="1404450" y="1874167"/>
                  </a:lnTo>
                  <a:lnTo>
                    <a:pt x="1413120" y="1848287"/>
                  </a:lnTo>
                  <a:lnTo>
                    <a:pt x="1421789" y="1822137"/>
                  </a:lnTo>
                  <a:lnTo>
                    <a:pt x="1430459" y="1795670"/>
                  </a:lnTo>
                  <a:lnTo>
                    <a:pt x="1439128" y="1768721"/>
                  </a:lnTo>
                  <a:lnTo>
                    <a:pt x="1447798" y="1741552"/>
                  </a:lnTo>
                  <a:lnTo>
                    <a:pt x="1456467" y="1714043"/>
                  </a:lnTo>
                  <a:lnTo>
                    <a:pt x="1465136" y="1686197"/>
                  </a:lnTo>
                  <a:lnTo>
                    <a:pt x="1473806" y="1658166"/>
                  </a:lnTo>
                  <a:lnTo>
                    <a:pt x="1482475" y="1629803"/>
                  </a:lnTo>
                  <a:lnTo>
                    <a:pt x="1491145" y="1601229"/>
                  </a:lnTo>
                  <a:lnTo>
                    <a:pt x="1499814" y="1572507"/>
                  </a:lnTo>
                  <a:lnTo>
                    <a:pt x="1508484" y="1543496"/>
                  </a:lnTo>
                  <a:lnTo>
                    <a:pt x="1517153" y="1514375"/>
                  </a:lnTo>
                  <a:lnTo>
                    <a:pt x="1525823" y="1485122"/>
                  </a:lnTo>
                  <a:lnTo>
                    <a:pt x="1534492" y="1455704"/>
                  </a:lnTo>
                  <a:lnTo>
                    <a:pt x="1543162" y="1426223"/>
                  </a:lnTo>
                  <a:lnTo>
                    <a:pt x="1551831" y="1396654"/>
                  </a:lnTo>
                  <a:lnTo>
                    <a:pt x="1560500" y="1367029"/>
                  </a:lnTo>
                  <a:lnTo>
                    <a:pt x="1569170" y="1337383"/>
                  </a:lnTo>
                  <a:lnTo>
                    <a:pt x="1577839" y="1307723"/>
                  </a:lnTo>
                  <a:lnTo>
                    <a:pt x="1586509" y="1278086"/>
                  </a:lnTo>
                  <a:lnTo>
                    <a:pt x="1595178" y="1248468"/>
                  </a:lnTo>
                  <a:lnTo>
                    <a:pt x="1603848" y="1218943"/>
                  </a:lnTo>
                  <a:lnTo>
                    <a:pt x="1612517" y="1189486"/>
                  </a:lnTo>
                  <a:lnTo>
                    <a:pt x="1621187" y="1160110"/>
                  </a:lnTo>
                  <a:lnTo>
                    <a:pt x="1629856" y="1130914"/>
                  </a:lnTo>
                  <a:lnTo>
                    <a:pt x="1638525" y="1101821"/>
                  </a:lnTo>
                  <a:lnTo>
                    <a:pt x="1647195" y="1072905"/>
                  </a:lnTo>
                  <a:lnTo>
                    <a:pt x="1655864" y="1044212"/>
                  </a:lnTo>
                  <a:lnTo>
                    <a:pt x="1664534" y="1015659"/>
                  </a:lnTo>
                  <a:lnTo>
                    <a:pt x="1673203" y="987399"/>
                  </a:lnTo>
                  <a:lnTo>
                    <a:pt x="1681873" y="959376"/>
                  </a:lnTo>
                  <a:lnTo>
                    <a:pt x="1690542" y="931524"/>
                  </a:lnTo>
                  <a:lnTo>
                    <a:pt x="1699212" y="904103"/>
                  </a:lnTo>
                  <a:lnTo>
                    <a:pt x="1707881" y="876898"/>
                  </a:lnTo>
                  <a:lnTo>
                    <a:pt x="1716551" y="849957"/>
                  </a:lnTo>
                  <a:lnTo>
                    <a:pt x="1725220" y="823470"/>
                  </a:lnTo>
                  <a:lnTo>
                    <a:pt x="1733889" y="797215"/>
                  </a:lnTo>
                  <a:lnTo>
                    <a:pt x="1742559" y="771342"/>
                  </a:lnTo>
                  <a:lnTo>
                    <a:pt x="1751228" y="745896"/>
                  </a:lnTo>
                  <a:lnTo>
                    <a:pt x="1759898" y="720704"/>
                  </a:lnTo>
                  <a:lnTo>
                    <a:pt x="1768567" y="696022"/>
                  </a:lnTo>
                  <a:lnTo>
                    <a:pt x="1777237" y="671714"/>
                  </a:lnTo>
                  <a:lnTo>
                    <a:pt x="1785906" y="647677"/>
                  </a:lnTo>
                  <a:lnTo>
                    <a:pt x="1794576" y="624283"/>
                  </a:lnTo>
                  <a:lnTo>
                    <a:pt x="1803245" y="601189"/>
                  </a:lnTo>
                  <a:lnTo>
                    <a:pt x="1811914" y="578467"/>
                  </a:lnTo>
                  <a:lnTo>
                    <a:pt x="1820584" y="556346"/>
                  </a:lnTo>
                  <a:lnTo>
                    <a:pt x="1829253" y="534522"/>
                  </a:lnTo>
                  <a:lnTo>
                    <a:pt x="1837923" y="513187"/>
                  </a:lnTo>
                  <a:lnTo>
                    <a:pt x="1846592" y="492368"/>
                  </a:lnTo>
                  <a:lnTo>
                    <a:pt x="1855262" y="471854"/>
                  </a:lnTo>
                  <a:lnTo>
                    <a:pt x="1863931" y="451941"/>
                  </a:lnTo>
                  <a:lnTo>
                    <a:pt x="1872601" y="432449"/>
                  </a:lnTo>
                  <a:lnTo>
                    <a:pt x="1881270" y="413264"/>
                  </a:lnTo>
                  <a:lnTo>
                    <a:pt x="1889940" y="394790"/>
                  </a:lnTo>
                  <a:lnTo>
                    <a:pt x="1898609" y="376634"/>
                  </a:lnTo>
                  <a:lnTo>
                    <a:pt x="1907278" y="358880"/>
                  </a:lnTo>
                  <a:lnTo>
                    <a:pt x="1915948" y="341749"/>
                  </a:lnTo>
                  <a:lnTo>
                    <a:pt x="1924617" y="324925"/>
                  </a:lnTo>
                  <a:lnTo>
                    <a:pt x="1933287" y="308602"/>
                  </a:lnTo>
                  <a:lnTo>
                    <a:pt x="1941956" y="292793"/>
                  </a:lnTo>
                  <a:lnTo>
                    <a:pt x="1950626" y="277287"/>
                  </a:lnTo>
                  <a:lnTo>
                    <a:pt x="1959295" y="262377"/>
                  </a:lnTo>
                  <a:lnTo>
                    <a:pt x="1967965" y="247871"/>
                  </a:lnTo>
                  <a:lnTo>
                    <a:pt x="1976634" y="233662"/>
                  </a:lnTo>
                  <a:lnTo>
                    <a:pt x="1985303" y="220137"/>
                  </a:lnTo>
                  <a:lnTo>
                    <a:pt x="1993973" y="206909"/>
                  </a:lnTo>
                  <a:lnTo>
                    <a:pt x="2002642" y="194065"/>
                  </a:lnTo>
                  <a:lnTo>
                    <a:pt x="2011312" y="181803"/>
                  </a:lnTo>
                  <a:lnTo>
                    <a:pt x="2019981" y="169828"/>
                  </a:lnTo>
                  <a:lnTo>
                    <a:pt x="2028651" y="158323"/>
                  </a:lnTo>
                  <a:lnTo>
                    <a:pt x="2037320" y="147293"/>
                  </a:lnTo>
                  <a:lnTo>
                    <a:pt x="2045990" y="136544"/>
                  </a:lnTo>
                  <a:lnTo>
                    <a:pt x="2054659" y="126350"/>
                  </a:lnTo>
                  <a:lnTo>
                    <a:pt x="2063329" y="116528"/>
                  </a:lnTo>
                  <a:lnTo>
                    <a:pt x="2071998" y="106982"/>
                  </a:lnTo>
                  <a:lnTo>
                    <a:pt x="2080667" y="98073"/>
                  </a:lnTo>
                  <a:lnTo>
                    <a:pt x="2089337" y="89438"/>
                  </a:lnTo>
                  <a:lnTo>
                    <a:pt x="2098006" y="81163"/>
                  </a:lnTo>
                  <a:lnTo>
                    <a:pt x="2106676" y="73432"/>
                  </a:lnTo>
                  <a:lnTo>
                    <a:pt x="2115345" y="65969"/>
                  </a:lnTo>
                  <a:lnTo>
                    <a:pt x="2124015" y="58951"/>
                  </a:lnTo>
                  <a:lnTo>
                    <a:pt x="2132684" y="52381"/>
                  </a:lnTo>
                  <a:lnTo>
                    <a:pt x="2141354" y="46078"/>
                  </a:lnTo>
                  <a:lnTo>
                    <a:pt x="2150023" y="40307"/>
                  </a:lnTo>
                  <a:lnTo>
                    <a:pt x="2158692" y="34891"/>
                  </a:lnTo>
                  <a:lnTo>
                    <a:pt x="2167362" y="29741"/>
                  </a:lnTo>
                  <a:lnTo>
                    <a:pt x="2176031" y="25208"/>
                  </a:lnTo>
                  <a:lnTo>
                    <a:pt x="2184701" y="20942"/>
                  </a:lnTo>
                  <a:lnTo>
                    <a:pt x="2193370" y="17028"/>
                  </a:lnTo>
                  <a:lnTo>
                    <a:pt x="2202040" y="13644"/>
                  </a:lnTo>
                  <a:lnTo>
                    <a:pt x="2210709" y="10523"/>
                  </a:lnTo>
                  <a:lnTo>
                    <a:pt x="2219379" y="7844"/>
                  </a:lnTo>
                  <a:lnTo>
                    <a:pt x="2228048" y="5603"/>
                  </a:lnTo>
                  <a:lnTo>
                    <a:pt x="2236718" y="3626"/>
                  </a:lnTo>
                  <a:lnTo>
                    <a:pt x="2245387" y="2175"/>
                  </a:lnTo>
                  <a:lnTo>
                    <a:pt x="2254056" y="1072"/>
                  </a:lnTo>
                  <a:lnTo>
                    <a:pt x="2262726" y="233"/>
                  </a:lnTo>
                  <a:lnTo>
                    <a:pt x="2271395" y="0"/>
                  </a:lnTo>
                  <a:lnTo>
                    <a:pt x="2280065" y="25"/>
                  </a:lnTo>
                  <a:lnTo>
                    <a:pt x="2288734" y="396"/>
                  </a:lnTo>
                  <a:lnTo>
                    <a:pt x="2297404" y="1277"/>
                  </a:lnTo>
                  <a:lnTo>
                    <a:pt x="2306073" y="2411"/>
                  </a:lnTo>
                  <a:lnTo>
                    <a:pt x="2314743" y="3969"/>
                  </a:lnTo>
                  <a:lnTo>
                    <a:pt x="2323412" y="5938"/>
                  </a:lnTo>
                  <a:lnTo>
                    <a:pt x="2332081" y="8153"/>
                  </a:lnTo>
                  <a:lnTo>
                    <a:pt x="2340751" y="10857"/>
                  </a:lnTo>
                  <a:lnTo>
                    <a:pt x="2349420" y="13874"/>
                  </a:lnTo>
                  <a:lnTo>
                    <a:pt x="2358090" y="17132"/>
                  </a:lnTo>
                  <a:lnTo>
                    <a:pt x="2366759" y="20923"/>
                  </a:lnTo>
                  <a:lnTo>
                    <a:pt x="2375429" y="24937"/>
                  </a:lnTo>
                  <a:lnTo>
                    <a:pt x="2384098" y="29249"/>
                  </a:lnTo>
                  <a:lnTo>
                    <a:pt x="2392768" y="33983"/>
                  </a:lnTo>
                  <a:lnTo>
                    <a:pt x="2401437" y="38922"/>
                  </a:lnTo>
                  <a:lnTo>
                    <a:pt x="2410107" y="44202"/>
                  </a:lnTo>
                  <a:lnTo>
                    <a:pt x="2418776" y="49795"/>
                  </a:lnTo>
                  <a:lnTo>
                    <a:pt x="2427445" y="55575"/>
                  </a:lnTo>
                  <a:lnTo>
                    <a:pt x="2436115" y="61713"/>
                  </a:lnTo>
                  <a:lnTo>
                    <a:pt x="2444784" y="68066"/>
                  </a:lnTo>
                  <a:lnTo>
                    <a:pt x="2453454" y="74586"/>
                  </a:lnTo>
                  <a:lnTo>
                    <a:pt x="2462123" y="81449"/>
                  </a:lnTo>
                  <a:lnTo>
                    <a:pt x="2470793" y="88444"/>
                  </a:lnTo>
                  <a:lnTo>
                    <a:pt x="2479462" y="95619"/>
                  </a:lnTo>
                  <a:lnTo>
                    <a:pt x="2488132" y="103021"/>
                  </a:lnTo>
                  <a:lnTo>
                    <a:pt x="2496801" y="110526"/>
                  </a:lnTo>
                  <a:lnTo>
                    <a:pt x="2505470" y="118196"/>
                  </a:lnTo>
                  <a:lnTo>
                    <a:pt x="2514140" y="125993"/>
                  </a:lnTo>
                  <a:lnTo>
                    <a:pt x="2522809" y="133863"/>
                  </a:lnTo>
                  <a:lnTo>
                    <a:pt x="2531479" y="141851"/>
                  </a:lnTo>
                  <a:lnTo>
                    <a:pt x="2540148" y="149889"/>
                  </a:lnTo>
                  <a:lnTo>
                    <a:pt x="2548818" y="157965"/>
                  </a:lnTo>
                  <a:lnTo>
                    <a:pt x="2557487" y="166082"/>
                  </a:lnTo>
                  <a:lnTo>
                    <a:pt x="2566157" y="174196"/>
                  </a:lnTo>
                  <a:lnTo>
                    <a:pt x="2574826" y="182305"/>
                  </a:lnTo>
                  <a:lnTo>
                    <a:pt x="2583495" y="190365"/>
                  </a:lnTo>
                  <a:lnTo>
                    <a:pt x="2592165" y="198387"/>
                  </a:lnTo>
                  <a:lnTo>
                    <a:pt x="2600834" y="206329"/>
                  </a:lnTo>
                  <a:lnTo>
                    <a:pt x="2609504" y="214162"/>
                  </a:lnTo>
                  <a:lnTo>
                    <a:pt x="2618173" y="221922"/>
                  </a:lnTo>
                  <a:lnTo>
                    <a:pt x="2626843" y="229501"/>
                  </a:lnTo>
                  <a:lnTo>
                    <a:pt x="2635512" y="236940"/>
                  </a:lnTo>
                  <a:lnTo>
                    <a:pt x="2644182" y="244266"/>
                  </a:lnTo>
                  <a:lnTo>
                    <a:pt x="2652851" y="251296"/>
                  </a:lnTo>
                  <a:lnTo>
                    <a:pt x="2661521" y="258180"/>
                  </a:lnTo>
                  <a:lnTo>
                    <a:pt x="2670190" y="264860"/>
                  </a:lnTo>
                  <a:lnTo>
                    <a:pt x="2678859" y="271216"/>
                  </a:lnTo>
                  <a:lnTo>
                    <a:pt x="2687529" y="277394"/>
                  </a:lnTo>
                  <a:lnTo>
                    <a:pt x="2696198" y="283260"/>
                  </a:lnTo>
                  <a:lnTo>
                    <a:pt x="2704868" y="288802"/>
                  </a:lnTo>
                  <a:lnTo>
                    <a:pt x="2713537" y="294140"/>
                  </a:lnTo>
                  <a:lnTo>
                    <a:pt x="2722207" y="299041"/>
                  </a:lnTo>
                  <a:lnTo>
                    <a:pt x="2730876" y="303649"/>
                  </a:lnTo>
                  <a:lnTo>
                    <a:pt x="2739546" y="308019"/>
                  </a:lnTo>
                  <a:lnTo>
                    <a:pt x="2748215" y="311843"/>
                  </a:lnTo>
                  <a:lnTo>
                    <a:pt x="2756884" y="315418"/>
                  </a:lnTo>
                  <a:lnTo>
                    <a:pt x="2765554" y="318648"/>
                  </a:lnTo>
                  <a:lnTo>
                    <a:pt x="2774223" y="321375"/>
                  </a:lnTo>
                  <a:lnTo>
                    <a:pt x="2782893" y="323841"/>
                  </a:lnTo>
                  <a:lnTo>
                    <a:pt x="2791562" y="325852"/>
                  </a:lnTo>
                  <a:lnTo>
                    <a:pt x="2800232" y="327428"/>
                  </a:lnTo>
                  <a:lnTo>
                    <a:pt x="2808901" y="328734"/>
                  </a:lnTo>
                  <a:lnTo>
                    <a:pt x="2817571" y="329480"/>
                  </a:lnTo>
                  <a:lnTo>
                    <a:pt x="2826240" y="329877"/>
                  </a:lnTo>
                  <a:lnTo>
                    <a:pt x="2834910" y="329985"/>
                  </a:lnTo>
                  <a:lnTo>
                    <a:pt x="2843579" y="329472"/>
                  </a:lnTo>
                  <a:lnTo>
                    <a:pt x="2852248" y="328688"/>
                  </a:lnTo>
                  <a:lnTo>
                    <a:pt x="2860918" y="327530"/>
                  </a:lnTo>
                  <a:lnTo>
                    <a:pt x="2869587" y="325856"/>
                  </a:lnTo>
                  <a:lnTo>
                    <a:pt x="2878257" y="323921"/>
                  </a:lnTo>
                  <a:lnTo>
                    <a:pt x="2886926" y="321539"/>
                  </a:lnTo>
                  <a:lnTo>
                    <a:pt x="2895596" y="318755"/>
                  </a:lnTo>
                  <a:lnTo>
                    <a:pt x="2904265" y="315724"/>
                  </a:lnTo>
                  <a:lnTo>
                    <a:pt x="2912935" y="312197"/>
                  </a:lnTo>
                  <a:lnTo>
                    <a:pt x="2921604" y="308381"/>
                  </a:lnTo>
                  <a:lnTo>
                    <a:pt x="2930273" y="304322"/>
                  </a:lnTo>
                  <a:lnTo>
                    <a:pt x="2938943" y="299777"/>
                  </a:lnTo>
                  <a:lnTo>
                    <a:pt x="2947612" y="295031"/>
                  </a:lnTo>
                  <a:lnTo>
                    <a:pt x="2956282" y="290008"/>
                  </a:lnTo>
                  <a:lnTo>
                    <a:pt x="2964951" y="284632"/>
                  </a:lnTo>
                  <a:lnTo>
                    <a:pt x="2973621" y="279085"/>
                  </a:lnTo>
                  <a:lnTo>
                    <a:pt x="2982290" y="273254"/>
                  </a:lnTo>
                  <a:lnTo>
                    <a:pt x="2990960" y="267193"/>
                  </a:lnTo>
                  <a:lnTo>
                    <a:pt x="2999629" y="260994"/>
                  </a:lnTo>
                  <a:lnTo>
                    <a:pt x="3008299" y="254540"/>
                  </a:lnTo>
                  <a:lnTo>
                    <a:pt x="3016968" y="247959"/>
                  </a:lnTo>
                  <a:lnTo>
                    <a:pt x="3025637" y="241270"/>
                  </a:lnTo>
                  <a:lnTo>
                    <a:pt x="3034307" y="234406"/>
                  </a:lnTo>
                  <a:lnTo>
                    <a:pt x="3042976" y="227487"/>
                  </a:lnTo>
                  <a:lnTo>
                    <a:pt x="3051646" y="220492"/>
                  </a:lnTo>
                  <a:lnTo>
                    <a:pt x="3060315" y="213443"/>
                  </a:lnTo>
                  <a:lnTo>
                    <a:pt x="3068985" y="206380"/>
                  </a:lnTo>
                  <a:lnTo>
                    <a:pt x="3077654" y="199313"/>
                  </a:lnTo>
                  <a:lnTo>
                    <a:pt x="3086324" y="192283"/>
                  </a:lnTo>
                  <a:lnTo>
                    <a:pt x="3094993" y="185284"/>
                  </a:lnTo>
                  <a:lnTo>
                    <a:pt x="3103662" y="178389"/>
                  </a:lnTo>
                  <a:lnTo>
                    <a:pt x="3112332" y="171590"/>
                  </a:lnTo>
                  <a:lnTo>
                    <a:pt x="3121001" y="164875"/>
                  </a:lnTo>
                  <a:lnTo>
                    <a:pt x="3129671" y="158395"/>
                  </a:lnTo>
                  <a:lnTo>
                    <a:pt x="3138340" y="152043"/>
                  </a:lnTo>
                  <a:lnTo>
                    <a:pt x="3147010" y="145879"/>
                  </a:lnTo>
                  <a:lnTo>
                    <a:pt x="3155679" y="140017"/>
                  </a:lnTo>
                  <a:lnTo>
                    <a:pt x="3164349" y="134330"/>
                  </a:lnTo>
                  <a:lnTo>
                    <a:pt x="3173018" y="128968"/>
                  </a:lnTo>
                  <a:lnTo>
                    <a:pt x="3181688" y="123941"/>
                  </a:lnTo>
                  <a:lnTo>
                    <a:pt x="3190357" y="119132"/>
                  </a:lnTo>
                  <a:lnTo>
                    <a:pt x="3199026" y="114819"/>
                  </a:lnTo>
                  <a:lnTo>
                    <a:pt x="3207696" y="110835"/>
                  </a:lnTo>
                  <a:lnTo>
                    <a:pt x="3216365" y="107137"/>
                  </a:lnTo>
                  <a:lnTo>
                    <a:pt x="3225035" y="104085"/>
                  </a:lnTo>
                  <a:lnTo>
                    <a:pt x="3233704" y="101342"/>
                  </a:lnTo>
                  <a:lnTo>
                    <a:pt x="3242374" y="99043"/>
                  </a:lnTo>
                  <a:lnTo>
                    <a:pt x="3251043" y="97382"/>
                  </a:lnTo>
                  <a:lnTo>
                    <a:pt x="3259713" y="96067"/>
                  </a:lnTo>
                  <a:lnTo>
                    <a:pt x="3268382" y="95380"/>
                  </a:lnTo>
                  <a:lnTo>
                    <a:pt x="3277051" y="95284"/>
                  </a:lnTo>
                  <a:lnTo>
                    <a:pt x="3285721" y="95568"/>
                  </a:lnTo>
                  <a:lnTo>
                    <a:pt x="3294390" y="96681"/>
                  </a:lnTo>
                  <a:lnTo>
                    <a:pt x="3303060" y="98304"/>
                  </a:lnTo>
                  <a:lnTo>
                    <a:pt x="3311729" y="100381"/>
                  </a:lnTo>
                  <a:lnTo>
                    <a:pt x="3320399" y="103416"/>
                  </a:lnTo>
                  <a:lnTo>
                    <a:pt x="3329068" y="106892"/>
                  </a:lnTo>
                  <a:lnTo>
                    <a:pt x="3337738" y="111004"/>
                  </a:lnTo>
                  <a:lnTo>
                    <a:pt x="3346407" y="115981"/>
                  </a:lnTo>
                  <a:lnTo>
                    <a:pt x="3355077" y="121419"/>
                  </a:lnTo>
                  <a:lnTo>
                    <a:pt x="3363746" y="127683"/>
                  </a:lnTo>
                  <a:lnTo>
                    <a:pt x="3372415" y="134690"/>
                  </a:lnTo>
                  <a:lnTo>
                    <a:pt x="3381085" y="142174"/>
                  </a:lnTo>
                  <a:lnTo>
                    <a:pt x="3389754" y="150673"/>
                  </a:lnTo>
                  <a:lnTo>
                    <a:pt x="3398424" y="159770"/>
                  </a:lnTo>
                  <a:lnTo>
                    <a:pt x="3407093" y="169407"/>
                  </a:lnTo>
                  <a:lnTo>
                    <a:pt x="3415763" y="180134"/>
                  </a:lnTo>
                  <a:lnTo>
                    <a:pt x="3424432" y="191352"/>
                  </a:lnTo>
                  <a:lnTo>
                    <a:pt x="3433102" y="203279"/>
                  </a:lnTo>
                  <a:lnTo>
                    <a:pt x="3441771" y="216130"/>
                  </a:lnTo>
                  <a:lnTo>
                    <a:pt x="3450440" y="229469"/>
                  </a:lnTo>
                  <a:lnTo>
                    <a:pt x="3459110" y="243674"/>
                  </a:lnTo>
                  <a:lnTo>
                    <a:pt x="3467779" y="258626"/>
                  </a:lnTo>
                  <a:lnTo>
                    <a:pt x="3476449" y="274056"/>
                  </a:lnTo>
                  <a:lnTo>
                    <a:pt x="3485118" y="290488"/>
                  </a:lnTo>
                  <a:lnTo>
                    <a:pt x="3493788" y="307485"/>
                  </a:lnTo>
                  <a:lnTo>
                    <a:pt x="3502457" y="324999"/>
                  </a:lnTo>
                  <a:lnTo>
                    <a:pt x="3511127" y="343516"/>
                  </a:lnTo>
                  <a:lnTo>
                    <a:pt x="3519796" y="362472"/>
                  </a:lnTo>
                  <a:lnTo>
                    <a:pt x="3528466" y="382066"/>
                  </a:lnTo>
                  <a:lnTo>
                    <a:pt x="3537135" y="402455"/>
                  </a:lnTo>
                  <a:lnTo>
                    <a:pt x="3545804" y="423257"/>
                  </a:lnTo>
                  <a:lnTo>
                    <a:pt x="3554474" y="444785"/>
                  </a:lnTo>
                  <a:lnTo>
                    <a:pt x="3563143" y="466911"/>
                  </a:lnTo>
                  <a:lnTo>
                    <a:pt x="3571813" y="489418"/>
                  </a:lnTo>
                  <a:lnTo>
                    <a:pt x="3580482" y="512703"/>
                  </a:lnTo>
                  <a:lnTo>
                    <a:pt x="3589152" y="536403"/>
                  </a:lnTo>
                  <a:lnTo>
                    <a:pt x="3597821" y="560490"/>
                  </a:lnTo>
                  <a:lnTo>
                    <a:pt x="3606491" y="585283"/>
                  </a:lnTo>
                  <a:lnTo>
                    <a:pt x="3615160" y="610374"/>
                  </a:lnTo>
                  <a:lnTo>
                    <a:pt x="3623829" y="635896"/>
                  </a:lnTo>
                  <a:lnTo>
                    <a:pt x="3632499" y="661920"/>
                  </a:lnTo>
                  <a:lnTo>
                    <a:pt x="3641168" y="688198"/>
                  </a:lnTo>
                  <a:lnTo>
                    <a:pt x="3649838" y="714908"/>
                  </a:lnTo>
                  <a:lnTo>
                    <a:pt x="3658507" y="741946"/>
                  </a:lnTo>
                  <a:lnTo>
                    <a:pt x="3667177" y="769190"/>
                  </a:lnTo>
                  <a:lnTo>
                    <a:pt x="3675846" y="796826"/>
                  </a:lnTo>
                  <a:lnTo>
                    <a:pt x="3684516" y="824647"/>
                  </a:lnTo>
                  <a:lnTo>
                    <a:pt x="3693185" y="852643"/>
                  </a:lnTo>
                  <a:lnTo>
                    <a:pt x="3701855" y="880910"/>
                  </a:lnTo>
                  <a:lnTo>
                    <a:pt x="3710524" y="909275"/>
                  </a:lnTo>
                  <a:lnTo>
                    <a:pt x="3719193" y="937776"/>
                  </a:lnTo>
                  <a:lnTo>
                    <a:pt x="3727863" y="966394"/>
                  </a:lnTo>
                  <a:lnTo>
                    <a:pt x="3736532" y="995059"/>
                  </a:lnTo>
                  <a:lnTo>
                    <a:pt x="3745202" y="1023781"/>
                  </a:lnTo>
                  <a:lnTo>
                    <a:pt x="3753871" y="1052505"/>
                  </a:lnTo>
                  <a:lnTo>
                    <a:pt x="3762541" y="1081225"/>
                  </a:lnTo>
                  <a:lnTo>
                    <a:pt x="3771210" y="1109884"/>
                  </a:lnTo>
                  <a:lnTo>
                    <a:pt x="3779880" y="1138474"/>
                  </a:lnTo>
                  <a:lnTo>
                    <a:pt x="3788549" y="1166996"/>
                  </a:lnTo>
                  <a:lnTo>
                    <a:pt x="3797218" y="1195329"/>
                  </a:lnTo>
                  <a:lnTo>
                    <a:pt x="3805888" y="1223550"/>
                  </a:lnTo>
                  <a:lnTo>
                    <a:pt x="3814557" y="1251601"/>
                  </a:lnTo>
                  <a:lnTo>
                    <a:pt x="3823227" y="1279389"/>
                  </a:lnTo>
                  <a:lnTo>
                    <a:pt x="3831896" y="1307021"/>
                  </a:lnTo>
                  <a:lnTo>
                    <a:pt x="3840566" y="1334348"/>
                  </a:lnTo>
                  <a:lnTo>
                    <a:pt x="3849235" y="1361383"/>
                  </a:lnTo>
                  <a:lnTo>
                    <a:pt x="3857905" y="1388222"/>
                  </a:lnTo>
                  <a:lnTo>
                    <a:pt x="3866574" y="1414597"/>
                  </a:lnTo>
                  <a:lnTo>
                    <a:pt x="3875243" y="1440692"/>
                  </a:lnTo>
                  <a:lnTo>
                    <a:pt x="3883913" y="1466514"/>
                  </a:lnTo>
                  <a:lnTo>
                    <a:pt x="3892582" y="1491776"/>
                  </a:lnTo>
                  <a:lnTo>
                    <a:pt x="3901252" y="1516766"/>
                  </a:lnTo>
                  <a:lnTo>
                    <a:pt x="3909921" y="1541347"/>
                  </a:lnTo>
                  <a:lnTo>
                    <a:pt x="3918591" y="1565392"/>
                  </a:lnTo>
                  <a:lnTo>
                    <a:pt x="3927260" y="1589140"/>
                  </a:lnTo>
                  <a:lnTo>
                    <a:pt x="3935930" y="1612332"/>
                  </a:lnTo>
                  <a:lnTo>
                    <a:pt x="3944599" y="1635046"/>
                  </a:lnTo>
                  <a:lnTo>
                    <a:pt x="3953269" y="1657442"/>
                  </a:lnTo>
                  <a:lnTo>
                    <a:pt x="3961938" y="1679134"/>
                  </a:lnTo>
                  <a:lnTo>
                    <a:pt x="3970607" y="1700435"/>
                  </a:lnTo>
                  <a:lnTo>
                    <a:pt x="3979277" y="1721348"/>
                  </a:lnTo>
                  <a:lnTo>
                    <a:pt x="3987946" y="1741525"/>
                  </a:lnTo>
                  <a:lnTo>
                    <a:pt x="3996616" y="1761361"/>
                  </a:lnTo>
                  <a:lnTo>
                    <a:pt x="4005285" y="1780686"/>
                  </a:lnTo>
                  <a:lnTo>
                    <a:pt x="4013955" y="1799382"/>
                  </a:lnTo>
                  <a:lnTo>
                    <a:pt x="4022624" y="1817736"/>
                  </a:lnTo>
                  <a:lnTo>
                    <a:pt x="4031294" y="1835466"/>
                  </a:lnTo>
                  <a:lnTo>
                    <a:pt x="4039963" y="1852691"/>
                  </a:lnTo>
                  <a:lnTo>
                    <a:pt x="4048632" y="1869579"/>
                  </a:lnTo>
                  <a:lnTo>
                    <a:pt x="4057302" y="1885751"/>
                  </a:lnTo>
                  <a:lnTo>
                    <a:pt x="4065971" y="1901546"/>
                  </a:lnTo>
                  <a:lnTo>
                    <a:pt x="4074641" y="1916964"/>
                  </a:lnTo>
                  <a:lnTo>
                    <a:pt x="4083310" y="1931705"/>
                  </a:lnTo>
                  <a:lnTo>
                    <a:pt x="4091980" y="1946144"/>
                  </a:lnTo>
                  <a:lnTo>
                    <a:pt x="4100649" y="1960131"/>
                  </a:lnTo>
                  <a:lnTo>
                    <a:pt x="4109319" y="1973595"/>
                  </a:lnTo>
                  <a:lnTo>
                    <a:pt x="4117988" y="1986779"/>
                  </a:lnTo>
                  <a:lnTo>
                    <a:pt x="4126658" y="1999465"/>
                  </a:lnTo>
                  <a:lnTo>
                    <a:pt x="4135327" y="2011772"/>
                  </a:lnTo>
                  <a:lnTo>
                    <a:pt x="4143996" y="2023829"/>
                  </a:lnTo>
                  <a:lnTo>
                    <a:pt x="4152666" y="2035373"/>
                  </a:lnTo>
                  <a:lnTo>
                    <a:pt x="4161335" y="2046669"/>
                  </a:lnTo>
                  <a:lnTo>
                    <a:pt x="4170005" y="2057710"/>
                  </a:lnTo>
                  <a:lnTo>
                    <a:pt x="4178674" y="2068332"/>
                  </a:lnTo>
                  <a:lnTo>
                    <a:pt x="4187344" y="2078777"/>
                  </a:lnTo>
                  <a:lnTo>
                    <a:pt x="4196013" y="2088960"/>
                  </a:lnTo>
                  <a:lnTo>
                    <a:pt x="4204683" y="2098869"/>
                  </a:lnTo>
                  <a:lnTo>
                    <a:pt x="4213352" y="2108638"/>
                  </a:lnTo>
                  <a:lnTo>
                    <a:pt x="4222021" y="2118170"/>
                  </a:lnTo>
                  <a:lnTo>
                    <a:pt x="4230691" y="2127545"/>
                  </a:lnTo>
                  <a:lnTo>
                    <a:pt x="4239360" y="2136819"/>
                  </a:lnTo>
                  <a:lnTo>
                    <a:pt x="4248030" y="2145914"/>
                  </a:lnTo>
                  <a:lnTo>
                    <a:pt x="4256699" y="2154940"/>
                  </a:lnTo>
                  <a:lnTo>
                    <a:pt x="4265369" y="2163895"/>
                  </a:lnTo>
                  <a:lnTo>
                    <a:pt x="4274038" y="2172772"/>
                  </a:lnTo>
                  <a:lnTo>
                    <a:pt x="4282708" y="2181628"/>
                  </a:lnTo>
                  <a:lnTo>
                    <a:pt x="4291377" y="2190462"/>
                  </a:lnTo>
                  <a:lnTo>
                    <a:pt x="4300047" y="2199306"/>
                  </a:lnTo>
                  <a:lnTo>
                    <a:pt x="4308716" y="2208166"/>
                  </a:lnTo>
                  <a:lnTo>
                    <a:pt x="4317385" y="2217074"/>
                  </a:lnTo>
                  <a:lnTo>
                    <a:pt x="4326055" y="2226048"/>
                  </a:lnTo>
                  <a:lnTo>
                    <a:pt x="4334724" y="2235070"/>
                  </a:lnTo>
                  <a:lnTo>
                    <a:pt x="4343394" y="2244229"/>
                  </a:lnTo>
                  <a:lnTo>
                    <a:pt x="4352063" y="2253479"/>
                  </a:lnTo>
                  <a:lnTo>
                    <a:pt x="4360733" y="2262823"/>
                  </a:lnTo>
                  <a:lnTo>
                    <a:pt x="4369402" y="2272368"/>
                  </a:lnTo>
                  <a:lnTo>
                    <a:pt x="4378072" y="2282017"/>
                  </a:lnTo>
                  <a:lnTo>
                    <a:pt x="4386741" y="2291829"/>
                  </a:lnTo>
                  <a:lnTo>
                    <a:pt x="4395410" y="2301856"/>
                  </a:lnTo>
                  <a:lnTo>
                    <a:pt x="4404080" y="2312004"/>
                  </a:lnTo>
                  <a:lnTo>
                    <a:pt x="4412749" y="2322392"/>
                  </a:lnTo>
                  <a:lnTo>
                    <a:pt x="4421419" y="2332979"/>
                  </a:lnTo>
                  <a:lnTo>
                    <a:pt x="4430088" y="2343702"/>
                  </a:lnTo>
                  <a:lnTo>
                    <a:pt x="4430088" y="3305201"/>
                  </a:lnTo>
                  <a:lnTo>
                    <a:pt x="4421419" y="3305201"/>
                  </a:lnTo>
                  <a:lnTo>
                    <a:pt x="4412749" y="3305201"/>
                  </a:lnTo>
                  <a:lnTo>
                    <a:pt x="4404080" y="3305201"/>
                  </a:lnTo>
                  <a:lnTo>
                    <a:pt x="4395410" y="3305201"/>
                  </a:lnTo>
                  <a:lnTo>
                    <a:pt x="4386741" y="3305201"/>
                  </a:lnTo>
                  <a:lnTo>
                    <a:pt x="4378072" y="3305201"/>
                  </a:lnTo>
                  <a:lnTo>
                    <a:pt x="4369402" y="3305201"/>
                  </a:lnTo>
                  <a:lnTo>
                    <a:pt x="4360733" y="3305201"/>
                  </a:lnTo>
                  <a:lnTo>
                    <a:pt x="4352063" y="3305201"/>
                  </a:lnTo>
                  <a:lnTo>
                    <a:pt x="4343394" y="3305201"/>
                  </a:lnTo>
                  <a:lnTo>
                    <a:pt x="4334724" y="3305201"/>
                  </a:lnTo>
                  <a:lnTo>
                    <a:pt x="4326055" y="3305201"/>
                  </a:lnTo>
                  <a:lnTo>
                    <a:pt x="4317385" y="3305201"/>
                  </a:lnTo>
                  <a:lnTo>
                    <a:pt x="4308716" y="3305201"/>
                  </a:lnTo>
                  <a:lnTo>
                    <a:pt x="4300047" y="3305201"/>
                  </a:lnTo>
                  <a:lnTo>
                    <a:pt x="4291377" y="3305201"/>
                  </a:lnTo>
                  <a:lnTo>
                    <a:pt x="4282708" y="3305201"/>
                  </a:lnTo>
                  <a:lnTo>
                    <a:pt x="4274038" y="3305201"/>
                  </a:lnTo>
                  <a:lnTo>
                    <a:pt x="4265369" y="3305201"/>
                  </a:lnTo>
                  <a:lnTo>
                    <a:pt x="4256699" y="3305201"/>
                  </a:lnTo>
                  <a:lnTo>
                    <a:pt x="4248030" y="3305201"/>
                  </a:lnTo>
                  <a:lnTo>
                    <a:pt x="4239360" y="3305201"/>
                  </a:lnTo>
                  <a:lnTo>
                    <a:pt x="4230691" y="3305201"/>
                  </a:lnTo>
                  <a:lnTo>
                    <a:pt x="4222021" y="3305201"/>
                  </a:lnTo>
                  <a:lnTo>
                    <a:pt x="4213352" y="3305201"/>
                  </a:lnTo>
                  <a:lnTo>
                    <a:pt x="4204683" y="3305201"/>
                  </a:lnTo>
                  <a:lnTo>
                    <a:pt x="4196013" y="3305201"/>
                  </a:lnTo>
                  <a:lnTo>
                    <a:pt x="4187344" y="3305201"/>
                  </a:lnTo>
                  <a:lnTo>
                    <a:pt x="4178674" y="3305201"/>
                  </a:lnTo>
                  <a:lnTo>
                    <a:pt x="4170005" y="3305201"/>
                  </a:lnTo>
                  <a:lnTo>
                    <a:pt x="4161335" y="3305201"/>
                  </a:lnTo>
                  <a:lnTo>
                    <a:pt x="4152666" y="3305201"/>
                  </a:lnTo>
                  <a:lnTo>
                    <a:pt x="4143996" y="3305201"/>
                  </a:lnTo>
                  <a:lnTo>
                    <a:pt x="4135327" y="3305201"/>
                  </a:lnTo>
                  <a:lnTo>
                    <a:pt x="4126658" y="3305201"/>
                  </a:lnTo>
                  <a:lnTo>
                    <a:pt x="4117988" y="3305201"/>
                  </a:lnTo>
                  <a:lnTo>
                    <a:pt x="4109319" y="3305201"/>
                  </a:lnTo>
                  <a:lnTo>
                    <a:pt x="4100649" y="3305201"/>
                  </a:lnTo>
                  <a:lnTo>
                    <a:pt x="4091980" y="3305201"/>
                  </a:lnTo>
                  <a:lnTo>
                    <a:pt x="4083310" y="3305201"/>
                  </a:lnTo>
                  <a:lnTo>
                    <a:pt x="4074641" y="3305201"/>
                  </a:lnTo>
                  <a:lnTo>
                    <a:pt x="4065971" y="3305201"/>
                  </a:lnTo>
                  <a:lnTo>
                    <a:pt x="4057302" y="3305201"/>
                  </a:lnTo>
                  <a:lnTo>
                    <a:pt x="4048632" y="3305201"/>
                  </a:lnTo>
                  <a:lnTo>
                    <a:pt x="4039963" y="3305201"/>
                  </a:lnTo>
                  <a:lnTo>
                    <a:pt x="4031294" y="3305201"/>
                  </a:lnTo>
                  <a:lnTo>
                    <a:pt x="4022624" y="3305201"/>
                  </a:lnTo>
                  <a:lnTo>
                    <a:pt x="4013955" y="3305201"/>
                  </a:lnTo>
                  <a:lnTo>
                    <a:pt x="4005285" y="3305201"/>
                  </a:lnTo>
                  <a:lnTo>
                    <a:pt x="3996616" y="3305201"/>
                  </a:lnTo>
                  <a:lnTo>
                    <a:pt x="3987946" y="3305201"/>
                  </a:lnTo>
                  <a:lnTo>
                    <a:pt x="3979277" y="3305201"/>
                  </a:lnTo>
                  <a:lnTo>
                    <a:pt x="3970607" y="3305201"/>
                  </a:lnTo>
                  <a:lnTo>
                    <a:pt x="3961938" y="3305201"/>
                  </a:lnTo>
                  <a:lnTo>
                    <a:pt x="3953269" y="3305201"/>
                  </a:lnTo>
                  <a:lnTo>
                    <a:pt x="3944599" y="3305201"/>
                  </a:lnTo>
                  <a:lnTo>
                    <a:pt x="3935930" y="3305201"/>
                  </a:lnTo>
                  <a:lnTo>
                    <a:pt x="3927260" y="3305201"/>
                  </a:lnTo>
                  <a:lnTo>
                    <a:pt x="3918591" y="3305201"/>
                  </a:lnTo>
                  <a:lnTo>
                    <a:pt x="3909921" y="3305201"/>
                  </a:lnTo>
                  <a:lnTo>
                    <a:pt x="3901252" y="3305201"/>
                  </a:lnTo>
                  <a:lnTo>
                    <a:pt x="3892582" y="3305201"/>
                  </a:lnTo>
                  <a:lnTo>
                    <a:pt x="3883913" y="3305201"/>
                  </a:lnTo>
                  <a:lnTo>
                    <a:pt x="3875243" y="3305201"/>
                  </a:lnTo>
                  <a:lnTo>
                    <a:pt x="3866574" y="3305201"/>
                  </a:lnTo>
                  <a:lnTo>
                    <a:pt x="3857905" y="3305201"/>
                  </a:lnTo>
                  <a:lnTo>
                    <a:pt x="3849235" y="3305201"/>
                  </a:lnTo>
                  <a:lnTo>
                    <a:pt x="3840566" y="3305201"/>
                  </a:lnTo>
                  <a:lnTo>
                    <a:pt x="3831896" y="3305201"/>
                  </a:lnTo>
                  <a:lnTo>
                    <a:pt x="3823227" y="3305201"/>
                  </a:lnTo>
                  <a:lnTo>
                    <a:pt x="3814557" y="3305201"/>
                  </a:lnTo>
                  <a:lnTo>
                    <a:pt x="3805888" y="3305201"/>
                  </a:lnTo>
                  <a:lnTo>
                    <a:pt x="3797218" y="3305201"/>
                  </a:lnTo>
                  <a:lnTo>
                    <a:pt x="3788549" y="3305201"/>
                  </a:lnTo>
                  <a:lnTo>
                    <a:pt x="3779880" y="3305201"/>
                  </a:lnTo>
                  <a:lnTo>
                    <a:pt x="3771210" y="3305201"/>
                  </a:lnTo>
                  <a:lnTo>
                    <a:pt x="3762541" y="3305201"/>
                  </a:lnTo>
                  <a:lnTo>
                    <a:pt x="3753871" y="3305201"/>
                  </a:lnTo>
                  <a:lnTo>
                    <a:pt x="3745202" y="3305201"/>
                  </a:lnTo>
                  <a:lnTo>
                    <a:pt x="3736532" y="3305201"/>
                  </a:lnTo>
                  <a:lnTo>
                    <a:pt x="3727863" y="3305201"/>
                  </a:lnTo>
                  <a:lnTo>
                    <a:pt x="3719193" y="3305201"/>
                  </a:lnTo>
                  <a:lnTo>
                    <a:pt x="3710524" y="3305201"/>
                  </a:lnTo>
                  <a:lnTo>
                    <a:pt x="3701855" y="3305201"/>
                  </a:lnTo>
                  <a:lnTo>
                    <a:pt x="3693185" y="3305201"/>
                  </a:lnTo>
                  <a:lnTo>
                    <a:pt x="3684516" y="3305201"/>
                  </a:lnTo>
                  <a:lnTo>
                    <a:pt x="3675846" y="3305201"/>
                  </a:lnTo>
                  <a:lnTo>
                    <a:pt x="3667177" y="3305201"/>
                  </a:lnTo>
                  <a:lnTo>
                    <a:pt x="3658507" y="3305201"/>
                  </a:lnTo>
                  <a:lnTo>
                    <a:pt x="3649838" y="3305201"/>
                  </a:lnTo>
                  <a:lnTo>
                    <a:pt x="3641168" y="3305201"/>
                  </a:lnTo>
                  <a:lnTo>
                    <a:pt x="3632499" y="3305201"/>
                  </a:lnTo>
                  <a:lnTo>
                    <a:pt x="3623829" y="3305201"/>
                  </a:lnTo>
                  <a:lnTo>
                    <a:pt x="3615160" y="3305201"/>
                  </a:lnTo>
                  <a:lnTo>
                    <a:pt x="3606491" y="3305201"/>
                  </a:lnTo>
                  <a:lnTo>
                    <a:pt x="3597821" y="3305201"/>
                  </a:lnTo>
                  <a:lnTo>
                    <a:pt x="3589152" y="3305201"/>
                  </a:lnTo>
                  <a:lnTo>
                    <a:pt x="3580482" y="3305201"/>
                  </a:lnTo>
                  <a:lnTo>
                    <a:pt x="3571813" y="3305201"/>
                  </a:lnTo>
                  <a:lnTo>
                    <a:pt x="3563143" y="3305201"/>
                  </a:lnTo>
                  <a:lnTo>
                    <a:pt x="3554474" y="3305201"/>
                  </a:lnTo>
                  <a:lnTo>
                    <a:pt x="3545804" y="3305201"/>
                  </a:lnTo>
                  <a:lnTo>
                    <a:pt x="3537135" y="3305201"/>
                  </a:lnTo>
                  <a:lnTo>
                    <a:pt x="3528466" y="3305201"/>
                  </a:lnTo>
                  <a:lnTo>
                    <a:pt x="3519796" y="3305201"/>
                  </a:lnTo>
                  <a:lnTo>
                    <a:pt x="3511127" y="3305201"/>
                  </a:lnTo>
                  <a:lnTo>
                    <a:pt x="3502457" y="3305201"/>
                  </a:lnTo>
                  <a:lnTo>
                    <a:pt x="3493788" y="3305201"/>
                  </a:lnTo>
                  <a:lnTo>
                    <a:pt x="3485118" y="3305201"/>
                  </a:lnTo>
                  <a:lnTo>
                    <a:pt x="3476449" y="3305201"/>
                  </a:lnTo>
                  <a:lnTo>
                    <a:pt x="3467779" y="3305201"/>
                  </a:lnTo>
                  <a:lnTo>
                    <a:pt x="3459110" y="3305201"/>
                  </a:lnTo>
                  <a:lnTo>
                    <a:pt x="3450440" y="3305201"/>
                  </a:lnTo>
                  <a:lnTo>
                    <a:pt x="3441771" y="3305201"/>
                  </a:lnTo>
                  <a:lnTo>
                    <a:pt x="3433102" y="3305201"/>
                  </a:lnTo>
                  <a:lnTo>
                    <a:pt x="3424432" y="3305201"/>
                  </a:lnTo>
                  <a:lnTo>
                    <a:pt x="3415763" y="3305201"/>
                  </a:lnTo>
                  <a:lnTo>
                    <a:pt x="3407093" y="3305201"/>
                  </a:lnTo>
                  <a:lnTo>
                    <a:pt x="3398424" y="3305201"/>
                  </a:lnTo>
                  <a:lnTo>
                    <a:pt x="3389754" y="3305201"/>
                  </a:lnTo>
                  <a:lnTo>
                    <a:pt x="3381085" y="3305201"/>
                  </a:lnTo>
                  <a:lnTo>
                    <a:pt x="3372415" y="3305201"/>
                  </a:lnTo>
                  <a:lnTo>
                    <a:pt x="3363746" y="3305201"/>
                  </a:lnTo>
                  <a:lnTo>
                    <a:pt x="3355077" y="3305201"/>
                  </a:lnTo>
                  <a:lnTo>
                    <a:pt x="3346407" y="3305201"/>
                  </a:lnTo>
                  <a:lnTo>
                    <a:pt x="3337738" y="3305201"/>
                  </a:lnTo>
                  <a:lnTo>
                    <a:pt x="3329068" y="3305201"/>
                  </a:lnTo>
                  <a:lnTo>
                    <a:pt x="3320399" y="3305201"/>
                  </a:lnTo>
                  <a:lnTo>
                    <a:pt x="3311729" y="3305201"/>
                  </a:lnTo>
                  <a:lnTo>
                    <a:pt x="3303060" y="3305201"/>
                  </a:lnTo>
                  <a:lnTo>
                    <a:pt x="3294390" y="3305201"/>
                  </a:lnTo>
                  <a:lnTo>
                    <a:pt x="3285721" y="3305201"/>
                  </a:lnTo>
                  <a:lnTo>
                    <a:pt x="3277051" y="3305201"/>
                  </a:lnTo>
                  <a:lnTo>
                    <a:pt x="3268382" y="3305201"/>
                  </a:lnTo>
                  <a:lnTo>
                    <a:pt x="3259713" y="3305201"/>
                  </a:lnTo>
                  <a:lnTo>
                    <a:pt x="3251043" y="3305201"/>
                  </a:lnTo>
                  <a:lnTo>
                    <a:pt x="3242374" y="3305201"/>
                  </a:lnTo>
                  <a:lnTo>
                    <a:pt x="3233704" y="3305201"/>
                  </a:lnTo>
                  <a:lnTo>
                    <a:pt x="3225035" y="3305201"/>
                  </a:lnTo>
                  <a:lnTo>
                    <a:pt x="3216365" y="3305201"/>
                  </a:lnTo>
                  <a:lnTo>
                    <a:pt x="3207696" y="3305201"/>
                  </a:lnTo>
                  <a:lnTo>
                    <a:pt x="3199026" y="3305201"/>
                  </a:lnTo>
                  <a:lnTo>
                    <a:pt x="3190357" y="3305201"/>
                  </a:lnTo>
                  <a:lnTo>
                    <a:pt x="3181688" y="3305201"/>
                  </a:lnTo>
                  <a:lnTo>
                    <a:pt x="3173018" y="3305201"/>
                  </a:lnTo>
                  <a:lnTo>
                    <a:pt x="3164349" y="3305201"/>
                  </a:lnTo>
                  <a:lnTo>
                    <a:pt x="3155679" y="3305201"/>
                  </a:lnTo>
                  <a:lnTo>
                    <a:pt x="3147010" y="3305201"/>
                  </a:lnTo>
                  <a:lnTo>
                    <a:pt x="3138340" y="3305201"/>
                  </a:lnTo>
                  <a:lnTo>
                    <a:pt x="3129671" y="3305201"/>
                  </a:lnTo>
                  <a:lnTo>
                    <a:pt x="3121001" y="3305201"/>
                  </a:lnTo>
                  <a:lnTo>
                    <a:pt x="3112332" y="3305201"/>
                  </a:lnTo>
                  <a:lnTo>
                    <a:pt x="3103662" y="3305201"/>
                  </a:lnTo>
                  <a:lnTo>
                    <a:pt x="3094993" y="3305201"/>
                  </a:lnTo>
                  <a:lnTo>
                    <a:pt x="3086324" y="3305201"/>
                  </a:lnTo>
                  <a:lnTo>
                    <a:pt x="3077654" y="3305201"/>
                  </a:lnTo>
                  <a:lnTo>
                    <a:pt x="3068985" y="3305201"/>
                  </a:lnTo>
                  <a:lnTo>
                    <a:pt x="3060315" y="3305201"/>
                  </a:lnTo>
                  <a:lnTo>
                    <a:pt x="3051646" y="3305201"/>
                  </a:lnTo>
                  <a:lnTo>
                    <a:pt x="3042976" y="3305201"/>
                  </a:lnTo>
                  <a:lnTo>
                    <a:pt x="3034307" y="3305201"/>
                  </a:lnTo>
                  <a:lnTo>
                    <a:pt x="3025637" y="3305201"/>
                  </a:lnTo>
                  <a:lnTo>
                    <a:pt x="3016968" y="3305201"/>
                  </a:lnTo>
                  <a:lnTo>
                    <a:pt x="3008299" y="3305201"/>
                  </a:lnTo>
                  <a:lnTo>
                    <a:pt x="2999629" y="3305201"/>
                  </a:lnTo>
                  <a:lnTo>
                    <a:pt x="2990960" y="3305201"/>
                  </a:lnTo>
                  <a:lnTo>
                    <a:pt x="2982290" y="3305201"/>
                  </a:lnTo>
                  <a:lnTo>
                    <a:pt x="2973621" y="3305201"/>
                  </a:lnTo>
                  <a:lnTo>
                    <a:pt x="2964951" y="3305201"/>
                  </a:lnTo>
                  <a:lnTo>
                    <a:pt x="2956282" y="3305201"/>
                  </a:lnTo>
                  <a:lnTo>
                    <a:pt x="2947612" y="3305201"/>
                  </a:lnTo>
                  <a:lnTo>
                    <a:pt x="2938943" y="3305201"/>
                  </a:lnTo>
                  <a:lnTo>
                    <a:pt x="2930273" y="3305201"/>
                  </a:lnTo>
                  <a:lnTo>
                    <a:pt x="2921604" y="3305201"/>
                  </a:lnTo>
                  <a:lnTo>
                    <a:pt x="2912935" y="3305201"/>
                  </a:lnTo>
                  <a:lnTo>
                    <a:pt x="2904265" y="3305201"/>
                  </a:lnTo>
                  <a:lnTo>
                    <a:pt x="2895596" y="3305201"/>
                  </a:lnTo>
                  <a:lnTo>
                    <a:pt x="2886926" y="3305201"/>
                  </a:lnTo>
                  <a:lnTo>
                    <a:pt x="2878257" y="3305201"/>
                  </a:lnTo>
                  <a:lnTo>
                    <a:pt x="2869587" y="3305201"/>
                  </a:lnTo>
                  <a:lnTo>
                    <a:pt x="2860918" y="3305201"/>
                  </a:lnTo>
                  <a:lnTo>
                    <a:pt x="2852248" y="3305201"/>
                  </a:lnTo>
                  <a:lnTo>
                    <a:pt x="2843579" y="3305201"/>
                  </a:lnTo>
                  <a:lnTo>
                    <a:pt x="2834910" y="3305201"/>
                  </a:lnTo>
                  <a:lnTo>
                    <a:pt x="2826240" y="3305201"/>
                  </a:lnTo>
                  <a:lnTo>
                    <a:pt x="2817571" y="3305201"/>
                  </a:lnTo>
                  <a:lnTo>
                    <a:pt x="2808901" y="3305201"/>
                  </a:lnTo>
                  <a:lnTo>
                    <a:pt x="2800232" y="3305201"/>
                  </a:lnTo>
                  <a:lnTo>
                    <a:pt x="2791562" y="3305201"/>
                  </a:lnTo>
                  <a:lnTo>
                    <a:pt x="2782893" y="3305201"/>
                  </a:lnTo>
                  <a:lnTo>
                    <a:pt x="2774223" y="3305201"/>
                  </a:lnTo>
                  <a:lnTo>
                    <a:pt x="2765554" y="3305201"/>
                  </a:lnTo>
                  <a:lnTo>
                    <a:pt x="2756884" y="3305201"/>
                  </a:lnTo>
                  <a:lnTo>
                    <a:pt x="2748215" y="3305201"/>
                  </a:lnTo>
                  <a:lnTo>
                    <a:pt x="2739546" y="3305201"/>
                  </a:lnTo>
                  <a:lnTo>
                    <a:pt x="2730876" y="3305201"/>
                  </a:lnTo>
                  <a:lnTo>
                    <a:pt x="2722207" y="3305201"/>
                  </a:lnTo>
                  <a:lnTo>
                    <a:pt x="2713537" y="3305201"/>
                  </a:lnTo>
                  <a:lnTo>
                    <a:pt x="2704868" y="3305201"/>
                  </a:lnTo>
                  <a:lnTo>
                    <a:pt x="2696198" y="3305201"/>
                  </a:lnTo>
                  <a:lnTo>
                    <a:pt x="2687529" y="3305201"/>
                  </a:lnTo>
                  <a:lnTo>
                    <a:pt x="2678859" y="3305201"/>
                  </a:lnTo>
                  <a:lnTo>
                    <a:pt x="2670190" y="3305201"/>
                  </a:lnTo>
                  <a:lnTo>
                    <a:pt x="2661521" y="3305201"/>
                  </a:lnTo>
                  <a:lnTo>
                    <a:pt x="2652851" y="3305201"/>
                  </a:lnTo>
                  <a:lnTo>
                    <a:pt x="2644182" y="3305201"/>
                  </a:lnTo>
                  <a:lnTo>
                    <a:pt x="2635512" y="3305201"/>
                  </a:lnTo>
                  <a:lnTo>
                    <a:pt x="2626843" y="3305201"/>
                  </a:lnTo>
                  <a:lnTo>
                    <a:pt x="2618173" y="3305201"/>
                  </a:lnTo>
                  <a:lnTo>
                    <a:pt x="2609504" y="3305201"/>
                  </a:lnTo>
                  <a:lnTo>
                    <a:pt x="2600834" y="3305201"/>
                  </a:lnTo>
                  <a:lnTo>
                    <a:pt x="2592165" y="3305201"/>
                  </a:lnTo>
                  <a:lnTo>
                    <a:pt x="2583495" y="3305201"/>
                  </a:lnTo>
                  <a:lnTo>
                    <a:pt x="2574826" y="3305201"/>
                  </a:lnTo>
                  <a:lnTo>
                    <a:pt x="2566157" y="3305201"/>
                  </a:lnTo>
                  <a:lnTo>
                    <a:pt x="2557487" y="3305201"/>
                  </a:lnTo>
                  <a:lnTo>
                    <a:pt x="2548818" y="3305201"/>
                  </a:lnTo>
                  <a:lnTo>
                    <a:pt x="2540148" y="3305201"/>
                  </a:lnTo>
                  <a:lnTo>
                    <a:pt x="2531479" y="3305201"/>
                  </a:lnTo>
                  <a:lnTo>
                    <a:pt x="2522809" y="3305201"/>
                  </a:lnTo>
                  <a:lnTo>
                    <a:pt x="2514140" y="3305201"/>
                  </a:lnTo>
                  <a:lnTo>
                    <a:pt x="2505470" y="3305201"/>
                  </a:lnTo>
                  <a:lnTo>
                    <a:pt x="2496801" y="3305201"/>
                  </a:lnTo>
                  <a:lnTo>
                    <a:pt x="2488132" y="3305201"/>
                  </a:lnTo>
                  <a:lnTo>
                    <a:pt x="2479462" y="3305201"/>
                  </a:lnTo>
                  <a:lnTo>
                    <a:pt x="2470793" y="3305201"/>
                  </a:lnTo>
                  <a:lnTo>
                    <a:pt x="2462123" y="3305201"/>
                  </a:lnTo>
                  <a:lnTo>
                    <a:pt x="2453454" y="3305201"/>
                  </a:lnTo>
                  <a:lnTo>
                    <a:pt x="2444784" y="3305201"/>
                  </a:lnTo>
                  <a:lnTo>
                    <a:pt x="2436115" y="3305201"/>
                  </a:lnTo>
                  <a:lnTo>
                    <a:pt x="2427445" y="3305201"/>
                  </a:lnTo>
                  <a:lnTo>
                    <a:pt x="2418776" y="3305201"/>
                  </a:lnTo>
                  <a:lnTo>
                    <a:pt x="2410107" y="3305201"/>
                  </a:lnTo>
                  <a:lnTo>
                    <a:pt x="2401437" y="3305201"/>
                  </a:lnTo>
                  <a:lnTo>
                    <a:pt x="2392768" y="3305201"/>
                  </a:lnTo>
                  <a:lnTo>
                    <a:pt x="2384098" y="3305201"/>
                  </a:lnTo>
                  <a:lnTo>
                    <a:pt x="2375429" y="3305201"/>
                  </a:lnTo>
                  <a:lnTo>
                    <a:pt x="2366759" y="3305201"/>
                  </a:lnTo>
                  <a:lnTo>
                    <a:pt x="2358090" y="3305201"/>
                  </a:lnTo>
                  <a:lnTo>
                    <a:pt x="2349420" y="3305201"/>
                  </a:lnTo>
                  <a:lnTo>
                    <a:pt x="2340751" y="3305201"/>
                  </a:lnTo>
                  <a:lnTo>
                    <a:pt x="2332081" y="3305201"/>
                  </a:lnTo>
                  <a:lnTo>
                    <a:pt x="2323412" y="3305201"/>
                  </a:lnTo>
                  <a:lnTo>
                    <a:pt x="2314743" y="3305201"/>
                  </a:lnTo>
                  <a:lnTo>
                    <a:pt x="2306073" y="3305201"/>
                  </a:lnTo>
                  <a:lnTo>
                    <a:pt x="2297404" y="3305201"/>
                  </a:lnTo>
                  <a:lnTo>
                    <a:pt x="2288734" y="3305201"/>
                  </a:lnTo>
                  <a:lnTo>
                    <a:pt x="2280065" y="3305201"/>
                  </a:lnTo>
                  <a:lnTo>
                    <a:pt x="2271395" y="3305201"/>
                  </a:lnTo>
                  <a:lnTo>
                    <a:pt x="2262726" y="3305201"/>
                  </a:lnTo>
                  <a:lnTo>
                    <a:pt x="2254056" y="3305201"/>
                  </a:lnTo>
                  <a:lnTo>
                    <a:pt x="2245387" y="3305201"/>
                  </a:lnTo>
                  <a:lnTo>
                    <a:pt x="2236718" y="3305201"/>
                  </a:lnTo>
                  <a:lnTo>
                    <a:pt x="2228048" y="3305201"/>
                  </a:lnTo>
                  <a:lnTo>
                    <a:pt x="2219379" y="3305201"/>
                  </a:lnTo>
                  <a:lnTo>
                    <a:pt x="2210709" y="3305201"/>
                  </a:lnTo>
                  <a:lnTo>
                    <a:pt x="2202040" y="3305201"/>
                  </a:lnTo>
                  <a:lnTo>
                    <a:pt x="2193370" y="3305201"/>
                  </a:lnTo>
                  <a:lnTo>
                    <a:pt x="2184701" y="3305201"/>
                  </a:lnTo>
                  <a:lnTo>
                    <a:pt x="2176031" y="3305201"/>
                  </a:lnTo>
                  <a:lnTo>
                    <a:pt x="2167362" y="3305201"/>
                  </a:lnTo>
                  <a:lnTo>
                    <a:pt x="2158692" y="3305201"/>
                  </a:lnTo>
                  <a:lnTo>
                    <a:pt x="2150023" y="3305201"/>
                  </a:lnTo>
                  <a:lnTo>
                    <a:pt x="2141354" y="3305201"/>
                  </a:lnTo>
                  <a:lnTo>
                    <a:pt x="2132684" y="3305201"/>
                  </a:lnTo>
                  <a:lnTo>
                    <a:pt x="2124015" y="3305201"/>
                  </a:lnTo>
                  <a:lnTo>
                    <a:pt x="2115345" y="3305201"/>
                  </a:lnTo>
                  <a:lnTo>
                    <a:pt x="2106676" y="3305201"/>
                  </a:lnTo>
                  <a:lnTo>
                    <a:pt x="2098006" y="3305201"/>
                  </a:lnTo>
                  <a:lnTo>
                    <a:pt x="2089337" y="3305201"/>
                  </a:lnTo>
                  <a:lnTo>
                    <a:pt x="2080667" y="3305201"/>
                  </a:lnTo>
                  <a:lnTo>
                    <a:pt x="2071998" y="3305201"/>
                  </a:lnTo>
                  <a:lnTo>
                    <a:pt x="2063329" y="3305201"/>
                  </a:lnTo>
                  <a:lnTo>
                    <a:pt x="2054659" y="3305201"/>
                  </a:lnTo>
                  <a:lnTo>
                    <a:pt x="2045990" y="3305201"/>
                  </a:lnTo>
                  <a:lnTo>
                    <a:pt x="2037320" y="3305201"/>
                  </a:lnTo>
                  <a:lnTo>
                    <a:pt x="2028651" y="3305201"/>
                  </a:lnTo>
                  <a:lnTo>
                    <a:pt x="2019981" y="3305201"/>
                  </a:lnTo>
                  <a:lnTo>
                    <a:pt x="2011312" y="3305201"/>
                  </a:lnTo>
                  <a:lnTo>
                    <a:pt x="2002642" y="3305201"/>
                  </a:lnTo>
                  <a:lnTo>
                    <a:pt x="1993973" y="3305201"/>
                  </a:lnTo>
                  <a:lnTo>
                    <a:pt x="1985303" y="3305201"/>
                  </a:lnTo>
                  <a:lnTo>
                    <a:pt x="1976634" y="3305201"/>
                  </a:lnTo>
                  <a:lnTo>
                    <a:pt x="1967965" y="3305201"/>
                  </a:lnTo>
                  <a:lnTo>
                    <a:pt x="1959295" y="3305201"/>
                  </a:lnTo>
                  <a:lnTo>
                    <a:pt x="1950626" y="3305201"/>
                  </a:lnTo>
                  <a:lnTo>
                    <a:pt x="1941956" y="3305201"/>
                  </a:lnTo>
                  <a:lnTo>
                    <a:pt x="1933287" y="3305201"/>
                  </a:lnTo>
                  <a:lnTo>
                    <a:pt x="1924617" y="3305201"/>
                  </a:lnTo>
                  <a:lnTo>
                    <a:pt x="1915948" y="3305201"/>
                  </a:lnTo>
                  <a:lnTo>
                    <a:pt x="1907278" y="3305201"/>
                  </a:lnTo>
                  <a:lnTo>
                    <a:pt x="1898609" y="3305201"/>
                  </a:lnTo>
                  <a:lnTo>
                    <a:pt x="1889940" y="3305201"/>
                  </a:lnTo>
                  <a:lnTo>
                    <a:pt x="1881270" y="3305201"/>
                  </a:lnTo>
                  <a:lnTo>
                    <a:pt x="1872601" y="3305201"/>
                  </a:lnTo>
                  <a:lnTo>
                    <a:pt x="1863931" y="3305201"/>
                  </a:lnTo>
                  <a:lnTo>
                    <a:pt x="1855262" y="3305201"/>
                  </a:lnTo>
                  <a:lnTo>
                    <a:pt x="1846592" y="3305201"/>
                  </a:lnTo>
                  <a:lnTo>
                    <a:pt x="1837923" y="3305201"/>
                  </a:lnTo>
                  <a:lnTo>
                    <a:pt x="1829253" y="3305201"/>
                  </a:lnTo>
                  <a:lnTo>
                    <a:pt x="1820584" y="3305201"/>
                  </a:lnTo>
                  <a:lnTo>
                    <a:pt x="1811914" y="3305201"/>
                  </a:lnTo>
                  <a:lnTo>
                    <a:pt x="1803245" y="3305201"/>
                  </a:lnTo>
                  <a:lnTo>
                    <a:pt x="1794576" y="3305201"/>
                  </a:lnTo>
                  <a:lnTo>
                    <a:pt x="1785906" y="3305201"/>
                  </a:lnTo>
                  <a:lnTo>
                    <a:pt x="1777237" y="3305201"/>
                  </a:lnTo>
                  <a:lnTo>
                    <a:pt x="1768567" y="3305201"/>
                  </a:lnTo>
                  <a:lnTo>
                    <a:pt x="1759898" y="3305201"/>
                  </a:lnTo>
                  <a:lnTo>
                    <a:pt x="1751228" y="3305201"/>
                  </a:lnTo>
                  <a:lnTo>
                    <a:pt x="1742559" y="3305201"/>
                  </a:lnTo>
                  <a:lnTo>
                    <a:pt x="1733889" y="3305201"/>
                  </a:lnTo>
                  <a:lnTo>
                    <a:pt x="1725220" y="3305201"/>
                  </a:lnTo>
                  <a:lnTo>
                    <a:pt x="1716551" y="3305201"/>
                  </a:lnTo>
                  <a:lnTo>
                    <a:pt x="1707881" y="3305201"/>
                  </a:lnTo>
                  <a:lnTo>
                    <a:pt x="1699212" y="3305201"/>
                  </a:lnTo>
                  <a:lnTo>
                    <a:pt x="1690542" y="3305201"/>
                  </a:lnTo>
                  <a:lnTo>
                    <a:pt x="1681873" y="3305201"/>
                  </a:lnTo>
                  <a:lnTo>
                    <a:pt x="1673203" y="3305201"/>
                  </a:lnTo>
                  <a:lnTo>
                    <a:pt x="1664534" y="3305201"/>
                  </a:lnTo>
                  <a:lnTo>
                    <a:pt x="1655864" y="3305201"/>
                  </a:lnTo>
                  <a:lnTo>
                    <a:pt x="1647195" y="3305201"/>
                  </a:lnTo>
                  <a:lnTo>
                    <a:pt x="1638525" y="3305201"/>
                  </a:lnTo>
                  <a:lnTo>
                    <a:pt x="1629856" y="3305201"/>
                  </a:lnTo>
                  <a:lnTo>
                    <a:pt x="1621187" y="3305201"/>
                  </a:lnTo>
                  <a:lnTo>
                    <a:pt x="1612517" y="3305201"/>
                  </a:lnTo>
                  <a:lnTo>
                    <a:pt x="1603848" y="3305201"/>
                  </a:lnTo>
                  <a:lnTo>
                    <a:pt x="1595178" y="3305201"/>
                  </a:lnTo>
                  <a:lnTo>
                    <a:pt x="1586509" y="3305201"/>
                  </a:lnTo>
                  <a:lnTo>
                    <a:pt x="1577839" y="3305201"/>
                  </a:lnTo>
                  <a:lnTo>
                    <a:pt x="1569170" y="3305201"/>
                  </a:lnTo>
                  <a:lnTo>
                    <a:pt x="1560500" y="3305201"/>
                  </a:lnTo>
                  <a:lnTo>
                    <a:pt x="1551831" y="3305201"/>
                  </a:lnTo>
                  <a:lnTo>
                    <a:pt x="1543162" y="3305201"/>
                  </a:lnTo>
                  <a:lnTo>
                    <a:pt x="1534492" y="3305201"/>
                  </a:lnTo>
                  <a:lnTo>
                    <a:pt x="1525823" y="3305201"/>
                  </a:lnTo>
                  <a:lnTo>
                    <a:pt x="1517153" y="3305201"/>
                  </a:lnTo>
                  <a:lnTo>
                    <a:pt x="1508484" y="3305201"/>
                  </a:lnTo>
                  <a:lnTo>
                    <a:pt x="1499814" y="3305201"/>
                  </a:lnTo>
                  <a:lnTo>
                    <a:pt x="1491145" y="3305201"/>
                  </a:lnTo>
                  <a:lnTo>
                    <a:pt x="1482475" y="3305201"/>
                  </a:lnTo>
                  <a:lnTo>
                    <a:pt x="1473806" y="3305201"/>
                  </a:lnTo>
                  <a:lnTo>
                    <a:pt x="1465136" y="3305201"/>
                  </a:lnTo>
                  <a:lnTo>
                    <a:pt x="1456467" y="3305201"/>
                  </a:lnTo>
                  <a:lnTo>
                    <a:pt x="1447798" y="3305201"/>
                  </a:lnTo>
                  <a:lnTo>
                    <a:pt x="1439128" y="3305201"/>
                  </a:lnTo>
                  <a:lnTo>
                    <a:pt x="1430459" y="3305201"/>
                  </a:lnTo>
                  <a:lnTo>
                    <a:pt x="1421789" y="3305201"/>
                  </a:lnTo>
                  <a:lnTo>
                    <a:pt x="1413120" y="3305201"/>
                  </a:lnTo>
                  <a:lnTo>
                    <a:pt x="1404450" y="3305201"/>
                  </a:lnTo>
                  <a:lnTo>
                    <a:pt x="1395781" y="3305201"/>
                  </a:lnTo>
                  <a:lnTo>
                    <a:pt x="1387111" y="3305201"/>
                  </a:lnTo>
                  <a:lnTo>
                    <a:pt x="1378442" y="3305201"/>
                  </a:lnTo>
                  <a:lnTo>
                    <a:pt x="1369773" y="3305201"/>
                  </a:lnTo>
                  <a:lnTo>
                    <a:pt x="1361103" y="3305201"/>
                  </a:lnTo>
                  <a:lnTo>
                    <a:pt x="1352434" y="3305201"/>
                  </a:lnTo>
                  <a:lnTo>
                    <a:pt x="1343764" y="3305201"/>
                  </a:lnTo>
                  <a:lnTo>
                    <a:pt x="1335095" y="3305201"/>
                  </a:lnTo>
                  <a:lnTo>
                    <a:pt x="1326425" y="3305201"/>
                  </a:lnTo>
                  <a:lnTo>
                    <a:pt x="1317756" y="3305201"/>
                  </a:lnTo>
                  <a:lnTo>
                    <a:pt x="1309086" y="3305201"/>
                  </a:lnTo>
                  <a:lnTo>
                    <a:pt x="1300417" y="3305201"/>
                  </a:lnTo>
                  <a:lnTo>
                    <a:pt x="1291747" y="3305201"/>
                  </a:lnTo>
                  <a:lnTo>
                    <a:pt x="1283078" y="3305201"/>
                  </a:lnTo>
                  <a:lnTo>
                    <a:pt x="1274409" y="3305201"/>
                  </a:lnTo>
                  <a:lnTo>
                    <a:pt x="1265739" y="3305201"/>
                  </a:lnTo>
                  <a:lnTo>
                    <a:pt x="1257070" y="3305201"/>
                  </a:lnTo>
                  <a:lnTo>
                    <a:pt x="1248400" y="3305201"/>
                  </a:lnTo>
                  <a:lnTo>
                    <a:pt x="1239731" y="3305201"/>
                  </a:lnTo>
                  <a:lnTo>
                    <a:pt x="1231061" y="3305201"/>
                  </a:lnTo>
                  <a:lnTo>
                    <a:pt x="1222392" y="3305201"/>
                  </a:lnTo>
                  <a:lnTo>
                    <a:pt x="1213722" y="3305201"/>
                  </a:lnTo>
                  <a:lnTo>
                    <a:pt x="1205053" y="3305201"/>
                  </a:lnTo>
                  <a:lnTo>
                    <a:pt x="1196384" y="3305201"/>
                  </a:lnTo>
                  <a:lnTo>
                    <a:pt x="1187714" y="3305201"/>
                  </a:lnTo>
                  <a:lnTo>
                    <a:pt x="1179045" y="3305201"/>
                  </a:lnTo>
                  <a:lnTo>
                    <a:pt x="1170375" y="3305201"/>
                  </a:lnTo>
                  <a:lnTo>
                    <a:pt x="1161706" y="3305201"/>
                  </a:lnTo>
                  <a:lnTo>
                    <a:pt x="1153036" y="3305201"/>
                  </a:lnTo>
                  <a:lnTo>
                    <a:pt x="1144367" y="3305201"/>
                  </a:lnTo>
                  <a:lnTo>
                    <a:pt x="1135697" y="3305201"/>
                  </a:lnTo>
                  <a:lnTo>
                    <a:pt x="1127028" y="3305201"/>
                  </a:lnTo>
                  <a:lnTo>
                    <a:pt x="1118359" y="3305201"/>
                  </a:lnTo>
                  <a:lnTo>
                    <a:pt x="1109689" y="3305201"/>
                  </a:lnTo>
                  <a:lnTo>
                    <a:pt x="1101020" y="3305201"/>
                  </a:lnTo>
                  <a:lnTo>
                    <a:pt x="1092350" y="3305201"/>
                  </a:lnTo>
                  <a:lnTo>
                    <a:pt x="1083681" y="3305201"/>
                  </a:lnTo>
                  <a:lnTo>
                    <a:pt x="1075011" y="3305201"/>
                  </a:lnTo>
                  <a:lnTo>
                    <a:pt x="1066342" y="3305201"/>
                  </a:lnTo>
                  <a:lnTo>
                    <a:pt x="1057672" y="3305201"/>
                  </a:lnTo>
                  <a:lnTo>
                    <a:pt x="1049003" y="3305201"/>
                  </a:lnTo>
                  <a:lnTo>
                    <a:pt x="1040333" y="3305201"/>
                  </a:lnTo>
                  <a:lnTo>
                    <a:pt x="1031664" y="3305201"/>
                  </a:lnTo>
                  <a:lnTo>
                    <a:pt x="1022995" y="3305201"/>
                  </a:lnTo>
                  <a:lnTo>
                    <a:pt x="1014325" y="3305201"/>
                  </a:lnTo>
                  <a:lnTo>
                    <a:pt x="1005656" y="3305201"/>
                  </a:lnTo>
                  <a:lnTo>
                    <a:pt x="996986" y="3305201"/>
                  </a:lnTo>
                  <a:lnTo>
                    <a:pt x="988317" y="3305201"/>
                  </a:lnTo>
                  <a:lnTo>
                    <a:pt x="979647" y="3305201"/>
                  </a:lnTo>
                  <a:lnTo>
                    <a:pt x="970978" y="3305201"/>
                  </a:lnTo>
                  <a:lnTo>
                    <a:pt x="962308" y="3305201"/>
                  </a:lnTo>
                  <a:lnTo>
                    <a:pt x="953639" y="3305201"/>
                  </a:lnTo>
                  <a:lnTo>
                    <a:pt x="944970" y="3305201"/>
                  </a:lnTo>
                  <a:lnTo>
                    <a:pt x="936300" y="3305201"/>
                  </a:lnTo>
                  <a:lnTo>
                    <a:pt x="927631" y="3305201"/>
                  </a:lnTo>
                  <a:lnTo>
                    <a:pt x="918961" y="3305201"/>
                  </a:lnTo>
                  <a:lnTo>
                    <a:pt x="910292" y="3305201"/>
                  </a:lnTo>
                  <a:lnTo>
                    <a:pt x="901622" y="3305201"/>
                  </a:lnTo>
                  <a:lnTo>
                    <a:pt x="892953" y="3305201"/>
                  </a:lnTo>
                  <a:lnTo>
                    <a:pt x="884283" y="3305201"/>
                  </a:lnTo>
                  <a:lnTo>
                    <a:pt x="875614" y="3305201"/>
                  </a:lnTo>
                  <a:lnTo>
                    <a:pt x="866944" y="3305201"/>
                  </a:lnTo>
                  <a:lnTo>
                    <a:pt x="858275" y="3305201"/>
                  </a:lnTo>
                  <a:lnTo>
                    <a:pt x="849606" y="3305201"/>
                  </a:lnTo>
                  <a:lnTo>
                    <a:pt x="840936" y="3305201"/>
                  </a:lnTo>
                  <a:lnTo>
                    <a:pt x="832267" y="3305201"/>
                  </a:lnTo>
                  <a:lnTo>
                    <a:pt x="823597" y="3305201"/>
                  </a:lnTo>
                  <a:lnTo>
                    <a:pt x="814928" y="3305201"/>
                  </a:lnTo>
                  <a:lnTo>
                    <a:pt x="806258" y="3305201"/>
                  </a:lnTo>
                  <a:lnTo>
                    <a:pt x="797589" y="3305201"/>
                  </a:lnTo>
                  <a:lnTo>
                    <a:pt x="788919" y="3305201"/>
                  </a:lnTo>
                  <a:lnTo>
                    <a:pt x="780250" y="3305201"/>
                  </a:lnTo>
                  <a:lnTo>
                    <a:pt x="771581" y="3305201"/>
                  </a:lnTo>
                  <a:lnTo>
                    <a:pt x="762911" y="3305201"/>
                  </a:lnTo>
                  <a:lnTo>
                    <a:pt x="754242" y="3305201"/>
                  </a:lnTo>
                  <a:lnTo>
                    <a:pt x="745572" y="3305201"/>
                  </a:lnTo>
                  <a:lnTo>
                    <a:pt x="736903" y="3305201"/>
                  </a:lnTo>
                  <a:lnTo>
                    <a:pt x="728233" y="3305201"/>
                  </a:lnTo>
                  <a:lnTo>
                    <a:pt x="719564" y="3305201"/>
                  </a:lnTo>
                  <a:lnTo>
                    <a:pt x="710894" y="3305201"/>
                  </a:lnTo>
                  <a:lnTo>
                    <a:pt x="702225" y="3305201"/>
                  </a:lnTo>
                  <a:lnTo>
                    <a:pt x="693555" y="3305201"/>
                  </a:lnTo>
                  <a:lnTo>
                    <a:pt x="684886" y="3305201"/>
                  </a:lnTo>
                  <a:lnTo>
                    <a:pt x="676217" y="3305201"/>
                  </a:lnTo>
                  <a:lnTo>
                    <a:pt x="667547" y="3305201"/>
                  </a:lnTo>
                  <a:lnTo>
                    <a:pt x="658878" y="3305201"/>
                  </a:lnTo>
                  <a:lnTo>
                    <a:pt x="650208" y="3305201"/>
                  </a:lnTo>
                  <a:lnTo>
                    <a:pt x="641539" y="3305201"/>
                  </a:lnTo>
                  <a:lnTo>
                    <a:pt x="632869" y="3305201"/>
                  </a:lnTo>
                  <a:lnTo>
                    <a:pt x="624200" y="3305201"/>
                  </a:lnTo>
                  <a:lnTo>
                    <a:pt x="615530" y="3305201"/>
                  </a:lnTo>
                  <a:lnTo>
                    <a:pt x="606861" y="3305201"/>
                  </a:lnTo>
                  <a:lnTo>
                    <a:pt x="598192" y="3305201"/>
                  </a:lnTo>
                  <a:lnTo>
                    <a:pt x="589522" y="3305201"/>
                  </a:lnTo>
                  <a:lnTo>
                    <a:pt x="580853" y="3305201"/>
                  </a:lnTo>
                  <a:lnTo>
                    <a:pt x="572183" y="3305201"/>
                  </a:lnTo>
                  <a:lnTo>
                    <a:pt x="563514" y="3305201"/>
                  </a:lnTo>
                  <a:lnTo>
                    <a:pt x="554844" y="3305201"/>
                  </a:lnTo>
                  <a:lnTo>
                    <a:pt x="546175" y="3305201"/>
                  </a:lnTo>
                  <a:lnTo>
                    <a:pt x="537505" y="3305201"/>
                  </a:lnTo>
                  <a:lnTo>
                    <a:pt x="528836" y="3305201"/>
                  </a:lnTo>
                  <a:lnTo>
                    <a:pt x="520166" y="3305201"/>
                  </a:lnTo>
                  <a:lnTo>
                    <a:pt x="511497" y="3305201"/>
                  </a:lnTo>
                  <a:lnTo>
                    <a:pt x="502828" y="3305201"/>
                  </a:lnTo>
                  <a:lnTo>
                    <a:pt x="494158" y="3305201"/>
                  </a:lnTo>
                  <a:lnTo>
                    <a:pt x="485489" y="3305201"/>
                  </a:lnTo>
                  <a:lnTo>
                    <a:pt x="476819" y="3305201"/>
                  </a:lnTo>
                  <a:lnTo>
                    <a:pt x="468150" y="3305201"/>
                  </a:lnTo>
                  <a:lnTo>
                    <a:pt x="459480" y="3305201"/>
                  </a:lnTo>
                  <a:lnTo>
                    <a:pt x="450811" y="3305201"/>
                  </a:lnTo>
                  <a:lnTo>
                    <a:pt x="442141" y="3305201"/>
                  </a:lnTo>
                  <a:lnTo>
                    <a:pt x="433472" y="3305201"/>
                  </a:lnTo>
                  <a:lnTo>
                    <a:pt x="424803" y="3305201"/>
                  </a:lnTo>
                  <a:lnTo>
                    <a:pt x="416133" y="3305201"/>
                  </a:lnTo>
                  <a:lnTo>
                    <a:pt x="407464" y="3305201"/>
                  </a:lnTo>
                  <a:lnTo>
                    <a:pt x="398794" y="3305201"/>
                  </a:lnTo>
                  <a:lnTo>
                    <a:pt x="390125" y="3305201"/>
                  </a:lnTo>
                  <a:lnTo>
                    <a:pt x="381455" y="3305201"/>
                  </a:lnTo>
                  <a:lnTo>
                    <a:pt x="372786" y="3305201"/>
                  </a:lnTo>
                  <a:lnTo>
                    <a:pt x="364116" y="3305201"/>
                  </a:lnTo>
                  <a:lnTo>
                    <a:pt x="355447" y="3305201"/>
                  </a:lnTo>
                  <a:lnTo>
                    <a:pt x="346777" y="3305201"/>
                  </a:lnTo>
                  <a:lnTo>
                    <a:pt x="338108" y="3305201"/>
                  </a:lnTo>
                  <a:lnTo>
                    <a:pt x="329439" y="3305201"/>
                  </a:lnTo>
                  <a:lnTo>
                    <a:pt x="320769" y="3305201"/>
                  </a:lnTo>
                  <a:lnTo>
                    <a:pt x="312100" y="3305201"/>
                  </a:lnTo>
                  <a:lnTo>
                    <a:pt x="303430" y="3305201"/>
                  </a:lnTo>
                  <a:lnTo>
                    <a:pt x="294761" y="3305201"/>
                  </a:lnTo>
                  <a:lnTo>
                    <a:pt x="286091" y="3305201"/>
                  </a:lnTo>
                  <a:lnTo>
                    <a:pt x="277422" y="3305201"/>
                  </a:lnTo>
                  <a:lnTo>
                    <a:pt x="268752" y="3305201"/>
                  </a:lnTo>
                  <a:lnTo>
                    <a:pt x="260083" y="3305201"/>
                  </a:lnTo>
                  <a:lnTo>
                    <a:pt x="251414" y="3305201"/>
                  </a:lnTo>
                  <a:lnTo>
                    <a:pt x="242744" y="3305201"/>
                  </a:lnTo>
                  <a:lnTo>
                    <a:pt x="234075" y="3305201"/>
                  </a:lnTo>
                  <a:lnTo>
                    <a:pt x="225405" y="3305201"/>
                  </a:lnTo>
                  <a:lnTo>
                    <a:pt x="216736" y="3305201"/>
                  </a:lnTo>
                  <a:lnTo>
                    <a:pt x="208066" y="3305201"/>
                  </a:lnTo>
                  <a:lnTo>
                    <a:pt x="199397" y="3305201"/>
                  </a:lnTo>
                  <a:lnTo>
                    <a:pt x="190727" y="3305201"/>
                  </a:lnTo>
                  <a:lnTo>
                    <a:pt x="182058" y="3305201"/>
                  </a:lnTo>
                  <a:lnTo>
                    <a:pt x="173388" y="3305201"/>
                  </a:lnTo>
                  <a:lnTo>
                    <a:pt x="164719" y="3305201"/>
                  </a:lnTo>
                  <a:lnTo>
                    <a:pt x="156050" y="3305201"/>
                  </a:lnTo>
                  <a:lnTo>
                    <a:pt x="147380" y="3305201"/>
                  </a:lnTo>
                  <a:lnTo>
                    <a:pt x="138711" y="3305201"/>
                  </a:lnTo>
                  <a:lnTo>
                    <a:pt x="130041" y="3305201"/>
                  </a:lnTo>
                  <a:lnTo>
                    <a:pt x="121372" y="3305201"/>
                  </a:lnTo>
                  <a:lnTo>
                    <a:pt x="112702" y="3305201"/>
                  </a:lnTo>
                  <a:lnTo>
                    <a:pt x="104033" y="3305201"/>
                  </a:lnTo>
                  <a:lnTo>
                    <a:pt x="95363" y="3305201"/>
                  </a:lnTo>
                  <a:lnTo>
                    <a:pt x="86694" y="3305201"/>
                  </a:lnTo>
                  <a:lnTo>
                    <a:pt x="78025" y="3305201"/>
                  </a:lnTo>
                  <a:lnTo>
                    <a:pt x="69355" y="3305201"/>
                  </a:lnTo>
                  <a:lnTo>
                    <a:pt x="60686" y="3305201"/>
                  </a:lnTo>
                  <a:lnTo>
                    <a:pt x="52016" y="3305201"/>
                  </a:lnTo>
                  <a:lnTo>
                    <a:pt x="43347" y="3305201"/>
                  </a:lnTo>
                  <a:lnTo>
                    <a:pt x="34677" y="3305201"/>
                  </a:lnTo>
                  <a:lnTo>
                    <a:pt x="26008" y="3305201"/>
                  </a:lnTo>
                  <a:lnTo>
                    <a:pt x="17338" y="3305201"/>
                  </a:lnTo>
                  <a:lnTo>
                    <a:pt x="8669" y="3305201"/>
                  </a:lnTo>
                  <a:lnTo>
                    <a:pt x="0" y="3305201"/>
                  </a:lnTo>
                  <a:close/>
                </a:path>
              </a:pathLst>
            </a:custGeom>
            <a:solidFill>
              <a:srgbClr val="1F78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492668" y="2142849"/>
              <a:ext cx="4430088" cy="3183453"/>
            </a:xfrm>
            <a:custGeom>
              <a:avLst/>
              <a:pathLst>
                <a:path w="4430088" h="3183453">
                  <a:moveTo>
                    <a:pt x="0" y="3183453"/>
                  </a:moveTo>
                  <a:lnTo>
                    <a:pt x="8669" y="3180996"/>
                  </a:lnTo>
                  <a:lnTo>
                    <a:pt x="17338" y="3178503"/>
                  </a:lnTo>
                  <a:lnTo>
                    <a:pt x="26008" y="3175954"/>
                  </a:lnTo>
                  <a:lnTo>
                    <a:pt x="34677" y="3173330"/>
                  </a:lnTo>
                  <a:lnTo>
                    <a:pt x="43347" y="3170663"/>
                  </a:lnTo>
                  <a:lnTo>
                    <a:pt x="52016" y="3167916"/>
                  </a:lnTo>
                  <a:lnTo>
                    <a:pt x="60686" y="3165096"/>
                  </a:lnTo>
                  <a:lnTo>
                    <a:pt x="69355" y="3162227"/>
                  </a:lnTo>
                  <a:lnTo>
                    <a:pt x="78025" y="3159248"/>
                  </a:lnTo>
                  <a:lnTo>
                    <a:pt x="86694" y="3156202"/>
                  </a:lnTo>
                  <a:lnTo>
                    <a:pt x="95363" y="3153094"/>
                  </a:lnTo>
                  <a:lnTo>
                    <a:pt x="104033" y="3149855"/>
                  </a:lnTo>
                  <a:lnTo>
                    <a:pt x="112702" y="3146555"/>
                  </a:lnTo>
                  <a:lnTo>
                    <a:pt x="121372" y="3143163"/>
                  </a:lnTo>
                  <a:lnTo>
                    <a:pt x="130041" y="3139648"/>
                  </a:lnTo>
                  <a:lnTo>
                    <a:pt x="138711" y="3136065"/>
                  </a:lnTo>
                  <a:lnTo>
                    <a:pt x="147380" y="3132357"/>
                  </a:lnTo>
                  <a:lnTo>
                    <a:pt x="156050" y="3128539"/>
                  </a:lnTo>
                  <a:lnTo>
                    <a:pt x="164719" y="3124647"/>
                  </a:lnTo>
                  <a:lnTo>
                    <a:pt x="173388" y="3120595"/>
                  </a:lnTo>
                  <a:lnTo>
                    <a:pt x="182058" y="3116450"/>
                  </a:lnTo>
                  <a:lnTo>
                    <a:pt x="190727" y="3112216"/>
                  </a:lnTo>
                  <a:lnTo>
                    <a:pt x="199397" y="3107807"/>
                  </a:lnTo>
                  <a:lnTo>
                    <a:pt x="208066" y="3103317"/>
                  </a:lnTo>
                  <a:lnTo>
                    <a:pt x="216736" y="3098706"/>
                  </a:lnTo>
                  <a:lnTo>
                    <a:pt x="225405" y="3093942"/>
                  </a:lnTo>
                  <a:lnTo>
                    <a:pt x="234075" y="3089093"/>
                  </a:lnTo>
                  <a:lnTo>
                    <a:pt x="242744" y="3084092"/>
                  </a:lnTo>
                  <a:lnTo>
                    <a:pt x="251414" y="3078964"/>
                  </a:lnTo>
                  <a:lnTo>
                    <a:pt x="260083" y="3073750"/>
                  </a:lnTo>
                  <a:lnTo>
                    <a:pt x="268752" y="3068355"/>
                  </a:lnTo>
                  <a:lnTo>
                    <a:pt x="277422" y="3062861"/>
                  </a:lnTo>
                  <a:lnTo>
                    <a:pt x="286091" y="3057271"/>
                  </a:lnTo>
                  <a:lnTo>
                    <a:pt x="294761" y="3051500"/>
                  </a:lnTo>
                  <a:lnTo>
                    <a:pt x="303430" y="3045648"/>
                  </a:lnTo>
                  <a:lnTo>
                    <a:pt x="312100" y="3039675"/>
                  </a:lnTo>
                  <a:lnTo>
                    <a:pt x="320769" y="3033557"/>
                  </a:lnTo>
                  <a:lnTo>
                    <a:pt x="329439" y="3027362"/>
                  </a:lnTo>
                  <a:lnTo>
                    <a:pt x="338108" y="3021028"/>
                  </a:lnTo>
                  <a:lnTo>
                    <a:pt x="346777" y="3014585"/>
                  </a:lnTo>
                  <a:lnTo>
                    <a:pt x="355447" y="3008070"/>
                  </a:lnTo>
                  <a:lnTo>
                    <a:pt x="364116" y="3001407"/>
                  </a:lnTo>
                  <a:lnTo>
                    <a:pt x="372786" y="2994668"/>
                  </a:lnTo>
                  <a:lnTo>
                    <a:pt x="381455" y="2987855"/>
                  </a:lnTo>
                  <a:lnTo>
                    <a:pt x="390125" y="2980914"/>
                  </a:lnTo>
                  <a:lnTo>
                    <a:pt x="398794" y="2973918"/>
                  </a:lnTo>
                  <a:lnTo>
                    <a:pt x="407464" y="2966841"/>
                  </a:lnTo>
                  <a:lnTo>
                    <a:pt x="416133" y="2959677"/>
                  </a:lnTo>
                  <a:lnTo>
                    <a:pt x="424803" y="2952468"/>
                  </a:lnTo>
                  <a:lnTo>
                    <a:pt x="433472" y="2945183"/>
                  </a:lnTo>
                  <a:lnTo>
                    <a:pt x="442141" y="2937846"/>
                  </a:lnTo>
                  <a:lnTo>
                    <a:pt x="450811" y="2930476"/>
                  </a:lnTo>
                  <a:lnTo>
                    <a:pt x="459480" y="2923044"/>
                  </a:lnTo>
                  <a:lnTo>
                    <a:pt x="468150" y="2915589"/>
                  </a:lnTo>
                  <a:lnTo>
                    <a:pt x="476819" y="2908110"/>
                  </a:lnTo>
                  <a:lnTo>
                    <a:pt x="485489" y="2900602"/>
                  </a:lnTo>
                  <a:lnTo>
                    <a:pt x="494158" y="2893087"/>
                  </a:lnTo>
                  <a:lnTo>
                    <a:pt x="502828" y="2885564"/>
                  </a:lnTo>
                  <a:lnTo>
                    <a:pt x="511497" y="2878044"/>
                  </a:lnTo>
                  <a:lnTo>
                    <a:pt x="520166" y="2870530"/>
                  </a:lnTo>
                  <a:lnTo>
                    <a:pt x="528836" y="2863034"/>
                  </a:lnTo>
                  <a:lnTo>
                    <a:pt x="537505" y="2855563"/>
                  </a:lnTo>
                  <a:lnTo>
                    <a:pt x="546175" y="2848110"/>
                  </a:lnTo>
                  <a:lnTo>
                    <a:pt x="554844" y="2840711"/>
                  </a:lnTo>
                  <a:lnTo>
                    <a:pt x="563514" y="2833349"/>
                  </a:lnTo>
                  <a:lnTo>
                    <a:pt x="572183" y="2826023"/>
                  </a:lnTo>
                  <a:lnTo>
                    <a:pt x="580853" y="2818781"/>
                  </a:lnTo>
                  <a:lnTo>
                    <a:pt x="589522" y="2811583"/>
                  </a:lnTo>
                  <a:lnTo>
                    <a:pt x="598192" y="2804453"/>
                  </a:lnTo>
                  <a:lnTo>
                    <a:pt x="606861" y="2797415"/>
                  </a:lnTo>
                  <a:lnTo>
                    <a:pt x="615530" y="2790432"/>
                  </a:lnTo>
                  <a:lnTo>
                    <a:pt x="624200" y="2783554"/>
                  </a:lnTo>
                  <a:lnTo>
                    <a:pt x="632869" y="2776766"/>
                  </a:lnTo>
                  <a:lnTo>
                    <a:pt x="641539" y="2770041"/>
                  </a:lnTo>
                  <a:lnTo>
                    <a:pt x="650208" y="2763461"/>
                  </a:lnTo>
                  <a:lnTo>
                    <a:pt x="658878" y="2756960"/>
                  </a:lnTo>
                  <a:lnTo>
                    <a:pt x="667547" y="2750542"/>
                  </a:lnTo>
                  <a:lnTo>
                    <a:pt x="676217" y="2744280"/>
                  </a:lnTo>
                  <a:lnTo>
                    <a:pt x="684886" y="2738091"/>
                  </a:lnTo>
                  <a:lnTo>
                    <a:pt x="693555" y="2732017"/>
                  </a:lnTo>
                  <a:lnTo>
                    <a:pt x="702225" y="2726080"/>
                  </a:lnTo>
                  <a:lnTo>
                    <a:pt x="710894" y="2720218"/>
                  </a:lnTo>
                  <a:lnTo>
                    <a:pt x="719564" y="2714499"/>
                  </a:lnTo>
                  <a:lnTo>
                    <a:pt x="728233" y="2708891"/>
                  </a:lnTo>
                  <a:lnTo>
                    <a:pt x="736903" y="2703358"/>
                  </a:lnTo>
                  <a:lnTo>
                    <a:pt x="745572" y="2697988"/>
                  </a:lnTo>
                  <a:lnTo>
                    <a:pt x="754242" y="2692699"/>
                  </a:lnTo>
                  <a:lnTo>
                    <a:pt x="762911" y="2687496"/>
                  </a:lnTo>
                  <a:lnTo>
                    <a:pt x="771581" y="2682439"/>
                  </a:lnTo>
                  <a:lnTo>
                    <a:pt x="780250" y="2677445"/>
                  </a:lnTo>
                  <a:lnTo>
                    <a:pt x="788919" y="2672550"/>
                  </a:lnTo>
                  <a:lnTo>
                    <a:pt x="797589" y="2667758"/>
                  </a:lnTo>
                  <a:lnTo>
                    <a:pt x="806258" y="2663022"/>
                  </a:lnTo>
                  <a:lnTo>
                    <a:pt x="814928" y="2658382"/>
                  </a:lnTo>
                  <a:lnTo>
                    <a:pt x="823597" y="2653806"/>
                  </a:lnTo>
                  <a:lnTo>
                    <a:pt x="832267" y="2649273"/>
                  </a:lnTo>
                  <a:lnTo>
                    <a:pt x="840936" y="2644818"/>
                  </a:lnTo>
                  <a:lnTo>
                    <a:pt x="849606" y="2640393"/>
                  </a:lnTo>
                  <a:lnTo>
                    <a:pt x="858275" y="2635999"/>
                  </a:lnTo>
                  <a:lnTo>
                    <a:pt x="866944" y="2631638"/>
                  </a:lnTo>
                  <a:lnTo>
                    <a:pt x="875614" y="2627284"/>
                  </a:lnTo>
                  <a:lnTo>
                    <a:pt x="884283" y="2622937"/>
                  </a:lnTo>
                  <a:lnTo>
                    <a:pt x="892953" y="2618577"/>
                  </a:lnTo>
                  <a:lnTo>
                    <a:pt x="901622" y="2614203"/>
                  </a:lnTo>
                  <a:lnTo>
                    <a:pt x="910292" y="2609790"/>
                  </a:lnTo>
                  <a:lnTo>
                    <a:pt x="918961" y="2605328"/>
                  </a:lnTo>
                  <a:lnTo>
                    <a:pt x="927631" y="2600830"/>
                  </a:lnTo>
                  <a:lnTo>
                    <a:pt x="936300" y="2596225"/>
                  </a:lnTo>
                  <a:lnTo>
                    <a:pt x="944970" y="2591550"/>
                  </a:lnTo>
                  <a:lnTo>
                    <a:pt x="953639" y="2586798"/>
                  </a:lnTo>
                  <a:lnTo>
                    <a:pt x="962308" y="2581880"/>
                  </a:lnTo>
                  <a:lnTo>
                    <a:pt x="970978" y="2576871"/>
                  </a:lnTo>
                  <a:lnTo>
                    <a:pt x="979647" y="2571716"/>
                  </a:lnTo>
                  <a:lnTo>
                    <a:pt x="988317" y="2566366"/>
                  </a:lnTo>
                  <a:lnTo>
                    <a:pt x="996986" y="2560897"/>
                  </a:lnTo>
                  <a:lnTo>
                    <a:pt x="1005656" y="2555190"/>
                  </a:lnTo>
                  <a:lnTo>
                    <a:pt x="1014325" y="2549276"/>
                  </a:lnTo>
                  <a:lnTo>
                    <a:pt x="1022995" y="2543217"/>
                  </a:lnTo>
                  <a:lnTo>
                    <a:pt x="1031664" y="2536804"/>
                  </a:lnTo>
                  <a:lnTo>
                    <a:pt x="1040333" y="2530195"/>
                  </a:lnTo>
                  <a:lnTo>
                    <a:pt x="1049003" y="2523370"/>
                  </a:lnTo>
                  <a:lnTo>
                    <a:pt x="1057672" y="2516140"/>
                  </a:lnTo>
                  <a:lnTo>
                    <a:pt x="1066342" y="2508705"/>
                  </a:lnTo>
                  <a:lnTo>
                    <a:pt x="1075011" y="2500944"/>
                  </a:lnTo>
                  <a:lnTo>
                    <a:pt x="1083681" y="2492786"/>
                  </a:lnTo>
                  <a:lnTo>
                    <a:pt x="1092350" y="2484397"/>
                  </a:lnTo>
                  <a:lnTo>
                    <a:pt x="1101020" y="2475553"/>
                  </a:lnTo>
                  <a:lnTo>
                    <a:pt x="1109689" y="2466345"/>
                  </a:lnTo>
                  <a:lnTo>
                    <a:pt x="1118359" y="2456880"/>
                  </a:lnTo>
                  <a:lnTo>
                    <a:pt x="1127028" y="2446816"/>
                  </a:lnTo>
                  <a:lnTo>
                    <a:pt x="1135697" y="2436443"/>
                  </a:lnTo>
                  <a:lnTo>
                    <a:pt x="1144367" y="2425721"/>
                  </a:lnTo>
                  <a:lnTo>
                    <a:pt x="1153036" y="2414383"/>
                  </a:lnTo>
                  <a:lnTo>
                    <a:pt x="1161706" y="2402742"/>
                  </a:lnTo>
                  <a:lnTo>
                    <a:pt x="1170375" y="2390621"/>
                  </a:lnTo>
                  <a:lnTo>
                    <a:pt x="1179045" y="2377943"/>
                  </a:lnTo>
                  <a:lnTo>
                    <a:pt x="1187714" y="2364946"/>
                  </a:lnTo>
                  <a:lnTo>
                    <a:pt x="1196384" y="2351330"/>
                  </a:lnTo>
                  <a:lnTo>
                    <a:pt x="1205053" y="2337238"/>
                  </a:lnTo>
                  <a:lnTo>
                    <a:pt x="1213722" y="2322813"/>
                  </a:lnTo>
                  <a:lnTo>
                    <a:pt x="1222392" y="2307627"/>
                  </a:lnTo>
                  <a:lnTo>
                    <a:pt x="1231061" y="2292065"/>
                  </a:lnTo>
                  <a:lnTo>
                    <a:pt x="1239731" y="2276075"/>
                  </a:lnTo>
                  <a:lnTo>
                    <a:pt x="1248400" y="2259356"/>
                  </a:lnTo>
                  <a:lnTo>
                    <a:pt x="1257070" y="2242287"/>
                  </a:lnTo>
                  <a:lnTo>
                    <a:pt x="1265739" y="2224665"/>
                  </a:lnTo>
                  <a:lnTo>
                    <a:pt x="1274409" y="2206427"/>
                  </a:lnTo>
                  <a:lnTo>
                    <a:pt x="1283078" y="2187838"/>
                  </a:lnTo>
                  <a:lnTo>
                    <a:pt x="1291747" y="2168579"/>
                  </a:lnTo>
                  <a:lnTo>
                    <a:pt x="1300417" y="2148826"/>
                  </a:lnTo>
                  <a:lnTo>
                    <a:pt x="1309086" y="2128727"/>
                  </a:lnTo>
                  <a:lnTo>
                    <a:pt x="1317756" y="2107855"/>
                  </a:lnTo>
                  <a:lnTo>
                    <a:pt x="1326425" y="2086618"/>
                  </a:lnTo>
                  <a:lnTo>
                    <a:pt x="1335095" y="2064959"/>
                  </a:lnTo>
                  <a:lnTo>
                    <a:pt x="1343764" y="2042613"/>
                  </a:lnTo>
                  <a:lnTo>
                    <a:pt x="1352434" y="2019945"/>
                  </a:lnTo>
                  <a:lnTo>
                    <a:pt x="1361103" y="1996768"/>
                  </a:lnTo>
                  <a:lnTo>
                    <a:pt x="1369773" y="1973050"/>
                  </a:lnTo>
                  <a:lnTo>
                    <a:pt x="1378442" y="1949028"/>
                  </a:lnTo>
                  <a:lnTo>
                    <a:pt x="1387111" y="1924435"/>
                  </a:lnTo>
                  <a:lnTo>
                    <a:pt x="1395781" y="1899442"/>
                  </a:lnTo>
                  <a:lnTo>
                    <a:pt x="1404450" y="1874167"/>
                  </a:lnTo>
                  <a:lnTo>
                    <a:pt x="1413120" y="1848287"/>
                  </a:lnTo>
                  <a:lnTo>
                    <a:pt x="1421789" y="1822137"/>
                  </a:lnTo>
                  <a:lnTo>
                    <a:pt x="1430459" y="1795670"/>
                  </a:lnTo>
                  <a:lnTo>
                    <a:pt x="1439128" y="1768721"/>
                  </a:lnTo>
                  <a:lnTo>
                    <a:pt x="1447798" y="1741552"/>
                  </a:lnTo>
                  <a:lnTo>
                    <a:pt x="1456467" y="1714043"/>
                  </a:lnTo>
                  <a:lnTo>
                    <a:pt x="1465136" y="1686197"/>
                  </a:lnTo>
                  <a:lnTo>
                    <a:pt x="1473806" y="1658166"/>
                  </a:lnTo>
                  <a:lnTo>
                    <a:pt x="1482475" y="1629803"/>
                  </a:lnTo>
                  <a:lnTo>
                    <a:pt x="1491145" y="1601229"/>
                  </a:lnTo>
                  <a:lnTo>
                    <a:pt x="1499814" y="1572507"/>
                  </a:lnTo>
                  <a:lnTo>
                    <a:pt x="1508484" y="1543496"/>
                  </a:lnTo>
                  <a:lnTo>
                    <a:pt x="1517153" y="1514375"/>
                  </a:lnTo>
                  <a:lnTo>
                    <a:pt x="1525823" y="1485122"/>
                  </a:lnTo>
                  <a:lnTo>
                    <a:pt x="1534492" y="1455704"/>
                  </a:lnTo>
                  <a:lnTo>
                    <a:pt x="1543162" y="1426223"/>
                  </a:lnTo>
                  <a:lnTo>
                    <a:pt x="1551831" y="1396654"/>
                  </a:lnTo>
                  <a:lnTo>
                    <a:pt x="1560500" y="1367029"/>
                  </a:lnTo>
                  <a:lnTo>
                    <a:pt x="1569170" y="1337383"/>
                  </a:lnTo>
                  <a:lnTo>
                    <a:pt x="1577839" y="1307723"/>
                  </a:lnTo>
                  <a:lnTo>
                    <a:pt x="1586509" y="1278086"/>
                  </a:lnTo>
                  <a:lnTo>
                    <a:pt x="1595178" y="1248468"/>
                  </a:lnTo>
                  <a:lnTo>
                    <a:pt x="1603848" y="1218943"/>
                  </a:lnTo>
                  <a:lnTo>
                    <a:pt x="1612517" y="1189486"/>
                  </a:lnTo>
                  <a:lnTo>
                    <a:pt x="1621187" y="1160110"/>
                  </a:lnTo>
                  <a:lnTo>
                    <a:pt x="1629856" y="1130914"/>
                  </a:lnTo>
                  <a:lnTo>
                    <a:pt x="1638525" y="1101821"/>
                  </a:lnTo>
                  <a:lnTo>
                    <a:pt x="1647195" y="1072905"/>
                  </a:lnTo>
                  <a:lnTo>
                    <a:pt x="1655864" y="1044212"/>
                  </a:lnTo>
                  <a:lnTo>
                    <a:pt x="1664534" y="1015659"/>
                  </a:lnTo>
                  <a:lnTo>
                    <a:pt x="1673203" y="987399"/>
                  </a:lnTo>
                  <a:lnTo>
                    <a:pt x="1681873" y="959376"/>
                  </a:lnTo>
                  <a:lnTo>
                    <a:pt x="1690542" y="931524"/>
                  </a:lnTo>
                  <a:lnTo>
                    <a:pt x="1699212" y="904103"/>
                  </a:lnTo>
                  <a:lnTo>
                    <a:pt x="1707881" y="876898"/>
                  </a:lnTo>
                  <a:lnTo>
                    <a:pt x="1716551" y="849957"/>
                  </a:lnTo>
                  <a:lnTo>
                    <a:pt x="1725220" y="823470"/>
                  </a:lnTo>
                  <a:lnTo>
                    <a:pt x="1733889" y="797215"/>
                  </a:lnTo>
                  <a:lnTo>
                    <a:pt x="1742559" y="771342"/>
                  </a:lnTo>
                  <a:lnTo>
                    <a:pt x="1751228" y="745896"/>
                  </a:lnTo>
                  <a:lnTo>
                    <a:pt x="1759898" y="720704"/>
                  </a:lnTo>
                  <a:lnTo>
                    <a:pt x="1768567" y="696022"/>
                  </a:lnTo>
                  <a:lnTo>
                    <a:pt x="1777237" y="671714"/>
                  </a:lnTo>
                  <a:lnTo>
                    <a:pt x="1785906" y="647677"/>
                  </a:lnTo>
                  <a:lnTo>
                    <a:pt x="1794576" y="624283"/>
                  </a:lnTo>
                  <a:lnTo>
                    <a:pt x="1803245" y="601189"/>
                  </a:lnTo>
                  <a:lnTo>
                    <a:pt x="1811914" y="578467"/>
                  </a:lnTo>
                  <a:lnTo>
                    <a:pt x="1820584" y="556346"/>
                  </a:lnTo>
                  <a:lnTo>
                    <a:pt x="1829253" y="534522"/>
                  </a:lnTo>
                  <a:lnTo>
                    <a:pt x="1837923" y="513187"/>
                  </a:lnTo>
                  <a:lnTo>
                    <a:pt x="1846592" y="492368"/>
                  </a:lnTo>
                  <a:lnTo>
                    <a:pt x="1855262" y="471854"/>
                  </a:lnTo>
                  <a:lnTo>
                    <a:pt x="1863931" y="451941"/>
                  </a:lnTo>
                  <a:lnTo>
                    <a:pt x="1872601" y="432449"/>
                  </a:lnTo>
                  <a:lnTo>
                    <a:pt x="1881270" y="413264"/>
                  </a:lnTo>
                  <a:lnTo>
                    <a:pt x="1889940" y="394790"/>
                  </a:lnTo>
                  <a:lnTo>
                    <a:pt x="1898609" y="376634"/>
                  </a:lnTo>
                  <a:lnTo>
                    <a:pt x="1907278" y="358880"/>
                  </a:lnTo>
                  <a:lnTo>
                    <a:pt x="1915948" y="341749"/>
                  </a:lnTo>
                  <a:lnTo>
                    <a:pt x="1924617" y="324925"/>
                  </a:lnTo>
                  <a:lnTo>
                    <a:pt x="1933287" y="308602"/>
                  </a:lnTo>
                  <a:lnTo>
                    <a:pt x="1941956" y="292793"/>
                  </a:lnTo>
                  <a:lnTo>
                    <a:pt x="1950626" y="277287"/>
                  </a:lnTo>
                  <a:lnTo>
                    <a:pt x="1959295" y="262377"/>
                  </a:lnTo>
                  <a:lnTo>
                    <a:pt x="1967965" y="247871"/>
                  </a:lnTo>
                  <a:lnTo>
                    <a:pt x="1976634" y="233662"/>
                  </a:lnTo>
                  <a:lnTo>
                    <a:pt x="1985303" y="220137"/>
                  </a:lnTo>
                  <a:lnTo>
                    <a:pt x="1993973" y="206909"/>
                  </a:lnTo>
                  <a:lnTo>
                    <a:pt x="2002642" y="194065"/>
                  </a:lnTo>
                  <a:lnTo>
                    <a:pt x="2011312" y="181803"/>
                  </a:lnTo>
                  <a:lnTo>
                    <a:pt x="2019981" y="169828"/>
                  </a:lnTo>
                  <a:lnTo>
                    <a:pt x="2028651" y="158323"/>
                  </a:lnTo>
                  <a:lnTo>
                    <a:pt x="2037320" y="147293"/>
                  </a:lnTo>
                  <a:lnTo>
                    <a:pt x="2045990" y="136544"/>
                  </a:lnTo>
                  <a:lnTo>
                    <a:pt x="2054659" y="126350"/>
                  </a:lnTo>
                  <a:lnTo>
                    <a:pt x="2063329" y="116528"/>
                  </a:lnTo>
                  <a:lnTo>
                    <a:pt x="2071998" y="106982"/>
                  </a:lnTo>
                  <a:lnTo>
                    <a:pt x="2080667" y="98073"/>
                  </a:lnTo>
                  <a:lnTo>
                    <a:pt x="2089337" y="89438"/>
                  </a:lnTo>
                  <a:lnTo>
                    <a:pt x="2098006" y="81163"/>
                  </a:lnTo>
                  <a:lnTo>
                    <a:pt x="2106676" y="73432"/>
                  </a:lnTo>
                  <a:lnTo>
                    <a:pt x="2115345" y="65969"/>
                  </a:lnTo>
                  <a:lnTo>
                    <a:pt x="2124015" y="58951"/>
                  </a:lnTo>
                  <a:lnTo>
                    <a:pt x="2132684" y="52381"/>
                  </a:lnTo>
                  <a:lnTo>
                    <a:pt x="2141354" y="46078"/>
                  </a:lnTo>
                  <a:lnTo>
                    <a:pt x="2150023" y="40307"/>
                  </a:lnTo>
                  <a:lnTo>
                    <a:pt x="2158692" y="34891"/>
                  </a:lnTo>
                  <a:lnTo>
                    <a:pt x="2167362" y="29741"/>
                  </a:lnTo>
                  <a:lnTo>
                    <a:pt x="2176031" y="25208"/>
                  </a:lnTo>
                  <a:lnTo>
                    <a:pt x="2184701" y="20942"/>
                  </a:lnTo>
                  <a:lnTo>
                    <a:pt x="2193370" y="17028"/>
                  </a:lnTo>
                  <a:lnTo>
                    <a:pt x="2202040" y="13644"/>
                  </a:lnTo>
                  <a:lnTo>
                    <a:pt x="2210709" y="10523"/>
                  </a:lnTo>
                  <a:lnTo>
                    <a:pt x="2219379" y="7844"/>
                  </a:lnTo>
                  <a:lnTo>
                    <a:pt x="2228048" y="5603"/>
                  </a:lnTo>
                  <a:lnTo>
                    <a:pt x="2236718" y="3626"/>
                  </a:lnTo>
                  <a:lnTo>
                    <a:pt x="2245387" y="2175"/>
                  </a:lnTo>
                  <a:lnTo>
                    <a:pt x="2254056" y="1072"/>
                  </a:lnTo>
                  <a:lnTo>
                    <a:pt x="2262726" y="233"/>
                  </a:lnTo>
                  <a:lnTo>
                    <a:pt x="2271395" y="0"/>
                  </a:lnTo>
                  <a:lnTo>
                    <a:pt x="2280065" y="25"/>
                  </a:lnTo>
                  <a:lnTo>
                    <a:pt x="2288734" y="396"/>
                  </a:lnTo>
                  <a:lnTo>
                    <a:pt x="2297404" y="1277"/>
                  </a:lnTo>
                  <a:lnTo>
                    <a:pt x="2306073" y="2411"/>
                  </a:lnTo>
                  <a:lnTo>
                    <a:pt x="2314743" y="3969"/>
                  </a:lnTo>
                  <a:lnTo>
                    <a:pt x="2323412" y="5938"/>
                  </a:lnTo>
                  <a:lnTo>
                    <a:pt x="2332081" y="8153"/>
                  </a:lnTo>
                  <a:lnTo>
                    <a:pt x="2340751" y="10857"/>
                  </a:lnTo>
                  <a:lnTo>
                    <a:pt x="2349420" y="13874"/>
                  </a:lnTo>
                  <a:lnTo>
                    <a:pt x="2358090" y="17132"/>
                  </a:lnTo>
                  <a:lnTo>
                    <a:pt x="2366759" y="20923"/>
                  </a:lnTo>
                  <a:lnTo>
                    <a:pt x="2375429" y="24937"/>
                  </a:lnTo>
                  <a:lnTo>
                    <a:pt x="2384098" y="29249"/>
                  </a:lnTo>
                  <a:lnTo>
                    <a:pt x="2392768" y="33983"/>
                  </a:lnTo>
                  <a:lnTo>
                    <a:pt x="2401437" y="38922"/>
                  </a:lnTo>
                  <a:lnTo>
                    <a:pt x="2410107" y="44202"/>
                  </a:lnTo>
                  <a:lnTo>
                    <a:pt x="2418776" y="49795"/>
                  </a:lnTo>
                  <a:lnTo>
                    <a:pt x="2427445" y="55575"/>
                  </a:lnTo>
                  <a:lnTo>
                    <a:pt x="2436115" y="61713"/>
                  </a:lnTo>
                  <a:lnTo>
                    <a:pt x="2444784" y="68066"/>
                  </a:lnTo>
                  <a:lnTo>
                    <a:pt x="2453454" y="74586"/>
                  </a:lnTo>
                  <a:lnTo>
                    <a:pt x="2462123" y="81449"/>
                  </a:lnTo>
                  <a:lnTo>
                    <a:pt x="2470793" y="88444"/>
                  </a:lnTo>
                  <a:lnTo>
                    <a:pt x="2479462" y="95619"/>
                  </a:lnTo>
                  <a:lnTo>
                    <a:pt x="2488132" y="103021"/>
                  </a:lnTo>
                  <a:lnTo>
                    <a:pt x="2496801" y="110526"/>
                  </a:lnTo>
                  <a:lnTo>
                    <a:pt x="2505470" y="118196"/>
                  </a:lnTo>
                  <a:lnTo>
                    <a:pt x="2514140" y="125993"/>
                  </a:lnTo>
                  <a:lnTo>
                    <a:pt x="2522809" y="133863"/>
                  </a:lnTo>
                  <a:lnTo>
                    <a:pt x="2531479" y="141851"/>
                  </a:lnTo>
                  <a:lnTo>
                    <a:pt x="2540148" y="149889"/>
                  </a:lnTo>
                  <a:lnTo>
                    <a:pt x="2548818" y="157965"/>
                  </a:lnTo>
                  <a:lnTo>
                    <a:pt x="2557487" y="166082"/>
                  </a:lnTo>
                  <a:lnTo>
                    <a:pt x="2566157" y="174196"/>
                  </a:lnTo>
                  <a:lnTo>
                    <a:pt x="2574826" y="182305"/>
                  </a:lnTo>
                  <a:lnTo>
                    <a:pt x="2583495" y="190365"/>
                  </a:lnTo>
                  <a:lnTo>
                    <a:pt x="2592165" y="198387"/>
                  </a:lnTo>
                  <a:lnTo>
                    <a:pt x="2600834" y="206329"/>
                  </a:lnTo>
                  <a:lnTo>
                    <a:pt x="2609504" y="214162"/>
                  </a:lnTo>
                  <a:lnTo>
                    <a:pt x="2618173" y="221922"/>
                  </a:lnTo>
                  <a:lnTo>
                    <a:pt x="2626843" y="229501"/>
                  </a:lnTo>
                  <a:lnTo>
                    <a:pt x="2635512" y="236940"/>
                  </a:lnTo>
                  <a:lnTo>
                    <a:pt x="2644182" y="244266"/>
                  </a:lnTo>
                  <a:lnTo>
                    <a:pt x="2652851" y="251296"/>
                  </a:lnTo>
                  <a:lnTo>
                    <a:pt x="2661521" y="258180"/>
                  </a:lnTo>
                  <a:lnTo>
                    <a:pt x="2670190" y="264860"/>
                  </a:lnTo>
                  <a:lnTo>
                    <a:pt x="2678859" y="271216"/>
                  </a:lnTo>
                  <a:lnTo>
                    <a:pt x="2687529" y="277394"/>
                  </a:lnTo>
                  <a:lnTo>
                    <a:pt x="2696198" y="283260"/>
                  </a:lnTo>
                  <a:lnTo>
                    <a:pt x="2704868" y="288802"/>
                  </a:lnTo>
                  <a:lnTo>
                    <a:pt x="2713537" y="294140"/>
                  </a:lnTo>
                  <a:lnTo>
                    <a:pt x="2722207" y="299041"/>
                  </a:lnTo>
                  <a:lnTo>
                    <a:pt x="2730876" y="303649"/>
                  </a:lnTo>
                  <a:lnTo>
                    <a:pt x="2739546" y="308019"/>
                  </a:lnTo>
                  <a:lnTo>
                    <a:pt x="2748215" y="311843"/>
                  </a:lnTo>
                  <a:lnTo>
                    <a:pt x="2756884" y="315418"/>
                  </a:lnTo>
                  <a:lnTo>
                    <a:pt x="2765554" y="318648"/>
                  </a:lnTo>
                  <a:lnTo>
                    <a:pt x="2774223" y="321375"/>
                  </a:lnTo>
                  <a:lnTo>
                    <a:pt x="2782893" y="323841"/>
                  </a:lnTo>
                  <a:lnTo>
                    <a:pt x="2791562" y="325852"/>
                  </a:lnTo>
                  <a:lnTo>
                    <a:pt x="2800232" y="327428"/>
                  </a:lnTo>
                  <a:lnTo>
                    <a:pt x="2808901" y="328734"/>
                  </a:lnTo>
                  <a:lnTo>
                    <a:pt x="2817571" y="329480"/>
                  </a:lnTo>
                  <a:lnTo>
                    <a:pt x="2826240" y="329877"/>
                  </a:lnTo>
                  <a:lnTo>
                    <a:pt x="2834910" y="329985"/>
                  </a:lnTo>
                  <a:lnTo>
                    <a:pt x="2843579" y="329472"/>
                  </a:lnTo>
                  <a:lnTo>
                    <a:pt x="2852248" y="328688"/>
                  </a:lnTo>
                  <a:lnTo>
                    <a:pt x="2860918" y="327530"/>
                  </a:lnTo>
                  <a:lnTo>
                    <a:pt x="2869587" y="325856"/>
                  </a:lnTo>
                  <a:lnTo>
                    <a:pt x="2878257" y="323921"/>
                  </a:lnTo>
                  <a:lnTo>
                    <a:pt x="2886926" y="321539"/>
                  </a:lnTo>
                  <a:lnTo>
                    <a:pt x="2895596" y="318755"/>
                  </a:lnTo>
                  <a:lnTo>
                    <a:pt x="2904265" y="315724"/>
                  </a:lnTo>
                  <a:lnTo>
                    <a:pt x="2912935" y="312197"/>
                  </a:lnTo>
                  <a:lnTo>
                    <a:pt x="2921604" y="308381"/>
                  </a:lnTo>
                  <a:lnTo>
                    <a:pt x="2930273" y="304322"/>
                  </a:lnTo>
                  <a:lnTo>
                    <a:pt x="2938943" y="299777"/>
                  </a:lnTo>
                  <a:lnTo>
                    <a:pt x="2947612" y="295031"/>
                  </a:lnTo>
                  <a:lnTo>
                    <a:pt x="2956282" y="290008"/>
                  </a:lnTo>
                  <a:lnTo>
                    <a:pt x="2964951" y="284632"/>
                  </a:lnTo>
                  <a:lnTo>
                    <a:pt x="2973621" y="279085"/>
                  </a:lnTo>
                  <a:lnTo>
                    <a:pt x="2982290" y="273254"/>
                  </a:lnTo>
                  <a:lnTo>
                    <a:pt x="2990960" y="267193"/>
                  </a:lnTo>
                  <a:lnTo>
                    <a:pt x="2999629" y="260994"/>
                  </a:lnTo>
                  <a:lnTo>
                    <a:pt x="3008299" y="254540"/>
                  </a:lnTo>
                  <a:lnTo>
                    <a:pt x="3016968" y="247959"/>
                  </a:lnTo>
                  <a:lnTo>
                    <a:pt x="3025637" y="241270"/>
                  </a:lnTo>
                  <a:lnTo>
                    <a:pt x="3034307" y="234406"/>
                  </a:lnTo>
                  <a:lnTo>
                    <a:pt x="3042976" y="227487"/>
                  </a:lnTo>
                  <a:lnTo>
                    <a:pt x="3051646" y="220492"/>
                  </a:lnTo>
                  <a:lnTo>
                    <a:pt x="3060315" y="213443"/>
                  </a:lnTo>
                  <a:lnTo>
                    <a:pt x="3068985" y="206380"/>
                  </a:lnTo>
                  <a:lnTo>
                    <a:pt x="3077654" y="199313"/>
                  </a:lnTo>
                  <a:lnTo>
                    <a:pt x="3086324" y="192283"/>
                  </a:lnTo>
                  <a:lnTo>
                    <a:pt x="3094993" y="185284"/>
                  </a:lnTo>
                  <a:lnTo>
                    <a:pt x="3103662" y="178389"/>
                  </a:lnTo>
                  <a:lnTo>
                    <a:pt x="3112332" y="171590"/>
                  </a:lnTo>
                  <a:lnTo>
                    <a:pt x="3121001" y="164875"/>
                  </a:lnTo>
                  <a:lnTo>
                    <a:pt x="3129671" y="158395"/>
                  </a:lnTo>
                  <a:lnTo>
                    <a:pt x="3138340" y="152043"/>
                  </a:lnTo>
                  <a:lnTo>
                    <a:pt x="3147010" y="145879"/>
                  </a:lnTo>
                  <a:lnTo>
                    <a:pt x="3155679" y="140017"/>
                  </a:lnTo>
                  <a:lnTo>
                    <a:pt x="3164349" y="134330"/>
                  </a:lnTo>
                  <a:lnTo>
                    <a:pt x="3173018" y="128968"/>
                  </a:lnTo>
                  <a:lnTo>
                    <a:pt x="3181688" y="123941"/>
                  </a:lnTo>
                  <a:lnTo>
                    <a:pt x="3190357" y="119132"/>
                  </a:lnTo>
                  <a:lnTo>
                    <a:pt x="3199026" y="114819"/>
                  </a:lnTo>
                  <a:lnTo>
                    <a:pt x="3207696" y="110835"/>
                  </a:lnTo>
                  <a:lnTo>
                    <a:pt x="3216365" y="107137"/>
                  </a:lnTo>
                  <a:lnTo>
                    <a:pt x="3225035" y="104085"/>
                  </a:lnTo>
                  <a:lnTo>
                    <a:pt x="3233704" y="101342"/>
                  </a:lnTo>
                  <a:lnTo>
                    <a:pt x="3242374" y="99043"/>
                  </a:lnTo>
                  <a:lnTo>
                    <a:pt x="3251043" y="97382"/>
                  </a:lnTo>
                  <a:lnTo>
                    <a:pt x="3259713" y="96067"/>
                  </a:lnTo>
                  <a:lnTo>
                    <a:pt x="3268382" y="95380"/>
                  </a:lnTo>
                  <a:lnTo>
                    <a:pt x="3277051" y="95284"/>
                  </a:lnTo>
                  <a:lnTo>
                    <a:pt x="3285721" y="95568"/>
                  </a:lnTo>
                  <a:lnTo>
                    <a:pt x="3294390" y="96681"/>
                  </a:lnTo>
                  <a:lnTo>
                    <a:pt x="3303060" y="98304"/>
                  </a:lnTo>
                  <a:lnTo>
                    <a:pt x="3311729" y="100381"/>
                  </a:lnTo>
                  <a:lnTo>
                    <a:pt x="3320399" y="103416"/>
                  </a:lnTo>
                  <a:lnTo>
                    <a:pt x="3329068" y="106892"/>
                  </a:lnTo>
                  <a:lnTo>
                    <a:pt x="3337738" y="111004"/>
                  </a:lnTo>
                  <a:lnTo>
                    <a:pt x="3346407" y="115981"/>
                  </a:lnTo>
                  <a:lnTo>
                    <a:pt x="3355077" y="121419"/>
                  </a:lnTo>
                  <a:lnTo>
                    <a:pt x="3363746" y="127683"/>
                  </a:lnTo>
                  <a:lnTo>
                    <a:pt x="3372415" y="134690"/>
                  </a:lnTo>
                  <a:lnTo>
                    <a:pt x="3381085" y="142174"/>
                  </a:lnTo>
                  <a:lnTo>
                    <a:pt x="3389754" y="150673"/>
                  </a:lnTo>
                  <a:lnTo>
                    <a:pt x="3398424" y="159770"/>
                  </a:lnTo>
                  <a:lnTo>
                    <a:pt x="3407093" y="169407"/>
                  </a:lnTo>
                  <a:lnTo>
                    <a:pt x="3415763" y="180134"/>
                  </a:lnTo>
                  <a:lnTo>
                    <a:pt x="3424432" y="191352"/>
                  </a:lnTo>
                  <a:lnTo>
                    <a:pt x="3433102" y="203279"/>
                  </a:lnTo>
                  <a:lnTo>
                    <a:pt x="3441771" y="216130"/>
                  </a:lnTo>
                  <a:lnTo>
                    <a:pt x="3450440" y="229469"/>
                  </a:lnTo>
                  <a:lnTo>
                    <a:pt x="3459110" y="243674"/>
                  </a:lnTo>
                  <a:lnTo>
                    <a:pt x="3467779" y="258626"/>
                  </a:lnTo>
                  <a:lnTo>
                    <a:pt x="3476449" y="274056"/>
                  </a:lnTo>
                  <a:lnTo>
                    <a:pt x="3485118" y="290488"/>
                  </a:lnTo>
                  <a:lnTo>
                    <a:pt x="3493788" y="307485"/>
                  </a:lnTo>
                  <a:lnTo>
                    <a:pt x="3502457" y="324999"/>
                  </a:lnTo>
                  <a:lnTo>
                    <a:pt x="3511127" y="343516"/>
                  </a:lnTo>
                  <a:lnTo>
                    <a:pt x="3519796" y="362472"/>
                  </a:lnTo>
                  <a:lnTo>
                    <a:pt x="3528466" y="382066"/>
                  </a:lnTo>
                  <a:lnTo>
                    <a:pt x="3537135" y="402455"/>
                  </a:lnTo>
                  <a:lnTo>
                    <a:pt x="3545804" y="423257"/>
                  </a:lnTo>
                  <a:lnTo>
                    <a:pt x="3554474" y="444785"/>
                  </a:lnTo>
                  <a:lnTo>
                    <a:pt x="3563143" y="466911"/>
                  </a:lnTo>
                  <a:lnTo>
                    <a:pt x="3571813" y="489418"/>
                  </a:lnTo>
                  <a:lnTo>
                    <a:pt x="3580482" y="512703"/>
                  </a:lnTo>
                  <a:lnTo>
                    <a:pt x="3589152" y="536403"/>
                  </a:lnTo>
                  <a:lnTo>
                    <a:pt x="3597821" y="560490"/>
                  </a:lnTo>
                  <a:lnTo>
                    <a:pt x="3606491" y="585283"/>
                  </a:lnTo>
                  <a:lnTo>
                    <a:pt x="3615160" y="610374"/>
                  </a:lnTo>
                  <a:lnTo>
                    <a:pt x="3623829" y="635896"/>
                  </a:lnTo>
                  <a:lnTo>
                    <a:pt x="3632499" y="661920"/>
                  </a:lnTo>
                  <a:lnTo>
                    <a:pt x="3641168" y="688198"/>
                  </a:lnTo>
                  <a:lnTo>
                    <a:pt x="3649838" y="714908"/>
                  </a:lnTo>
                  <a:lnTo>
                    <a:pt x="3658507" y="741946"/>
                  </a:lnTo>
                  <a:lnTo>
                    <a:pt x="3667177" y="769190"/>
                  </a:lnTo>
                  <a:lnTo>
                    <a:pt x="3675846" y="796826"/>
                  </a:lnTo>
                  <a:lnTo>
                    <a:pt x="3684516" y="824647"/>
                  </a:lnTo>
                  <a:lnTo>
                    <a:pt x="3693185" y="852643"/>
                  </a:lnTo>
                  <a:lnTo>
                    <a:pt x="3701855" y="880910"/>
                  </a:lnTo>
                  <a:lnTo>
                    <a:pt x="3710524" y="909275"/>
                  </a:lnTo>
                  <a:lnTo>
                    <a:pt x="3719193" y="937776"/>
                  </a:lnTo>
                  <a:lnTo>
                    <a:pt x="3727863" y="966394"/>
                  </a:lnTo>
                  <a:lnTo>
                    <a:pt x="3736532" y="995059"/>
                  </a:lnTo>
                  <a:lnTo>
                    <a:pt x="3745202" y="1023781"/>
                  </a:lnTo>
                  <a:lnTo>
                    <a:pt x="3753871" y="1052505"/>
                  </a:lnTo>
                  <a:lnTo>
                    <a:pt x="3762541" y="1081225"/>
                  </a:lnTo>
                  <a:lnTo>
                    <a:pt x="3771210" y="1109884"/>
                  </a:lnTo>
                  <a:lnTo>
                    <a:pt x="3779880" y="1138474"/>
                  </a:lnTo>
                  <a:lnTo>
                    <a:pt x="3788549" y="1166996"/>
                  </a:lnTo>
                  <a:lnTo>
                    <a:pt x="3797218" y="1195329"/>
                  </a:lnTo>
                  <a:lnTo>
                    <a:pt x="3805888" y="1223550"/>
                  </a:lnTo>
                  <a:lnTo>
                    <a:pt x="3814557" y="1251601"/>
                  </a:lnTo>
                  <a:lnTo>
                    <a:pt x="3823227" y="1279389"/>
                  </a:lnTo>
                  <a:lnTo>
                    <a:pt x="3831896" y="1307021"/>
                  </a:lnTo>
                  <a:lnTo>
                    <a:pt x="3840566" y="1334348"/>
                  </a:lnTo>
                  <a:lnTo>
                    <a:pt x="3849235" y="1361383"/>
                  </a:lnTo>
                  <a:lnTo>
                    <a:pt x="3857905" y="1388222"/>
                  </a:lnTo>
                  <a:lnTo>
                    <a:pt x="3866574" y="1414597"/>
                  </a:lnTo>
                  <a:lnTo>
                    <a:pt x="3875243" y="1440692"/>
                  </a:lnTo>
                  <a:lnTo>
                    <a:pt x="3883913" y="1466514"/>
                  </a:lnTo>
                  <a:lnTo>
                    <a:pt x="3892582" y="1491776"/>
                  </a:lnTo>
                  <a:lnTo>
                    <a:pt x="3901252" y="1516766"/>
                  </a:lnTo>
                  <a:lnTo>
                    <a:pt x="3909921" y="1541347"/>
                  </a:lnTo>
                  <a:lnTo>
                    <a:pt x="3918591" y="1565392"/>
                  </a:lnTo>
                  <a:lnTo>
                    <a:pt x="3927260" y="1589140"/>
                  </a:lnTo>
                  <a:lnTo>
                    <a:pt x="3935930" y="1612332"/>
                  </a:lnTo>
                  <a:lnTo>
                    <a:pt x="3944599" y="1635046"/>
                  </a:lnTo>
                  <a:lnTo>
                    <a:pt x="3953269" y="1657442"/>
                  </a:lnTo>
                  <a:lnTo>
                    <a:pt x="3961938" y="1679134"/>
                  </a:lnTo>
                  <a:lnTo>
                    <a:pt x="3970607" y="1700435"/>
                  </a:lnTo>
                  <a:lnTo>
                    <a:pt x="3979277" y="1721348"/>
                  </a:lnTo>
                  <a:lnTo>
                    <a:pt x="3987946" y="1741525"/>
                  </a:lnTo>
                  <a:lnTo>
                    <a:pt x="3996616" y="1761361"/>
                  </a:lnTo>
                  <a:lnTo>
                    <a:pt x="4005285" y="1780686"/>
                  </a:lnTo>
                  <a:lnTo>
                    <a:pt x="4013955" y="1799382"/>
                  </a:lnTo>
                  <a:lnTo>
                    <a:pt x="4022624" y="1817736"/>
                  </a:lnTo>
                  <a:lnTo>
                    <a:pt x="4031294" y="1835466"/>
                  </a:lnTo>
                  <a:lnTo>
                    <a:pt x="4039963" y="1852691"/>
                  </a:lnTo>
                  <a:lnTo>
                    <a:pt x="4048632" y="1869579"/>
                  </a:lnTo>
                  <a:lnTo>
                    <a:pt x="4057302" y="1885751"/>
                  </a:lnTo>
                  <a:lnTo>
                    <a:pt x="4065971" y="1901546"/>
                  </a:lnTo>
                  <a:lnTo>
                    <a:pt x="4074641" y="1916964"/>
                  </a:lnTo>
                  <a:lnTo>
                    <a:pt x="4083310" y="1931705"/>
                  </a:lnTo>
                  <a:lnTo>
                    <a:pt x="4091980" y="1946144"/>
                  </a:lnTo>
                  <a:lnTo>
                    <a:pt x="4100649" y="1960131"/>
                  </a:lnTo>
                  <a:lnTo>
                    <a:pt x="4109319" y="1973595"/>
                  </a:lnTo>
                  <a:lnTo>
                    <a:pt x="4117988" y="1986779"/>
                  </a:lnTo>
                  <a:lnTo>
                    <a:pt x="4126658" y="1999465"/>
                  </a:lnTo>
                  <a:lnTo>
                    <a:pt x="4135327" y="2011772"/>
                  </a:lnTo>
                  <a:lnTo>
                    <a:pt x="4143996" y="2023829"/>
                  </a:lnTo>
                  <a:lnTo>
                    <a:pt x="4152666" y="2035373"/>
                  </a:lnTo>
                  <a:lnTo>
                    <a:pt x="4161335" y="2046669"/>
                  </a:lnTo>
                  <a:lnTo>
                    <a:pt x="4170005" y="2057710"/>
                  </a:lnTo>
                  <a:lnTo>
                    <a:pt x="4178674" y="2068332"/>
                  </a:lnTo>
                  <a:lnTo>
                    <a:pt x="4187344" y="2078777"/>
                  </a:lnTo>
                  <a:lnTo>
                    <a:pt x="4196013" y="2088960"/>
                  </a:lnTo>
                  <a:lnTo>
                    <a:pt x="4204683" y="2098869"/>
                  </a:lnTo>
                  <a:lnTo>
                    <a:pt x="4213352" y="2108638"/>
                  </a:lnTo>
                  <a:lnTo>
                    <a:pt x="4222021" y="2118170"/>
                  </a:lnTo>
                  <a:lnTo>
                    <a:pt x="4230691" y="2127545"/>
                  </a:lnTo>
                  <a:lnTo>
                    <a:pt x="4239360" y="2136819"/>
                  </a:lnTo>
                  <a:lnTo>
                    <a:pt x="4248030" y="2145914"/>
                  </a:lnTo>
                  <a:lnTo>
                    <a:pt x="4256699" y="2154940"/>
                  </a:lnTo>
                  <a:lnTo>
                    <a:pt x="4265369" y="2163895"/>
                  </a:lnTo>
                  <a:lnTo>
                    <a:pt x="4274038" y="2172772"/>
                  </a:lnTo>
                  <a:lnTo>
                    <a:pt x="4282708" y="2181628"/>
                  </a:lnTo>
                  <a:lnTo>
                    <a:pt x="4291377" y="2190462"/>
                  </a:lnTo>
                  <a:lnTo>
                    <a:pt x="4300047" y="2199306"/>
                  </a:lnTo>
                  <a:lnTo>
                    <a:pt x="4308716" y="2208166"/>
                  </a:lnTo>
                  <a:lnTo>
                    <a:pt x="4317385" y="2217074"/>
                  </a:lnTo>
                  <a:lnTo>
                    <a:pt x="4326055" y="2226048"/>
                  </a:lnTo>
                  <a:lnTo>
                    <a:pt x="4334724" y="2235070"/>
                  </a:lnTo>
                  <a:lnTo>
                    <a:pt x="4343394" y="2244229"/>
                  </a:lnTo>
                  <a:lnTo>
                    <a:pt x="4352063" y="2253479"/>
                  </a:lnTo>
                  <a:lnTo>
                    <a:pt x="4360733" y="2262823"/>
                  </a:lnTo>
                  <a:lnTo>
                    <a:pt x="4369402" y="2272368"/>
                  </a:lnTo>
                  <a:lnTo>
                    <a:pt x="4378072" y="2282017"/>
                  </a:lnTo>
                  <a:lnTo>
                    <a:pt x="4386741" y="2291829"/>
                  </a:lnTo>
                  <a:lnTo>
                    <a:pt x="4395410" y="2301856"/>
                  </a:lnTo>
                  <a:lnTo>
                    <a:pt x="4404080" y="2312004"/>
                  </a:lnTo>
                  <a:lnTo>
                    <a:pt x="4412749" y="2322392"/>
                  </a:lnTo>
                  <a:lnTo>
                    <a:pt x="4421419" y="2332979"/>
                  </a:lnTo>
                  <a:lnTo>
                    <a:pt x="4430088" y="2343702"/>
                  </a:lnTo>
                </a:path>
              </a:pathLst>
            </a:custGeom>
            <a:ln w="2439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56929" y="5397073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56929" y="4689696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56929" y="3982319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6929" y="3274942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6929" y="2567565"/>
              <a:ext cx="43452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72128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638449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904769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171090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292803" y="5870717"/>
              <a:ext cx="82981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(mg)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313190" y="3731670"/>
              <a:ext cx="592714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409965" y="3467930"/>
              <a:ext cx="85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Type</a:t>
              </a:r>
            </a:p>
          </p:txBody>
        </p:sp>
        <p:sp>
          <p:nvSpPr>
            <p:cNvPr id="38" name="rc38"/>
            <p:cNvSpPr/>
            <p:nvPr/>
          </p:nvSpPr>
          <p:spPr>
            <a:xfrm>
              <a:off x="6426165" y="3719917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6426165" y="3939373"/>
              <a:ext cx="187055" cy="187055"/>
            </a:xfrm>
            <a:prstGeom prst="rect">
              <a:avLst/>
            </a:prstGeom>
            <a:solidFill>
              <a:srgbClr val="1F78B4">
                <a:alpha val="34901"/>
              </a:srgbClr>
            </a:solidFill>
            <a:ln w="24391" cap="flat">
              <a:solidFill>
                <a:srgbClr val="1F78B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717988" y="3762467"/>
              <a:ext cx="108941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Actual (REDCap)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717988" y="3981923"/>
              <a:ext cx="1791675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(CKD-EPI Cr-Cys)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271163" y="1688767"/>
              <a:ext cx="4787249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Dose Distribution (AUC ≥ 3) — density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2026-10-19T14:08:14Z</dcterms:modified>
  <cp:category/>
</cp:coreProperties>
</file>