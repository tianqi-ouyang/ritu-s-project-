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12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7778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6427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507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372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34540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2102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0751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59400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05546"/>
              <a:ext cx="4430088" cy="2942504"/>
            </a:xfrm>
            <a:custGeom>
              <a:avLst/>
              <a:pathLst>
                <a:path w="4430088" h="2942504">
                  <a:moveTo>
                    <a:pt x="0" y="2805888"/>
                  </a:moveTo>
                  <a:lnTo>
                    <a:pt x="8669" y="2801981"/>
                  </a:lnTo>
                  <a:lnTo>
                    <a:pt x="17338" y="2797935"/>
                  </a:lnTo>
                  <a:lnTo>
                    <a:pt x="26008" y="2793839"/>
                  </a:lnTo>
                  <a:lnTo>
                    <a:pt x="34677" y="2789642"/>
                  </a:lnTo>
                  <a:lnTo>
                    <a:pt x="43347" y="2785347"/>
                  </a:lnTo>
                  <a:lnTo>
                    <a:pt x="52016" y="2781000"/>
                  </a:lnTo>
                  <a:lnTo>
                    <a:pt x="60686" y="2776501"/>
                  </a:lnTo>
                  <a:lnTo>
                    <a:pt x="69355" y="2771947"/>
                  </a:lnTo>
                  <a:lnTo>
                    <a:pt x="78025" y="2767291"/>
                  </a:lnTo>
                  <a:lnTo>
                    <a:pt x="86694" y="2762526"/>
                  </a:lnTo>
                  <a:lnTo>
                    <a:pt x="95363" y="2757706"/>
                  </a:lnTo>
                  <a:lnTo>
                    <a:pt x="104033" y="2752728"/>
                  </a:lnTo>
                  <a:lnTo>
                    <a:pt x="112702" y="2747688"/>
                  </a:lnTo>
                  <a:lnTo>
                    <a:pt x="121372" y="2742545"/>
                  </a:lnTo>
                  <a:lnTo>
                    <a:pt x="130041" y="2737282"/>
                  </a:lnTo>
                  <a:lnTo>
                    <a:pt x="138711" y="2731962"/>
                  </a:lnTo>
                  <a:lnTo>
                    <a:pt x="147380" y="2726480"/>
                  </a:lnTo>
                  <a:lnTo>
                    <a:pt x="156050" y="2720931"/>
                  </a:lnTo>
                  <a:lnTo>
                    <a:pt x="164719" y="2715277"/>
                  </a:lnTo>
                  <a:lnTo>
                    <a:pt x="173388" y="2709494"/>
                  </a:lnTo>
                  <a:lnTo>
                    <a:pt x="182058" y="2703651"/>
                  </a:lnTo>
                  <a:lnTo>
                    <a:pt x="190727" y="2697647"/>
                  </a:lnTo>
                  <a:lnTo>
                    <a:pt x="199397" y="2691567"/>
                  </a:lnTo>
                  <a:lnTo>
                    <a:pt x="208066" y="2685385"/>
                  </a:lnTo>
                  <a:lnTo>
                    <a:pt x="216736" y="2679065"/>
                  </a:lnTo>
                  <a:lnTo>
                    <a:pt x="225405" y="2672684"/>
                  </a:lnTo>
                  <a:lnTo>
                    <a:pt x="234075" y="2666143"/>
                  </a:lnTo>
                  <a:lnTo>
                    <a:pt x="242744" y="2659520"/>
                  </a:lnTo>
                  <a:lnTo>
                    <a:pt x="251414" y="2652797"/>
                  </a:lnTo>
                  <a:lnTo>
                    <a:pt x="260083" y="2645931"/>
                  </a:lnTo>
                  <a:lnTo>
                    <a:pt x="268752" y="2639002"/>
                  </a:lnTo>
                  <a:lnTo>
                    <a:pt x="277422" y="2631916"/>
                  </a:lnTo>
                  <a:lnTo>
                    <a:pt x="286091" y="2624743"/>
                  </a:lnTo>
                  <a:lnTo>
                    <a:pt x="294761" y="2617475"/>
                  </a:lnTo>
                  <a:lnTo>
                    <a:pt x="303430" y="2610058"/>
                  </a:lnTo>
                  <a:lnTo>
                    <a:pt x="312100" y="2602579"/>
                  </a:lnTo>
                  <a:lnTo>
                    <a:pt x="320769" y="2594948"/>
                  </a:lnTo>
                  <a:lnTo>
                    <a:pt x="329439" y="2587225"/>
                  </a:lnTo>
                  <a:lnTo>
                    <a:pt x="338108" y="2579412"/>
                  </a:lnTo>
                  <a:lnTo>
                    <a:pt x="346777" y="2571447"/>
                  </a:lnTo>
                  <a:lnTo>
                    <a:pt x="355447" y="2563419"/>
                  </a:lnTo>
                  <a:lnTo>
                    <a:pt x="364116" y="2555246"/>
                  </a:lnTo>
                  <a:lnTo>
                    <a:pt x="372786" y="2546977"/>
                  </a:lnTo>
                  <a:lnTo>
                    <a:pt x="381455" y="2538624"/>
                  </a:lnTo>
                  <a:lnTo>
                    <a:pt x="390125" y="2530115"/>
                  </a:lnTo>
                  <a:lnTo>
                    <a:pt x="398794" y="2521546"/>
                  </a:lnTo>
                  <a:lnTo>
                    <a:pt x="407464" y="2512836"/>
                  </a:lnTo>
                  <a:lnTo>
                    <a:pt x="416133" y="2504028"/>
                  </a:lnTo>
                  <a:lnTo>
                    <a:pt x="424803" y="2495142"/>
                  </a:lnTo>
                  <a:lnTo>
                    <a:pt x="433472" y="2486096"/>
                  </a:lnTo>
                  <a:lnTo>
                    <a:pt x="442141" y="2476991"/>
                  </a:lnTo>
                  <a:lnTo>
                    <a:pt x="450811" y="2467751"/>
                  </a:lnTo>
                  <a:lnTo>
                    <a:pt x="459480" y="2458409"/>
                  </a:lnTo>
                  <a:lnTo>
                    <a:pt x="468150" y="2448994"/>
                  </a:lnTo>
                  <a:lnTo>
                    <a:pt x="476819" y="2439416"/>
                  </a:lnTo>
                  <a:lnTo>
                    <a:pt x="485489" y="2429778"/>
                  </a:lnTo>
                  <a:lnTo>
                    <a:pt x="494158" y="2420011"/>
                  </a:lnTo>
                  <a:lnTo>
                    <a:pt x="502828" y="2410137"/>
                  </a:lnTo>
                  <a:lnTo>
                    <a:pt x="511497" y="2400194"/>
                  </a:lnTo>
                  <a:lnTo>
                    <a:pt x="520166" y="2390082"/>
                  </a:lnTo>
                  <a:lnTo>
                    <a:pt x="528836" y="2379909"/>
                  </a:lnTo>
                  <a:lnTo>
                    <a:pt x="537505" y="2369610"/>
                  </a:lnTo>
                  <a:lnTo>
                    <a:pt x="546175" y="2359197"/>
                  </a:lnTo>
                  <a:lnTo>
                    <a:pt x="554844" y="2348718"/>
                  </a:lnTo>
                  <a:lnTo>
                    <a:pt x="563514" y="2338061"/>
                  </a:lnTo>
                  <a:lnTo>
                    <a:pt x="572183" y="2327342"/>
                  </a:lnTo>
                  <a:lnTo>
                    <a:pt x="580853" y="2316497"/>
                  </a:lnTo>
                  <a:lnTo>
                    <a:pt x="589522" y="2305529"/>
                  </a:lnTo>
                  <a:lnTo>
                    <a:pt x="598192" y="2294497"/>
                  </a:lnTo>
                  <a:lnTo>
                    <a:pt x="606861" y="2283275"/>
                  </a:lnTo>
                  <a:lnTo>
                    <a:pt x="615530" y="2271987"/>
                  </a:lnTo>
                  <a:lnTo>
                    <a:pt x="624200" y="2260572"/>
                  </a:lnTo>
                  <a:lnTo>
                    <a:pt x="632869" y="2249021"/>
                  </a:lnTo>
                  <a:lnTo>
                    <a:pt x="641539" y="2237402"/>
                  </a:lnTo>
                  <a:lnTo>
                    <a:pt x="650208" y="2225587"/>
                  </a:lnTo>
                  <a:lnTo>
                    <a:pt x="658878" y="2213696"/>
                  </a:lnTo>
                  <a:lnTo>
                    <a:pt x="667547" y="2201675"/>
                  </a:lnTo>
                  <a:lnTo>
                    <a:pt x="676217" y="2189502"/>
                  </a:lnTo>
                  <a:lnTo>
                    <a:pt x="684886" y="2177257"/>
                  </a:lnTo>
                  <a:lnTo>
                    <a:pt x="693555" y="2164807"/>
                  </a:lnTo>
                  <a:lnTo>
                    <a:pt x="702225" y="2152268"/>
                  </a:lnTo>
                  <a:lnTo>
                    <a:pt x="710894" y="2139595"/>
                  </a:lnTo>
                  <a:lnTo>
                    <a:pt x="719564" y="2126753"/>
                  </a:lnTo>
                  <a:lnTo>
                    <a:pt x="728233" y="2113833"/>
                  </a:lnTo>
                  <a:lnTo>
                    <a:pt x="736903" y="2100698"/>
                  </a:lnTo>
                  <a:lnTo>
                    <a:pt x="745572" y="2087461"/>
                  </a:lnTo>
                  <a:lnTo>
                    <a:pt x="754242" y="2074086"/>
                  </a:lnTo>
                  <a:lnTo>
                    <a:pt x="762911" y="2060523"/>
                  </a:lnTo>
                  <a:lnTo>
                    <a:pt x="771581" y="2046874"/>
                  </a:lnTo>
                  <a:lnTo>
                    <a:pt x="780250" y="2033003"/>
                  </a:lnTo>
                  <a:lnTo>
                    <a:pt x="788919" y="2019014"/>
                  </a:lnTo>
                  <a:lnTo>
                    <a:pt x="797589" y="2004886"/>
                  </a:lnTo>
                  <a:lnTo>
                    <a:pt x="806258" y="1990549"/>
                  </a:lnTo>
                  <a:lnTo>
                    <a:pt x="814928" y="1976122"/>
                  </a:lnTo>
                  <a:lnTo>
                    <a:pt x="823597" y="1961464"/>
                  </a:lnTo>
                  <a:lnTo>
                    <a:pt x="832267" y="1946677"/>
                  </a:lnTo>
                  <a:lnTo>
                    <a:pt x="840936" y="1931749"/>
                  </a:lnTo>
                  <a:lnTo>
                    <a:pt x="849606" y="1916594"/>
                  </a:lnTo>
                  <a:lnTo>
                    <a:pt x="858275" y="1901346"/>
                  </a:lnTo>
                  <a:lnTo>
                    <a:pt x="866944" y="1885865"/>
                  </a:lnTo>
                  <a:lnTo>
                    <a:pt x="875614" y="1870242"/>
                  </a:lnTo>
                  <a:lnTo>
                    <a:pt x="884283" y="1854480"/>
                  </a:lnTo>
                  <a:lnTo>
                    <a:pt x="892953" y="1838480"/>
                  </a:lnTo>
                  <a:lnTo>
                    <a:pt x="901622" y="1822383"/>
                  </a:lnTo>
                  <a:lnTo>
                    <a:pt x="910292" y="1806057"/>
                  </a:lnTo>
                  <a:lnTo>
                    <a:pt x="918961" y="1789581"/>
                  </a:lnTo>
                  <a:lnTo>
                    <a:pt x="927631" y="1772973"/>
                  </a:lnTo>
                  <a:lnTo>
                    <a:pt x="936300" y="1756120"/>
                  </a:lnTo>
                  <a:lnTo>
                    <a:pt x="944970" y="1739170"/>
                  </a:lnTo>
                  <a:lnTo>
                    <a:pt x="953639" y="1722003"/>
                  </a:lnTo>
                  <a:lnTo>
                    <a:pt x="962308" y="1704682"/>
                  </a:lnTo>
                  <a:lnTo>
                    <a:pt x="970978" y="1687239"/>
                  </a:lnTo>
                  <a:lnTo>
                    <a:pt x="979647" y="1669553"/>
                  </a:lnTo>
                  <a:lnTo>
                    <a:pt x="988317" y="1651775"/>
                  </a:lnTo>
                  <a:lnTo>
                    <a:pt x="996986" y="1633798"/>
                  </a:lnTo>
                  <a:lnTo>
                    <a:pt x="1005656" y="1615669"/>
                  </a:lnTo>
                  <a:lnTo>
                    <a:pt x="1014325" y="1597434"/>
                  </a:lnTo>
                  <a:lnTo>
                    <a:pt x="1022995" y="1578967"/>
                  </a:lnTo>
                  <a:lnTo>
                    <a:pt x="1031664" y="1560417"/>
                  </a:lnTo>
                  <a:lnTo>
                    <a:pt x="1040333" y="1541693"/>
                  </a:lnTo>
                  <a:lnTo>
                    <a:pt x="1049003" y="1522827"/>
                  </a:lnTo>
                  <a:lnTo>
                    <a:pt x="1057672" y="1503873"/>
                  </a:lnTo>
                  <a:lnTo>
                    <a:pt x="1066342" y="1484711"/>
                  </a:lnTo>
                  <a:lnTo>
                    <a:pt x="1075011" y="1465478"/>
                  </a:lnTo>
                  <a:lnTo>
                    <a:pt x="1083681" y="1446101"/>
                  </a:lnTo>
                  <a:lnTo>
                    <a:pt x="1092350" y="1426603"/>
                  </a:lnTo>
                  <a:lnTo>
                    <a:pt x="1101020" y="1407035"/>
                  </a:lnTo>
                  <a:lnTo>
                    <a:pt x="1109689" y="1387295"/>
                  </a:lnTo>
                  <a:lnTo>
                    <a:pt x="1118359" y="1367500"/>
                  </a:lnTo>
                  <a:lnTo>
                    <a:pt x="1127028" y="1347597"/>
                  </a:lnTo>
                  <a:lnTo>
                    <a:pt x="1135697" y="1327599"/>
                  </a:lnTo>
                  <a:lnTo>
                    <a:pt x="1144367" y="1307552"/>
                  </a:lnTo>
                  <a:lnTo>
                    <a:pt x="1153036" y="1287381"/>
                  </a:lnTo>
                  <a:lnTo>
                    <a:pt x="1161706" y="1267173"/>
                  </a:lnTo>
                  <a:lnTo>
                    <a:pt x="1170375" y="1246895"/>
                  </a:lnTo>
                  <a:lnTo>
                    <a:pt x="1179045" y="1226557"/>
                  </a:lnTo>
                  <a:lnTo>
                    <a:pt x="1187714" y="1206190"/>
                  </a:lnTo>
                  <a:lnTo>
                    <a:pt x="1196384" y="1185757"/>
                  </a:lnTo>
                  <a:lnTo>
                    <a:pt x="1205053" y="1165306"/>
                  </a:lnTo>
                  <a:lnTo>
                    <a:pt x="1213722" y="1144826"/>
                  </a:lnTo>
                  <a:lnTo>
                    <a:pt x="1222392" y="1124327"/>
                  </a:lnTo>
                  <a:lnTo>
                    <a:pt x="1231061" y="1103820"/>
                  </a:lnTo>
                  <a:lnTo>
                    <a:pt x="1239731" y="1083307"/>
                  </a:lnTo>
                  <a:lnTo>
                    <a:pt x="1248400" y="1062800"/>
                  </a:lnTo>
                  <a:lnTo>
                    <a:pt x="1257070" y="1042303"/>
                  </a:lnTo>
                  <a:lnTo>
                    <a:pt x="1265739" y="1021833"/>
                  </a:lnTo>
                  <a:lnTo>
                    <a:pt x="1274409" y="1001378"/>
                  </a:lnTo>
                  <a:lnTo>
                    <a:pt x="1283078" y="980975"/>
                  </a:lnTo>
                  <a:lnTo>
                    <a:pt x="1291747" y="960607"/>
                  </a:lnTo>
                  <a:lnTo>
                    <a:pt x="1300417" y="940284"/>
                  </a:lnTo>
                  <a:lnTo>
                    <a:pt x="1309086" y="920039"/>
                  </a:lnTo>
                  <a:lnTo>
                    <a:pt x="1317756" y="899830"/>
                  </a:lnTo>
                  <a:lnTo>
                    <a:pt x="1326425" y="879730"/>
                  </a:lnTo>
                  <a:lnTo>
                    <a:pt x="1335095" y="859694"/>
                  </a:lnTo>
                  <a:lnTo>
                    <a:pt x="1343764" y="839735"/>
                  </a:lnTo>
                  <a:lnTo>
                    <a:pt x="1352434" y="819907"/>
                  </a:lnTo>
                  <a:lnTo>
                    <a:pt x="1361103" y="800137"/>
                  </a:lnTo>
                  <a:lnTo>
                    <a:pt x="1369773" y="780525"/>
                  </a:lnTo>
                  <a:lnTo>
                    <a:pt x="1378442" y="761010"/>
                  </a:lnTo>
                  <a:lnTo>
                    <a:pt x="1387111" y="741600"/>
                  </a:lnTo>
                  <a:lnTo>
                    <a:pt x="1395781" y="722373"/>
                  </a:lnTo>
                  <a:lnTo>
                    <a:pt x="1404450" y="703225"/>
                  </a:lnTo>
                  <a:lnTo>
                    <a:pt x="1413120" y="684278"/>
                  </a:lnTo>
                  <a:lnTo>
                    <a:pt x="1421789" y="665462"/>
                  </a:lnTo>
                  <a:lnTo>
                    <a:pt x="1430459" y="646773"/>
                  </a:lnTo>
                  <a:lnTo>
                    <a:pt x="1439128" y="628319"/>
                  </a:lnTo>
                  <a:lnTo>
                    <a:pt x="1447798" y="609964"/>
                  </a:lnTo>
                  <a:lnTo>
                    <a:pt x="1456467" y="591845"/>
                  </a:lnTo>
                  <a:lnTo>
                    <a:pt x="1465136" y="573892"/>
                  </a:lnTo>
                  <a:lnTo>
                    <a:pt x="1473806" y="556083"/>
                  </a:lnTo>
                  <a:lnTo>
                    <a:pt x="1482475" y="538561"/>
                  </a:lnTo>
                  <a:lnTo>
                    <a:pt x="1491145" y="521154"/>
                  </a:lnTo>
                  <a:lnTo>
                    <a:pt x="1499814" y="504013"/>
                  </a:lnTo>
                  <a:lnTo>
                    <a:pt x="1508484" y="487073"/>
                  </a:lnTo>
                  <a:lnTo>
                    <a:pt x="1517153" y="470289"/>
                  </a:lnTo>
                  <a:lnTo>
                    <a:pt x="1525823" y="453841"/>
                  </a:lnTo>
                  <a:lnTo>
                    <a:pt x="1534492" y="437524"/>
                  </a:lnTo>
                  <a:lnTo>
                    <a:pt x="1543162" y="421496"/>
                  </a:lnTo>
                  <a:lnTo>
                    <a:pt x="1551831" y="405704"/>
                  </a:lnTo>
                  <a:lnTo>
                    <a:pt x="1560500" y="390075"/>
                  </a:lnTo>
                  <a:lnTo>
                    <a:pt x="1569170" y="374830"/>
                  </a:lnTo>
                  <a:lnTo>
                    <a:pt x="1577839" y="359730"/>
                  </a:lnTo>
                  <a:lnTo>
                    <a:pt x="1586509" y="344938"/>
                  </a:lnTo>
                  <a:lnTo>
                    <a:pt x="1595178" y="330414"/>
                  </a:lnTo>
                  <a:lnTo>
                    <a:pt x="1603848" y="316059"/>
                  </a:lnTo>
                  <a:lnTo>
                    <a:pt x="1612517" y="302133"/>
                  </a:lnTo>
                  <a:lnTo>
                    <a:pt x="1621187" y="288364"/>
                  </a:lnTo>
                  <a:lnTo>
                    <a:pt x="1629856" y="274917"/>
                  </a:lnTo>
                  <a:lnTo>
                    <a:pt x="1638525" y="261772"/>
                  </a:lnTo>
                  <a:lnTo>
                    <a:pt x="1647195" y="248796"/>
                  </a:lnTo>
                  <a:lnTo>
                    <a:pt x="1655864" y="236293"/>
                  </a:lnTo>
                  <a:lnTo>
                    <a:pt x="1664534" y="223959"/>
                  </a:lnTo>
                  <a:lnTo>
                    <a:pt x="1673203" y="211956"/>
                  </a:lnTo>
                  <a:lnTo>
                    <a:pt x="1681873" y="200288"/>
                  </a:lnTo>
                  <a:lnTo>
                    <a:pt x="1690542" y="188792"/>
                  </a:lnTo>
                  <a:lnTo>
                    <a:pt x="1699212" y="177801"/>
                  </a:lnTo>
                  <a:lnTo>
                    <a:pt x="1707881" y="166994"/>
                  </a:lnTo>
                  <a:lnTo>
                    <a:pt x="1716551" y="156524"/>
                  </a:lnTo>
                  <a:lnTo>
                    <a:pt x="1725220" y="146420"/>
                  </a:lnTo>
                  <a:lnTo>
                    <a:pt x="1733889" y="136498"/>
                  </a:lnTo>
                  <a:lnTo>
                    <a:pt x="1742559" y="127093"/>
                  </a:lnTo>
                  <a:lnTo>
                    <a:pt x="1751228" y="117895"/>
                  </a:lnTo>
                  <a:lnTo>
                    <a:pt x="1759898" y="109034"/>
                  </a:lnTo>
                  <a:lnTo>
                    <a:pt x="1768567" y="100572"/>
                  </a:lnTo>
                  <a:lnTo>
                    <a:pt x="1777237" y="92298"/>
                  </a:lnTo>
                  <a:lnTo>
                    <a:pt x="1785906" y="84548"/>
                  </a:lnTo>
                  <a:lnTo>
                    <a:pt x="1794576" y="77026"/>
                  </a:lnTo>
                  <a:lnTo>
                    <a:pt x="1803245" y="69840"/>
                  </a:lnTo>
                  <a:lnTo>
                    <a:pt x="1811914" y="63079"/>
                  </a:lnTo>
                  <a:lnTo>
                    <a:pt x="1820584" y="56515"/>
                  </a:lnTo>
                  <a:lnTo>
                    <a:pt x="1829253" y="50472"/>
                  </a:lnTo>
                  <a:lnTo>
                    <a:pt x="1837923" y="44680"/>
                  </a:lnTo>
                  <a:lnTo>
                    <a:pt x="1846592" y="39216"/>
                  </a:lnTo>
                  <a:lnTo>
                    <a:pt x="1855262" y="34202"/>
                  </a:lnTo>
                  <a:lnTo>
                    <a:pt x="1863931" y="29388"/>
                  </a:lnTo>
                  <a:lnTo>
                    <a:pt x="1872601" y="25089"/>
                  </a:lnTo>
                  <a:lnTo>
                    <a:pt x="1881270" y="21059"/>
                  </a:lnTo>
                  <a:lnTo>
                    <a:pt x="1889940" y="17345"/>
                  </a:lnTo>
                  <a:lnTo>
                    <a:pt x="1898609" y="14101"/>
                  </a:lnTo>
                  <a:lnTo>
                    <a:pt x="1907278" y="11056"/>
                  </a:lnTo>
                  <a:lnTo>
                    <a:pt x="1915948" y="8514"/>
                  </a:lnTo>
                  <a:lnTo>
                    <a:pt x="1924617" y="6254"/>
                  </a:lnTo>
                  <a:lnTo>
                    <a:pt x="1933287" y="4295"/>
                  </a:lnTo>
                  <a:lnTo>
                    <a:pt x="1941956" y="2817"/>
                  </a:lnTo>
                  <a:lnTo>
                    <a:pt x="1950626" y="1537"/>
                  </a:lnTo>
                  <a:lnTo>
                    <a:pt x="1959295" y="736"/>
                  </a:lnTo>
                  <a:lnTo>
                    <a:pt x="1967965" y="228"/>
                  </a:lnTo>
                  <a:lnTo>
                    <a:pt x="1976634" y="0"/>
                  </a:lnTo>
                  <a:lnTo>
                    <a:pt x="1985303" y="255"/>
                  </a:lnTo>
                  <a:lnTo>
                    <a:pt x="1993973" y="702"/>
                  </a:lnTo>
                  <a:lnTo>
                    <a:pt x="2002642" y="1600"/>
                  </a:lnTo>
                  <a:lnTo>
                    <a:pt x="2011312" y="2793"/>
                  </a:lnTo>
                  <a:lnTo>
                    <a:pt x="2019981" y="4241"/>
                  </a:lnTo>
                  <a:lnTo>
                    <a:pt x="2028651" y="6166"/>
                  </a:lnTo>
                  <a:lnTo>
                    <a:pt x="2037320" y="8273"/>
                  </a:lnTo>
                  <a:lnTo>
                    <a:pt x="2045990" y="10793"/>
                  </a:lnTo>
                  <a:lnTo>
                    <a:pt x="2054659" y="13605"/>
                  </a:lnTo>
                  <a:lnTo>
                    <a:pt x="2063329" y="16643"/>
                  </a:lnTo>
                  <a:lnTo>
                    <a:pt x="2071998" y="20140"/>
                  </a:lnTo>
                  <a:lnTo>
                    <a:pt x="2080667" y="23806"/>
                  </a:lnTo>
                  <a:lnTo>
                    <a:pt x="2089337" y="27840"/>
                  </a:lnTo>
                  <a:lnTo>
                    <a:pt x="2098006" y="32157"/>
                  </a:lnTo>
                  <a:lnTo>
                    <a:pt x="2106676" y="36667"/>
                  </a:lnTo>
                  <a:lnTo>
                    <a:pt x="2115345" y="41607"/>
                  </a:lnTo>
                  <a:lnTo>
                    <a:pt x="2124015" y="46699"/>
                  </a:lnTo>
                  <a:lnTo>
                    <a:pt x="2132684" y="52111"/>
                  </a:lnTo>
                  <a:lnTo>
                    <a:pt x="2141354" y="57786"/>
                  </a:lnTo>
                  <a:lnTo>
                    <a:pt x="2150023" y="63622"/>
                  </a:lnTo>
                  <a:lnTo>
                    <a:pt x="2158692" y="69848"/>
                  </a:lnTo>
                  <a:lnTo>
                    <a:pt x="2167362" y="76206"/>
                  </a:lnTo>
                  <a:lnTo>
                    <a:pt x="2176031" y="82832"/>
                  </a:lnTo>
                  <a:lnTo>
                    <a:pt x="2184701" y="89693"/>
                  </a:lnTo>
                  <a:lnTo>
                    <a:pt x="2193370" y="96684"/>
                  </a:lnTo>
                  <a:lnTo>
                    <a:pt x="2202040" y="104014"/>
                  </a:lnTo>
                  <a:lnTo>
                    <a:pt x="2210709" y="111454"/>
                  </a:lnTo>
                  <a:lnTo>
                    <a:pt x="2219379" y="119109"/>
                  </a:lnTo>
                  <a:lnTo>
                    <a:pt x="2228048" y="126966"/>
                  </a:lnTo>
                  <a:lnTo>
                    <a:pt x="2236718" y="134924"/>
                  </a:lnTo>
                  <a:lnTo>
                    <a:pt x="2245387" y="143155"/>
                  </a:lnTo>
                  <a:lnTo>
                    <a:pt x="2254056" y="151477"/>
                  </a:lnTo>
                  <a:lnTo>
                    <a:pt x="2262726" y="159962"/>
                  </a:lnTo>
                  <a:lnTo>
                    <a:pt x="2271395" y="168608"/>
                  </a:lnTo>
                  <a:lnTo>
                    <a:pt x="2280065" y="177332"/>
                  </a:lnTo>
                  <a:lnTo>
                    <a:pt x="2288734" y="186255"/>
                  </a:lnTo>
                  <a:lnTo>
                    <a:pt x="2297404" y="195248"/>
                  </a:lnTo>
                  <a:lnTo>
                    <a:pt x="2306073" y="204355"/>
                  </a:lnTo>
                  <a:lnTo>
                    <a:pt x="2314743" y="213578"/>
                  </a:lnTo>
                  <a:lnTo>
                    <a:pt x="2323412" y="222856"/>
                  </a:lnTo>
                  <a:lnTo>
                    <a:pt x="2332081" y="232261"/>
                  </a:lnTo>
                  <a:lnTo>
                    <a:pt x="2340751" y="241714"/>
                  </a:lnTo>
                  <a:lnTo>
                    <a:pt x="2349420" y="251235"/>
                  </a:lnTo>
                  <a:lnTo>
                    <a:pt x="2358090" y="260825"/>
                  </a:lnTo>
                  <a:lnTo>
                    <a:pt x="2366759" y="270445"/>
                  </a:lnTo>
                  <a:lnTo>
                    <a:pt x="2375429" y="280128"/>
                  </a:lnTo>
                  <a:lnTo>
                    <a:pt x="2384098" y="289833"/>
                  </a:lnTo>
                  <a:lnTo>
                    <a:pt x="2392768" y="299565"/>
                  </a:lnTo>
                  <a:lnTo>
                    <a:pt x="2401437" y="309317"/>
                  </a:lnTo>
                  <a:lnTo>
                    <a:pt x="2410107" y="319077"/>
                  </a:lnTo>
                  <a:lnTo>
                    <a:pt x="2418776" y="328842"/>
                  </a:lnTo>
                  <a:lnTo>
                    <a:pt x="2427445" y="338601"/>
                  </a:lnTo>
                  <a:lnTo>
                    <a:pt x="2436115" y="348351"/>
                  </a:lnTo>
                  <a:lnTo>
                    <a:pt x="2444784" y="358075"/>
                  </a:lnTo>
                  <a:lnTo>
                    <a:pt x="2453454" y="367784"/>
                  </a:lnTo>
                  <a:lnTo>
                    <a:pt x="2462123" y="377448"/>
                  </a:lnTo>
                  <a:lnTo>
                    <a:pt x="2470793" y="387078"/>
                  </a:lnTo>
                  <a:lnTo>
                    <a:pt x="2479462" y="396670"/>
                  </a:lnTo>
                  <a:lnTo>
                    <a:pt x="2488132" y="406189"/>
                  </a:lnTo>
                  <a:lnTo>
                    <a:pt x="2496801" y="415674"/>
                  </a:lnTo>
                  <a:lnTo>
                    <a:pt x="2505470" y="425071"/>
                  </a:lnTo>
                  <a:lnTo>
                    <a:pt x="2514140" y="434404"/>
                  </a:lnTo>
                  <a:lnTo>
                    <a:pt x="2522809" y="443678"/>
                  </a:lnTo>
                  <a:lnTo>
                    <a:pt x="2531479" y="452833"/>
                  </a:lnTo>
                  <a:lnTo>
                    <a:pt x="2540148" y="461938"/>
                  </a:lnTo>
                  <a:lnTo>
                    <a:pt x="2548818" y="470919"/>
                  </a:lnTo>
                  <a:lnTo>
                    <a:pt x="2557487" y="479808"/>
                  </a:lnTo>
                  <a:lnTo>
                    <a:pt x="2566157" y="488621"/>
                  </a:lnTo>
                  <a:lnTo>
                    <a:pt x="2574826" y="497273"/>
                  </a:lnTo>
                  <a:lnTo>
                    <a:pt x="2583495" y="505859"/>
                  </a:lnTo>
                  <a:lnTo>
                    <a:pt x="2592165" y="514293"/>
                  </a:lnTo>
                  <a:lnTo>
                    <a:pt x="2600834" y="522609"/>
                  </a:lnTo>
                  <a:lnTo>
                    <a:pt x="2609504" y="530836"/>
                  </a:lnTo>
                  <a:lnTo>
                    <a:pt x="2618173" y="538861"/>
                  </a:lnTo>
                  <a:lnTo>
                    <a:pt x="2626843" y="546809"/>
                  </a:lnTo>
                  <a:lnTo>
                    <a:pt x="2635512" y="554583"/>
                  </a:lnTo>
                  <a:lnTo>
                    <a:pt x="2644182" y="562213"/>
                  </a:lnTo>
                  <a:lnTo>
                    <a:pt x="2652851" y="569745"/>
                  </a:lnTo>
                  <a:lnTo>
                    <a:pt x="2661521" y="577039"/>
                  </a:lnTo>
                  <a:lnTo>
                    <a:pt x="2670190" y="584245"/>
                  </a:lnTo>
                  <a:lnTo>
                    <a:pt x="2678859" y="591261"/>
                  </a:lnTo>
                  <a:lnTo>
                    <a:pt x="2687529" y="598109"/>
                  </a:lnTo>
                  <a:lnTo>
                    <a:pt x="2696198" y="604853"/>
                  </a:lnTo>
                  <a:lnTo>
                    <a:pt x="2704868" y="611327"/>
                  </a:lnTo>
                  <a:lnTo>
                    <a:pt x="2713537" y="617703"/>
                  </a:lnTo>
                  <a:lnTo>
                    <a:pt x="2722207" y="623879"/>
                  </a:lnTo>
                  <a:lnTo>
                    <a:pt x="2730876" y="629863"/>
                  </a:lnTo>
                  <a:lnTo>
                    <a:pt x="2739546" y="635743"/>
                  </a:lnTo>
                  <a:lnTo>
                    <a:pt x="2748215" y="641324"/>
                  </a:lnTo>
                  <a:lnTo>
                    <a:pt x="2756884" y="646798"/>
                  </a:lnTo>
                  <a:lnTo>
                    <a:pt x="2765554" y="652067"/>
                  </a:lnTo>
                  <a:lnTo>
                    <a:pt x="2774223" y="657123"/>
                  </a:lnTo>
                  <a:lnTo>
                    <a:pt x="2782893" y="662071"/>
                  </a:lnTo>
                  <a:lnTo>
                    <a:pt x="2791562" y="666705"/>
                  </a:lnTo>
                  <a:lnTo>
                    <a:pt x="2800232" y="671224"/>
                  </a:lnTo>
                  <a:lnTo>
                    <a:pt x="2808901" y="675534"/>
                  </a:lnTo>
                  <a:lnTo>
                    <a:pt x="2817571" y="679615"/>
                  </a:lnTo>
                  <a:lnTo>
                    <a:pt x="2826240" y="683584"/>
                  </a:lnTo>
                  <a:lnTo>
                    <a:pt x="2834910" y="687237"/>
                  </a:lnTo>
                  <a:lnTo>
                    <a:pt x="2843579" y="690762"/>
                  </a:lnTo>
                  <a:lnTo>
                    <a:pt x="2852248" y="694083"/>
                  </a:lnTo>
                  <a:lnTo>
                    <a:pt x="2860918" y="697162"/>
                  </a:lnTo>
                  <a:lnTo>
                    <a:pt x="2869587" y="700127"/>
                  </a:lnTo>
                  <a:lnTo>
                    <a:pt x="2878257" y="702783"/>
                  </a:lnTo>
                  <a:lnTo>
                    <a:pt x="2886926" y="705301"/>
                  </a:lnTo>
                  <a:lnTo>
                    <a:pt x="2895596" y="707624"/>
                  </a:lnTo>
                  <a:lnTo>
                    <a:pt x="2904265" y="709699"/>
                  </a:lnTo>
                  <a:lnTo>
                    <a:pt x="2912935" y="711660"/>
                  </a:lnTo>
                  <a:lnTo>
                    <a:pt x="2921604" y="713327"/>
                  </a:lnTo>
                  <a:lnTo>
                    <a:pt x="2930273" y="714852"/>
                  </a:lnTo>
                  <a:lnTo>
                    <a:pt x="2938943" y="716195"/>
                  </a:lnTo>
                  <a:lnTo>
                    <a:pt x="2947612" y="717292"/>
                  </a:lnTo>
                  <a:lnTo>
                    <a:pt x="2956282" y="718280"/>
                  </a:lnTo>
                  <a:lnTo>
                    <a:pt x="2964951" y="718997"/>
                  </a:lnTo>
                  <a:lnTo>
                    <a:pt x="2973621" y="719573"/>
                  </a:lnTo>
                  <a:lnTo>
                    <a:pt x="2982290" y="719987"/>
                  </a:lnTo>
                  <a:lnTo>
                    <a:pt x="2990960" y="720165"/>
                  </a:lnTo>
                  <a:lnTo>
                    <a:pt x="2999629" y="720245"/>
                  </a:lnTo>
                  <a:lnTo>
                    <a:pt x="3008299" y="720085"/>
                  </a:lnTo>
                  <a:lnTo>
                    <a:pt x="3016968" y="719793"/>
                  </a:lnTo>
                  <a:lnTo>
                    <a:pt x="3025637" y="719364"/>
                  </a:lnTo>
                  <a:lnTo>
                    <a:pt x="3034307" y="718722"/>
                  </a:lnTo>
                  <a:lnTo>
                    <a:pt x="3042976" y="717994"/>
                  </a:lnTo>
                  <a:lnTo>
                    <a:pt x="3051646" y="717069"/>
                  </a:lnTo>
                  <a:lnTo>
                    <a:pt x="3060315" y="716027"/>
                  </a:lnTo>
                  <a:lnTo>
                    <a:pt x="3068985" y="714877"/>
                  </a:lnTo>
                  <a:lnTo>
                    <a:pt x="3077654" y="713550"/>
                  </a:lnTo>
                  <a:lnTo>
                    <a:pt x="3086324" y="712156"/>
                  </a:lnTo>
                  <a:lnTo>
                    <a:pt x="3094993" y="710613"/>
                  </a:lnTo>
                  <a:lnTo>
                    <a:pt x="3103662" y="708979"/>
                  </a:lnTo>
                  <a:lnTo>
                    <a:pt x="3112332" y="707269"/>
                  </a:lnTo>
                  <a:lnTo>
                    <a:pt x="3121001" y="705431"/>
                  </a:lnTo>
                  <a:lnTo>
                    <a:pt x="3129671" y="703548"/>
                  </a:lnTo>
                  <a:lnTo>
                    <a:pt x="3138340" y="701570"/>
                  </a:lnTo>
                  <a:lnTo>
                    <a:pt x="3147010" y="699537"/>
                  </a:lnTo>
                  <a:lnTo>
                    <a:pt x="3155679" y="697461"/>
                  </a:lnTo>
                  <a:lnTo>
                    <a:pt x="3164349" y="695317"/>
                  </a:lnTo>
                  <a:lnTo>
                    <a:pt x="3173018" y="693154"/>
                  </a:lnTo>
                  <a:lnTo>
                    <a:pt x="3181688" y="690955"/>
                  </a:lnTo>
                  <a:lnTo>
                    <a:pt x="3190357" y="688742"/>
                  </a:lnTo>
                  <a:lnTo>
                    <a:pt x="3199026" y="686520"/>
                  </a:lnTo>
                  <a:lnTo>
                    <a:pt x="3207696" y="684302"/>
                  </a:lnTo>
                  <a:lnTo>
                    <a:pt x="3216365" y="682092"/>
                  </a:lnTo>
                  <a:lnTo>
                    <a:pt x="3225035" y="679903"/>
                  </a:lnTo>
                  <a:lnTo>
                    <a:pt x="3233704" y="677751"/>
                  </a:lnTo>
                  <a:lnTo>
                    <a:pt x="3242374" y="675619"/>
                  </a:lnTo>
                  <a:lnTo>
                    <a:pt x="3251043" y="673569"/>
                  </a:lnTo>
                  <a:lnTo>
                    <a:pt x="3259713" y="671555"/>
                  </a:lnTo>
                  <a:lnTo>
                    <a:pt x="3268382" y="669617"/>
                  </a:lnTo>
                  <a:lnTo>
                    <a:pt x="3277051" y="667768"/>
                  </a:lnTo>
                  <a:lnTo>
                    <a:pt x="3285721" y="665967"/>
                  </a:lnTo>
                  <a:lnTo>
                    <a:pt x="3294390" y="664326"/>
                  </a:lnTo>
                  <a:lnTo>
                    <a:pt x="3303060" y="662748"/>
                  </a:lnTo>
                  <a:lnTo>
                    <a:pt x="3311729" y="661294"/>
                  </a:lnTo>
                  <a:lnTo>
                    <a:pt x="3320399" y="659981"/>
                  </a:lnTo>
                  <a:lnTo>
                    <a:pt x="3329068" y="658741"/>
                  </a:lnTo>
                  <a:lnTo>
                    <a:pt x="3337738" y="657728"/>
                  </a:lnTo>
                  <a:lnTo>
                    <a:pt x="3346407" y="656806"/>
                  </a:lnTo>
                  <a:lnTo>
                    <a:pt x="3355077" y="656046"/>
                  </a:lnTo>
                  <a:lnTo>
                    <a:pt x="3363746" y="655477"/>
                  </a:lnTo>
                  <a:lnTo>
                    <a:pt x="3372415" y="655002"/>
                  </a:lnTo>
                  <a:lnTo>
                    <a:pt x="3381085" y="654802"/>
                  </a:lnTo>
                  <a:lnTo>
                    <a:pt x="3389754" y="654722"/>
                  </a:lnTo>
                  <a:lnTo>
                    <a:pt x="3398424" y="654827"/>
                  </a:lnTo>
                  <a:lnTo>
                    <a:pt x="3407093" y="655166"/>
                  </a:lnTo>
                  <a:lnTo>
                    <a:pt x="3415763" y="655614"/>
                  </a:lnTo>
                  <a:lnTo>
                    <a:pt x="3424432" y="656369"/>
                  </a:lnTo>
                  <a:lnTo>
                    <a:pt x="3433102" y="657265"/>
                  </a:lnTo>
                  <a:lnTo>
                    <a:pt x="3441771" y="658359"/>
                  </a:lnTo>
                  <a:lnTo>
                    <a:pt x="3450440" y="659716"/>
                  </a:lnTo>
                  <a:lnTo>
                    <a:pt x="3459110" y="661191"/>
                  </a:lnTo>
                  <a:lnTo>
                    <a:pt x="3467779" y="662983"/>
                  </a:lnTo>
                  <a:lnTo>
                    <a:pt x="3476449" y="664931"/>
                  </a:lnTo>
                  <a:lnTo>
                    <a:pt x="3485118" y="667076"/>
                  </a:lnTo>
                  <a:lnTo>
                    <a:pt x="3493788" y="669498"/>
                  </a:lnTo>
                  <a:lnTo>
                    <a:pt x="3502457" y="672040"/>
                  </a:lnTo>
                  <a:lnTo>
                    <a:pt x="3511127" y="674888"/>
                  </a:lnTo>
                  <a:lnTo>
                    <a:pt x="3519796" y="677898"/>
                  </a:lnTo>
                  <a:lnTo>
                    <a:pt x="3528466" y="681092"/>
                  </a:lnTo>
                  <a:lnTo>
                    <a:pt x="3537135" y="684559"/>
                  </a:lnTo>
                  <a:lnTo>
                    <a:pt x="3545804" y="688141"/>
                  </a:lnTo>
                  <a:lnTo>
                    <a:pt x="3554474" y="692001"/>
                  </a:lnTo>
                  <a:lnTo>
                    <a:pt x="3563143" y="696017"/>
                  </a:lnTo>
                  <a:lnTo>
                    <a:pt x="3571813" y="700194"/>
                  </a:lnTo>
                  <a:lnTo>
                    <a:pt x="3580482" y="704624"/>
                  </a:lnTo>
                  <a:lnTo>
                    <a:pt x="3589152" y="709154"/>
                  </a:lnTo>
                  <a:lnTo>
                    <a:pt x="3597821" y="713921"/>
                  </a:lnTo>
                  <a:lnTo>
                    <a:pt x="3606491" y="718827"/>
                  </a:lnTo>
                  <a:lnTo>
                    <a:pt x="3615160" y="723863"/>
                  </a:lnTo>
                  <a:lnTo>
                    <a:pt x="3623829" y="729115"/>
                  </a:lnTo>
                  <a:lnTo>
                    <a:pt x="3632499" y="734449"/>
                  </a:lnTo>
                  <a:lnTo>
                    <a:pt x="3641168" y="739966"/>
                  </a:lnTo>
                  <a:lnTo>
                    <a:pt x="3649838" y="745597"/>
                  </a:lnTo>
                  <a:lnTo>
                    <a:pt x="3658507" y="751323"/>
                  </a:lnTo>
                  <a:lnTo>
                    <a:pt x="3667177" y="757214"/>
                  </a:lnTo>
                  <a:lnTo>
                    <a:pt x="3675846" y="763164"/>
                  </a:lnTo>
                  <a:lnTo>
                    <a:pt x="3684516" y="769240"/>
                  </a:lnTo>
                  <a:lnTo>
                    <a:pt x="3693185" y="775396"/>
                  </a:lnTo>
                  <a:lnTo>
                    <a:pt x="3701855" y="781612"/>
                  </a:lnTo>
                  <a:lnTo>
                    <a:pt x="3710524" y="787934"/>
                  </a:lnTo>
                  <a:lnTo>
                    <a:pt x="3719193" y="794290"/>
                  </a:lnTo>
                  <a:lnTo>
                    <a:pt x="3727863" y="800715"/>
                  </a:lnTo>
                  <a:lnTo>
                    <a:pt x="3736532" y="807182"/>
                  </a:lnTo>
                  <a:lnTo>
                    <a:pt x="3745202" y="813676"/>
                  </a:lnTo>
                  <a:lnTo>
                    <a:pt x="3753871" y="820214"/>
                  </a:lnTo>
                  <a:lnTo>
                    <a:pt x="3762541" y="826762"/>
                  </a:lnTo>
                  <a:lnTo>
                    <a:pt x="3771210" y="833328"/>
                  </a:lnTo>
                  <a:lnTo>
                    <a:pt x="3779880" y="839896"/>
                  </a:lnTo>
                  <a:lnTo>
                    <a:pt x="3788549" y="846466"/>
                  </a:lnTo>
                  <a:lnTo>
                    <a:pt x="3797218" y="853021"/>
                  </a:lnTo>
                  <a:lnTo>
                    <a:pt x="3805888" y="859565"/>
                  </a:lnTo>
                  <a:lnTo>
                    <a:pt x="3814557" y="866085"/>
                  </a:lnTo>
                  <a:lnTo>
                    <a:pt x="3823227" y="872574"/>
                  </a:lnTo>
                  <a:lnTo>
                    <a:pt x="3831896" y="879044"/>
                  </a:lnTo>
                  <a:lnTo>
                    <a:pt x="3840566" y="885451"/>
                  </a:lnTo>
                  <a:lnTo>
                    <a:pt x="3849235" y="891832"/>
                  </a:lnTo>
                  <a:lnTo>
                    <a:pt x="3857905" y="898161"/>
                  </a:lnTo>
                  <a:lnTo>
                    <a:pt x="3866574" y="904432"/>
                  </a:lnTo>
                  <a:lnTo>
                    <a:pt x="3875243" y="910673"/>
                  </a:lnTo>
                  <a:lnTo>
                    <a:pt x="3883913" y="916822"/>
                  </a:lnTo>
                  <a:lnTo>
                    <a:pt x="3892582" y="922934"/>
                  </a:lnTo>
                  <a:lnTo>
                    <a:pt x="3901252" y="928983"/>
                  </a:lnTo>
                  <a:lnTo>
                    <a:pt x="3909921" y="934960"/>
                  </a:lnTo>
                  <a:lnTo>
                    <a:pt x="3918591" y="940902"/>
                  </a:lnTo>
                  <a:lnTo>
                    <a:pt x="3927260" y="946747"/>
                  </a:lnTo>
                  <a:lnTo>
                    <a:pt x="3935930" y="952553"/>
                  </a:lnTo>
                  <a:lnTo>
                    <a:pt x="3944599" y="958299"/>
                  </a:lnTo>
                  <a:lnTo>
                    <a:pt x="3953269" y="963976"/>
                  </a:lnTo>
                  <a:lnTo>
                    <a:pt x="3961938" y="969621"/>
                  </a:lnTo>
                  <a:lnTo>
                    <a:pt x="3970607" y="975187"/>
                  </a:lnTo>
                  <a:lnTo>
                    <a:pt x="3979277" y="980723"/>
                  </a:lnTo>
                  <a:lnTo>
                    <a:pt x="3987946" y="986214"/>
                  </a:lnTo>
                  <a:lnTo>
                    <a:pt x="3996616" y="991660"/>
                  </a:lnTo>
                  <a:lnTo>
                    <a:pt x="4005285" y="997086"/>
                  </a:lnTo>
                  <a:lnTo>
                    <a:pt x="4013955" y="1002472"/>
                  </a:lnTo>
                  <a:lnTo>
                    <a:pt x="4022624" y="1007846"/>
                  </a:lnTo>
                  <a:lnTo>
                    <a:pt x="4031294" y="1013206"/>
                  </a:lnTo>
                  <a:lnTo>
                    <a:pt x="4039963" y="1018561"/>
                  </a:lnTo>
                  <a:lnTo>
                    <a:pt x="4048632" y="1023917"/>
                  </a:lnTo>
                  <a:lnTo>
                    <a:pt x="4057302" y="1029289"/>
                  </a:lnTo>
                  <a:lnTo>
                    <a:pt x="4065971" y="1034680"/>
                  </a:lnTo>
                  <a:lnTo>
                    <a:pt x="4074641" y="1040094"/>
                  </a:lnTo>
                  <a:lnTo>
                    <a:pt x="4083310" y="1045564"/>
                  </a:lnTo>
                  <a:lnTo>
                    <a:pt x="4091980" y="1051062"/>
                  </a:lnTo>
                  <a:lnTo>
                    <a:pt x="4100649" y="1056642"/>
                  </a:lnTo>
                  <a:lnTo>
                    <a:pt x="4109319" y="1062286"/>
                  </a:lnTo>
                  <a:lnTo>
                    <a:pt x="4117988" y="1067993"/>
                  </a:lnTo>
                  <a:lnTo>
                    <a:pt x="4126658" y="1073833"/>
                  </a:lnTo>
                  <a:lnTo>
                    <a:pt x="4135327" y="1079732"/>
                  </a:lnTo>
                  <a:lnTo>
                    <a:pt x="4143996" y="1085786"/>
                  </a:lnTo>
                  <a:lnTo>
                    <a:pt x="4152666" y="1091955"/>
                  </a:lnTo>
                  <a:lnTo>
                    <a:pt x="4161335" y="1098230"/>
                  </a:lnTo>
                  <a:lnTo>
                    <a:pt x="4170005" y="1104724"/>
                  </a:lnTo>
                  <a:lnTo>
                    <a:pt x="4178674" y="1111310"/>
                  </a:lnTo>
                  <a:lnTo>
                    <a:pt x="4187344" y="1118123"/>
                  </a:lnTo>
                  <a:lnTo>
                    <a:pt x="4196013" y="1125110"/>
                  </a:lnTo>
                  <a:lnTo>
                    <a:pt x="4204683" y="1132240"/>
                  </a:lnTo>
                  <a:lnTo>
                    <a:pt x="4213352" y="1139679"/>
                  </a:lnTo>
                  <a:lnTo>
                    <a:pt x="4222021" y="1147245"/>
                  </a:lnTo>
                  <a:lnTo>
                    <a:pt x="4230691" y="1155100"/>
                  </a:lnTo>
                  <a:lnTo>
                    <a:pt x="4239360" y="1163190"/>
                  </a:lnTo>
                  <a:lnTo>
                    <a:pt x="4248030" y="1171452"/>
                  </a:lnTo>
                  <a:lnTo>
                    <a:pt x="4256699" y="1180113"/>
                  </a:lnTo>
                  <a:lnTo>
                    <a:pt x="4265369" y="1188929"/>
                  </a:lnTo>
                  <a:lnTo>
                    <a:pt x="4274038" y="1198085"/>
                  </a:lnTo>
                  <a:lnTo>
                    <a:pt x="4282708" y="1207532"/>
                  </a:lnTo>
                  <a:lnTo>
                    <a:pt x="4291377" y="1217172"/>
                  </a:lnTo>
                  <a:lnTo>
                    <a:pt x="4300047" y="1227288"/>
                  </a:lnTo>
                  <a:lnTo>
                    <a:pt x="4308716" y="1237582"/>
                  </a:lnTo>
                  <a:lnTo>
                    <a:pt x="4317385" y="1248249"/>
                  </a:lnTo>
                  <a:lnTo>
                    <a:pt x="4326055" y="1259256"/>
                  </a:lnTo>
                  <a:lnTo>
                    <a:pt x="4334724" y="1270463"/>
                  </a:lnTo>
                  <a:lnTo>
                    <a:pt x="4343394" y="1282206"/>
                  </a:lnTo>
                  <a:lnTo>
                    <a:pt x="4352063" y="1294142"/>
                  </a:lnTo>
                  <a:lnTo>
                    <a:pt x="4360733" y="1306464"/>
                  </a:lnTo>
                  <a:lnTo>
                    <a:pt x="4369402" y="1319159"/>
                  </a:lnTo>
                  <a:lnTo>
                    <a:pt x="4378072" y="1332051"/>
                  </a:lnTo>
                  <a:lnTo>
                    <a:pt x="4386741" y="1345515"/>
                  </a:lnTo>
                  <a:lnTo>
                    <a:pt x="4395410" y="1359175"/>
                  </a:lnTo>
                  <a:lnTo>
                    <a:pt x="4404080" y="1373214"/>
                  </a:lnTo>
                  <a:lnTo>
                    <a:pt x="4412749" y="1387641"/>
                  </a:lnTo>
                  <a:lnTo>
                    <a:pt x="4421419" y="1402265"/>
                  </a:lnTo>
                  <a:lnTo>
                    <a:pt x="4430088" y="1417438"/>
                  </a:lnTo>
                  <a:lnTo>
                    <a:pt x="4430088" y="2942504"/>
                  </a:lnTo>
                  <a:lnTo>
                    <a:pt x="4421419" y="2942504"/>
                  </a:lnTo>
                  <a:lnTo>
                    <a:pt x="4412749" y="2942504"/>
                  </a:lnTo>
                  <a:lnTo>
                    <a:pt x="4404080" y="2942504"/>
                  </a:lnTo>
                  <a:lnTo>
                    <a:pt x="4395410" y="2942504"/>
                  </a:lnTo>
                  <a:lnTo>
                    <a:pt x="4386741" y="2942504"/>
                  </a:lnTo>
                  <a:lnTo>
                    <a:pt x="4378072" y="2942504"/>
                  </a:lnTo>
                  <a:lnTo>
                    <a:pt x="4369402" y="2942504"/>
                  </a:lnTo>
                  <a:lnTo>
                    <a:pt x="4360733" y="2942504"/>
                  </a:lnTo>
                  <a:lnTo>
                    <a:pt x="4352063" y="2942504"/>
                  </a:lnTo>
                  <a:lnTo>
                    <a:pt x="4343394" y="2942504"/>
                  </a:lnTo>
                  <a:lnTo>
                    <a:pt x="4334724" y="2942504"/>
                  </a:lnTo>
                  <a:lnTo>
                    <a:pt x="4326055" y="2942504"/>
                  </a:lnTo>
                  <a:lnTo>
                    <a:pt x="4317385" y="2942504"/>
                  </a:lnTo>
                  <a:lnTo>
                    <a:pt x="4308716" y="2942504"/>
                  </a:lnTo>
                  <a:lnTo>
                    <a:pt x="4300047" y="2942504"/>
                  </a:lnTo>
                  <a:lnTo>
                    <a:pt x="4291377" y="2942504"/>
                  </a:lnTo>
                  <a:lnTo>
                    <a:pt x="4282708" y="2942504"/>
                  </a:lnTo>
                  <a:lnTo>
                    <a:pt x="4274038" y="2942504"/>
                  </a:lnTo>
                  <a:lnTo>
                    <a:pt x="4265369" y="2942504"/>
                  </a:lnTo>
                  <a:lnTo>
                    <a:pt x="4256699" y="2942504"/>
                  </a:lnTo>
                  <a:lnTo>
                    <a:pt x="4248030" y="2942504"/>
                  </a:lnTo>
                  <a:lnTo>
                    <a:pt x="4239360" y="2942504"/>
                  </a:lnTo>
                  <a:lnTo>
                    <a:pt x="4230691" y="2942504"/>
                  </a:lnTo>
                  <a:lnTo>
                    <a:pt x="4222021" y="2942504"/>
                  </a:lnTo>
                  <a:lnTo>
                    <a:pt x="4213352" y="2942504"/>
                  </a:lnTo>
                  <a:lnTo>
                    <a:pt x="4204683" y="2942504"/>
                  </a:lnTo>
                  <a:lnTo>
                    <a:pt x="4196013" y="2942504"/>
                  </a:lnTo>
                  <a:lnTo>
                    <a:pt x="4187344" y="2942504"/>
                  </a:lnTo>
                  <a:lnTo>
                    <a:pt x="4178674" y="2942504"/>
                  </a:lnTo>
                  <a:lnTo>
                    <a:pt x="4170005" y="2942504"/>
                  </a:lnTo>
                  <a:lnTo>
                    <a:pt x="4161335" y="2942504"/>
                  </a:lnTo>
                  <a:lnTo>
                    <a:pt x="4152666" y="2942504"/>
                  </a:lnTo>
                  <a:lnTo>
                    <a:pt x="4143996" y="2942504"/>
                  </a:lnTo>
                  <a:lnTo>
                    <a:pt x="4135327" y="2942504"/>
                  </a:lnTo>
                  <a:lnTo>
                    <a:pt x="4126658" y="2942504"/>
                  </a:lnTo>
                  <a:lnTo>
                    <a:pt x="4117988" y="2942504"/>
                  </a:lnTo>
                  <a:lnTo>
                    <a:pt x="4109319" y="2942504"/>
                  </a:lnTo>
                  <a:lnTo>
                    <a:pt x="4100649" y="2942504"/>
                  </a:lnTo>
                  <a:lnTo>
                    <a:pt x="4091980" y="2942504"/>
                  </a:lnTo>
                  <a:lnTo>
                    <a:pt x="4083310" y="2942504"/>
                  </a:lnTo>
                  <a:lnTo>
                    <a:pt x="4074641" y="2942504"/>
                  </a:lnTo>
                  <a:lnTo>
                    <a:pt x="4065971" y="2942504"/>
                  </a:lnTo>
                  <a:lnTo>
                    <a:pt x="4057302" y="2942504"/>
                  </a:lnTo>
                  <a:lnTo>
                    <a:pt x="4048632" y="2942504"/>
                  </a:lnTo>
                  <a:lnTo>
                    <a:pt x="4039963" y="2942504"/>
                  </a:lnTo>
                  <a:lnTo>
                    <a:pt x="4031294" y="2942504"/>
                  </a:lnTo>
                  <a:lnTo>
                    <a:pt x="4022624" y="2942504"/>
                  </a:lnTo>
                  <a:lnTo>
                    <a:pt x="4013955" y="2942504"/>
                  </a:lnTo>
                  <a:lnTo>
                    <a:pt x="4005285" y="2942504"/>
                  </a:lnTo>
                  <a:lnTo>
                    <a:pt x="3996616" y="2942504"/>
                  </a:lnTo>
                  <a:lnTo>
                    <a:pt x="3987946" y="2942504"/>
                  </a:lnTo>
                  <a:lnTo>
                    <a:pt x="3979277" y="2942504"/>
                  </a:lnTo>
                  <a:lnTo>
                    <a:pt x="3970607" y="2942504"/>
                  </a:lnTo>
                  <a:lnTo>
                    <a:pt x="3961938" y="2942504"/>
                  </a:lnTo>
                  <a:lnTo>
                    <a:pt x="3953269" y="2942504"/>
                  </a:lnTo>
                  <a:lnTo>
                    <a:pt x="3944599" y="2942504"/>
                  </a:lnTo>
                  <a:lnTo>
                    <a:pt x="3935930" y="2942504"/>
                  </a:lnTo>
                  <a:lnTo>
                    <a:pt x="3927260" y="2942504"/>
                  </a:lnTo>
                  <a:lnTo>
                    <a:pt x="3918591" y="2942504"/>
                  </a:lnTo>
                  <a:lnTo>
                    <a:pt x="3909921" y="2942504"/>
                  </a:lnTo>
                  <a:lnTo>
                    <a:pt x="3901252" y="2942504"/>
                  </a:lnTo>
                  <a:lnTo>
                    <a:pt x="3892582" y="2942504"/>
                  </a:lnTo>
                  <a:lnTo>
                    <a:pt x="3883913" y="2942504"/>
                  </a:lnTo>
                  <a:lnTo>
                    <a:pt x="3875243" y="2942504"/>
                  </a:lnTo>
                  <a:lnTo>
                    <a:pt x="3866574" y="2942504"/>
                  </a:lnTo>
                  <a:lnTo>
                    <a:pt x="3857905" y="2942504"/>
                  </a:lnTo>
                  <a:lnTo>
                    <a:pt x="3849235" y="2942504"/>
                  </a:lnTo>
                  <a:lnTo>
                    <a:pt x="3840566" y="2942504"/>
                  </a:lnTo>
                  <a:lnTo>
                    <a:pt x="3831896" y="2942504"/>
                  </a:lnTo>
                  <a:lnTo>
                    <a:pt x="3823227" y="2942504"/>
                  </a:lnTo>
                  <a:lnTo>
                    <a:pt x="3814557" y="2942504"/>
                  </a:lnTo>
                  <a:lnTo>
                    <a:pt x="3805888" y="2942504"/>
                  </a:lnTo>
                  <a:lnTo>
                    <a:pt x="3797218" y="2942504"/>
                  </a:lnTo>
                  <a:lnTo>
                    <a:pt x="3788549" y="2942504"/>
                  </a:lnTo>
                  <a:lnTo>
                    <a:pt x="3779880" y="2942504"/>
                  </a:lnTo>
                  <a:lnTo>
                    <a:pt x="3771210" y="2942504"/>
                  </a:lnTo>
                  <a:lnTo>
                    <a:pt x="3762541" y="2942504"/>
                  </a:lnTo>
                  <a:lnTo>
                    <a:pt x="3753871" y="2942504"/>
                  </a:lnTo>
                  <a:lnTo>
                    <a:pt x="3745202" y="2942504"/>
                  </a:lnTo>
                  <a:lnTo>
                    <a:pt x="3736532" y="2942504"/>
                  </a:lnTo>
                  <a:lnTo>
                    <a:pt x="3727863" y="2942504"/>
                  </a:lnTo>
                  <a:lnTo>
                    <a:pt x="3719193" y="2942504"/>
                  </a:lnTo>
                  <a:lnTo>
                    <a:pt x="3710524" y="2942504"/>
                  </a:lnTo>
                  <a:lnTo>
                    <a:pt x="3701855" y="2942504"/>
                  </a:lnTo>
                  <a:lnTo>
                    <a:pt x="3693185" y="2942504"/>
                  </a:lnTo>
                  <a:lnTo>
                    <a:pt x="3684516" y="2942504"/>
                  </a:lnTo>
                  <a:lnTo>
                    <a:pt x="3675846" y="2942504"/>
                  </a:lnTo>
                  <a:lnTo>
                    <a:pt x="3667177" y="2942504"/>
                  </a:lnTo>
                  <a:lnTo>
                    <a:pt x="3658507" y="2942504"/>
                  </a:lnTo>
                  <a:lnTo>
                    <a:pt x="3649838" y="2942504"/>
                  </a:lnTo>
                  <a:lnTo>
                    <a:pt x="3641168" y="2942504"/>
                  </a:lnTo>
                  <a:lnTo>
                    <a:pt x="3632499" y="2942504"/>
                  </a:lnTo>
                  <a:lnTo>
                    <a:pt x="3623829" y="2942504"/>
                  </a:lnTo>
                  <a:lnTo>
                    <a:pt x="3615160" y="2942504"/>
                  </a:lnTo>
                  <a:lnTo>
                    <a:pt x="3606491" y="2942504"/>
                  </a:lnTo>
                  <a:lnTo>
                    <a:pt x="3597821" y="2942504"/>
                  </a:lnTo>
                  <a:lnTo>
                    <a:pt x="3589152" y="2942504"/>
                  </a:lnTo>
                  <a:lnTo>
                    <a:pt x="3580482" y="2942504"/>
                  </a:lnTo>
                  <a:lnTo>
                    <a:pt x="3571813" y="2942504"/>
                  </a:lnTo>
                  <a:lnTo>
                    <a:pt x="3563143" y="2942504"/>
                  </a:lnTo>
                  <a:lnTo>
                    <a:pt x="3554474" y="2942504"/>
                  </a:lnTo>
                  <a:lnTo>
                    <a:pt x="3545804" y="2942504"/>
                  </a:lnTo>
                  <a:lnTo>
                    <a:pt x="3537135" y="2942504"/>
                  </a:lnTo>
                  <a:lnTo>
                    <a:pt x="3528466" y="2942504"/>
                  </a:lnTo>
                  <a:lnTo>
                    <a:pt x="3519796" y="2942504"/>
                  </a:lnTo>
                  <a:lnTo>
                    <a:pt x="3511127" y="2942504"/>
                  </a:lnTo>
                  <a:lnTo>
                    <a:pt x="3502457" y="2942504"/>
                  </a:lnTo>
                  <a:lnTo>
                    <a:pt x="3493788" y="2942504"/>
                  </a:lnTo>
                  <a:lnTo>
                    <a:pt x="3485118" y="2942504"/>
                  </a:lnTo>
                  <a:lnTo>
                    <a:pt x="3476449" y="2942504"/>
                  </a:lnTo>
                  <a:lnTo>
                    <a:pt x="3467779" y="2942504"/>
                  </a:lnTo>
                  <a:lnTo>
                    <a:pt x="3459110" y="2942504"/>
                  </a:lnTo>
                  <a:lnTo>
                    <a:pt x="3450440" y="2942504"/>
                  </a:lnTo>
                  <a:lnTo>
                    <a:pt x="3441771" y="2942504"/>
                  </a:lnTo>
                  <a:lnTo>
                    <a:pt x="3433102" y="2942504"/>
                  </a:lnTo>
                  <a:lnTo>
                    <a:pt x="3424432" y="2942504"/>
                  </a:lnTo>
                  <a:lnTo>
                    <a:pt x="3415763" y="2942504"/>
                  </a:lnTo>
                  <a:lnTo>
                    <a:pt x="3407093" y="2942504"/>
                  </a:lnTo>
                  <a:lnTo>
                    <a:pt x="3398424" y="2942504"/>
                  </a:lnTo>
                  <a:lnTo>
                    <a:pt x="3389754" y="2942504"/>
                  </a:lnTo>
                  <a:lnTo>
                    <a:pt x="3381085" y="2942504"/>
                  </a:lnTo>
                  <a:lnTo>
                    <a:pt x="3372415" y="2942504"/>
                  </a:lnTo>
                  <a:lnTo>
                    <a:pt x="3363746" y="2942504"/>
                  </a:lnTo>
                  <a:lnTo>
                    <a:pt x="3355077" y="2942504"/>
                  </a:lnTo>
                  <a:lnTo>
                    <a:pt x="3346407" y="2942504"/>
                  </a:lnTo>
                  <a:lnTo>
                    <a:pt x="3337738" y="2942504"/>
                  </a:lnTo>
                  <a:lnTo>
                    <a:pt x="3329068" y="2942504"/>
                  </a:lnTo>
                  <a:lnTo>
                    <a:pt x="3320399" y="2942504"/>
                  </a:lnTo>
                  <a:lnTo>
                    <a:pt x="3311729" y="2942504"/>
                  </a:lnTo>
                  <a:lnTo>
                    <a:pt x="3303060" y="2942504"/>
                  </a:lnTo>
                  <a:lnTo>
                    <a:pt x="3294390" y="2942504"/>
                  </a:lnTo>
                  <a:lnTo>
                    <a:pt x="3285721" y="2942504"/>
                  </a:lnTo>
                  <a:lnTo>
                    <a:pt x="3277051" y="2942504"/>
                  </a:lnTo>
                  <a:lnTo>
                    <a:pt x="3268382" y="2942504"/>
                  </a:lnTo>
                  <a:lnTo>
                    <a:pt x="3259713" y="2942504"/>
                  </a:lnTo>
                  <a:lnTo>
                    <a:pt x="3251043" y="2942504"/>
                  </a:lnTo>
                  <a:lnTo>
                    <a:pt x="3242374" y="2942504"/>
                  </a:lnTo>
                  <a:lnTo>
                    <a:pt x="3233704" y="2942504"/>
                  </a:lnTo>
                  <a:lnTo>
                    <a:pt x="3225035" y="2942504"/>
                  </a:lnTo>
                  <a:lnTo>
                    <a:pt x="3216365" y="2942504"/>
                  </a:lnTo>
                  <a:lnTo>
                    <a:pt x="3207696" y="2942504"/>
                  </a:lnTo>
                  <a:lnTo>
                    <a:pt x="3199026" y="2942504"/>
                  </a:lnTo>
                  <a:lnTo>
                    <a:pt x="3190357" y="2942504"/>
                  </a:lnTo>
                  <a:lnTo>
                    <a:pt x="3181688" y="2942504"/>
                  </a:lnTo>
                  <a:lnTo>
                    <a:pt x="3173018" y="2942504"/>
                  </a:lnTo>
                  <a:lnTo>
                    <a:pt x="3164349" y="2942504"/>
                  </a:lnTo>
                  <a:lnTo>
                    <a:pt x="3155679" y="2942504"/>
                  </a:lnTo>
                  <a:lnTo>
                    <a:pt x="3147010" y="2942504"/>
                  </a:lnTo>
                  <a:lnTo>
                    <a:pt x="3138340" y="2942504"/>
                  </a:lnTo>
                  <a:lnTo>
                    <a:pt x="3129671" y="2942504"/>
                  </a:lnTo>
                  <a:lnTo>
                    <a:pt x="3121001" y="2942504"/>
                  </a:lnTo>
                  <a:lnTo>
                    <a:pt x="3112332" y="2942504"/>
                  </a:lnTo>
                  <a:lnTo>
                    <a:pt x="3103662" y="2942504"/>
                  </a:lnTo>
                  <a:lnTo>
                    <a:pt x="3094993" y="2942504"/>
                  </a:lnTo>
                  <a:lnTo>
                    <a:pt x="3086324" y="2942504"/>
                  </a:lnTo>
                  <a:lnTo>
                    <a:pt x="3077654" y="2942504"/>
                  </a:lnTo>
                  <a:lnTo>
                    <a:pt x="3068985" y="2942504"/>
                  </a:lnTo>
                  <a:lnTo>
                    <a:pt x="3060315" y="2942504"/>
                  </a:lnTo>
                  <a:lnTo>
                    <a:pt x="3051646" y="2942504"/>
                  </a:lnTo>
                  <a:lnTo>
                    <a:pt x="3042976" y="2942504"/>
                  </a:lnTo>
                  <a:lnTo>
                    <a:pt x="3034307" y="2942504"/>
                  </a:lnTo>
                  <a:lnTo>
                    <a:pt x="3025637" y="2942504"/>
                  </a:lnTo>
                  <a:lnTo>
                    <a:pt x="3016968" y="2942504"/>
                  </a:lnTo>
                  <a:lnTo>
                    <a:pt x="3008299" y="2942504"/>
                  </a:lnTo>
                  <a:lnTo>
                    <a:pt x="2999629" y="2942504"/>
                  </a:lnTo>
                  <a:lnTo>
                    <a:pt x="2990960" y="2942504"/>
                  </a:lnTo>
                  <a:lnTo>
                    <a:pt x="2982290" y="2942504"/>
                  </a:lnTo>
                  <a:lnTo>
                    <a:pt x="2973621" y="2942504"/>
                  </a:lnTo>
                  <a:lnTo>
                    <a:pt x="2964951" y="2942504"/>
                  </a:lnTo>
                  <a:lnTo>
                    <a:pt x="2956282" y="2942504"/>
                  </a:lnTo>
                  <a:lnTo>
                    <a:pt x="2947612" y="2942504"/>
                  </a:lnTo>
                  <a:lnTo>
                    <a:pt x="2938943" y="2942504"/>
                  </a:lnTo>
                  <a:lnTo>
                    <a:pt x="2930273" y="2942504"/>
                  </a:lnTo>
                  <a:lnTo>
                    <a:pt x="2921604" y="2942504"/>
                  </a:lnTo>
                  <a:lnTo>
                    <a:pt x="2912935" y="2942504"/>
                  </a:lnTo>
                  <a:lnTo>
                    <a:pt x="2904265" y="2942504"/>
                  </a:lnTo>
                  <a:lnTo>
                    <a:pt x="2895596" y="2942504"/>
                  </a:lnTo>
                  <a:lnTo>
                    <a:pt x="2886926" y="2942504"/>
                  </a:lnTo>
                  <a:lnTo>
                    <a:pt x="2878257" y="2942504"/>
                  </a:lnTo>
                  <a:lnTo>
                    <a:pt x="2869587" y="2942504"/>
                  </a:lnTo>
                  <a:lnTo>
                    <a:pt x="2860918" y="2942504"/>
                  </a:lnTo>
                  <a:lnTo>
                    <a:pt x="2852248" y="2942504"/>
                  </a:lnTo>
                  <a:lnTo>
                    <a:pt x="2843579" y="2942504"/>
                  </a:lnTo>
                  <a:lnTo>
                    <a:pt x="2834910" y="2942504"/>
                  </a:lnTo>
                  <a:lnTo>
                    <a:pt x="2826240" y="2942504"/>
                  </a:lnTo>
                  <a:lnTo>
                    <a:pt x="2817571" y="2942504"/>
                  </a:lnTo>
                  <a:lnTo>
                    <a:pt x="2808901" y="2942504"/>
                  </a:lnTo>
                  <a:lnTo>
                    <a:pt x="2800232" y="2942504"/>
                  </a:lnTo>
                  <a:lnTo>
                    <a:pt x="2791562" y="2942504"/>
                  </a:lnTo>
                  <a:lnTo>
                    <a:pt x="2782893" y="2942504"/>
                  </a:lnTo>
                  <a:lnTo>
                    <a:pt x="2774223" y="2942504"/>
                  </a:lnTo>
                  <a:lnTo>
                    <a:pt x="2765554" y="2942504"/>
                  </a:lnTo>
                  <a:lnTo>
                    <a:pt x="2756884" y="2942504"/>
                  </a:lnTo>
                  <a:lnTo>
                    <a:pt x="2748215" y="2942504"/>
                  </a:lnTo>
                  <a:lnTo>
                    <a:pt x="2739546" y="2942504"/>
                  </a:lnTo>
                  <a:lnTo>
                    <a:pt x="2730876" y="2942504"/>
                  </a:lnTo>
                  <a:lnTo>
                    <a:pt x="2722207" y="2942504"/>
                  </a:lnTo>
                  <a:lnTo>
                    <a:pt x="2713537" y="2942504"/>
                  </a:lnTo>
                  <a:lnTo>
                    <a:pt x="2704868" y="2942504"/>
                  </a:lnTo>
                  <a:lnTo>
                    <a:pt x="2696198" y="2942504"/>
                  </a:lnTo>
                  <a:lnTo>
                    <a:pt x="2687529" y="2942504"/>
                  </a:lnTo>
                  <a:lnTo>
                    <a:pt x="2678859" y="2942504"/>
                  </a:lnTo>
                  <a:lnTo>
                    <a:pt x="2670190" y="2942504"/>
                  </a:lnTo>
                  <a:lnTo>
                    <a:pt x="2661521" y="2942504"/>
                  </a:lnTo>
                  <a:lnTo>
                    <a:pt x="2652851" y="2942504"/>
                  </a:lnTo>
                  <a:lnTo>
                    <a:pt x="2644182" y="2942504"/>
                  </a:lnTo>
                  <a:lnTo>
                    <a:pt x="2635512" y="2942504"/>
                  </a:lnTo>
                  <a:lnTo>
                    <a:pt x="2626843" y="2942504"/>
                  </a:lnTo>
                  <a:lnTo>
                    <a:pt x="2618173" y="2942504"/>
                  </a:lnTo>
                  <a:lnTo>
                    <a:pt x="2609504" y="2942504"/>
                  </a:lnTo>
                  <a:lnTo>
                    <a:pt x="2600834" y="2942504"/>
                  </a:lnTo>
                  <a:lnTo>
                    <a:pt x="2592165" y="2942504"/>
                  </a:lnTo>
                  <a:lnTo>
                    <a:pt x="2583495" y="2942504"/>
                  </a:lnTo>
                  <a:lnTo>
                    <a:pt x="2574826" y="2942504"/>
                  </a:lnTo>
                  <a:lnTo>
                    <a:pt x="2566157" y="2942504"/>
                  </a:lnTo>
                  <a:lnTo>
                    <a:pt x="2557487" y="2942504"/>
                  </a:lnTo>
                  <a:lnTo>
                    <a:pt x="2548818" y="2942504"/>
                  </a:lnTo>
                  <a:lnTo>
                    <a:pt x="2540148" y="2942504"/>
                  </a:lnTo>
                  <a:lnTo>
                    <a:pt x="2531479" y="2942504"/>
                  </a:lnTo>
                  <a:lnTo>
                    <a:pt x="2522809" y="2942504"/>
                  </a:lnTo>
                  <a:lnTo>
                    <a:pt x="2514140" y="2942504"/>
                  </a:lnTo>
                  <a:lnTo>
                    <a:pt x="2505470" y="2942504"/>
                  </a:lnTo>
                  <a:lnTo>
                    <a:pt x="2496801" y="2942504"/>
                  </a:lnTo>
                  <a:lnTo>
                    <a:pt x="2488132" y="2942504"/>
                  </a:lnTo>
                  <a:lnTo>
                    <a:pt x="2479462" y="2942504"/>
                  </a:lnTo>
                  <a:lnTo>
                    <a:pt x="2470793" y="2942504"/>
                  </a:lnTo>
                  <a:lnTo>
                    <a:pt x="2462123" y="2942504"/>
                  </a:lnTo>
                  <a:lnTo>
                    <a:pt x="2453454" y="2942504"/>
                  </a:lnTo>
                  <a:lnTo>
                    <a:pt x="2444784" y="2942504"/>
                  </a:lnTo>
                  <a:lnTo>
                    <a:pt x="2436115" y="2942504"/>
                  </a:lnTo>
                  <a:lnTo>
                    <a:pt x="2427445" y="2942504"/>
                  </a:lnTo>
                  <a:lnTo>
                    <a:pt x="2418776" y="2942504"/>
                  </a:lnTo>
                  <a:lnTo>
                    <a:pt x="2410107" y="2942504"/>
                  </a:lnTo>
                  <a:lnTo>
                    <a:pt x="2401437" y="2942504"/>
                  </a:lnTo>
                  <a:lnTo>
                    <a:pt x="2392768" y="2942504"/>
                  </a:lnTo>
                  <a:lnTo>
                    <a:pt x="2384098" y="2942504"/>
                  </a:lnTo>
                  <a:lnTo>
                    <a:pt x="2375429" y="2942504"/>
                  </a:lnTo>
                  <a:lnTo>
                    <a:pt x="2366759" y="2942504"/>
                  </a:lnTo>
                  <a:lnTo>
                    <a:pt x="2358090" y="2942504"/>
                  </a:lnTo>
                  <a:lnTo>
                    <a:pt x="2349420" y="2942504"/>
                  </a:lnTo>
                  <a:lnTo>
                    <a:pt x="2340751" y="2942504"/>
                  </a:lnTo>
                  <a:lnTo>
                    <a:pt x="2332081" y="2942504"/>
                  </a:lnTo>
                  <a:lnTo>
                    <a:pt x="2323412" y="2942504"/>
                  </a:lnTo>
                  <a:lnTo>
                    <a:pt x="2314743" y="2942504"/>
                  </a:lnTo>
                  <a:lnTo>
                    <a:pt x="2306073" y="2942504"/>
                  </a:lnTo>
                  <a:lnTo>
                    <a:pt x="2297404" y="2942504"/>
                  </a:lnTo>
                  <a:lnTo>
                    <a:pt x="2288734" y="2942504"/>
                  </a:lnTo>
                  <a:lnTo>
                    <a:pt x="2280065" y="2942504"/>
                  </a:lnTo>
                  <a:lnTo>
                    <a:pt x="2271395" y="2942504"/>
                  </a:lnTo>
                  <a:lnTo>
                    <a:pt x="2262726" y="2942504"/>
                  </a:lnTo>
                  <a:lnTo>
                    <a:pt x="2254056" y="2942504"/>
                  </a:lnTo>
                  <a:lnTo>
                    <a:pt x="2245387" y="2942504"/>
                  </a:lnTo>
                  <a:lnTo>
                    <a:pt x="2236718" y="2942504"/>
                  </a:lnTo>
                  <a:lnTo>
                    <a:pt x="2228048" y="2942504"/>
                  </a:lnTo>
                  <a:lnTo>
                    <a:pt x="2219379" y="2942504"/>
                  </a:lnTo>
                  <a:lnTo>
                    <a:pt x="2210709" y="2942504"/>
                  </a:lnTo>
                  <a:lnTo>
                    <a:pt x="2202040" y="2942504"/>
                  </a:lnTo>
                  <a:lnTo>
                    <a:pt x="2193370" y="2942504"/>
                  </a:lnTo>
                  <a:lnTo>
                    <a:pt x="2184701" y="2942504"/>
                  </a:lnTo>
                  <a:lnTo>
                    <a:pt x="2176031" y="2942504"/>
                  </a:lnTo>
                  <a:lnTo>
                    <a:pt x="2167362" y="2942504"/>
                  </a:lnTo>
                  <a:lnTo>
                    <a:pt x="2158692" y="2942504"/>
                  </a:lnTo>
                  <a:lnTo>
                    <a:pt x="2150023" y="2942504"/>
                  </a:lnTo>
                  <a:lnTo>
                    <a:pt x="2141354" y="2942504"/>
                  </a:lnTo>
                  <a:lnTo>
                    <a:pt x="2132684" y="2942504"/>
                  </a:lnTo>
                  <a:lnTo>
                    <a:pt x="2124015" y="2942504"/>
                  </a:lnTo>
                  <a:lnTo>
                    <a:pt x="2115345" y="2942504"/>
                  </a:lnTo>
                  <a:lnTo>
                    <a:pt x="2106676" y="2942504"/>
                  </a:lnTo>
                  <a:lnTo>
                    <a:pt x="2098006" y="2942504"/>
                  </a:lnTo>
                  <a:lnTo>
                    <a:pt x="2089337" y="2942504"/>
                  </a:lnTo>
                  <a:lnTo>
                    <a:pt x="2080667" y="2942504"/>
                  </a:lnTo>
                  <a:lnTo>
                    <a:pt x="2071998" y="2942504"/>
                  </a:lnTo>
                  <a:lnTo>
                    <a:pt x="2063329" y="2942504"/>
                  </a:lnTo>
                  <a:lnTo>
                    <a:pt x="2054659" y="2942504"/>
                  </a:lnTo>
                  <a:lnTo>
                    <a:pt x="2045990" y="2942504"/>
                  </a:lnTo>
                  <a:lnTo>
                    <a:pt x="2037320" y="2942504"/>
                  </a:lnTo>
                  <a:lnTo>
                    <a:pt x="2028651" y="2942504"/>
                  </a:lnTo>
                  <a:lnTo>
                    <a:pt x="2019981" y="2942504"/>
                  </a:lnTo>
                  <a:lnTo>
                    <a:pt x="2011312" y="2942504"/>
                  </a:lnTo>
                  <a:lnTo>
                    <a:pt x="2002642" y="2942504"/>
                  </a:lnTo>
                  <a:lnTo>
                    <a:pt x="1993973" y="2942504"/>
                  </a:lnTo>
                  <a:lnTo>
                    <a:pt x="1985303" y="2942504"/>
                  </a:lnTo>
                  <a:lnTo>
                    <a:pt x="1976634" y="2942504"/>
                  </a:lnTo>
                  <a:lnTo>
                    <a:pt x="1967965" y="2942504"/>
                  </a:lnTo>
                  <a:lnTo>
                    <a:pt x="1959295" y="2942504"/>
                  </a:lnTo>
                  <a:lnTo>
                    <a:pt x="1950626" y="2942504"/>
                  </a:lnTo>
                  <a:lnTo>
                    <a:pt x="1941956" y="2942504"/>
                  </a:lnTo>
                  <a:lnTo>
                    <a:pt x="1933287" y="2942504"/>
                  </a:lnTo>
                  <a:lnTo>
                    <a:pt x="1924617" y="2942504"/>
                  </a:lnTo>
                  <a:lnTo>
                    <a:pt x="1915948" y="2942504"/>
                  </a:lnTo>
                  <a:lnTo>
                    <a:pt x="1907278" y="2942504"/>
                  </a:lnTo>
                  <a:lnTo>
                    <a:pt x="1898609" y="2942504"/>
                  </a:lnTo>
                  <a:lnTo>
                    <a:pt x="1889940" y="2942504"/>
                  </a:lnTo>
                  <a:lnTo>
                    <a:pt x="1881270" y="2942504"/>
                  </a:lnTo>
                  <a:lnTo>
                    <a:pt x="1872601" y="2942504"/>
                  </a:lnTo>
                  <a:lnTo>
                    <a:pt x="1863931" y="2942504"/>
                  </a:lnTo>
                  <a:lnTo>
                    <a:pt x="1855262" y="2942504"/>
                  </a:lnTo>
                  <a:lnTo>
                    <a:pt x="1846592" y="2942504"/>
                  </a:lnTo>
                  <a:lnTo>
                    <a:pt x="1837923" y="2942504"/>
                  </a:lnTo>
                  <a:lnTo>
                    <a:pt x="1829253" y="2942504"/>
                  </a:lnTo>
                  <a:lnTo>
                    <a:pt x="1820584" y="2942504"/>
                  </a:lnTo>
                  <a:lnTo>
                    <a:pt x="1811914" y="2942504"/>
                  </a:lnTo>
                  <a:lnTo>
                    <a:pt x="1803245" y="2942504"/>
                  </a:lnTo>
                  <a:lnTo>
                    <a:pt x="1794576" y="2942504"/>
                  </a:lnTo>
                  <a:lnTo>
                    <a:pt x="1785906" y="2942504"/>
                  </a:lnTo>
                  <a:lnTo>
                    <a:pt x="1777237" y="2942504"/>
                  </a:lnTo>
                  <a:lnTo>
                    <a:pt x="1768567" y="2942504"/>
                  </a:lnTo>
                  <a:lnTo>
                    <a:pt x="1759898" y="2942504"/>
                  </a:lnTo>
                  <a:lnTo>
                    <a:pt x="1751228" y="2942504"/>
                  </a:lnTo>
                  <a:lnTo>
                    <a:pt x="1742559" y="2942504"/>
                  </a:lnTo>
                  <a:lnTo>
                    <a:pt x="1733889" y="2942504"/>
                  </a:lnTo>
                  <a:lnTo>
                    <a:pt x="1725220" y="2942504"/>
                  </a:lnTo>
                  <a:lnTo>
                    <a:pt x="1716551" y="2942504"/>
                  </a:lnTo>
                  <a:lnTo>
                    <a:pt x="1707881" y="2942504"/>
                  </a:lnTo>
                  <a:lnTo>
                    <a:pt x="1699212" y="2942504"/>
                  </a:lnTo>
                  <a:lnTo>
                    <a:pt x="1690542" y="2942504"/>
                  </a:lnTo>
                  <a:lnTo>
                    <a:pt x="1681873" y="2942504"/>
                  </a:lnTo>
                  <a:lnTo>
                    <a:pt x="1673203" y="2942504"/>
                  </a:lnTo>
                  <a:lnTo>
                    <a:pt x="1664534" y="2942504"/>
                  </a:lnTo>
                  <a:lnTo>
                    <a:pt x="1655864" y="2942504"/>
                  </a:lnTo>
                  <a:lnTo>
                    <a:pt x="1647195" y="2942504"/>
                  </a:lnTo>
                  <a:lnTo>
                    <a:pt x="1638525" y="2942504"/>
                  </a:lnTo>
                  <a:lnTo>
                    <a:pt x="1629856" y="2942504"/>
                  </a:lnTo>
                  <a:lnTo>
                    <a:pt x="1621187" y="2942504"/>
                  </a:lnTo>
                  <a:lnTo>
                    <a:pt x="1612517" y="2942504"/>
                  </a:lnTo>
                  <a:lnTo>
                    <a:pt x="1603848" y="2942504"/>
                  </a:lnTo>
                  <a:lnTo>
                    <a:pt x="1595178" y="2942504"/>
                  </a:lnTo>
                  <a:lnTo>
                    <a:pt x="1586509" y="2942504"/>
                  </a:lnTo>
                  <a:lnTo>
                    <a:pt x="1577839" y="2942504"/>
                  </a:lnTo>
                  <a:lnTo>
                    <a:pt x="1569170" y="2942504"/>
                  </a:lnTo>
                  <a:lnTo>
                    <a:pt x="1560500" y="2942504"/>
                  </a:lnTo>
                  <a:lnTo>
                    <a:pt x="1551831" y="2942504"/>
                  </a:lnTo>
                  <a:lnTo>
                    <a:pt x="1543162" y="2942504"/>
                  </a:lnTo>
                  <a:lnTo>
                    <a:pt x="1534492" y="2942504"/>
                  </a:lnTo>
                  <a:lnTo>
                    <a:pt x="1525823" y="2942504"/>
                  </a:lnTo>
                  <a:lnTo>
                    <a:pt x="1517153" y="2942504"/>
                  </a:lnTo>
                  <a:lnTo>
                    <a:pt x="1508484" y="2942504"/>
                  </a:lnTo>
                  <a:lnTo>
                    <a:pt x="1499814" y="2942504"/>
                  </a:lnTo>
                  <a:lnTo>
                    <a:pt x="1491145" y="2942504"/>
                  </a:lnTo>
                  <a:lnTo>
                    <a:pt x="1482475" y="2942504"/>
                  </a:lnTo>
                  <a:lnTo>
                    <a:pt x="1473806" y="2942504"/>
                  </a:lnTo>
                  <a:lnTo>
                    <a:pt x="1465136" y="2942504"/>
                  </a:lnTo>
                  <a:lnTo>
                    <a:pt x="1456467" y="2942504"/>
                  </a:lnTo>
                  <a:lnTo>
                    <a:pt x="1447798" y="2942504"/>
                  </a:lnTo>
                  <a:lnTo>
                    <a:pt x="1439128" y="2942504"/>
                  </a:lnTo>
                  <a:lnTo>
                    <a:pt x="1430459" y="2942504"/>
                  </a:lnTo>
                  <a:lnTo>
                    <a:pt x="1421789" y="2942504"/>
                  </a:lnTo>
                  <a:lnTo>
                    <a:pt x="1413120" y="2942504"/>
                  </a:lnTo>
                  <a:lnTo>
                    <a:pt x="1404450" y="2942504"/>
                  </a:lnTo>
                  <a:lnTo>
                    <a:pt x="1395781" y="2942504"/>
                  </a:lnTo>
                  <a:lnTo>
                    <a:pt x="1387111" y="2942504"/>
                  </a:lnTo>
                  <a:lnTo>
                    <a:pt x="1378442" y="2942504"/>
                  </a:lnTo>
                  <a:lnTo>
                    <a:pt x="1369773" y="2942504"/>
                  </a:lnTo>
                  <a:lnTo>
                    <a:pt x="1361103" y="2942504"/>
                  </a:lnTo>
                  <a:lnTo>
                    <a:pt x="1352434" y="2942504"/>
                  </a:lnTo>
                  <a:lnTo>
                    <a:pt x="1343764" y="2942504"/>
                  </a:lnTo>
                  <a:lnTo>
                    <a:pt x="1335095" y="2942504"/>
                  </a:lnTo>
                  <a:lnTo>
                    <a:pt x="1326425" y="2942504"/>
                  </a:lnTo>
                  <a:lnTo>
                    <a:pt x="1317756" y="2942504"/>
                  </a:lnTo>
                  <a:lnTo>
                    <a:pt x="1309086" y="2942504"/>
                  </a:lnTo>
                  <a:lnTo>
                    <a:pt x="1300417" y="2942504"/>
                  </a:lnTo>
                  <a:lnTo>
                    <a:pt x="1291747" y="2942504"/>
                  </a:lnTo>
                  <a:lnTo>
                    <a:pt x="1283078" y="2942504"/>
                  </a:lnTo>
                  <a:lnTo>
                    <a:pt x="1274409" y="2942504"/>
                  </a:lnTo>
                  <a:lnTo>
                    <a:pt x="1265739" y="2942504"/>
                  </a:lnTo>
                  <a:lnTo>
                    <a:pt x="1257070" y="2942504"/>
                  </a:lnTo>
                  <a:lnTo>
                    <a:pt x="1248400" y="2942504"/>
                  </a:lnTo>
                  <a:lnTo>
                    <a:pt x="1239731" y="2942504"/>
                  </a:lnTo>
                  <a:lnTo>
                    <a:pt x="1231061" y="2942504"/>
                  </a:lnTo>
                  <a:lnTo>
                    <a:pt x="1222392" y="2942504"/>
                  </a:lnTo>
                  <a:lnTo>
                    <a:pt x="1213722" y="2942504"/>
                  </a:lnTo>
                  <a:lnTo>
                    <a:pt x="1205053" y="2942504"/>
                  </a:lnTo>
                  <a:lnTo>
                    <a:pt x="1196384" y="2942504"/>
                  </a:lnTo>
                  <a:lnTo>
                    <a:pt x="1187714" y="2942504"/>
                  </a:lnTo>
                  <a:lnTo>
                    <a:pt x="1179045" y="2942504"/>
                  </a:lnTo>
                  <a:lnTo>
                    <a:pt x="1170375" y="2942504"/>
                  </a:lnTo>
                  <a:lnTo>
                    <a:pt x="1161706" y="2942504"/>
                  </a:lnTo>
                  <a:lnTo>
                    <a:pt x="1153036" y="2942504"/>
                  </a:lnTo>
                  <a:lnTo>
                    <a:pt x="1144367" y="2942504"/>
                  </a:lnTo>
                  <a:lnTo>
                    <a:pt x="1135697" y="2942504"/>
                  </a:lnTo>
                  <a:lnTo>
                    <a:pt x="1127028" y="2942504"/>
                  </a:lnTo>
                  <a:lnTo>
                    <a:pt x="1118359" y="2942504"/>
                  </a:lnTo>
                  <a:lnTo>
                    <a:pt x="1109689" y="2942504"/>
                  </a:lnTo>
                  <a:lnTo>
                    <a:pt x="1101020" y="2942504"/>
                  </a:lnTo>
                  <a:lnTo>
                    <a:pt x="1092350" y="2942504"/>
                  </a:lnTo>
                  <a:lnTo>
                    <a:pt x="1083681" y="2942504"/>
                  </a:lnTo>
                  <a:lnTo>
                    <a:pt x="1075011" y="2942504"/>
                  </a:lnTo>
                  <a:lnTo>
                    <a:pt x="1066342" y="2942504"/>
                  </a:lnTo>
                  <a:lnTo>
                    <a:pt x="1057672" y="2942504"/>
                  </a:lnTo>
                  <a:lnTo>
                    <a:pt x="1049003" y="2942504"/>
                  </a:lnTo>
                  <a:lnTo>
                    <a:pt x="1040333" y="2942504"/>
                  </a:lnTo>
                  <a:lnTo>
                    <a:pt x="1031664" y="2942504"/>
                  </a:lnTo>
                  <a:lnTo>
                    <a:pt x="1022995" y="2942504"/>
                  </a:lnTo>
                  <a:lnTo>
                    <a:pt x="1014325" y="2942504"/>
                  </a:lnTo>
                  <a:lnTo>
                    <a:pt x="1005656" y="2942504"/>
                  </a:lnTo>
                  <a:lnTo>
                    <a:pt x="996986" y="2942504"/>
                  </a:lnTo>
                  <a:lnTo>
                    <a:pt x="988317" y="2942504"/>
                  </a:lnTo>
                  <a:lnTo>
                    <a:pt x="979647" y="2942504"/>
                  </a:lnTo>
                  <a:lnTo>
                    <a:pt x="970978" y="2942504"/>
                  </a:lnTo>
                  <a:lnTo>
                    <a:pt x="962308" y="2942504"/>
                  </a:lnTo>
                  <a:lnTo>
                    <a:pt x="953639" y="2942504"/>
                  </a:lnTo>
                  <a:lnTo>
                    <a:pt x="944970" y="2942504"/>
                  </a:lnTo>
                  <a:lnTo>
                    <a:pt x="936300" y="2942504"/>
                  </a:lnTo>
                  <a:lnTo>
                    <a:pt x="927631" y="2942504"/>
                  </a:lnTo>
                  <a:lnTo>
                    <a:pt x="918961" y="2942504"/>
                  </a:lnTo>
                  <a:lnTo>
                    <a:pt x="910292" y="2942504"/>
                  </a:lnTo>
                  <a:lnTo>
                    <a:pt x="901622" y="2942504"/>
                  </a:lnTo>
                  <a:lnTo>
                    <a:pt x="892953" y="2942504"/>
                  </a:lnTo>
                  <a:lnTo>
                    <a:pt x="884283" y="2942504"/>
                  </a:lnTo>
                  <a:lnTo>
                    <a:pt x="875614" y="2942504"/>
                  </a:lnTo>
                  <a:lnTo>
                    <a:pt x="866944" y="2942504"/>
                  </a:lnTo>
                  <a:lnTo>
                    <a:pt x="858275" y="2942504"/>
                  </a:lnTo>
                  <a:lnTo>
                    <a:pt x="849606" y="2942504"/>
                  </a:lnTo>
                  <a:lnTo>
                    <a:pt x="840936" y="2942504"/>
                  </a:lnTo>
                  <a:lnTo>
                    <a:pt x="832267" y="2942504"/>
                  </a:lnTo>
                  <a:lnTo>
                    <a:pt x="823597" y="2942504"/>
                  </a:lnTo>
                  <a:lnTo>
                    <a:pt x="814928" y="2942504"/>
                  </a:lnTo>
                  <a:lnTo>
                    <a:pt x="806258" y="2942504"/>
                  </a:lnTo>
                  <a:lnTo>
                    <a:pt x="797589" y="2942504"/>
                  </a:lnTo>
                  <a:lnTo>
                    <a:pt x="788919" y="2942504"/>
                  </a:lnTo>
                  <a:lnTo>
                    <a:pt x="780250" y="2942504"/>
                  </a:lnTo>
                  <a:lnTo>
                    <a:pt x="771581" y="2942504"/>
                  </a:lnTo>
                  <a:lnTo>
                    <a:pt x="762911" y="2942504"/>
                  </a:lnTo>
                  <a:lnTo>
                    <a:pt x="754242" y="2942504"/>
                  </a:lnTo>
                  <a:lnTo>
                    <a:pt x="745572" y="2942504"/>
                  </a:lnTo>
                  <a:lnTo>
                    <a:pt x="736903" y="2942504"/>
                  </a:lnTo>
                  <a:lnTo>
                    <a:pt x="728233" y="2942504"/>
                  </a:lnTo>
                  <a:lnTo>
                    <a:pt x="719564" y="2942504"/>
                  </a:lnTo>
                  <a:lnTo>
                    <a:pt x="710894" y="2942504"/>
                  </a:lnTo>
                  <a:lnTo>
                    <a:pt x="702225" y="2942504"/>
                  </a:lnTo>
                  <a:lnTo>
                    <a:pt x="693555" y="2942504"/>
                  </a:lnTo>
                  <a:lnTo>
                    <a:pt x="684886" y="2942504"/>
                  </a:lnTo>
                  <a:lnTo>
                    <a:pt x="676217" y="2942504"/>
                  </a:lnTo>
                  <a:lnTo>
                    <a:pt x="667547" y="2942504"/>
                  </a:lnTo>
                  <a:lnTo>
                    <a:pt x="658878" y="2942504"/>
                  </a:lnTo>
                  <a:lnTo>
                    <a:pt x="650208" y="2942504"/>
                  </a:lnTo>
                  <a:lnTo>
                    <a:pt x="641539" y="2942504"/>
                  </a:lnTo>
                  <a:lnTo>
                    <a:pt x="632869" y="2942504"/>
                  </a:lnTo>
                  <a:lnTo>
                    <a:pt x="624200" y="2942504"/>
                  </a:lnTo>
                  <a:lnTo>
                    <a:pt x="615530" y="2942504"/>
                  </a:lnTo>
                  <a:lnTo>
                    <a:pt x="606861" y="2942504"/>
                  </a:lnTo>
                  <a:lnTo>
                    <a:pt x="598192" y="2942504"/>
                  </a:lnTo>
                  <a:lnTo>
                    <a:pt x="589522" y="2942504"/>
                  </a:lnTo>
                  <a:lnTo>
                    <a:pt x="580853" y="2942504"/>
                  </a:lnTo>
                  <a:lnTo>
                    <a:pt x="572183" y="2942504"/>
                  </a:lnTo>
                  <a:lnTo>
                    <a:pt x="563514" y="2942504"/>
                  </a:lnTo>
                  <a:lnTo>
                    <a:pt x="554844" y="2942504"/>
                  </a:lnTo>
                  <a:lnTo>
                    <a:pt x="546175" y="2942504"/>
                  </a:lnTo>
                  <a:lnTo>
                    <a:pt x="537505" y="2942504"/>
                  </a:lnTo>
                  <a:lnTo>
                    <a:pt x="528836" y="2942504"/>
                  </a:lnTo>
                  <a:lnTo>
                    <a:pt x="520166" y="2942504"/>
                  </a:lnTo>
                  <a:lnTo>
                    <a:pt x="511497" y="2942504"/>
                  </a:lnTo>
                  <a:lnTo>
                    <a:pt x="502828" y="2942504"/>
                  </a:lnTo>
                  <a:lnTo>
                    <a:pt x="494158" y="2942504"/>
                  </a:lnTo>
                  <a:lnTo>
                    <a:pt x="485489" y="2942504"/>
                  </a:lnTo>
                  <a:lnTo>
                    <a:pt x="476819" y="2942504"/>
                  </a:lnTo>
                  <a:lnTo>
                    <a:pt x="468150" y="2942504"/>
                  </a:lnTo>
                  <a:lnTo>
                    <a:pt x="459480" y="2942504"/>
                  </a:lnTo>
                  <a:lnTo>
                    <a:pt x="450811" y="2942504"/>
                  </a:lnTo>
                  <a:lnTo>
                    <a:pt x="442141" y="2942504"/>
                  </a:lnTo>
                  <a:lnTo>
                    <a:pt x="433472" y="2942504"/>
                  </a:lnTo>
                  <a:lnTo>
                    <a:pt x="424803" y="2942504"/>
                  </a:lnTo>
                  <a:lnTo>
                    <a:pt x="416133" y="2942504"/>
                  </a:lnTo>
                  <a:lnTo>
                    <a:pt x="407464" y="2942504"/>
                  </a:lnTo>
                  <a:lnTo>
                    <a:pt x="398794" y="2942504"/>
                  </a:lnTo>
                  <a:lnTo>
                    <a:pt x="390125" y="2942504"/>
                  </a:lnTo>
                  <a:lnTo>
                    <a:pt x="381455" y="2942504"/>
                  </a:lnTo>
                  <a:lnTo>
                    <a:pt x="372786" y="2942504"/>
                  </a:lnTo>
                  <a:lnTo>
                    <a:pt x="364116" y="2942504"/>
                  </a:lnTo>
                  <a:lnTo>
                    <a:pt x="355447" y="2942504"/>
                  </a:lnTo>
                  <a:lnTo>
                    <a:pt x="346777" y="2942504"/>
                  </a:lnTo>
                  <a:lnTo>
                    <a:pt x="338108" y="2942504"/>
                  </a:lnTo>
                  <a:lnTo>
                    <a:pt x="329439" y="2942504"/>
                  </a:lnTo>
                  <a:lnTo>
                    <a:pt x="320769" y="2942504"/>
                  </a:lnTo>
                  <a:lnTo>
                    <a:pt x="312100" y="2942504"/>
                  </a:lnTo>
                  <a:lnTo>
                    <a:pt x="303430" y="2942504"/>
                  </a:lnTo>
                  <a:lnTo>
                    <a:pt x="294761" y="2942504"/>
                  </a:lnTo>
                  <a:lnTo>
                    <a:pt x="286091" y="2942504"/>
                  </a:lnTo>
                  <a:lnTo>
                    <a:pt x="277422" y="2942504"/>
                  </a:lnTo>
                  <a:lnTo>
                    <a:pt x="268752" y="2942504"/>
                  </a:lnTo>
                  <a:lnTo>
                    <a:pt x="260083" y="2942504"/>
                  </a:lnTo>
                  <a:lnTo>
                    <a:pt x="251414" y="2942504"/>
                  </a:lnTo>
                  <a:lnTo>
                    <a:pt x="242744" y="2942504"/>
                  </a:lnTo>
                  <a:lnTo>
                    <a:pt x="234075" y="2942504"/>
                  </a:lnTo>
                  <a:lnTo>
                    <a:pt x="225405" y="2942504"/>
                  </a:lnTo>
                  <a:lnTo>
                    <a:pt x="216736" y="2942504"/>
                  </a:lnTo>
                  <a:lnTo>
                    <a:pt x="208066" y="2942504"/>
                  </a:lnTo>
                  <a:lnTo>
                    <a:pt x="199397" y="2942504"/>
                  </a:lnTo>
                  <a:lnTo>
                    <a:pt x="190727" y="2942504"/>
                  </a:lnTo>
                  <a:lnTo>
                    <a:pt x="182058" y="2942504"/>
                  </a:lnTo>
                  <a:lnTo>
                    <a:pt x="173388" y="2942504"/>
                  </a:lnTo>
                  <a:lnTo>
                    <a:pt x="164719" y="2942504"/>
                  </a:lnTo>
                  <a:lnTo>
                    <a:pt x="156050" y="2942504"/>
                  </a:lnTo>
                  <a:lnTo>
                    <a:pt x="147380" y="2942504"/>
                  </a:lnTo>
                  <a:lnTo>
                    <a:pt x="138711" y="2942504"/>
                  </a:lnTo>
                  <a:lnTo>
                    <a:pt x="130041" y="2942504"/>
                  </a:lnTo>
                  <a:lnTo>
                    <a:pt x="121372" y="2942504"/>
                  </a:lnTo>
                  <a:lnTo>
                    <a:pt x="112702" y="2942504"/>
                  </a:lnTo>
                  <a:lnTo>
                    <a:pt x="104033" y="2942504"/>
                  </a:lnTo>
                  <a:lnTo>
                    <a:pt x="95363" y="2942504"/>
                  </a:lnTo>
                  <a:lnTo>
                    <a:pt x="86694" y="2942504"/>
                  </a:lnTo>
                  <a:lnTo>
                    <a:pt x="78025" y="2942504"/>
                  </a:lnTo>
                  <a:lnTo>
                    <a:pt x="69355" y="2942504"/>
                  </a:lnTo>
                  <a:lnTo>
                    <a:pt x="60686" y="2942504"/>
                  </a:lnTo>
                  <a:lnTo>
                    <a:pt x="52016" y="2942504"/>
                  </a:lnTo>
                  <a:lnTo>
                    <a:pt x="43347" y="2942504"/>
                  </a:lnTo>
                  <a:lnTo>
                    <a:pt x="34677" y="2942504"/>
                  </a:lnTo>
                  <a:lnTo>
                    <a:pt x="26008" y="2942504"/>
                  </a:lnTo>
                  <a:lnTo>
                    <a:pt x="17338" y="2942504"/>
                  </a:lnTo>
                  <a:lnTo>
                    <a:pt x="8669" y="2942504"/>
                  </a:lnTo>
                  <a:lnTo>
                    <a:pt x="0" y="29425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05546"/>
              <a:ext cx="4430088" cy="2805888"/>
            </a:xfrm>
            <a:custGeom>
              <a:avLst/>
              <a:pathLst>
                <a:path w="4430088" h="2805888">
                  <a:moveTo>
                    <a:pt x="0" y="2805888"/>
                  </a:moveTo>
                  <a:lnTo>
                    <a:pt x="8669" y="2801981"/>
                  </a:lnTo>
                  <a:lnTo>
                    <a:pt x="17338" y="2797935"/>
                  </a:lnTo>
                  <a:lnTo>
                    <a:pt x="26008" y="2793839"/>
                  </a:lnTo>
                  <a:lnTo>
                    <a:pt x="34677" y="2789642"/>
                  </a:lnTo>
                  <a:lnTo>
                    <a:pt x="43347" y="2785347"/>
                  </a:lnTo>
                  <a:lnTo>
                    <a:pt x="52016" y="2781000"/>
                  </a:lnTo>
                  <a:lnTo>
                    <a:pt x="60686" y="2776501"/>
                  </a:lnTo>
                  <a:lnTo>
                    <a:pt x="69355" y="2771947"/>
                  </a:lnTo>
                  <a:lnTo>
                    <a:pt x="78025" y="2767291"/>
                  </a:lnTo>
                  <a:lnTo>
                    <a:pt x="86694" y="2762526"/>
                  </a:lnTo>
                  <a:lnTo>
                    <a:pt x="95363" y="2757706"/>
                  </a:lnTo>
                  <a:lnTo>
                    <a:pt x="104033" y="2752728"/>
                  </a:lnTo>
                  <a:lnTo>
                    <a:pt x="112702" y="2747688"/>
                  </a:lnTo>
                  <a:lnTo>
                    <a:pt x="121372" y="2742545"/>
                  </a:lnTo>
                  <a:lnTo>
                    <a:pt x="130041" y="2737282"/>
                  </a:lnTo>
                  <a:lnTo>
                    <a:pt x="138711" y="2731962"/>
                  </a:lnTo>
                  <a:lnTo>
                    <a:pt x="147380" y="2726480"/>
                  </a:lnTo>
                  <a:lnTo>
                    <a:pt x="156050" y="2720931"/>
                  </a:lnTo>
                  <a:lnTo>
                    <a:pt x="164719" y="2715277"/>
                  </a:lnTo>
                  <a:lnTo>
                    <a:pt x="173388" y="2709494"/>
                  </a:lnTo>
                  <a:lnTo>
                    <a:pt x="182058" y="2703651"/>
                  </a:lnTo>
                  <a:lnTo>
                    <a:pt x="190727" y="2697647"/>
                  </a:lnTo>
                  <a:lnTo>
                    <a:pt x="199397" y="2691567"/>
                  </a:lnTo>
                  <a:lnTo>
                    <a:pt x="208066" y="2685385"/>
                  </a:lnTo>
                  <a:lnTo>
                    <a:pt x="216736" y="2679065"/>
                  </a:lnTo>
                  <a:lnTo>
                    <a:pt x="225405" y="2672684"/>
                  </a:lnTo>
                  <a:lnTo>
                    <a:pt x="234075" y="2666143"/>
                  </a:lnTo>
                  <a:lnTo>
                    <a:pt x="242744" y="2659520"/>
                  </a:lnTo>
                  <a:lnTo>
                    <a:pt x="251414" y="2652797"/>
                  </a:lnTo>
                  <a:lnTo>
                    <a:pt x="260083" y="2645931"/>
                  </a:lnTo>
                  <a:lnTo>
                    <a:pt x="268752" y="2639002"/>
                  </a:lnTo>
                  <a:lnTo>
                    <a:pt x="277422" y="2631916"/>
                  </a:lnTo>
                  <a:lnTo>
                    <a:pt x="286091" y="2624743"/>
                  </a:lnTo>
                  <a:lnTo>
                    <a:pt x="294761" y="2617475"/>
                  </a:lnTo>
                  <a:lnTo>
                    <a:pt x="303430" y="2610058"/>
                  </a:lnTo>
                  <a:lnTo>
                    <a:pt x="312100" y="2602579"/>
                  </a:lnTo>
                  <a:lnTo>
                    <a:pt x="320769" y="2594948"/>
                  </a:lnTo>
                  <a:lnTo>
                    <a:pt x="329439" y="2587225"/>
                  </a:lnTo>
                  <a:lnTo>
                    <a:pt x="338108" y="2579412"/>
                  </a:lnTo>
                  <a:lnTo>
                    <a:pt x="346777" y="2571447"/>
                  </a:lnTo>
                  <a:lnTo>
                    <a:pt x="355447" y="2563419"/>
                  </a:lnTo>
                  <a:lnTo>
                    <a:pt x="364116" y="2555246"/>
                  </a:lnTo>
                  <a:lnTo>
                    <a:pt x="372786" y="2546977"/>
                  </a:lnTo>
                  <a:lnTo>
                    <a:pt x="381455" y="2538624"/>
                  </a:lnTo>
                  <a:lnTo>
                    <a:pt x="390125" y="2530115"/>
                  </a:lnTo>
                  <a:lnTo>
                    <a:pt x="398794" y="2521546"/>
                  </a:lnTo>
                  <a:lnTo>
                    <a:pt x="407464" y="2512836"/>
                  </a:lnTo>
                  <a:lnTo>
                    <a:pt x="416133" y="2504028"/>
                  </a:lnTo>
                  <a:lnTo>
                    <a:pt x="424803" y="2495142"/>
                  </a:lnTo>
                  <a:lnTo>
                    <a:pt x="433472" y="2486096"/>
                  </a:lnTo>
                  <a:lnTo>
                    <a:pt x="442141" y="2476991"/>
                  </a:lnTo>
                  <a:lnTo>
                    <a:pt x="450811" y="2467751"/>
                  </a:lnTo>
                  <a:lnTo>
                    <a:pt x="459480" y="2458409"/>
                  </a:lnTo>
                  <a:lnTo>
                    <a:pt x="468150" y="2448994"/>
                  </a:lnTo>
                  <a:lnTo>
                    <a:pt x="476819" y="2439416"/>
                  </a:lnTo>
                  <a:lnTo>
                    <a:pt x="485489" y="2429778"/>
                  </a:lnTo>
                  <a:lnTo>
                    <a:pt x="494158" y="2420011"/>
                  </a:lnTo>
                  <a:lnTo>
                    <a:pt x="502828" y="2410137"/>
                  </a:lnTo>
                  <a:lnTo>
                    <a:pt x="511497" y="2400194"/>
                  </a:lnTo>
                  <a:lnTo>
                    <a:pt x="520166" y="2390082"/>
                  </a:lnTo>
                  <a:lnTo>
                    <a:pt x="528836" y="2379909"/>
                  </a:lnTo>
                  <a:lnTo>
                    <a:pt x="537505" y="2369610"/>
                  </a:lnTo>
                  <a:lnTo>
                    <a:pt x="546175" y="2359197"/>
                  </a:lnTo>
                  <a:lnTo>
                    <a:pt x="554844" y="2348718"/>
                  </a:lnTo>
                  <a:lnTo>
                    <a:pt x="563514" y="2338061"/>
                  </a:lnTo>
                  <a:lnTo>
                    <a:pt x="572183" y="2327342"/>
                  </a:lnTo>
                  <a:lnTo>
                    <a:pt x="580853" y="2316497"/>
                  </a:lnTo>
                  <a:lnTo>
                    <a:pt x="589522" y="2305529"/>
                  </a:lnTo>
                  <a:lnTo>
                    <a:pt x="598192" y="2294497"/>
                  </a:lnTo>
                  <a:lnTo>
                    <a:pt x="606861" y="2283275"/>
                  </a:lnTo>
                  <a:lnTo>
                    <a:pt x="615530" y="2271987"/>
                  </a:lnTo>
                  <a:lnTo>
                    <a:pt x="624200" y="2260572"/>
                  </a:lnTo>
                  <a:lnTo>
                    <a:pt x="632869" y="2249021"/>
                  </a:lnTo>
                  <a:lnTo>
                    <a:pt x="641539" y="2237402"/>
                  </a:lnTo>
                  <a:lnTo>
                    <a:pt x="650208" y="2225587"/>
                  </a:lnTo>
                  <a:lnTo>
                    <a:pt x="658878" y="2213696"/>
                  </a:lnTo>
                  <a:lnTo>
                    <a:pt x="667547" y="2201675"/>
                  </a:lnTo>
                  <a:lnTo>
                    <a:pt x="676217" y="2189502"/>
                  </a:lnTo>
                  <a:lnTo>
                    <a:pt x="684886" y="2177257"/>
                  </a:lnTo>
                  <a:lnTo>
                    <a:pt x="693555" y="2164807"/>
                  </a:lnTo>
                  <a:lnTo>
                    <a:pt x="702225" y="2152268"/>
                  </a:lnTo>
                  <a:lnTo>
                    <a:pt x="710894" y="2139595"/>
                  </a:lnTo>
                  <a:lnTo>
                    <a:pt x="719564" y="2126753"/>
                  </a:lnTo>
                  <a:lnTo>
                    <a:pt x="728233" y="2113833"/>
                  </a:lnTo>
                  <a:lnTo>
                    <a:pt x="736903" y="2100698"/>
                  </a:lnTo>
                  <a:lnTo>
                    <a:pt x="745572" y="2087461"/>
                  </a:lnTo>
                  <a:lnTo>
                    <a:pt x="754242" y="2074086"/>
                  </a:lnTo>
                  <a:lnTo>
                    <a:pt x="762911" y="2060523"/>
                  </a:lnTo>
                  <a:lnTo>
                    <a:pt x="771581" y="2046874"/>
                  </a:lnTo>
                  <a:lnTo>
                    <a:pt x="780250" y="2033003"/>
                  </a:lnTo>
                  <a:lnTo>
                    <a:pt x="788919" y="2019014"/>
                  </a:lnTo>
                  <a:lnTo>
                    <a:pt x="797589" y="2004886"/>
                  </a:lnTo>
                  <a:lnTo>
                    <a:pt x="806258" y="1990549"/>
                  </a:lnTo>
                  <a:lnTo>
                    <a:pt x="814928" y="1976122"/>
                  </a:lnTo>
                  <a:lnTo>
                    <a:pt x="823597" y="1961464"/>
                  </a:lnTo>
                  <a:lnTo>
                    <a:pt x="832267" y="1946677"/>
                  </a:lnTo>
                  <a:lnTo>
                    <a:pt x="840936" y="1931749"/>
                  </a:lnTo>
                  <a:lnTo>
                    <a:pt x="849606" y="1916594"/>
                  </a:lnTo>
                  <a:lnTo>
                    <a:pt x="858275" y="1901346"/>
                  </a:lnTo>
                  <a:lnTo>
                    <a:pt x="866944" y="1885865"/>
                  </a:lnTo>
                  <a:lnTo>
                    <a:pt x="875614" y="1870242"/>
                  </a:lnTo>
                  <a:lnTo>
                    <a:pt x="884283" y="1854480"/>
                  </a:lnTo>
                  <a:lnTo>
                    <a:pt x="892953" y="1838480"/>
                  </a:lnTo>
                  <a:lnTo>
                    <a:pt x="901622" y="1822383"/>
                  </a:lnTo>
                  <a:lnTo>
                    <a:pt x="910292" y="1806057"/>
                  </a:lnTo>
                  <a:lnTo>
                    <a:pt x="918961" y="1789581"/>
                  </a:lnTo>
                  <a:lnTo>
                    <a:pt x="927631" y="1772973"/>
                  </a:lnTo>
                  <a:lnTo>
                    <a:pt x="936300" y="1756120"/>
                  </a:lnTo>
                  <a:lnTo>
                    <a:pt x="944970" y="1739170"/>
                  </a:lnTo>
                  <a:lnTo>
                    <a:pt x="953639" y="1722003"/>
                  </a:lnTo>
                  <a:lnTo>
                    <a:pt x="962308" y="1704682"/>
                  </a:lnTo>
                  <a:lnTo>
                    <a:pt x="970978" y="1687239"/>
                  </a:lnTo>
                  <a:lnTo>
                    <a:pt x="979647" y="1669553"/>
                  </a:lnTo>
                  <a:lnTo>
                    <a:pt x="988317" y="1651775"/>
                  </a:lnTo>
                  <a:lnTo>
                    <a:pt x="996986" y="1633798"/>
                  </a:lnTo>
                  <a:lnTo>
                    <a:pt x="1005656" y="1615669"/>
                  </a:lnTo>
                  <a:lnTo>
                    <a:pt x="1014325" y="1597434"/>
                  </a:lnTo>
                  <a:lnTo>
                    <a:pt x="1022995" y="1578967"/>
                  </a:lnTo>
                  <a:lnTo>
                    <a:pt x="1031664" y="1560417"/>
                  </a:lnTo>
                  <a:lnTo>
                    <a:pt x="1040333" y="1541693"/>
                  </a:lnTo>
                  <a:lnTo>
                    <a:pt x="1049003" y="1522827"/>
                  </a:lnTo>
                  <a:lnTo>
                    <a:pt x="1057672" y="1503873"/>
                  </a:lnTo>
                  <a:lnTo>
                    <a:pt x="1066342" y="1484711"/>
                  </a:lnTo>
                  <a:lnTo>
                    <a:pt x="1075011" y="1465478"/>
                  </a:lnTo>
                  <a:lnTo>
                    <a:pt x="1083681" y="1446101"/>
                  </a:lnTo>
                  <a:lnTo>
                    <a:pt x="1092350" y="1426603"/>
                  </a:lnTo>
                  <a:lnTo>
                    <a:pt x="1101020" y="1407035"/>
                  </a:lnTo>
                  <a:lnTo>
                    <a:pt x="1109689" y="1387295"/>
                  </a:lnTo>
                  <a:lnTo>
                    <a:pt x="1118359" y="1367500"/>
                  </a:lnTo>
                  <a:lnTo>
                    <a:pt x="1127028" y="1347597"/>
                  </a:lnTo>
                  <a:lnTo>
                    <a:pt x="1135697" y="1327599"/>
                  </a:lnTo>
                  <a:lnTo>
                    <a:pt x="1144367" y="1307552"/>
                  </a:lnTo>
                  <a:lnTo>
                    <a:pt x="1153036" y="1287381"/>
                  </a:lnTo>
                  <a:lnTo>
                    <a:pt x="1161706" y="1267173"/>
                  </a:lnTo>
                  <a:lnTo>
                    <a:pt x="1170375" y="1246895"/>
                  </a:lnTo>
                  <a:lnTo>
                    <a:pt x="1179045" y="1226557"/>
                  </a:lnTo>
                  <a:lnTo>
                    <a:pt x="1187714" y="1206190"/>
                  </a:lnTo>
                  <a:lnTo>
                    <a:pt x="1196384" y="1185757"/>
                  </a:lnTo>
                  <a:lnTo>
                    <a:pt x="1205053" y="1165306"/>
                  </a:lnTo>
                  <a:lnTo>
                    <a:pt x="1213722" y="1144826"/>
                  </a:lnTo>
                  <a:lnTo>
                    <a:pt x="1222392" y="1124327"/>
                  </a:lnTo>
                  <a:lnTo>
                    <a:pt x="1231061" y="1103820"/>
                  </a:lnTo>
                  <a:lnTo>
                    <a:pt x="1239731" y="1083307"/>
                  </a:lnTo>
                  <a:lnTo>
                    <a:pt x="1248400" y="1062800"/>
                  </a:lnTo>
                  <a:lnTo>
                    <a:pt x="1257070" y="1042303"/>
                  </a:lnTo>
                  <a:lnTo>
                    <a:pt x="1265739" y="1021833"/>
                  </a:lnTo>
                  <a:lnTo>
                    <a:pt x="1274409" y="1001378"/>
                  </a:lnTo>
                  <a:lnTo>
                    <a:pt x="1283078" y="980975"/>
                  </a:lnTo>
                  <a:lnTo>
                    <a:pt x="1291747" y="960607"/>
                  </a:lnTo>
                  <a:lnTo>
                    <a:pt x="1300417" y="940284"/>
                  </a:lnTo>
                  <a:lnTo>
                    <a:pt x="1309086" y="920039"/>
                  </a:lnTo>
                  <a:lnTo>
                    <a:pt x="1317756" y="899830"/>
                  </a:lnTo>
                  <a:lnTo>
                    <a:pt x="1326425" y="879730"/>
                  </a:lnTo>
                  <a:lnTo>
                    <a:pt x="1335095" y="859694"/>
                  </a:lnTo>
                  <a:lnTo>
                    <a:pt x="1343764" y="839735"/>
                  </a:lnTo>
                  <a:lnTo>
                    <a:pt x="1352434" y="819907"/>
                  </a:lnTo>
                  <a:lnTo>
                    <a:pt x="1361103" y="800137"/>
                  </a:lnTo>
                  <a:lnTo>
                    <a:pt x="1369773" y="780525"/>
                  </a:lnTo>
                  <a:lnTo>
                    <a:pt x="1378442" y="761010"/>
                  </a:lnTo>
                  <a:lnTo>
                    <a:pt x="1387111" y="741600"/>
                  </a:lnTo>
                  <a:lnTo>
                    <a:pt x="1395781" y="722373"/>
                  </a:lnTo>
                  <a:lnTo>
                    <a:pt x="1404450" y="703225"/>
                  </a:lnTo>
                  <a:lnTo>
                    <a:pt x="1413120" y="684278"/>
                  </a:lnTo>
                  <a:lnTo>
                    <a:pt x="1421789" y="665462"/>
                  </a:lnTo>
                  <a:lnTo>
                    <a:pt x="1430459" y="646773"/>
                  </a:lnTo>
                  <a:lnTo>
                    <a:pt x="1439128" y="628319"/>
                  </a:lnTo>
                  <a:lnTo>
                    <a:pt x="1447798" y="609964"/>
                  </a:lnTo>
                  <a:lnTo>
                    <a:pt x="1456467" y="591845"/>
                  </a:lnTo>
                  <a:lnTo>
                    <a:pt x="1465136" y="573892"/>
                  </a:lnTo>
                  <a:lnTo>
                    <a:pt x="1473806" y="556083"/>
                  </a:lnTo>
                  <a:lnTo>
                    <a:pt x="1482475" y="538561"/>
                  </a:lnTo>
                  <a:lnTo>
                    <a:pt x="1491145" y="521154"/>
                  </a:lnTo>
                  <a:lnTo>
                    <a:pt x="1499814" y="504013"/>
                  </a:lnTo>
                  <a:lnTo>
                    <a:pt x="1508484" y="487073"/>
                  </a:lnTo>
                  <a:lnTo>
                    <a:pt x="1517153" y="470289"/>
                  </a:lnTo>
                  <a:lnTo>
                    <a:pt x="1525823" y="453841"/>
                  </a:lnTo>
                  <a:lnTo>
                    <a:pt x="1534492" y="437524"/>
                  </a:lnTo>
                  <a:lnTo>
                    <a:pt x="1543162" y="421496"/>
                  </a:lnTo>
                  <a:lnTo>
                    <a:pt x="1551831" y="405704"/>
                  </a:lnTo>
                  <a:lnTo>
                    <a:pt x="1560500" y="390075"/>
                  </a:lnTo>
                  <a:lnTo>
                    <a:pt x="1569170" y="374830"/>
                  </a:lnTo>
                  <a:lnTo>
                    <a:pt x="1577839" y="359730"/>
                  </a:lnTo>
                  <a:lnTo>
                    <a:pt x="1586509" y="344938"/>
                  </a:lnTo>
                  <a:lnTo>
                    <a:pt x="1595178" y="330414"/>
                  </a:lnTo>
                  <a:lnTo>
                    <a:pt x="1603848" y="316059"/>
                  </a:lnTo>
                  <a:lnTo>
                    <a:pt x="1612517" y="302133"/>
                  </a:lnTo>
                  <a:lnTo>
                    <a:pt x="1621187" y="288364"/>
                  </a:lnTo>
                  <a:lnTo>
                    <a:pt x="1629856" y="274917"/>
                  </a:lnTo>
                  <a:lnTo>
                    <a:pt x="1638525" y="261772"/>
                  </a:lnTo>
                  <a:lnTo>
                    <a:pt x="1647195" y="248796"/>
                  </a:lnTo>
                  <a:lnTo>
                    <a:pt x="1655864" y="236293"/>
                  </a:lnTo>
                  <a:lnTo>
                    <a:pt x="1664534" y="223959"/>
                  </a:lnTo>
                  <a:lnTo>
                    <a:pt x="1673203" y="211956"/>
                  </a:lnTo>
                  <a:lnTo>
                    <a:pt x="1681873" y="200288"/>
                  </a:lnTo>
                  <a:lnTo>
                    <a:pt x="1690542" y="188792"/>
                  </a:lnTo>
                  <a:lnTo>
                    <a:pt x="1699212" y="177801"/>
                  </a:lnTo>
                  <a:lnTo>
                    <a:pt x="1707881" y="166994"/>
                  </a:lnTo>
                  <a:lnTo>
                    <a:pt x="1716551" y="156524"/>
                  </a:lnTo>
                  <a:lnTo>
                    <a:pt x="1725220" y="146420"/>
                  </a:lnTo>
                  <a:lnTo>
                    <a:pt x="1733889" y="136498"/>
                  </a:lnTo>
                  <a:lnTo>
                    <a:pt x="1742559" y="127093"/>
                  </a:lnTo>
                  <a:lnTo>
                    <a:pt x="1751228" y="117895"/>
                  </a:lnTo>
                  <a:lnTo>
                    <a:pt x="1759898" y="109034"/>
                  </a:lnTo>
                  <a:lnTo>
                    <a:pt x="1768567" y="100572"/>
                  </a:lnTo>
                  <a:lnTo>
                    <a:pt x="1777237" y="92298"/>
                  </a:lnTo>
                  <a:lnTo>
                    <a:pt x="1785906" y="84548"/>
                  </a:lnTo>
                  <a:lnTo>
                    <a:pt x="1794576" y="77026"/>
                  </a:lnTo>
                  <a:lnTo>
                    <a:pt x="1803245" y="69840"/>
                  </a:lnTo>
                  <a:lnTo>
                    <a:pt x="1811914" y="63079"/>
                  </a:lnTo>
                  <a:lnTo>
                    <a:pt x="1820584" y="56515"/>
                  </a:lnTo>
                  <a:lnTo>
                    <a:pt x="1829253" y="50472"/>
                  </a:lnTo>
                  <a:lnTo>
                    <a:pt x="1837923" y="44680"/>
                  </a:lnTo>
                  <a:lnTo>
                    <a:pt x="1846592" y="39216"/>
                  </a:lnTo>
                  <a:lnTo>
                    <a:pt x="1855262" y="34202"/>
                  </a:lnTo>
                  <a:lnTo>
                    <a:pt x="1863931" y="29388"/>
                  </a:lnTo>
                  <a:lnTo>
                    <a:pt x="1872601" y="25089"/>
                  </a:lnTo>
                  <a:lnTo>
                    <a:pt x="1881270" y="21059"/>
                  </a:lnTo>
                  <a:lnTo>
                    <a:pt x="1889940" y="17345"/>
                  </a:lnTo>
                  <a:lnTo>
                    <a:pt x="1898609" y="14101"/>
                  </a:lnTo>
                  <a:lnTo>
                    <a:pt x="1907278" y="11056"/>
                  </a:lnTo>
                  <a:lnTo>
                    <a:pt x="1915948" y="8514"/>
                  </a:lnTo>
                  <a:lnTo>
                    <a:pt x="1924617" y="6254"/>
                  </a:lnTo>
                  <a:lnTo>
                    <a:pt x="1933287" y="4295"/>
                  </a:lnTo>
                  <a:lnTo>
                    <a:pt x="1941956" y="2817"/>
                  </a:lnTo>
                  <a:lnTo>
                    <a:pt x="1950626" y="1537"/>
                  </a:lnTo>
                  <a:lnTo>
                    <a:pt x="1959295" y="736"/>
                  </a:lnTo>
                  <a:lnTo>
                    <a:pt x="1967965" y="228"/>
                  </a:lnTo>
                  <a:lnTo>
                    <a:pt x="1976634" y="0"/>
                  </a:lnTo>
                  <a:lnTo>
                    <a:pt x="1985303" y="255"/>
                  </a:lnTo>
                  <a:lnTo>
                    <a:pt x="1993973" y="702"/>
                  </a:lnTo>
                  <a:lnTo>
                    <a:pt x="2002642" y="1600"/>
                  </a:lnTo>
                  <a:lnTo>
                    <a:pt x="2011312" y="2793"/>
                  </a:lnTo>
                  <a:lnTo>
                    <a:pt x="2019981" y="4241"/>
                  </a:lnTo>
                  <a:lnTo>
                    <a:pt x="2028651" y="6166"/>
                  </a:lnTo>
                  <a:lnTo>
                    <a:pt x="2037320" y="8273"/>
                  </a:lnTo>
                  <a:lnTo>
                    <a:pt x="2045990" y="10793"/>
                  </a:lnTo>
                  <a:lnTo>
                    <a:pt x="2054659" y="13605"/>
                  </a:lnTo>
                  <a:lnTo>
                    <a:pt x="2063329" y="16643"/>
                  </a:lnTo>
                  <a:lnTo>
                    <a:pt x="2071998" y="20140"/>
                  </a:lnTo>
                  <a:lnTo>
                    <a:pt x="2080667" y="23806"/>
                  </a:lnTo>
                  <a:lnTo>
                    <a:pt x="2089337" y="27840"/>
                  </a:lnTo>
                  <a:lnTo>
                    <a:pt x="2098006" y="32157"/>
                  </a:lnTo>
                  <a:lnTo>
                    <a:pt x="2106676" y="36667"/>
                  </a:lnTo>
                  <a:lnTo>
                    <a:pt x="2115345" y="41607"/>
                  </a:lnTo>
                  <a:lnTo>
                    <a:pt x="2124015" y="46699"/>
                  </a:lnTo>
                  <a:lnTo>
                    <a:pt x="2132684" y="52111"/>
                  </a:lnTo>
                  <a:lnTo>
                    <a:pt x="2141354" y="57786"/>
                  </a:lnTo>
                  <a:lnTo>
                    <a:pt x="2150023" y="63622"/>
                  </a:lnTo>
                  <a:lnTo>
                    <a:pt x="2158692" y="69848"/>
                  </a:lnTo>
                  <a:lnTo>
                    <a:pt x="2167362" y="76206"/>
                  </a:lnTo>
                  <a:lnTo>
                    <a:pt x="2176031" y="82832"/>
                  </a:lnTo>
                  <a:lnTo>
                    <a:pt x="2184701" y="89693"/>
                  </a:lnTo>
                  <a:lnTo>
                    <a:pt x="2193370" y="96684"/>
                  </a:lnTo>
                  <a:lnTo>
                    <a:pt x="2202040" y="104014"/>
                  </a:lnTo>
                  <a:lnTo>
                    <a:pt x="2210709" y="111454"/>
                  </a:lnTo>
                  <a:lnTo>
                    <a:pt x="2219379" y="119109"/>
                  </a:lnTo>
                  <a:lnTo>
                    <a:pt x="2228048" y="126966"/>
                  </a:lnTo>
                  <a:lnTo>
                    <a:pt x="2236718" y="134924"/>
                  </a:lnTo>
                  <a:lnTo>
                    <a:pt x="2245387" y="143155"/>
                  </a:lnTo>
                  <a:lnTo>
                    <a:pt x="2254056" y="151477"/>
                  </a:lnTo>
                  <a:lnTo>
                    <a:pt x="2262726" y="159962"/>
                  </a:lnTo>
                  <a:lnTo>
                    <a:pt x="2271395" y="168608"/>
                  </a:lnTo>
                  <a:lnTo>
                    <a:pt x="2280065" y="177332"/>
                  </a:lnTo>
                  <a:lnTo>
                    <a:pt x="2288734" y="186255"/>
                  </a:lnTo>
                  <a:lnTo>
                    <a:pt x="2297404" y="195248"/>
                  </a:lnTo>
                  <a:lnTo>
                    <a:pt x="2306073" y="204355"/>
                  </a:lnTo>
                  <a:lnTo>
                    <a:pt x="2314743" y="213578"/>
                  </a:lnTo>
                  <a:lnTo>
                    <a:pt x="2323412" y="222856"/>
                  </a:lnTo>
                  <a:lnTo>
                    <a:pt x="2332081" y="232261"/>
                  </a:lnTo>
                  <a:lnTo>
                    <a:pt x="2340751" y="241714"/>
                  </a:lnTo>
                  <a:lnTo>
                    <a:pt x="2349420" y="251235"/>
                  </a:lnTo>
                  <a:lnTo>
                    <a:pt x="2358090" y="260825"/>
                  </a:lnTo>
                  <a:lnTo>
                    <a:pt x="2366759" y="270445"/>
                  </a:lnTo>
                  <a:lnTo>
                    <a:pt x="2375429" y="280128"/>
                  </a:lnTo>
                  <a:lnTo>
                    <a:pt x="2384098" y="289833"/>
                  </a:lnTo>
                  <a:lnTo>
                    <a:pt x="2392768" y="299565"/>
                  </a:lnTo>
                  <a:lnTo>
                    <a:pt x="2401437" y="309317"/>
                  </a:lnTo>
                  <a:lnTo>
                    <a:pt x="2410107" y="319077"/>
                  </a:lnTo>
                  <a:lnTo>
                    <a:pt x="2418776" y="328842"/>
                  </a:lnTo>
                  <a:lnTo>
                    <a:pt x="2427445" y="338601"/>
                  </a:lnTo>
                  <a:lnTo>
                    <a:pt x="2436115" y="348351"/>
                  </a:lnTo>
                  <a:lnTo>
                    <a:pt x="2444784" y="358075"/>
                  </a:lnTo>
                  <a:lnTo>
                    <a:pt x="2453454" y="367784"/>
                  </a:lnTo>
                  <a:lnTo>
                    <a:pt x="2462123" y="377448"/>
                  </a:lnTo>
                  <a:lnTo>
                    <a:pt x="2470793" y="387078"/>
                  </a:lnTo>
                  <a:lnTo>
                    <a:pt x="2479462" y="396670"/>
                  </a:lnTo>
                  <a:lnTo>
                    <a:pt x="2488132" y="406189"/>
                  </a:lnTo>
                  <a:lnTo>
                    <a:pt x="2496801" y="415674"/>
                  </a:lnTo>
                  <a:lnTo>
                    <a:pt x="2505470" y="425071"/>
                  </a:lnTo>
                  <a:lnTo>
                    <a:pt x="2514140" y="434404"/>
                  </a:lnTo>
                  <a:lnTo>
                    <a:pt x="2522809" y="443678"/>
                  </a:lnTo>
                  <a:lnTo>
                    <a:pt x="2531479" y="452833"/>
                  </a:lnTo>
                  <a:lnTo>
                    <a:pt x="2540148" y="461938"/>
                  </a:lnTo>
                  <a:lnTo>
                    <a:pt x="2548818" y="470919"/>
                  </a:lnTo>
                  <a:lnTo>
                    <a:pt x="2557487" y="479808"/>
                  </a:lnTo>
                  <a:lnTo>
                    <a:pt x="2566157" y="488621"/>
                  </a:lnTo>
                  <a:lnTo>
                    <a:pt x="2574826" y="497273"/>
                  </a:lnTo>
                  <a:lnTo>
                    <a:pt x="2583495" y="505859"/>
                  </a:lnTo>
                  <a:lnTo>
                    <a:pt x="2592165" y="514293"/>
                  </a:lnTo>
                  <a:lnTo>
                    <a:pt x="2600834" y="522609"/>
                  </a:lnTo>
                  <a:lnTo>
                    <a:pt x="2609504" y="530836"/>
                  </a:lnTo>
                  <a:lnTo>
                    <a:pt x="2618173" y="538861"/>
                  </a:lnTo>
                  <a:lnTo>
                    <a:pt x="2626843" y="546809"/>
                  </a:lnTo>
                  <a:lnTo>
                    <a:pt x="2635512" y="554583"/>
                  </a:lnTo>
                  <a:lnTo>
                    <a:pt x="2644182" y="562213"/>
                  </a:lnTo>
                  <a:lnTo>
                    <a:pt x="2652851" y="569745"/>
                  </a:lnTo>
                  <a:lnTo>
                    <a:pt x="2661521" y="577039"/>
                  </a:lnTo>
                  <a:lnTo>
                    <a:pt x="2670190" y="584245"/>
                  </a:lnTo>
                  <a:lnTo>
                    <a:pt x="2678859" y="591261"/>
                  </a:lnTo>
                  <a:lnTo>
                    <a:pt x="2687529" y="598109"/>
                  </a:lnTo>
                  <a:lnTo>
                    <a:pt x="2696198" y="604853"/>
                  </a:lnTo>
                  <a:lnTo>
                    <a:pt x="2704868" y="611327"/>
                  </a:lnTo>
                  <a:lnTo>
                    <a:pt x="2713537" y="617703"/>
                  </a:lnTo>
                  <a:lnTo>
                    <a:pt x="2722207" y="623879"/>
                  </a:lnTo>
                  <a:lnTo>
                    <a:pt x="2730876" y="629863"/>
                  </a:lnTo>
                  <a:lnTo>
                    <a:pt x="2739546" y="635743"/>
                  </a:lnTo>
                  <a:lnTo>
                    <a:pt x="2748215" y="641324"/>
                  </a:lnTo>
                  <a:lnTo>
                    <a:pt x="2756884" y="646798"/>
                  </a:lnTo>
                  <a:lnTo>
                    <a:pt x="2765554" y="652067"/>
                  </a:lnTo>
                  <a:lnTo>
                    <a:pt x="2774223" y="657123"/>
                  </a:lnTo>
                  <a:lnTo>
                    <a:pt x="2782893" y="662071"/>
                  </a:lnTo>
                  <a:lnTo>
                    <a:pt x="2791562" y="666705"/>
                  </a:lnTo>
                  <a:lnTo>
                    <a:pt x="2800232" y="671224"/>
                  </a:lnTo>
                  <a:lnTo>
                    <a:pt x="2808901" y="675534"/>
                  </a:lnTo>
                  <a:lnTo>
                    <a:pt x="2817571" y="679615"/>
                  </a:lnTo>
                  <a:lnTo>
                    <a:pt x="2826240" y="683584"/>
                  </a:lnTo>
                  <a:lnTo>
                    <a:pt x="2834910" y="687237"/>
                  </a:lnTo>
                  <a:lnTo>
                    <a:pt x="2843579" y="690762"/>
                  </a:lnTo>
                  <a:lnTo>
                    <a:pt x="2852248" y="694083"/>
                  </a:lnTo>
                  <a:lnTo>
                    <a:pt x="2860918" y="697162"/>
                  </a:lnTo>
                  <a:lnTo>
                    <a:pt x="2869587" y="700127"/>
                  </a:lnTo>
                  <a:lnTo>
                    <a:pt x="2878257" y="702783"/>
                  </a:lnTo>
                  <a:lnTo>
                    <a:pt x="2886926" y="705301"/>
                  </a:lnTo>
                  <a:lnTo>
                    <a:pt x="2895596" y="707624"/>
                  </a:lnTo>
                  <a:lnTo>
                    <a:pt x="2904265" y="709699"/>
                  </a:lnTo>
                  <a:lnTo>
                    <a:pt x="2912935" y="711660"/>
                  </a:lnTo>
                  <a:lnTo>
                    <a:pt x="2921604" y="713327"/>
                  </a:lnTo>
                  <a:lnTo>
                    <a:pt x="2930273" y="714852"/>
                  </a:lnTo>
                  <a:lnTo>
                    <a:pt x="2938943" y="716195"/>
                  </a:lnTo>
                  <a:lnTo>
                    <a:pt x="2947612" y="717292"/>
                  </a:lnTo>
                  <a:lnTo>
                    <a:pt x="2956282" y="718280"/>
                  </a:lnTo>
                  <a:lnTo>
                    <a:pt x="2964951" y="718997"/>
                  </a:lnTo>
                  <a:lnTo>
                    <a:pt x="2973621" y="719573"/>
                  </a:lnTo>
                  <a:lnTo>
                    <a:pt x="2982290" y="719987"/>
                  </a:lnTo>
                  <a:lnTo>
                    <a:pt x="2990960" y="720165"/>
                  </a:lnTo>
                  <a:lnTo>
                    <a:pt x="2999629" y="720245"/>
                  </a:lnTo>
                  <a:lnTo>
                    <a:pt x="3008299" y="720085"/>
                  </a:lnTo>
                  <a:lnTo>
                    <a:pt x="3016968" y="719793"/>
                  </a:lnTo>
                  <a:lnTo>
                    <a:pt x="3025637" y="719364"/>
                  </a:lnTo>
                  <a:lnTo>
                    <a:pt x="3034307" y="718722"/>
                  </a:lnTo>
                  <a:lnTo>
                    <a:pt x="3042976" y="717994"/>
                  </a:lnTo>
                  <a:lnTo>
                    <a:pt x="3051646" y="717069"/>
                  </a:lnTo>
                  <a:lnTo>
                    <a:pt x="3060315" y="716027"/>
                  </a:lnTo>
                  <a:lnTo>
                    <a:pt x="3068985" y="714877"/>
                  </a:lnTo>
                  <a:lnTo>
                    <a:pt x="3077654" y="713550"/>
                  </a:lnTo>
                  <a:lnTo>
                    <a:pt x="3086324" y="712156"/>
                  </a:lnTo>
                  <a:lnTo>
                    <a:pt x="3094993" y="710613"/>
                  </a:lnTo>
                  <a:lnTo>
                    <a:pt x="3103662" y="708979"/>
                  </a:lnTo>
                  <a:lnTo>
                    <a:pt x="3112332" y="707269"/>
                  </a:lnTo>
                  <a:lnTo>
                    <a:pt x="3121001" y="705431"/>
                  </a:lnTo>
                  <a:lnTo>
                    <a:pt x="3129671" y="703548"/>
                  </a:lnTo>
                  <a:lnTo>
                    <a:pt x="3138340" y="701570"/>
                  </a:lnTo>
                  <a:lnTo>
                    <a:pt x="3147010" y="699537"/>
                  </a:lnTo>
                  <a:lnTo>
                    <a:pt x="3155679" y="697461"/>
                  </a:lnTo>
                  <a:lnTo>
                    <a:pt x="3164349" y="695317"/>
                  </a:lnTo>
                  <a:lnTo>
                    <a:pt x="3173018" y="693154"/>
                  </a:lnTo>
                  <a:lnTo>
                    <a:pt x="3181688" y="690955"/>
                  </a:lnTo>
                  <a:lnTo>
                    <a:pt x="3190357" y="688742"/>
                  </a:lnTo>
                  <a:lnTo>
                    <a:pt x="3199026" y="686520"/>
                  </a:lnTo>
                  <a:lnTo>
                    <a:pt x="3207696" y="684302"/>
                  </a:lnTo>
                  <a:lnTo>
                    <a:pt x="3216365" y="682092"/>
                  </a:lnTo>
                  <a:lnTo>
                    <a:pt x="3225035" y="679903"/>
                  </a:lnTo>
                  <a:lnTo>
                    <a:pt x="3233704" y="677751"/>
                  </a:lnTo>
                  <a:lnTo>
                    <a:pt x="3242374" y="675619"/>
                  </a:lnTo>
                  <a:lnTo>
                    <a:pt x="3251043" y="673569"/>
                  </a:lnTo>
                  <a:lnTo>
                    <a:pt x="3259713" y="671555"/>
                  </a:lnTo>
                  <a:lnTo>
                    <a:pt x="3268382" y="669617"/>
                  </a:lnTo>
                  <a:lnTo>
                    <a:pt x="3277051" y="667768"/>
                  </a:lnTo>
                  <a:lnTo>
                    <a:pt x="3285721" y="665967"/>
                  </a:lnTo>
                  <a:lnTo>
                    <a:pt x="3294390" y="664326"/>
                  </a:lnTo>
                  <a:lnTo>
                    <a:pt x="3303060" y="662748"/>
                  </a:lnTo>
                  <a:lnTo>
                    <a:pt x="3311729" y="661294"/>
                  </a:lnTo>
                  <a:lnTo>
                    <a:pt x="3320399" y="659981"/>
                  </a:lnTo>
                  <a:lnTo>
                    <a:pt x="3329068" y="658741"/>
                  </a:lnTo>
                  <a:lnTo>
                    <a:pt x="3337738" y="657728"/>
                  </a:lnTo>
                  <a:lnTo>
                    <a:pt x="3346407" y="656806"/>
                  </a:lnTo>
                  <a:lnTo>
                    <a:pt x="3355077" y="656046"/>
                  </a:lnTo>
                  <a:lnTo>
                    <a:pt x="3363746" y="655477"/>
                  </a:lnTo>
                  <a:lnTo>
                    <a:pt x="3372415" y="655002"/>
                  </a:lnTo>
                  <a:lnTo>
                    <a:pt x="3381085" y="654802"/>
                  </a:lnTo>
                  <a:lnTo>
                    <a:pt x="3389754" y="654722"/>
                  </a:lnTo>
                  <a:lnTo>
                    <a:pt x="3398424" y="654827"/>
                  </a:lnTo>
                  <a:lnTo>
                    <a:pt x="3407093" y="655166"/>
                  </a:lnTo>
                  <a:lnTo>
                    <a:pt x="3415763" y="655614"/>
                  </a:lnTo>
                  <a:lnTo>
                    <a:pt x="3424432" y="656369"/>
                  </a:lnTo>
                  <a:lnTo>
                    <a:pt x="3433102" y="657265"/>
                  </a:lnTo>
                  <a:lnTo>
                    <a:pt x="3441771" y="658359"/>
                  </a:lnTo>
                  <a:lnTo>
                    <a:pt x="3450440" y="659716"/>
                  </a:lnTo>
                  <a:lnTo>
                    <a:pt x="3459110" y="661191"/>
                  </a:lnTo>
                  <a:lnTo>
                    <a:pt x="3467779" y="662983"/>
                  </a:lnTo>
                  <a:lnTo>
                    <a:pt x="3476449" y="664931"/>
                  </a:lnTo>
                  <a:lnTo>
                    <a:pt x="3485118" y="667076"/>
                  </a:lnTo>
                  <a:lnTo>
                    <a:pt x="3493788" y="669498"/>
                  </a:lnTo>
                  <a:lnTo>
                    <a:pt x="3502457" y="672040"/>
                  </a:lnTo>
                  <a:lnTo>
                    <a:pt x="3511127" y="674888"/>
                  </a:lnTo>
                  <a:lnTo>
                    <a:pt x="3519796" y="677898"/>
                  </a:lnTo>
                  <a:lnTo>
                    <a:pt x="3528466" y="681092"/>
                  </a:lnTo>
                  <a:lnTo>
                    <a:pt x="3537135" y="684559"/>
                  </a:lnTo>
                  <a:lnTo>
                    <a:pt x="3545804" y="688141"/>
                  </a:lnTo>
                  <a:lnTo>
                    <a:pt x="3554474" y="692001"/>
                  </a:lnTo>
                  <a:lnTo>
                    <a:pt x="3563143" y="696017"/>
                  </a:lnTo>
                  <a:lnTo>
                    <a:pt x="3571813" y="700194"/>
                  </a:lnTo>
                  <a:lnTo>
                    <a:pt x="3580482" y="704624"/>
                  </a:lnTo>
                  <a:lnTo>
                    <a:pt x="3589152" y="709154"/>
                  </a:lnTo>
                  <a:lnTo>
                    <a:pt x="3597821" y="713921"/>
                  </a:lnTo>
                  <a:lnTo>
                    <a:pt x="3606491" y="718827"/>
                  </a:lnTo>
                  <a:lnTo>
                    <a:pt x="3615160" y="723863"/>
                  </a:lnTo>
                  <a:lnTo>
                    <a:pt x="3623829" y="729115"/>
                  </a:lnTo>
                  <a:lnTo>
                    <a:pt x="3632499" y="734449"/>
                  </a:lnTo>
                  <a:lnTo>
                    <a:pt x="3641168" y="739966"/>
                  </a:lnTo>
                  <a:lnTo>
                    <a:pt x="3649838" y="745597"/>
                  </a:lnTo>
                  <a:lnTo>
                    <a:pt x="3658507" y="751323"/>
                  </a:lnTo>
                  <a:lnTo>
                    <a:pt x="3667177" y="757214"/>
                  </a:lnTo>
                  <a:lnTo>
                    <a:pt x="3675846" y="763164"/>
                  </a:lnTo>
                  <a:lnTo>
                    <a:pt x="3684516" y="769240"/>
                  </a:lnTo>
                  <a:lnTo>
                    <a:pt x="3693185" y="775396"/>
                  </a:lnTo>
                  <a:lnTo>
                    <a:pt x="3701855" y="781612"/>
                  </a:lnTo>
                  <a:lnTo>
                    <a:pt x="3710524" y="787934"/>
                  </a:lnTo>
                  <a:lnTo>
                    <a:pt x="3719193" y="794290"/>
                  </a:lnTo>
                  <a:lnTo>
                    <a:pt x="3727863" y="800715"/>
                  </a:lnTo>
                  <a:lnTo>
                    <a:pt x="3736532" y="807182"/>
                  </a:lnTo>
                  <a:lnTo>
                    <a:pt x="3745202" y="813676"/>
                  </a:lnTo>
                  <a:lnTo>
                    <a:pt x="3753871" y="820214"/>
                  </a:lnTo>
                  <a:lnTo>
                    <a:pt x="3762541" y="826762"/>
                  </a:lnTo>
                  <a:lnTo>
                    <a:pt x="3771210" y="833328"/>
                  </a:lnTo>
                  <a:lnTo>
                    <a:pt x="3779880" y="839896"/>
                  </a:lnTo>
                  <a:lnTo>
                    <a:pt x="3788549" y="846466"/>
                  </a:lnTo>
                  <a:lnTo>
                    <a:pt x="3797218" y="853021"/>
                  </a:lnTo>
                  <a:lnTo>
                    <a:pt x="3805888" y="859565"/>
                  </a:lnTo>
                  <a:lnTo>
                    <a:pt x="3814557" y="866085"/>
                  </a:lnTo>
                  <a:lnTo>
                    <a:pt x="3823227" y="872574"/>
                  </a:lnTo>
                  <a:lnTo>
                    <a:pt x="3831896" y="879044"/>
                  </a:lnTo>
                  <a:lnTo>
                    <a:pt x="3840566" y="885451"/>
                  </a:lnTo>
                  <a:lnTo>
                    <a:pt x="3849235" y="891832"/>
                  </a:lnTo>
                  <a:lnTo>
                    <a:pt x="3857905" y="898161"/>
                  </a:lnTo>
                  <a:lnTo>
                    <a:pt x="3866574" y="904432"/>
                  </a:lnTo>
                  <a:lnTo>
                    <a:pt x="3875243" y="910673"/>
                  </a:lnTo>
                  <a:lnTo>
                    <a:pt x="3883913" y="916822"/>
                  </a:lnTo>
                  <a:lnTo>
                    <a:pt x="3892582" y="922934"/>
                  </a:lnTo>
                  <a:lnTo>
                    <a:pt x="3901252" y="928983"/>
                  </a:lnTo>
                  <a:lnTo>
                    <a:pt x="3909921" y="934960"/>
                  </a:lnTo>
                  <a:lnTo>
                    <a:pt x="3918591" y="940902"/>
                  </a:lnTo>
                  <a:lnTo>
                    <a:pt x="3927260" y="946747"/>
                  </a:lnTo>
                  <a:lnTo>
                    <a:pt x="3935930" y="952553"/>
                  </a:lnTo>
                  <a:lnTo>
                    <a:pt x="3944599" y="958299"/>
                  </a:lnTo>
                  <a:lnTo>
                    <a:pt x="3953269" y="963976"/>
                  </a:lnTo>
                  <a:lnTo>
                    <a:pt x="3961938" y="969621"/>
                  </a:lnTo>
                  <a:lnTo>
                    <a:pt x="3970607" y="975187"/>
                  </a:lnTo>
                  <a:lnTo>
                    <a:pt x="3979277" y="980723"/>
                  </a:lnTo>
                  <a:lnTo>
                    <a:pt x="3987946" y="986214"/>
                  </a:lnTo>
                  <a:lnTo>
                    <a:pt x="3996616" y="991660"/>
                  </a:lnTo>
                  <a:lnTo>
                    <a:pt x="4005285" y="997086"/>
                  </a:lnTo>
                  <a:lnTo>
                    <a:pt x="4013955" y="1002472"/>
                  </a:lnTo>
                  <a:lnTo>
                    <a:pt x="4022624" y="1007846"/>
                  </a:lnTo>
                  <a:lnTo>
                    <a:pt x="4031294" y="1013206"/>
                  </a:lnTo>
                  <a:lnTo>
                    <a:pt x="4039963" y="1018561"/>
                  </a:lnTo>
                  <a:lnTo>
                    <a:pt x="4048632" y="1023917"/>
                  </a:lnTo>
                  <a:lnTo>
                    <a:pt x="4057302" y="1029289"/>
                  </a:lnTo>
                  <a:lnTo>
                    <a:pt x="4065971" y="1034680"/>
                  </a:lnTo>
                  <a:lnTo>
                    <a:pt x="4074641" y="1040094"/>
                  </a:lnTo>
                  <a:lnTo>
                    <a:pt x="4083310" y="1045564"/>
                  </a:lnTo>
                  <a:lnTo>
                    <a:pt x="4091980" y="1051062"/>
                  </a:lnTo>
                  <a:lnTo>
                    <a:pt x="4100649" y="1056642"/>
                  </a:lnTo>
                  <a:lnTo>
                    <a:pt x="4109319" y="1062286"/>
                  </a:lnTo>
                  <a:lnTo>
                    <a:pt x="4117988" y="1067993"/>
                  </a:lnTo>
                  <a:lnTo>
                    <a:pt x="4126658" y="1073833"/>
                  </a:lnTo>
                  <a:lnTo>
                    <a:pt x="4135327" y="1079732"/>
                  </a:lnTo>
                  <a:lnTo>
                    <a:pt x="4143996" y="1085786"/>
                  </a:lnTo>
                  <a:lnTo>
                    <a:pt x="4152666" y="1091955"/>
                  </a:lnTo>
                  <a:lnTo>
                    <a:pt x="4161335" y="1098230"/>
                  </a:lnTo>
                  <a:lnTo>
                    <a:pt x="4170005" y="1104724"/>
                  </a:lnTo>
                  <a:lnTo>
                    <a:pt x="4178674" y="1111310"/>
                  </a:lnTo>
                  <a:lnTo>
                    <a:pt x="4187344" y="1118123"/>
                  </a:lnTo>
                  <a:lnTo>
                    <a:pt x="4196013" y="1125110"/>
                  </a:lnTo>
                  <a:lnTo>
                    <a:pt x="4204683" y="1132240"/>
                  </a:lnTo>
                  <a:lnTo>
                    <a:pt x="4213352" y="1139679"/>
                  </a:lnTo>
                  <a:lnTo>
                    <a:pt x="4222021" y="1147245"/>
                  </a:lnTo>
                  <a:lnTo>
                    <a:pt x="4230691" y="1155100"/>
                  </a:lnTo>
                  <a:lnTo>
                    <a:pt x="4239360" y="1163190"/>
                  </a:lnTo>
                  <a:lnTo>
                    <a:pt x="4248030" y="1171452"/>
                  </a:lnTo>
                  <a:lnTo>
                    <a:pt x="4256699" y="1180113"/>
                  </a:lnTo>
                  <a:lnTo>
                    <a:pt x="4265369" y="1188929"/>
                  </a:lnTo>
                  <a:lnTo>
                    <a:pt x="4274038" y="1198085"/>
                  </a:lnTo>
                  <a:lnTo>
                    <a:pt x="4282708" y="1207532"/>
                  </a:lnTo>
                  <a:lnTo>
                    <a:pt x="4291377" y="1217172"/>
                  </a:lnTo>
                  <a:lnTo>
                    <a:pt x="4300047" y="1227288"/>
                  </a:lnTo>
                  <a:lnTo>
                    <a:pt x="4308716" y="1237582"/>
                  </a:lnTo>
                  <a:lnTo>
                    <a:pt x="4317385" y="1248249"/>
                  </a:lnTo>
                  <a:lnTo>
                    <a:pt x="4326055" y="1259256"/>
                  </a:lnTo>
                  <a:lnTo>
                    <a:pt x="4334724" y="1270463"/>
                  </a:lnTo>
                  <a:lnTo>
                    <a:pt x="4343394" y="1282206"/>
                  </a:lnTo>
                  <a:lnTo>
                    <a:pt x="4352063" y="1294142"/>
                  </a:lnTo>
                  <a:lnTo>
                    <a:pt x="4360733" y="1306464"/>
                  </a:lnTo>
                  <a:lnTo>
                    <a:pt x="4369402" y="1319159"/>
                  </a:lnTo>
                  <a:lnTo>
                    <a:pt x="4378072" y="1332051"/>
                  </a:lnTo>
                  <a:lnTo>
                    <a:pt x="4386741" y="1345515"/>
                  </a:lnTo>
                  <a:lnTo>
                    <a:pt x="4395410" y="1359175"/>
                  </a:lnTo>
                  <a:lnTo>
                    <a:pt x="4404080" y="1373214"/>
                  </a:lnTo>
                  <a:lnTo>
                    <a:pt x="4412749" y="1387641"/>
                  </a:lnTo>
                  <a:lnTo>
                    <a:pt x="4421419" y="1402265"/>
                  </a:lnTo>
                  <a:lnTo>
                    <a:pt x="4430088" y="141743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74965"/>
                  </a:moveTo>
                  <a:lnTo>
                    <a:pt x="8669" y="3172027"/>
                  </a:lnTo>
                  <a:lnTo>
                    <a:pt x="17338" y="3169011"/>
                  </a:lnTo>
                  <a:lnTo>
                    <a:pt x="26008" y="3165899"/>
                  </a:lnTo>
                  <a:lnTo>
                    <a:pt x="34677" y="3162732"/>
                  </a:lnTo>
                  <a:lnTo>
                    <a:pt x="43347" y="3159454"/>
                  </a:lnTo>
                  <a:lnTo>
                    <a:pt x="52016" y="3156089"/>
                  </a:lnTo>
                  <a:lnTo>
                    <a:pt x="60686" y="3152663"/>
                  </a:lnTo>
                  <a:lnTo>
                    <a:pt x="69355" y="3149086"/>
                  </a:lnTo>
                  <a:lnTo>
                    <a:pt x="78025" y="3145437"/>
                  </a:lnTo>
                  <a:lnTo>
                    <a:pt x="86694" y="3141697"/>
                  </a:lnTo>
                  <a:lnTo>
                    <a:pt x="95363" y="3137808"/>
                  </a:lnTo>
                  <a:lnTo>
                    <a:pt x="104033" y="3133844"/>
                  </a:lnTo>
                  <a:lnTo>
                    <a:pt x="112702" y="3129752"/>
                  </a:lnTo>
                  <a:lnTo>
                    <a:pt x="121372" y="3125525"/>
                  </a:lnTo>
                  <a:lnTo>
                    <a:pt x="130041" y="3121218"/>
                  </a:lnTo>
                  <a:lnTo>
                    <a:pt x="138711" y="3116740"/>
                  </a:lnTo>
                  <a:lnTo>
                    <a:pt x="147380" y="3112150"/>
                  </a:lnTo>
                  <a:lnTo>
                    <a:pt x="156050" y="3107469"/>
                  </a:lnTo>
                  <a:lnTo>
                    <a:pt x="164719" y="3102584"/>
                  </a:lnTo>
                  <a:lnTo>
                    <a:pt x="173388" y="3097608"/>
                  </a:lnTo>
                  <a:lnTo>
                    <a:pt x="182058" y="3092502"/>
                  </a:lnTo>
                  <a:lnTo>
                    <a:pt x="190727" y="3087216"/>
                  </a:lnTo>
                  <a:lnTo>
                    <a:pt x="199397" y="3081838"/>
                  </a:lnTo>
                  <a:lnTo>
                    <a:pt x="208066" y="3076290"/>
                  </a:lnTo>
                  <a:lnTo>
                    <a:pt x="216736" y="3070593"/>
                  </a:lnTo>
                  <a:lnTo>
                    <a:pt x="225405" y="3064801"/>
                  </a:lnTo>
                  <a:lnTo>
                    <a:pt x="234075" y="3058803"/>
                  </a:lnTo>
                  <a:lnTo>
                    <a:pt x="242744" y="3052691"/>
                  </a:lnTo>
                  <a:lnTo>
                    <a:pt x="251414" y="3046468"/>
                  </a:lnTo>
                  <a:lnTo>
                    <a:pt x="260083" y="3040037"/>
                  </a:lnTo>
                  <a:lnTo>
                    <a:pt x="268752" y="3033513"/>
                  </a:lnTo>
                  <a:lnTo>
                    <a:pt x="277422" y="3026847"/>
                  </a:lnTo>
                  <a:lnTo>
                    <a:pt x="286091" y="3020015"/>
                  </a:lnTo>
                  <a:lnTo>
                    <a:pt x="294761" y="3013093"/>
                  </a:lnTo>
                  <a:lnTo>
                    <a:pt x="303430" y="3006004"/>
                  </a:lnTo>
                  <a:lnTo>
                    <a:pt x="312100" y="2998790"/>
                  </a:lnTo>
                  <a:lnTo>
                    <a:pt x="320769" y="2991493"/>
                  </a:lnTo>
                  <a:lnTo>
                    <a:pt x="329439" y="2984012"/>
                  </a:lnTo>
                  <a:lnTo>
                    <a:pt x="338108" y="2976448"/>
                  </a:lnTo>
                  <a:lnTo>
                    <a:pt x="346777" y="2968788"/>
                  </a:lnTo>
                  <a:lnTo>
                    <a:pt x="355447" y="2960980"/>
                  </a:lnTo>
                  <a:lnTo>
                    <a:pt x="364116" y="2953105"/>
                  </a:lnTo>
                  <a:lnTo>
                    <a:pt x="372786" y="2945125"/>
                  </a:lnTo>
                  <a:lnTo>
                    <a:pt x="381455" y="2937044"/>
                  </a:lnTo>
                  <a:lnTo>
                    <a:pt x="390125" y="2928907"/>
                  </a:lnTo>
                  <a:lnTo>
                    <a:pt x="398794" y="2920668"/>
                  </a:lnTo>
                  <a:lnTo>
                    <a:pt x="407464" y="2912370"/>
                  </a:lnTo>
                  <a:lnTo>
                    <a:pt x="416133" y="2904028"/>
                  </a:lnTo>
                  <a:lnTo>
                    <a:pt x="424803" y="2895602"/>
                  </a:lnTo>
                  <a:lnTo>
                    <a:pt x="433472" y="2887149"/>
                  </a:lnTo>
                  <a:lnTo>
                    <a:pt x="442141" y="2878659"/>
                  </a:lnTo>
                  <a:lnTo>
                    <a:pt x="450811" y="2870132"/>
                  </a:lnTo>
                  <a:lnTo>
                    <a:pt x="459480" y="2861592"/>
                  </a:lnTo>
                  <a:lnTo>
                    <a:pt x="468150" y="2853037"/>
                  </a:lnTo>
                  <a:lnTo>
                    <a:pt x="476819" y="2844481"/>
                  </a:lnTo>
                  <a:lnTo>
                    <a:pt x="485489" y="2835928"/>
                  </a:lnTo>
                  <a:lnTo>
                    <a:pt x="494158" y="2827394"/>
                  </a:lnTo>
                  <a:lnTo>
                    <a:pt x="502828" y="2818883"/>
                  </a:lnTo>
                  <a:lnTo>
                    <a:pt x="511497" y="2810394"/>
                  </a:lnTo>
                  <a:lnTo>
                    <a:pt x="520166" y="2801967"/>
                  </a:lnTo>
                  <a:lnTo>
                    <a:pt x="528836" y="2793577"/>
                  </a:lnTo>
                  <a:lnTo>
                    <a:pt x="537505" y="2785242"/>
                  </a:lnTo>
                  <a:lnTo>
                    <a:pt x="546175" y="2776994"/>
                  </a:lnTo>
                  <a:lnTo>
                    <a:pt x="554844" y="2768796"/>
                  </a:lnTo>
                  <a:lnTo>
                    <a:pt x="563514" y="2760701"/>
                  </a:lnTo>
                  <a:lnTo>
                    <a:pt x="572183" y="2752702"/>
                  </a:lnTo>
                  <a:lnTo>
                    <a:pt x="580853" y="2744767"/>
                  </a:lnTo>
                  <a:lnTo>
                    <a:pt x="589522" y="2736990"/>
                  </a:lnTo>
                  <a:lnTo>
                    <a:pt x="598192" y="2729303"/>
                  </a:lnTo>
                  <a:lnTo>
                    <a:pt x="606861" y="2721713"/>
                  </a:lnTo>
                  <a:lnTo>
                    <a:pt x="615530" y="2714305"/>
                  </a:lnTo>
                  <a:lnTo>
                    <a:pt x="624200" y="2706987"/>
                  </a:lnTo>
                  <a:lnTo>
                    <a:pt x="632869" y="2699815"/>
                  </a:lnTo>
                  <a:lnTo>
                    <a:pt x="641539" y="2692814"/>
                  </a:lnTo>
                  <a:lnTo>
                    <a:pt x="650208" y="2685911"/>
                  </a:lnTo>
                  <a:lnTo>
                    <a:pt x="658878" y="2679206"/>
                  </a:lnTo>
                  <a:lnTo>
                    <a:pt x="667547" y="2672648"/>
                  </a:lnTo>
                  <a:lnTo>
                    <a:pt x="676217" y="2666194"/>
                  </a:lnTo>
                  <a:lnTo>
                    <a:pt x="684886" y="2659990"/>
                  </a:lnTo>
                  <a:lnTo>
                    <a:pt x="693555" y="2653897"/>
                  </a:lnTo>
                  <a:lnTo>
                    <a:pt x="702225" y="2647950"/>
                  </a:lnTo>
                  <a:lnTo>
                    <a:pt x="710894" y="2642223"/>
                  </a:lnTo>
                  <a:lnTo>
                    <a:pt x="719564" y="2636605"/>
                  </a:lnTo>
                  <a:lnTo>
                    <a:pt x="728233" y="2631172"/>
                  </a:lnTo>
                  <a:lnTo>
                    <a:pt x="736903" y="2625916"/>
                  </a:lnTo>
                  <a:lnTo>
                    <a:pt x="745572" y="2620765"/>
                  </a:lnTo>
                  <a:lnTo>
                    <a:pt x="754242" y="2615829"/>
                  </a:lnTo>
                  <a:lnTo>
                    <a:pt x="762911" y="2611022"/>
                  </a:lnTo>
                  <a:lnTo>
                    <a:pt x="771581" y="2606322"/>
                  </a:lnTo>
                  <a:lnTo>
                    <a:pt x="780250" y="2601838"/>
                  </a:lnTo>
                  <a:lnTo>
                    <a:pt x="788919" y="2597443"/>
                  </a:lnTo>
                  <a:lnTo>
                    <a:pt x="797589" y="2593174"/>
                  </a:lnTo>
                  <a:lnTo>
                    <a:pt x="806258" y="2589061"/>
                  </a:lnTo>
                  <a:lnTo>
                    <a:pt x="814928" y="2585024"/>
                  </a:lnTo>
                  <a:lnTo>
                    <a:pt x="823597" y="2581117"/>
                  </a:lnTo>
                  <a:lnTo>
                    <a:pt x="832267" y="2577307"/>
                  </a:lnTo>
                  <a:lnTo>
                    <a:pt x="840936" y="2573558"/>
                  </a:lnTo>
                  <a:lnTo>
                    <a:pt x="849606" y="2569920"/>
                  </a:lnTo>
                  <a:lnTo>
                    <a:pt x="858275" y="2566331"/>
                  </a:lnTo>
                  <a:lnTo>
                    <a:pt x="866944" y="2562788"/>
                  </a:lnTo>
                  <a:lnTo>
                    <a:pt x="875614" y="2559305"/>
                  </a:lnTo>
                  <a:lnTo>
                    <a:pt x="884283" y="2555838"/>
                  </a:lnTo>
                  <a:lnTo>
                    <a:pt x="892953" y="2552393"/>
                  </a:lnTo>
                  <a:lnTo>
                    <a:pt x="901622" y="2548946"/>
                  </a:lnTo>
                  <a:lnTo>
                    <a:pt x="910292" y="2545492"/>
                  </a:lnTo>
                  <a:lnTo>
                    <a:pt x="918961" y="2542007"/>
                  </a:lnTo>
                  <a:lnTo>
                    <a:pt x="927631" y="2538476"/>
                  </a:lnTo>
                  <a:lnTo>
                    <a:pt x="936300" y="2534913"/>
                  </a:lnTo>
                  <a:lnTo>
                    <a:pt x="944970" y="2531240"/>
                  </a:lnTo>
                  <a:lnTo>
                    <a:pt x="953639" y="2527497"/>
                  </a:lnTo>
                  <a:lnTo>
                    <a:pt x="962308" y="2523670"/>
                  </a:lnTo>
                  <a:lnTo>
                    <a:pt x="970978" y="2519673"/>
                  </a:lnTo>
                  <a:lnTo>
                    <a:pt x="979647" y="2515580"/>
                  </a:lnTo>
                  <a:lnTo>
                    <a:pt x="988317" y="2511323"/>
                  </a:lnTo>
                  <a:lnTo>
                    <a:pt x="996986" y="2506864"/>
                  </a:lnTo>
                  <a:lnTo>
                    <a:pt x="1005656" y="2502282"/>
                  </a:lnTo>
                  <a:lnTo>
                    <a:pt x="1014325" y="2497425"/>
                  </a:lnTo>
                  <a:lnTo>
                    <a:pt x="1022995" y="2492363"/>
                  </a:lnTo>
                  <a:lnTo>
                    <a:pt x="1031664" y="2487143"/>
                  </a:lnTo>
                  <a:lnTo>
                    <a:pt x="1040333" y="2481522"/>
                  </a:lnTo>
                  <a:lnTo>
                    <a:pt x="1049003" y="2475713"/>
                  </a:lnTo>
                  <a:lnTo>
                    <a:pt x="1057672" y="2469641"/>
                  </a:lnTo>
                  <a:lnTo>
                    <a:pt x="1066342" y="2463162"/>
                  </a:lnTo>
                  <a:lnTo>
                    <a:pt x="1075011" y="2456468"/>
                  </a:lnTo>
                  <a:lnTo>
                    <a:pt x="1083681" y="2449380"/>
                  </a:lnTo>
                  <a:lnTo>
                    <a:pt x="1092350" y="2441909"/>
                  </a:lnTo>
                  <a:lnTo>
                    <a:pt x="1101020" y="2434195"/>
                  </a:lnTo>
                  <a:lnTo>
                    <a:pt x="1109689" y="2425938"/>
                  </a:lnTo>
                  <a:lnTo>
                    <a:pt x="1118359" y="2417349"/>
                  </a:lnTo>
                  <a:lnTo>
                    <a:pt x="1127028" y="2408454"/>
                  </a:lnTo>
                  <a:lnTo>
                    <a:pt x="1135697" y="2398925"/>
                  </a:lnTo>
                  <a:lnTo>
                    <a:pt x="1144367" y="2389102"/>
                  </a:lnTo>
                  <a:lnTo>
                    <a:pt x="1153036" y="2378833"/>
                  </a:lnTo>
                  <a:lnTo>
                    <a:pt x="1161706" y="2367989"/>
                  </a:lnTo>
                  <a:lnTo>
                    <a:pt x="1170375" y="2356831"/>
                  </a:lnTo>
                  <a:lnTo>
                    <a:pt x="1179045" y="2345076"/>
                  </a:lnTo>
                  <a:lnTo>
                    <a:pt x="1187714" y="2332829"/>
                  </a:lnTo>
                  <a:lnTo>
                    <a:pt x="1196384" y="2320252"/>
                  </a:lnTo>
                  <a:lnTo>
                    <a:pt x="1205053" y="2306920"/>
                  </a:lnTo>
                  <a:lnTo>
                    <a:pt x="1213722" y="2293201"/>
                  </a:lnTo>
                  <a:lnTo>
                    <a:pt x="1222392" y="2279054"/>
                  </a:lnTo>
                  <a:lnTo>
                    <a:pt x="1231061" y="2264165"/>
                  </a:lnTo>
                  <a:lnTo>
                    <a:pt x="1239731" y="2248923"/>
                  </a:lnTo>
                  <a:lnTo>
                    <a:pt x="1248400" y="2233112"/>
                  </a:lnTo>
                  <a:lnTo>
                    <a:pt x="1257070" y="2216677"/>
                  </a:lnTo>
                  <a:lnTo>
                    <a:pt x="1265739" y="2199886"/>
                  </a:lnTo>
                  <a:lnTo>
                    <a:pt x="1274409" y="2182389"/>
                  </a:lnTo>
                  <a:lnTo>
                    <a:pt x="1283078" y="2164399"/>
                  </a:lnTo>
                  <a:lnTo>
                    <a:pt x="1291747" y="2146054"/>
                  </a:lnTo>
                  <a:lnTo>
                    <a:pt x="1300417" y="2126880"/>
                  </a:lnTo>
                  <a:lnTo>
                    <a:pt x="1309086" y="2107350"/>
                  </a:lnTo>
                  <a:lnTo>
                    <a:pt x="1317756" y="2087351"/>
                  </a:lnTo>
                  <a:lnTo>
                    <a:pt x="1326425" y="2066658"/>
                  </a:lnTo>
                  <a:lnTo>
                    <a:pt x="1335095" y="2045628"/>
                  </a:lnTo>
                  <a:lnTo>
                    <a:pt x="1343764" y="2024022"/>
                  </a:lnTo>
                  <a:lnTo>
                    <a:pt x="1352434" y="2001878"/>
                  </a:lnTo>
                  <a:lnTo>
                    <a:pt x="1361103" y="1979410"/>
                  </a:lnTo>
                  <a:lnTo>
                    <a:pt x="1369773" y="1956284"/>
                  </a:lnTo>
                  <a:lnTo>
                    <a:pt x="1378442" y="1932769"/>
                  </a:lnTo>
                  <a:lnTo>
                    <a:pt x="1387111" y="1908925"/>
                  </a:lnTo>
                  <a:lnTo>
                    <a:pt x="1395781" y="1884420"/>
                  </a:lnTo>
                  <a:lnTo>
                    <a:pt x="1404450" y="1859640"/>
                  </a:lnTo>
                  <a:lnTo>
                    <a:pt x="1413120" y="1834461"/>
                  </a:lnTo>
                  <a:lnTo>
                    <a:pt x="1421789" y="1808788"/>
                  </a:lnTo>
                  <a:lnTo>
                    <a:pt x="1430459" y="1782867"/>
                  </a:lnTo>
                  <a:lnTo>
                    <a:pt x="1439128" y="1756508"/>
                  </a:lnTo>
                  <a:lnTo>
                    <a:pt x="1447798" y="1729808"/>
                  </a:lnTo>
                  <a:lnTo>
                    <a:pt x="1456467" y="1702890"/>
                  </a:lnTo>
                  <a:lnTo>
                    <a:pt x="1465136" y="1675531"/>
                  </a:lnTo>
                  <a:lnTo>
                    <a:pt x="1473806" y="1647960"/>
                  </a:lnTo>
                  <a:lnTo>
                    <a:pt x="1482475" y="1620174"/>
                  </a:lnTo>
                  <a:lnTo>
                    <a:pt x="1491145" y="1592044"/>
                  </a:lnTo>
                  <a:lnTo>
                    <a:pt x="1499814" y="1563773"/>
                  </a:lnTo>
                  <a:lnTo>
                    <a:pt x="1508484" y="1535290"/>
                  </a:lnTo>
                  <a:lnTo>
                    <a:pt x="1517153" y="1506603"/>
                  </a:lnTo>
                  <a:lnTo>
                    <a:pt x="1525823" y="1477812"/>
                  </a:lnTo>
                  <a:lnTo>
                    <a:pt x="1534492" y="1448849"/>
                  </a:lnTo>
                  <a:lnTo>
                    <a:pt x="1543162" y="1419792"/>
                  </a:lnTo>
                  <a:lnTo>
                    <a:pt x="1551831" y="1390670"/>
                  </a:lnTo>
                  <a:lnTo>
                    <a:pt x="1560500" y="1361451"/>
                  </a:lnTo>
                  <a:lnTo>
                    <a:pt x="1569170" y="1332214"/>
                  </a:lnTo>
                  <a:lnTo>
                    <a:pt x="1577839" y="1302952"/>
                  </a:lnTo>
                  <a:lnTo>
                    <a:pt x="1586509" y="1273703"/>
                  </a:lnTo>
                  <a:lnTo>
                    <a:pt x="1595178" y="1244475"/>
                  </a:lnTo>
                  <a:lnTo>
                    <a:pt x="1603848" y="1215297"/>
                  </a:lnTo>
                  <a:lnTo>
                    <a:pt x="1612517" y="1186206"/>
                  </a:lnTo>
                  <a:lnTo>
                    <a:pt x="1621187" y="1157176"/>
                  </a:lnTo>
                  <a:lnTo>
                    <a:pt x="1629856" y="1128297"/>
                  </a:lnTo>
                  <a:lnTo>
                    <a:pt x="1638525" y="1099548"/>
                  </a:lnTo>
                  <a:lnTo>
                    <a:pt x="1647195" y="1070898"/>
                  </a:lnTo>
                  <a:lnTo>
                    <a:pt x="1655864" y="1042523"/>
                  </a:lnTo>
                  <a:lnTo>
                    <a:pt x="1664534" y="1014284"/>
                  </a:lnTo>
                  <a:lnTo>
                    <a:pt x="1673203" y="986240"/>
                  </a:lnTo>
                  <a:lnTo>
                    <a:pt x="1681873" y="958504"/>
                  </a:lnTo>
                  <a:lnTo>
                    <a:pt x="1690542" y="930936"/>
                  </a:lnTo>
                  <a:lnTo>
                    <a:pt x="1699212" y="903680"/>
                  </a:lnTo>
                  <a:lnTo>
                    <a:pt x="1707881" y="876730"/>
                  </a:lnTo>
                  <a:lnTo>
                    <a:pt x="1716551" y="849975"/>
                  </a:lnTo>
                  <a:lnTo>
                    <a:pt x="1725220" y="823668"/>
                  </a:lnTo>
                  <a:lnTo>
                    <a:pt x="1733889" y="797632"/>
                  </a:lnTo>
                  <a:lnTo>
                    <a:pt x="1742559" y="771853"/>
                  </a:lnTo>
                  <a:lnTo>
                    <a:pt x="1751228" y="746598"/>
                  </a:lnTo>
                  <a:lnTo>
                    <a:pt x="1759898" y="721589"/>
                  </a:lnTo>
                  <a:lnTo>
                    <a:pt x="1768567" y="696957"/>
                  </a:lnTo>
                  <a:lnTo>
                    <a:pt x="1777237" y="672804"/>
                  </a:lnTo>
                  <a:lnTo>
                    <a:pt x="1785906" y="648914"/>
                  </a:lnTo>
                  <a:lnTo>
                    <a:pt x="1794576" y="625530"/>
                  </a:lnTo>
                  <a:lnTo>
                    <a:pt x="1803245" y="602556"/>
                  </a:lnTo>
                  <a:lnTo>
                    <a:pt x="1811914" y="579859"/>
                  </a:lnTo>
                  <a:lnTo>
                    <a:pt x="1820584" y="557800"/>
                  </a:lnTo>
                  <a:lnTo>
                    <a:pt x="1829253" y="536063"/>
                  </a:lnTo>
                  <a:lnTo>
                    <a:pt x="1837923" y="514689"/>
                  </a:lnTo>
                  <a:lnTo>
                    <a:pt x="1846592" y="493934"/>
                  </a:lnTo>
                  <a:lnTo>
                    <a:pt x="1855262" y="473475"/>
                  </a:lnTo>
                  <a:lnTo>
                    <a:pt x="1863931" y="453497"/>
                  </a:lnTo>
                  <a:lnTo>
                    <a:pt x="1872601" y="434041"/>
                  </a:lnTo>
                  <a:lnTo>
                    <a:pt x="1881270" y="414885"/>
                  </a:lnTo>
                  <a:lnTo>
                    <a:pt x="1889940" y="396326"/>
                  </a:lnTo>
                  <a:lnTo>
                    <a:pt x="1898609" y="378182"/>
                  </a:lnTo>
                  <a:lnTo>
                    <a:pt x="1907278" y="360339"/>
                  </a:lnTo>
                  <a:lnTo>
                    <a:pt x="1915948" y="343205"/>
                  </a:lnTo>
                  <a:lnTo>
                    <a:pt x="1924617" y="326373"/>
                  </a:lnTo>
                  <a:lnTo>
                    <a:pt x="1933287" y="309950"/>
                  </a:lnTo>
                  <a:lnTo>
                    <a:pt x="1941956" y="294125"/>
                  </a:lnTo>
                  <a:lnTo>
                    <a:pt x="1950626" y="278597"/>
                  </a:lnTo>
                  <a:lnTo>
                    <a:pt x="1959295" y="263582"/>
                  </a:lnTo>
                  <a:lnTo>
                    <a:pt x="1967965" y="249049"/>
                  </a:lnTo>
                  <a:lnTo>
                    <a:pt x="1976634" y="234808"/>
                  </a:lnTo>
                  <a:lnTo>
                    <a:pt x="1985303" y="221181"/>
                  </a:lnTo>
                  <a:lnTo>
                    <a:pt x="1993973" y="207919"/>
                  </a:lnTo>
                  <a:lnTo>
                    <a:pt x="2002642" y="194976"/>
                  </a:lnTo>
                  <a:lnTo>
                    <a:pt x="2011312" y="182681"/>
                  </a:lnTo>
                  <a:lnTo>
                    <a:pt x="2019981" y="170670"/>
                  </a:lnTo>
                  <a:lnTo>
                    <a:pt x="2028651" y="159074"/>
                  </a:lnTo>
                  <a:lnTo>
                    <a:pt x="2037320" y="148012"/>
                  </a:lnTo>
                  <a:lnTo>
                    <a:pt x="2045990" y="137228"/>
                  </a:lnTo>
                  <a:lnTo>
                    <a:pt x="2054659" y="126955"/>
                  </a:lnTo>
                  <a:lnTo>
                    <a:pt x="2063329" y="117103"/>
                  </a:lnTo>
                  <a:lnTo>
                    <a:pt x="2071998" y="107526"/>
                  </a:lnTo>
                  <a:lnTo>
                    <a:pt x="2080667" y="98552"/>
                  </a:lnTo>
                  <a:lnTo>
                    <a:pt x="2089337" y="89892"/>
                  </a:lnTo>
                  <a:lnTo>
                    <a:pt x="2098006" y="81560"/>
                  </a:lnTo>
                  <a:lnTo>
                    <a:pt x="2106676" y="73809"/>
                  </a:lnTo>
                  <a:lnTo>
                    <a:pt x="2115345" y="66325"/>
                  </a:lnTo>
                  <a:lnTo>
                    <a:pt x="2124015" y="59264"/>
                  </a:lnTo>
                  <a:lnTo>
                    <a:pt x="2132684" y="52680"/>
                  </a:lnTo>
                  <a:lnTo>
                    <a:pt x="2141354" y="46361"/>
                  </a:lnTo>
                  <a:lnTo>
                    <a:pt x="2150023" y="40559"/>
                  </a:lnTo>
                  <a:lnTo>
                    <a:pt x="2158692" y="35132"/>
                  </a:lnTo>
                  <a:lnTo>
                    <a:pt x="2167362" y="29969"/>
                  </a:lnTo>
                  <a:lnTo>
                    <a:pt x="2176031" y="25415"/>
                  </a:lnTo>
                  <a:lnTo>
                    <a:pt x="2184701" y="21138"/>
                  </a:lnTo>
                  <a:lnTo>
                    <a:pt x="2193370" y="17206"/>
                  </a:lnTo>
                  <a:lnTo>
                    <a:pt x="2202040" y="13812"/>
                  </a:lnTo>
                  <a:lnTo>
                    <a:pt x="2210709" y="10679"/>
                  </a:lnTo>
                  <a:lnTo>
                    <a:pt x="2219379" y="7985"/>
                  </a:lnTo>
                  <a:lnTo>
                    <a:pt x="2228048" y="5728"/>
                  </a:lnTo>
                  <a:lnTo>
                    <a:pt x="2236718" y="3732"/>
                  </a:lnTo>
                  <a:lnTo>
                    <a:pt x="2245387" y="2266"/>
                  </a:lnTo>
                  <a:lnTo>
                    <a:pt x="2254056" y="1138"/>
                  </a:lnTo>
                  <a:lnTo>
                    <a:pt x="2262726" y="281"/>
                  </a:lnTo>
                  <a:lnTo>
                    <a:pt x="2271395" y="14"/>
                  </a:lnTo>
                  <a:lnTo>
                    <a:pt x="2280065" y="0"/>
                  </a:lnTo>
                  <a:lnTo>
                    <a:pt x="2288734" y="344"/>
                  </a:lnTo>
                  <a:lnTo>
                    <a:pt x="2297404" y="1174"/>
                  </a:lnTo>
                  <a:lnTo>
                    <a:pt x="2306073" y="2251"/>
                  </a:lnTo>
                  <a:lnTo>
                    <a:pt x="2314743" y="3768"/>
                  </a:lnTo>
                  <a:lnTo>
                    <a:pt x="2323412" y="5664"/>
                  </a:lnTo>
                  <a:lnTo>
                    <a:pt x="2332081" y="7800"/>
                  </a:lnTo>
                  <a:lnTo>
                    <a:pt x="2340751" y="10445"/>
                  </a:lnTo>
                  <a:lnTo>
                    <a:pt x="2349420" y="13366"/>
                  </a:lnTo>
                  <a:lnTo>
                    <a:pt x="2358090" y="16553"/>
                  </a:lnTo>
                  <a:lnTo>
                    <a:pt x="2366759" y="20229"/>
                  </a:lnTo>
                  <a:lnTo>
                    <a:pt x="2375429" y="24120"/>
                  </a:lnTo>
                  <a:lnTo>
                    <a:pt x="2384098" y="28336"/>
                  </a:lnTo>
                  <a:lnTo>
                    <a:pt x="2392768" y="32928"/>
                  </a:lnTo>
                  <a:lnTo>
                    <a:pt x="2401437" y="37718"/>
                  </a:lnTo>
                  <a:lnTo>
                    <a:pt x="2410107" y="42875"/>
                  </a:lnTo>
                  <a:lnTo>
                    <a:pt x="2418776" y="48299"/>
                  </a:lnTo>
                  <a:lnTo>
                    <a:pt x="2427445" y="53902"/>
                  </a:lnTo>
                  <a:lnTo>
                    <a:pt x="2436115" y="59889"/>
                  </a:lnTo>
                  <a:lnTo>
                    <a:pt x="2444784" y="66047"/>
                  </a:lnTo>
                  <a:lnTo>
                    <a:pt x="2453454" y="72401"/>
                  </a:lnTo>
                  <a:lnTo>
                    <a:pt x="2462123" y="79050"/>
                  </a:lnTo>
                  <a:lnTo>
                    <a:pt x="2470793" y="85827"/>
                  </a:lnTo>
                  <a:lnTo>
                    <a:pt x="2479462" y="92809"/>
                  </a:lnTo>
                  <a:lnTo>
                    <a:pt x="2488132" y="99976"/>
                  </a:lnTo>
                  <a:lnTo>
                    <a:pt x="2496801" y="107245"/>
                  </a:lnTo>
                  <a:lnTo>
                    <a:pt x="2505470" y="114696"/>
                  </a:lnTo>
                  <a:lnTo>
                    <a:pt x="2514140" y="122244"/>
                  </a:lnTo>
                  <a:lnTo>
                    <a:pt x="2522809" y="129864"/>
                  </a:lnTo>
                  <a:lnTo>
                    <a:pt x="2531479" y="137610"/>
                  </a:lnTo>
                  <a:lnTo>
                    <a:pt x="2540148" y="145389"/>
                  </a:lnTo>
                  <a:lnTo>
                    <a:pt x="2548818" y="153215"/>
                  </a:lnTo>
                  <a:lnTo>
                    <a:pt x="2557487" y="161067"/>
                  </a:lnTo>
                  <a:lnTo>
                    <a:pt x="2566157" y="168921"/>
                  </a:lnTo>
                  <a:lnTo>
                    <a:pt x="2574826" y="176763"/>
                  </a:lnTo>
                  <a:lnTo>
                    <a:pt x="2583495" y="184561"/>
                  </a:lnTo>
                  <a:lnTo>
                    <a:pt x="2592165" y="192328"/>
                  </a:lnTo>
                  <a:lnTo>
                    <a:pt x="2600834" y="199995"/>
                  </a:lnTo>
                  <a:lnTo>
                    <a:pt x="2609504" y="207577"/>
                  </a:lnTo>
                  <a:lnTo>
                    <a:pt x="2618173" y="215084"/>
                  </a:lnTo>
                  <a:lnTo>
                    <a:pt x="2626843" y="222395"/>
                  </a:lnTo>
                  <a:lnTo>
                    <a:pt x="2635512" y="229601"/>
                  </a:lnTo>
                  <a:lnTo>
                    <a:pt x="2644182" y="236649"/>
                  </a:lnTo>
                  <a:lnTo>
                    <a:pt x="2652851" y="243460"/>
                  </a:lnTo>
                  <a:lnTo>
                    <a:pt x="2661521" y="250136"/>
                  </a:lnTo>
                  <a:lnTo>
                    <a:pt x="2670190" y="256547"/>
                  </a:lnTo>
                  <a:lnTo>
                    <a:pt x="2678859" y="262713"/>
                  </a:lnTo>
                  <a:lnTo>
                    <a:pt x="2687529" y="268716"/>
                  </a:lnTo>
                  <a:lnTo>
                    <a:pt x="2696198" y="274326"/>
                  </a:lnTo>
                  <a:lnTo>
                    <a:pt x="2704868" y="279715"/>
                  </a:lnTo>
                  <a:lnTo>
                    <a:pt x="2713537" y="284870"/>
                  </a:lnTo>
                  <a:lnTo>
                    <a:pt x="2722207" y="289582"/>
                  </a:lnTo>
                  <a:lnTo>
                    <a:pt x="2730876" y="294078"/>
                  </a:lnTo>
                  <a:lnTo>
                    <a:pt x="2739546" y="298227"/>
                  </a:lnTo>
                  <a:lnTo>
                    <a:pt x="2748215" y="301968"/>
                  </a:lnTo>
                  <a:lnTo>
                    <a:pt x="2756884" y="305476"/>
                  </a:lnTo>
                  <a:lnTo>
                    <a:pt x="2765554" y="308515"/>
                  </a:lnTo>
                  <a:lnTo>
                    <a:pt x="2774223" y="311207"/>
                  </a:lnTo>
                  <a:lnTo>
                    <a:pt x="2782893" y="313652"/>
                  </a:lnTo>
                  <a:lnTo>
                    <a:pt x="2791562" y="315508"/>
                  </a:lnTo>
                  <a:lnTo>
                    <a:pt x="2800232" y="317097"/>
                  </a:lnTo>
                  <a:lnTo>
                    <a:pt x="2808901" y="318344"/>
                  </a:lnTo>
                  <a:lnTo>
                    <a:pt x="2817571" y="319061"/>
                  </a:lnTo>
                  <a:lnTo>
                    <a:pt x="2826240" y="319519"/>
                  </a:lnTo>
                  <a:lnTo>
                    <a:pt x="2834910" y="319534"/>
                  </a:lnTo>
                  <a:lnTo>
                    <a:pt x="2843579" y="319116"/>
                  </a:lnTo>
                  <a:lnTo>
                    <a:pt x="2852248" y="318440"/>
                  </a:lnTo>
                  <a:lnTo>
                    <a:pt x="2860918" y="317235"/>
                  </a:lnTo>
                  <a:lnTo>
                    <a:pt x="2869587" y="315702"/>
                  </a:lnTo>
                  <a:lnTo>
                    <a:pt x="2878257" y="313901"/>
                  </a:lnTo>
                  <a:lnTo>
                    <a:pt x="2886926" y="311537"/>
                  </a:lnTo>
                  <a:lnTo>
                    <a:pt x="2895596" y="308936"/>
                  </a:lnTo>
                  <a:lnTo>
                    <a:pt x="2904265" y="305996"/>
                  </a:lnTo>
                  <a:lnTo>
                    <a:pt x="2912935" y="302619"/>
                  </a:lnTo>
                  <a:lnTo>
                    <a:pt x="2921604" y="299023"/>
                  </a:lnTo>
                  <a:lnTo>
                    <a:pt x="2930273" y="295041"/>
                  </a:lnTo>
                  <a:lnTo>
                    <a:pt x="2938943" y="290745"/>
                  </a:lnTo>
                  <a:lnTo>
                    <a:pt x="2947612" y="286252"/>
                  </a:lnTo>
                  <a:lnTo>
                    <a:pt x="2956282" y="281355"/>
                  </a:lnTo>
                  <a:lnTo>
                    <a:pt x="2964951" y="276258"/>
                  </a:lnTo>
                  <a:lnTo>
                    <a:pt x="2973621" y="270961"/>
                  </a:lnTo>
                  <a:lnTo>
                    <a:pt x="2982290" y="265335"/>
                  </a:lnTo>
                  <a:lnTo>
                    <a:pt x="2990960" y="259573"/>
                  </a:lnTo>
                  <a:lnTo>
                    <a:pt x="2999629" y="253609"/>
                  </a:lnTo>
                  <a:lnTo>
                    <a:pt x="3008299" y="247443"/>
                  </a:lnTo>
                  <a:lnTo>
                    <a:pt x="3016968" y="241175"/>
                  </a:lnTo>
                  <a:lnTo>
                    <a:pt x="3025637" y="234737"/>
                  </a:lnTo>
                  <a:lnTo>
                    <a:pt x="3034307" y="228203"/>
                  </a:lnTo>
                  <a:lnTo>
                    <a:pt x="3042976" y="221604"/>
                  </a:lnTo>
                  <a:lnTo>
                    <a:pt x="3051646" y="214907"/>
                  </a:lnTo>
                  <a:lnTo>
                    <a:pt x="3060315" y="208189"/>
                  </a:lnTo>
                  <a:lnTo>
                    <a:pt x="3068985" y="201448"/>
                  </a:lnTo>
                  <a:lnTo>
                    <a:pt x="3077654" y="194720"/>
                  </a:lnTo>
                  <a:lnTo>
                    <a:pt x="3086324" y="188017"/>
                  </a:lnTo>
                  <a:lnTo>
                    <a:pt x="3094993" y="181366"/>
                  </a:lnTo>
                  <a:lnTo>
                    <a:pt x="3103662" y="174814"/>
                  </a:lnTo>
                  <a:lnTo>
                    <a:pt x="3112332" y="168329"/>
                  </a:lnTo>
                  <a:lnTo>
                    <a:pt x="3121001" y="162014"/>
                  </a:lnTo>
                  <a:lnTo>
                    <a:pt x="3129671" y="155846"/>
                  </a:lnTo>
                  <a:lnTo>
                    <a:pt x="3138340" y="149791"/>
                  </a:lnTo>
                  <a:lnTo>
                    <a:pt x="3147010" y="144057"/>
                  </a:lnTo>
                  <a:lnTo>
                    <a:pt x="3155679" y="138484"/>
                  </a:lnTo>
                  <a:lnTo>
                    <a:pt x="3164349" y="133137"/>
                  </a:lnTo>
                  <a:lnTo>
                    <a:pt x="3173018" y="128162"/>
                  </a:lnTo>
                  <a:lnTo>
                    <a:pt x="3181688" y="123392"/>
                  </a:lnTo>
                  <a:lnTo>
                    <a:pt x="3190357" y="118998"/>
                  </a:lnTo>
                  <a:lnTo>
                    <a:pt x="3199026" y="114988"/>
                  </a:lnTo>
                  <a:lnTo>
                    <a:pt x="3207696" y="111222"/>
                  </a:lnTo>
                  <a:lnTo>
                    <a:pt x="3216365" y="108017"/>
                  </a:lnTo>
                  <a:lnTo>
                    <a:pt x="3225035" y="105167"/>
                  </a:lnTo>
                  <a:lnTo>
                    <a:pt x="3233704" y="102641"/>
                  </a:lnTo>
                  <a:lnTo>
                    <a:pt x="3242374" y="100807"/>
                  </a:lnTo>
                  <a:lnTo>
                    <a:pt x="3251043" y="99302"/>
                  </a:lnTo>
                  <a:lnTo>
                    <a:pt x="3259713" y="98292"/>
                  </a:lnTo>
                  <a:lnTo>
                    <a:pt x="3268382" y="97940"/>
                  </a:lnTo>
                  <a:lnTo>
                    <a:pt x="3277051" y="97949"/>
                  </a:lnTo>
                  <a:lnTo>
                    <a:pt x="3285721" y="98650"/>
                  </a:lnTo>
                  <a:lnTo>
                    <a:pt x="3294390" y="99935"/>
                  </a:lnTo>
                  <a:lnTo>
                    <a:pt x="3303060" y="101610"/>
                  </a:lnTo>
                  <a:lnTo>
                    <a:pt x="3311729" y="104190"/>
                  </a:lnTo>
                  <a:lnTo>
                    <a:pt x="3320399" y="107247"/>
                  </a:lnTo>
                  <a:lnTo>
                    <a:pt x="3329068" y="110822"/>
                  </a:lnTo>
                  <a:lnTo>
                    <a:pt x="3337738" y="115321"/>
                  </a:lnTo>
                  <a:lnTo>
                    <a:pt x="3346407" y="120263"/>
                  </a:lnTo>
                  <a:lnTo>
                    <a:pt x="3355077" y="125917"/>
                  </a:lnTo>
                  <a:lnTo>
                    <a:pt x="3363746" y="132374"/>
                  </a:lnTo>
                  <a:lnTo>
                    <a:pt x="3372415" y="139288"/>
                  </a:lnTo>
                  <a:lnTo>
                    <a:pt x="3381085" y="147115"/>
                  </a:lnTo>
                  <a:lnTo>
                    <a:pt x="3389754" y="155595"/>
                  </a:lnTo>
                  <a:lnTo>
                    <a:pt x="3398424" y="164543"/>
                  </a:lnTo>
                  <a:lnTo>
                    <a:pt x="3407093" y="174599"/>
                  </a:lnTo>
                  <a:lnTo>
                    <a:pt x="3415763" y="185141"/>
                  </a:lnTo>
                  <a:lnTo>
                    <a:pt x="3424432" y="196320"/>
                  </a:lnTo>
                  <a:lnTo>
                    <a:pt x="3433102" y="208461"/>
                  </a:lnTo>
                  <a:lnTo>
                    <a:pt x="3441771" y="221075"/>
                  </a:lnTo>
                  <a:lnTo>
                    <a:pt x="3450440" y="234498"/>
                  </a:lnTo>
                  <a:lnTo>
                    <a:pt x="3459110" y="248697"/>
                  </a:lnTo>
                  <a:lnTo>
                    <a:pt x="3467779" y="263363"/>
                  </a:lnTo>
                  <a:lnTo>
                    <a:pt x="3476449" y="278991"/>
                  </a:lnTo>
                  <a:lnTo>
                    <a:pt x="3485118" y="295205"/>
                  </a:lnTo>
                  <a:lnTo>
                    <a:pt x="3493788" y="311910"/>
                  </a:lnTo>
                  <a:lnTo>
                    <a:pt x="3502457" y="329632"/>
                  </a:lnTo>
                  <a:lnTo>
                    <a:pt x="3511127" y="347788"/>
                  </a:lnTo>
                  <a:lnTo>
                    <a:pt x="3519796" y="366571"/>
                  </a:lnTo>
                  <a:lnTo>
                    <a:pt x="3528466" y="386157"/>
                  </a:lnTo>
                  <a:lnTo>
                    <a:pt x="3537135" y="406153"/>
                  </a:lnTo>
                  <a:lnTo>
                    <a:pt x="3545804" y="426882"/>
                  </a:lnTo>
                  <a:lnTo>
                    <a:pt x="3554474" y="448209"/>
                  </a:lnTo>
                  <a:lnTo>
                    <a:pt x="3563143" y="469919"/>
                  </a:lnTo>
                  <a:lnTo>
                    <a:pt x="3571813" y="492430"/>
                  </a:lnTo>
                  <a:lnTo>
                    <a:pt x="3580482" y="515350"/>
                  </a:lnTo>
                  <a:lnTo>
                    <a:pt x="3589152" y="538681"/>
                  </a:lnTo>
                  <a:lnTo>
                    <a:pt x="3597821" y="562718"/>
                  </a:lnTo>
                  <a:lnTo>
                    <a:pt x="3606491" y="587060"/>
                  </a:lnTo>
                  <a:lnTo>
                    <a:pt x="3615160" y="611870"/>
                  </a:lnTo>
                  <a:lnTo>
                    <a:pt x="3623829" y="637179"/>
                  </a:lnTo>
                  <a:lnTo>
                    <a:pt x="3632499" y="662752"/>
                  </a:lnTo>
                  <a:lnTo>
                    <a:pt x="3641168" y="688807"/>
                  </a:lnTo>
                  <a:lnTo>
                    <a:pt x="3649838" y="715184"/>
                  </a:lnTo>
                  <a:lnTo>
                    <a:pt x="3658507" y="741781"/>
                  </a:lnTo>
                  <a:lnTo>
                    <a:pt x="3667177" y="768827"/>
                  </a:lnTo>
                  <a:lnTo>
                    <a:pt x="3675846" y="796052"/>
                  </a:lnTo>
                  <a:lnTo>
                    <a:pt x="3684516" y="823494"/>
                  </a:lnTo>
                  <a:lnTo>
                    <a:pt x="3693185" y="851222"/>
                  </a:lnTo>
                  <a:lnTo>
                    <a:pt x="3701855" y="879068"/>
                  </a:lnTo>
                  <a:lnTo>
                    <a:pt x="3710524" y="907096"/>
                  </a:lnTo>
                  <a:lnTo>
                    <a:pt x="3719193" y="935258"/>
                  </a:lnTo>
                  <a:lnTo>
                    <a:pt x="3727863" y="963490"/>
                  </a:lnTo>
                  <a:lnTo>
                    <a:pt x="3736532" y="991824"/>
                  </a:lnTo>
                  <a:lnTo>
                    <a:pt x="3745202" y="1020184"/>
                  </a:lnTo>
                  <a:lnTo>
                    <a:pt x="3753871" y="1048566"/>
                  </a:lnTo>
                  <a:lnTo>
                    <a:pt x="3762541" y="1076927"/>
                  </a:lnTo>
                  <a:lnTo>
                    <a:pt x="3771210" y="1105252"/>
                  </a:lnTo>
                  <a:lnTo>
                    <a:pt x="3779880" y="1133524"/>
                  </a:lnTo>
                  <a:lnTo>
                    <a:pt x="3788549" y="1161667"/>
                  </a:lnTo>
                  <a:lnTo>
                    <a:pt x="3797218" y="1189727"/>
                  </a:lnTo>
                  <a:lnTo>
                    <a:pt x="3805888" y="1217622"/>
                  </a:lnTo>
                  <a:lnTo>
                    <a:pt x="3814557" y="1245326"/>
                  </a:lnTo>
                  <a:lnTo>
                    <a:pt x="3823227" y="1272905"/>
                  </a:lnTo>
                  <a:lnTo>
                    <a:pt x="3831896" y="1300172"/>
                  </a:lnTo>
                  <a:lnTo>
                    <a:pt x="3840566" y="1327231"/>
                  </a:lnTo>
                  <a:lnTo>
                    <a:pt x="3849235" y="1354096"/>
                  </a:lnTo>
                  <a:lnTo>
                    <a:pt x="3857905" y="1380532"/>
                  </a:lnTo>
                  <a:lnTo>
                    <a:pt x="3866574" y="1406757"/>
                  </a:lnTo>
                  <a:lnTo>
                    <a:pt x="3875243" y="1432658"/>
                  </a:lnTo>
                  <a:lnTo>
                    <a:pt x="3883913" y="1458125"/>
                  </a:lnTo>
                  <a:lnTo>
                    <a:pt x="3892582" y="1483348"/>
                  </a:lnTo>
                  <a:lnTo>
                    <a:pt x="3901252" y="1508097"/>
                  </a:lnTo>
                  <a:lnTo>
                    <a:pt x="3909921" y="1532447"/>
                  </a:lnTo>
                  <a:lnTo>
                    <a:pt x="3918591" y="1556526"/>
                  </a:lnTo>
                  <a:lnTo>
                    <a:pt x="3927260" y="1579967"/>
                  </a:lnTo>
                  <a:lnTo>
                    <a:pt x="3935930" y="1603078"/>
                  </a:lnTo>
                  <a:lnTo>
                    <a:pt x="3944599" y="1625820"/>
                  </a:lnTo>
                  <a:lnTo>
                    <a:pt x="3953269" y="1647912"/>
                  </a:lnTo>
                  <a:lnTo>
                    <a:pt x="3961938" y="1669692"/>
                  </a:lnTo>
                  <a:lnTo>
                    <a:pt x="3970607" y="1690963"/>
                  </a:lnTo>
                  <a:lnTo>
                    <a:pt x="3979277" y="1711673"/>
                  </a:lnTo>
                  <a:lnTo>
                    <a:pt x="3987946" y="1732061"/>
                  </a:lnTo>
                  <a:lnTo>
                    <a:pt x="3996616" y="1751803"/>
                  </a:lnTo>
                  <a:lnTo>
                    <a:pt x="4005285" y="1771094"/>
                  </a:lnTo>
                  <a:lnTo>
                    <a:pt x="4013955" y="1790059"/>
                  </a:lnTo>
                  <a:lnTo>
                    <a:pt x="4022624" y="1808255"/>
                  </a:lnTo>
                  <a:lnTo>
                    <a:pt x="4031294" y="1826123"/>
                  </a:lnTo>
                  <a:lnTo>
                    <a:pt x="4039963" y="1843552"/>
                  </a:lnTo>
                  <a:lnTo>
                    <a:pt x="4048632" y="1860339"/>
                  </a:lnTo>
                  <a:lnTo>
                    <a:pt x="4057302" y="1876811"/>
                  </a:lnTo>
                  <a:lnTo>
                    <a:pt x="4065971" y="1892744"/>
                  </a:lnTo>
                  <a:lnTo>
                    <a:pt x="4074641" y="1908177"/>
                  </a:lnTo>
                  <a:lnTo>
                    <a:pt x="4083310" y="1923310"/>
                  </a:lnTo>
                  <a:lnTo>
                    <a:pt x="4091980" y="1937828"/>
                  </a:lnTo>
                  <a:lnTo>
                    <a:pt x="4100649" y="1951988"/>
                  </a:lnTo>
                  <a:lnTo>
                    <a:pt x="4109319" y="1965840"/>
                  </a:lnTo>
                  <a:lnTo>
                    <a:pt x="4117988" y="1979085"/>
                  </a:lnTo>
                  <a:lnTo>
                    <a:pt x="4126658" y="1992077"/>
                  </a:lnTo>
                  <a:lnTo>
                    <a:pt x="4135327" y="2004700"/>
                  </a:lnTo>
                  <a:lnTo>
                    <a:pt x="4143996" y="2016877"/>
                  </a:lnTo>
                  <a:lnTo>
                    <a:pt x="4152666" y="2028828"/>
                  </a:lnTo>
                  <a:lnTo>
                    <a:pt x="4161335" y="2040382"/>
                  </a:lnTo>
                  <a:lnTo>
                    <a:pt x="4170005" y="2051634"/>
                  </a:lnTo>
                  <a:lnTo>
                    <a:pt x="4178674" y="2062691"/>
                  </a:lnTo>
                  <a:lnTo>
                    <a:pt x="4187344" y="2073357"/>
                  </a:lnTo>
                  <a:lnTo>
                    <a:pt x="4196013" y="2083841"/>
                  </a:lnTo>
                  <a:lnTo>
                    <a:pt x="4204683" y="2094137"/>
                  </a:lnTo>
                  <a:lnTo>
                    <a:pt x="4213352" y="2104139"/>
                  </a:lnTo>
                  <a:lnTo>
                    <a:pt x="4222021" y="2114023"/>
                  </a:lnTo>
                  <a:lnTo>
                    <a:pt x="4230691" y="2123728"/>
                  </a:lnTo>
                  <a:lnTo>
                    <a:pt x="4239360" y="2133268"/>
                  </a:lnTo>
                  <a:lnTo>
                    <a:pt x="4248030" y="2142726"/>
                  </a:lnTo>
                  <a:lnTo>
                    <a:pt x="4256699" y="2152046"/>
                  </a:lnTo>
                  <a:lnTo>
                    <a:pt x="4265369" y="2161296"/>
                  </a:lnTo>
                  <a:lnTo>
                    <a:pt x="4274038" y="2170499"/>
                  </a:lnTo>
                  <a:lnTo>
                    <a:pt x="4282708" y="2179637"/>
                  </a:lnTo>
                  <a:lnTo>
                    <a:pt x="4291377" y="2188766"/>
                  </a:lnTo>
                  <a:lnTo>
                    <a:pt x="4300047" y="2197885"/>
                  </a:lnTo>
                  <a:lnTo>
                    <a:pt x="4308716" y="2207028"/>
                  </a:lnTo>
                  <a:lnTo>
                    <a:pt x="4317385" y="2216195"/>
                  </a:lnTo>
                  <a:lnTo>
                    <a:pt x="4326055" y="2225413"/>
                  </a:lnTo>
                  <a:lnTo>
                    <a:pt x="4334724" y="2234712"/>
                  </a:lnTo>
                  <a:lnTo>
                    <a:pt x="4343394" y="2244062"/>
                  </a:lnTo>
                  <a:lnTo>
                    <a:pt x="4352063" y="2253543"/>
                  </a:lnTo>
                  <a:lnTo>
                    <a:pt x="4360733" y="2263128"/>
                  </a:lnTo>
                  <a:lnTo>
                    <a:pt x="4369402" y="2272794"/>
                  </a:lnTo>
                  <a:lnTo>
                    <a:pt x="4378072" y="2282673"/>
                  </a:lnTo>
                  <a:lnTo>
                    <a:pt x="4386741" y="2292654"/>
                  </a:lnTo>
                  <a:lnTo>
                    <a:pt x="4395410" y="2302781"/>
                  </a:lnTo>
                  <a:lnTo>
                    <a:pt x="4404080" y="2313129"/>
                  </a:lnTo>
                  <a:lnTo>
                    <a:pt x="4412749" y="2323594"/>
                  </a:lnTo>
                  <a:lnTo>
                    <a:pt x="4421419" y="2334276"/>
                  </a:lnTo>
                  <a:lnTo>
                    <a:pt x="4430088" y="234515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74965"/>
            </a:xfrm>
            <a:custGeom>
              <a:avLst/>
              <a:pathLst>
                <a:path w="4430088" h="3174965">
                  <a:moveTo>
                    <a:pt x="0" y="3174965"/>
                  </a:moveTo>
                  <a:lnTo>
                    <a:pt x="8669" y="3172027"/>
                  </a:lnTo>
                  <a:lnTo>
                    <a:pt x="17338" y="3169011"/>
                  </a:lnTo>
                  <a:lnTo>
                    <a:pt x="26008" y="3165899"/>
                  </a:lnTo>
                  <a:lnTo>
                    <a:pt x="34677" y="3162732"/>
                  </a:lnTo>
                  <a:lnTo>
                    <a:pt x="43347" y="3159454"/>
                  </a:lnTo>
                  <a:lnTo>
                    <a:pt x="52016" y="3156089"/>
                  </a:lnTo>
                  <a:lnTo>
                    <a:pt x="60686" y="3152663"/>
                  </a:lnTo>
                  <a:lnTo>
                    <a:pt x="69355" y="3149086"/>
                  </a:lnTo>
                  <a:lnTo>
                    <a:pt x="78025" y="3145437"/>
                  </a:lnTo>
                  <a:lnTo>
                    <a:pt x="86694" y="3141697"/>
                  </a:lnTo>
                  <a:lnTo>
                    <a:pt x="95363" y="3137808"/>
                  </a:lnTo>
                  <a:lnTo>
                    <a:pt x="104033" y="3133844"/>
                  </a:lnTo>
                  <a:lnTo>
                    <a:pt x="112702" y="3129752"/>
                  </a:lnTo>
                  <a:lnTo>
                    <a:pt x="121372" y="3125525"/>
                  </a:lnTo>
                  <a:lnTo>
                    <a:pt x="130041" y="3121218"/>
                  </a:lnTo>
                  <a:lnTo>
                    <a:pt x="138711" y="3116740"/>
                  </a:lnTo>
                  <a:lnTo>
                    <a:pt x="147380" y="3112150"/>
                  </a:lnTo>
                  <a:lnTo>
                    <a:pt x="156050" y="3107469"/>
                  </a:lnTo>
                  <a:lnTo>
                    <a:pt x="164719" y="3102584"/>
                  </a:lnTo>
                  <a:lnTo>
                    <a:pt x="173388" y="3097608"/>
                  </a:lnTo>
                  <a:lnTo>
                    <a:pt x="182058" y="3092502"/>
                  </a:lnTo>
                  <a:lnTo>
                    <a:pt x="190727" y="3087216"/>
                  </a:lnTo>
                  <a:lnTo>
                    <a:pt x="199397" y="3081838"/>
                  </a:lnTo>
                  <a:lnTo>
                    <a:pt x="208066" y="3076290"/>
                  </a:lnTo>
                  <a:lnTo>
                    <a:pt x="216736" y="3070593"/>
                  </a:lnTo>
                  <a:lnTo>
                    <a:pt x="225405" y="3064801"/>
                  </a:lnTo>
                  <a:lnTo>
                    <a:pt x="234075" y="3058803"/>
                  </a:lnTo>
                  <a:lnTo>
                    <a:pt x="242744" y="3052691"/>
                  </a:lnTo>
                  <a:lnTo>
                    <a:pt x="251414" y="3046468"/>
                  </a:lnTo>
                  <a:lnTo>
                    <a:pt x="260083" y="3040037"/>
                  </a:lnTo>
                  <a:lnTo>
                    <a:pt x="268752" y="3033513"/>
                  </a:lnTo>
                  <a:lnTo>
                    <a:pt x="277422" y="3026847"/>
                  </a:lnTo>
                  <a:lnTo>
                    <a:pt x="286091" y="3020015"/>
                  </a:lnTo>
                  <a:lnTo>
                    <a:pt x="294761" y="3013093"/>
                  </a:lnTo>
                  <a:lnTo>
                    <a:pt x="303430" y="3006004"/>
                  </a:lnTo>
                  <a:lnTo>
                    <a:pt x="312100" y="2998790"/>
                  </a:lnTo>
                  <a:lnTo>
                    <a:pt x="320769" y="2991493"/>
                  </a:lnTo>
                  <a:lnTo>
                    <a:pt x="329439" y="2984012"/>
                  </a:lnTo>
                  <a:lnTo>
                    <a:pt x="338108" y="2976448"/>
                  </a:lnTo>
                  <a:lnTo>
                    <a:pt x="346777" y="2968788"/>
                  </a:lnTo>
                  <a:lnTo>
                    <a:pt x="355447" y="2960980"/>
                  </a:lnTo>
                  <a:lnTo>
                    <a:pt x="364116" y="2953105"/>
                  </a:lnTo>
                  <a:lnTo>
                    <a:pt x="372786" y="2945125"/>
                  </a:lnTo>
                  <a:lnTo>
                    <a:pt x="381455" y="2937044"/>
                  </a:lnTo>
                  <a:lnTo>
                    <a:pt x="390125" y="2928907"/>
                  </a:lnTo>
                  <a:lnTo>
                    <a:pt x="398794" y="2920668"/>
                  </a:lnTo>
                  <a:lnTo>
                    <a:pt x="407464" y="2912370"/>
                  </a:lnTo>
                  <a:lnTo>
                    <a:pt x="416133" y="2904028"/>
                  </a:lnTo>
                  <a:lnTo>
                    <a:pt x="424803" y="2895602"/>
                  </a:lnTo>
                  <a:lnTo>
                    <a:pt x="433472" y="2887149"/>
                  </a:lnTo>
                  <a:lnTo>
                    <a:pt x="442141" y="2878659"/>
                  </a:lnTo>
                  <a:lnTo>
                    <a:pt x="450811" y="2870132"/>
                  </a:lnTo>
                  <a:lnTo>
                    <a:pt x="459480" y="2861592"/>
                  </a:lnTo>
                  <a:lnTo>
                    <a:pt x="468150" y="2853037"/>
                  </a:lnTo>
                  <a:lnTo>
                    <a:pt x="476819" y="2844481"/>
                  </a:lnTo>
                  <a:lnTo>
                    <a:pt x="485489" y="2835928"/>
                  </a:lnTo>
                  <a:lnTo>
                    <a:pt x="494158" y="2827394"/>
                  </a:lnTo>
                  <a:lnTo>
                    <a:pt x="502828" y="2818883"/>
                  </a:lnTo>
                  <a:lnTo>
                    <a:pt x="511497" y="2810394"/>
                  </a:lnTo>
                  <a:lnTo>
                    <a:pt x="520166" y="2801967"/>
                  </a:lnTo>
                  <a:lnTo>
                    <a:pt x="528836" y="2793577"/>
                  </a:lnTo>
                  <a:lnTo>
                    <a:pt x="537505" y="2785242"/>
                  </a:lnTo>
                  <a:lnTo>
                    <a:pt x="546175" y="2776994"/>
                  </a:lnTo>
                  <a:lnTo>
                    <a:pt x="554844" y="2768796"/>
                  </a:lnTo>
                  <a:lnTo>
                    <a:pt x="563514" y="2760701"/>
                  </a:lnTo>
                  <a:lnTo>
                    <a:pt x="572183" y="2752702"/>
                  </a:lnTo>
                  <a:lnTo>
                    <a:pt x="580853" y="2744767"/>
                  </a:lnTo>
                  <a:lnTo>
                    <a:pt x="589522" y="2736990"/>
                  </a:lnTo>
                  <a:lnTo>
                    <a:pt x="598192" y="2729303"/>
                  </a:lnTo>
                  <a:lnTo>
                    <a:pt x="606861" y="2721713"/>
                  </a:lnTo>
                  <a:lnTo>
                    <a:pt x="615530" y="2714305"/>
                  </a:lnTo>
                  <a:lnTo>
                    <a:pt x="624200" y="2706987"/>
                  </a:lnTo>
                  <a:lnTo>
                    <a:pt x="632869" y="2699815"/>
                  </a:lnTo>
                  <a:lnTo>
                    <a:pt x="641539" y="2692814"/>
                  </a:lnTo>
                  <a:lnTo>
                    <a:pt x="650208" y="2685911"/>
                  </a:lnTo>
                  <a:lnTo>
                    <a:pt x="658878" y="2679206"/>
                  </a:lnTo>
                  <a:lnTo>
                    <a:pt x="667547" y="2672648"/>
                  </a:lnTo>
                  <a:lnTo>
                    <a:pt x="676217" y="2666194"/>
                  </a:lnTo>
                  <a:lnTo>
                    <a:pt x="684886" y="2659990"/>
                  </a:lnTo>
                  <a:lnTo>
                    <a:pt x="693555" y="2653897"/>
                  </a:lnTo>
                  <a:lnTo>
                    <a:pt x="702225" y="2647950"/>
                  </a:lnTo>
                  <a:lnTo>
                    <a:pt x="710894" y="2642223"/>
                  </a:lnTo>
                  <a:lnTo>
                    <a:pt x="719564" y="2636605"/>
                  </a:lnTo>
                  <a:lnTo>
                    <a:pt x="728233" y="2631172"/>
                  </a:lnTo>
                  <a:lnTo>
                    <a:pt x="736903" y="2625916"/>
                  </a:lnTo>
                  <a:lnTo>
                    <a:pt x="745572" y="2620765"/>
                  </a:lnTo>
                  <a:lnTo>
                    <a:pt x="754242" y="2615829"/>
                  </a:lnTo>
                  <a:lnTo>
                    <a:pt x="762911" y="2611022"/>
                  </a:lnTo>
                  <a:lnTo>
                    <a:pt x="771581" y="2606322"/>
                  </a:lnTo>
                  <a:lnTo>
                    <a:pt x="780250" y="2601838"/>
                  </a:lnTo>
                  <a:lnTo>
                    <a:pt x="788919" y="2597443"/>
                  </a:lnTo>
                  <a:lnTo>
                    <a:pt x="797589" y="2593174"/>
                  </a:lnTo>
                  <a:lnTo>
                    <a:pt x="806258" y="2589061"/>
                  </a:lnTo>
                  <a:lnTo>
                    <a:pt x="814928" y="2585024"/>
                  </a:lnTo>
                  <a:lnTo>
                    <a:pt x="823597" y="2581117"/>
                  </a:lnTo>
                  <a:lnTo>
                    <a:pt x="832267" y="2577307"/>
                  </a:lnTo>
                  <a:lnTo>
                    <a:pt x="840936" y="2573558"/>
                  </a:lnTo>
                  <a:lnTo>
                    <a:pt x="849606" y="2569920"/>
                  </a:lnTo>
                  <a:lnTo>
                    <a:pt x="858275" y="2566331"/>
                  </a:lnTo>
                  <a:lnTo>
                    <a:pt x="866944" y="2562788"/>
                  </a:lnTo>
                  <a:lnTo>
                    <a:pt x="875614" y="2559305"/>
                  </a:lnTo>
                  <a:lnTo>
                    <a:pt x="884283" y="2555838"/>
                  </a:lnTo>
                  <a:lnTo>
                    <a:pt x="892953" y="2552393"/>
                  </a:lnTo>
                  <a:lnTo>
                    <a:pt x="901622" y="2548946"/>
                  </a:lnTo>
                  <a:lnTo>
                    <a:pt x="910292" y="2545492"/>
                  </a:lnTo>
                  <a:lnTo>
                    <a:pt x="918961" y="2542007"/>
                  </a:lnTo>
                  <a:lnTo>
                    <a:pt x="927631" y="2538476"/>
                  </a:lnTo>
                  <a:lnTo>
                    <a:pt x="936300" y="2534913"/>
                  </a:lnTo>
                  <a:lnTo>
                    <a:pt x="944970" y="2531240"/>
                  </a:lnTo>
                  <a:lnTo>
                    <a:pt x="953639" y="2527497"/>
                  </a:lnTo>
                  <a:lnTo>
                    <a:pt x="962308" y="2523670"/>
                  </a:lnTo>
                  <a:lnTo>
                    <a:pt x="970978" y="2519673"/>
                  </a:lnTo>
                  <a:lnTo>
                    <a:pt x="979647" y="2515580"/>
                  </a:lnTo>
                  <a:lnTo>
                    <a:pt x="988317" y="2511323"/>
                  </a:lnTo>
                  <a:lnTo>
                    <a:pt x="996986" y="2506864"/>
                  </a:lnTo>
                  <a:lnTo>
                    <a:pt x="1005656" y="2502282"/>
                  </a:lnTo>
                  <a:lnTo>
                    <a:pt x="1014325" y="2497425"/>
                  </a:lnTo>
                  <a:lnTo>
                    <a:pt x="1022995" y="2492363"/>
                  </a:lnTo>
                  <a:lnTo>
                    <a:pt x="1031664" y="2487143"/>
                  </a:lnTo>
                  <a:lnTo>
                    <a:pt x="1040333" y="2481522"/>
                  </a:lnTo>
                  <a:lnTo>
                    <a:pt x="1049003" y="2475713"/>
                  </a:lnTo>
                  <a:lnTo>
                    <a:pt x="1057672" y="2469641"/>
                  </a:lnTo>
                  <a:lnTo>
                    <a:pt x="1066342" y="2463162"/>
                  </a:lnTo>
                  <a:lnTo>
                    <a:pt x="1075011" y="2456468"/>
                  </a:lnTo>
                  <a:lnTo>
                    <a:pt x="1083681" y="2449380"/>
                  </a:lnTo>
                  <a:lnTo>
                    <a:pt x="1092350" y="2441909"/>
                  </a:lnTo>
                  <a:lnTo>
                    <a:pt x="1101020" y="2434195"/>
                  </a:lnTo>
                  <a:lnTo>
                    <a:pt x="1109689" y="2425938"/>
                  </a:lnTo>
                  <a:lnTo>
                    <a:pt x="1118359" y="2417349"/>
                  </a:lnTo>
                  <a:lnTo>
                    <a:pt x="1127028" y="2408454"/>
                  </a:lnTo>
                  <a:lnTo>
                    <a:pt x="1135697" y="2398925"/>
                  </a:lnTo>
                  <a:lnTo>
                    <a:pt x="1144367" y="2389102"/>
                  </a:lnTo>
                  <a:lnTo>
                    <a:pt x="1153036" y="2378833"/>
                  </a:lnTo>
                  <a:lnTo>
                    <a:pt x="1161706" y="2367989"/>
                  </a:lnTo>
                  <a:lnTo>
                    <a:pt x="1170375" y="2356831"/>
                  </a:lnTo>
                  <a:lnTo>
                    <a:pt x="1179045" y="2345076"/>
                  </a:lnTo>
                  <a:lnTo>
                    <a:pt x="1187714" y="2332829"/>
                  </a:lnTo>
                  <a:lnTo>
                    <a:pt x="1196384" y="2320252"/>
                  </a:lnTo>
                  <a:lnTo>
                    <a:pt x="1205053" y="2306920"/>
                  </a:lnTo>
                  <a:lnTo>
                    <a:pt x="1213722" y="2293201"/>
                  </a:lnTo>
                  <a:lnTo>
                    <a:pt x="1222392" y="2279054"/>
                  </a:lnTo>
                  <a:lnTo>
                    <a:pt x="1231061" y="2264165"/>
                  </a:lnTo>
                  <a:lnTo>
                    <a:pt x="1239731" y="2248923"/>
                  </a:lnTo>
                  <a:lnTo>
                    <a:pt x="1248400" y="2233112"/>
                  </a:lnTo>
                  <a:lnTo>
                    <a:pt x="1257070" y="2216677"/>
                  </a:lnTo>
                  <a:lnTo>
                    <a:pt x="1265739" y="2199886"/>
                  </a:lnTo>
                  <a:lnTo>
                    <a:pt x="1274409" y="2182389"/>
                  </a:lnTo>
                  <a:lnTo>
                    <a:pt x="1283078" y="2164399"/>
                  </a:lnTo>
                  <a:lnTo>
                    <a:pt x="1291747" y="2146054"/>
                  </a:lnTo>
                  <a:lnTo>
                    <a:pt x="1300417" y="2126880"/>
                  </a:lnTo>
                  <a:lnTo>
                    <a:pt x="1309086" y="2107350"/>
                  </a:lnTo>
                  <a:lnTo>
                    <a:pt x="1317756" y="2087351"/>
                  </a:lnTo>
                  <a:lnTo>
                    <a:pt x="1326425" y="2066658"/>
                  </a:lnTo>
                  <a:lnTo>
                    <a:pt x="1335095" y="2045628"/>
                  </a:lnTo>
                  <a:lnTo>
                    <a:pt x="1343764" y="2024022"/>
                  </a:lnTo>
                  <a:lnTo>
                    <a:pt x="1352434" y="2001878"/>
                  </a:lnTo>
                  <a:lnTo>
                    <a:pt x="1361103" y="1979410"/>
                  </a:lnTo>
                  <a:lnTo>
                    <a:pt x="1369773" y="1956284"/>
                  </a:lnTo>
                  <a:lnTo>
                    <a:pt x="1378442" y="1932769"/>
                  </a:lnTo>
                  <a:lnTo>
                    <a:pt x="1387111" y="1908925"/>
                  </a:lnTo>
                  <a:lnTo>
                    <a:pt x="1395781" y="1884420"/>
                  </a:lnTo>
                  <a:lnTo>
                    <a:pt x="1404450" y="1859640"/>
                  </a:lnTo>
                  <a:lnTo>
                    <a:pt x="1413120" y="1834461"/>
                  </a:lnTo>
                  <a:lnTo>
                    <a:pt x="1421789" y="1808788"/>
                  </a:lnTo>
                  <a:lnTo>
                    <a:pt x="1430459" y="1782867"/>
                  </a:lnTo>
                  <a:lnTo>
                    <a:pt x="1439128" y="1756508"/>
                  </a:lnTo>
                  <a:lnTo>
                    <a:pt x="1447798" y="1729808"/>
                  </a:lnTo>
                  <a:lnTo>
                    <a:pt x="1456467" y="1702890"/>
                  </a:lnTo>
                  <a:lnTo>
                    <a:pt x="1465136" y="1675531"/>
                  </a:lnTo>
                  <a:lnTo>
                    <a:pt x="1473806" y="1647960"/>
                  </a:lnTo>
                  <a:lnTo>
                    <a:pt x="1482475" y="1620174"/>
                  </a:lnTo>
                  <a:lnTo>
                    <a:pt x="1491145" y="1592044"/>
                  </a:lnTo>
                  <a:lnTo>
                    <a:pt x="1499814" y="1563773"/>
                  </a:lnTo>
                  <a:lnTo>
                    <a:pt x="1508484" y="1535290"/>
                  </a:lnTo>
                  <a:lnTo>
                    <a:pt x="1517153" y="1506603"/>
                  </a:lnTo>
                  <a:lnTo>
                    <a:pt x="1525823" y="1477812"/>
                  </a:lnTo>
                  <a:lnTo>
                    <a:pt x="1534492" y="1448849"/>
                  </a:lnTo>
                  <a:lnTo>
                    <a:pt x="1543162" y="1419792"/>
                  </a:lnTo>
                  <a:lnTo>
                    <a:pt x="1551831" y="1390670"/>
                  </a:lnTo>
                  <a:lnTo>
                    <a:pt x="1560500" y="1361451"/>
                  </a:lnTo>
                  <a:lnTo>
                    <a:pt x="1569170" y="1332214"/>
                  </a:lnTo>
                  <a:lnTo>
                    <a:pt x="1577839" y="1302952"/>
                  </a:lnTo>
                  <a:lnTo>
                    <a:pt x="1586509" y="1273703"/>
                  </a:lnTo>
                  <a:lnTo>
                    <a:pt x="1595178" y="1244475"/>
                  </a:lnTo>
                  <a:lnTo>
                    <a:pt x="1603848" y="1215297"/>
                  </a:lnTo>
                  <a:lnTo>
                    <a:pt x="1612517" y="1186206"/>
                  </a:lnTo>
                  <a:lnTo>
                    <a:pt x="1621187" y="1157176"/>
                  </a:lnTo>
                  <a:lnTo>
                    <a:pt x="1629856" y="1128297"/>
                  </a:lnTo>
                  <a:lnTo>
                    <a:pt x="1638525" y="1099548"/>
                  </a:lnTo>
                  <a:lnTo>
                    <a:pt x="1647195" y="1070898"/>
                  </a:lnTo>
                  <a:lnTo>
                    <a:pt x="1655864" y="1042523"/>
                  </a:lnTo>
                  <a:lnTo>
                    <a:pt x="1664534" y="1014284"/>
                  </a:lnTo>
                  <a:lnTo>
                    <a:pt x="1673203" y="986240"/>
                  </a:lnTo>
                  <a:lnTo>
                    <a:pt x="1681873" y="958504"/>
                  </a:lnTo>
                  <a:lnTo>
                    <a:pt x="1690542" y="930936"/>
                  </a:lnTo>
                  <a:lnTo>
                    <a:pt x="1699212" y="903680"/>
                  </a:lnTo>
                  <a:lnTo>
                    <a:pt x="1707881" y="876730"/>
                  </a:lnTo>
                  <a:lnTo>
                    <a:pt x="1716551" y="849975"/>
                  </a:lnTo>
                  <a:lnTo>
                    <a:pt x="1725220" y="823668"/>
                  </a:lnTo>
                  <a:lnTo>
                    <a:pt x="1733889" y="797632"/>
                  </a:lnTo>
                  <a:lnTo>
                    <a:pt x="1742559" y="771853"/>
                  </a:lnTo>
                  <a:lnTo>
                    <a:pt x="1751228" y="746598"/>
                  </a:lnTo>
                  <a:lnTo>
                    <a:pt x="1759898" y="721589"/>
                  </a:lnTo>
                  <a:lnTo>
                    <a:pt x="1768567" y="696957"/>
                  </a:lnTo>
                  <a:lnTo>
                    <a:pt x="1777237" y="672804"/>
                  </a:lnTo>
                  <a:lnTo>
                    <a:pt x="1785906" y="648914"/>
                  </a:lnTo>
                  <a:lnTo>
                    <a:pt x="1794576" y="625530"/>
                  </a:lnTo>
                  <a:lnTo>
                    <a:pt x="1803245" y="602556"/>
                  </a:lnTo>
                  <a:lnTo>
                    <a:pt x="1811914" y="579859"/>
                  </a:lnTo>
                  <a:lnTo>
                    <a:pt x="1820584" y="557800"/>
                  </a:lnTo>
                  <a:lnTo>
                    <a:pt x="1829253" y="536063"/>
                  </a:lnTo>
                  <a:lnTo>
                    <a:pt x="1837923" y="514689"/>
                  </a:lnTo>
                  <a:lnTo>
                    <a:pt x="1846592" y="493934"/>
                  </a:lnTo>
                  <a:lnTo>
                    <a:pt x="1855262" y="473475"/>
                  </a:lnTo>
                  <a:lnTo>
                    <a:pt x="1863931" y="453497"/>
                  </a:lnTo>
                  <a:lnTo>
                    <a:pt x="1872601" y="434041"/>
                  </a:lnTo>
                  <a:lnTo>
                    <a:pt x="1881270" y="414885"/>
                  </a:lnTo>
                  <a:lnTo>
                    <a:pt x="1889940" y="396326"/>
                  </a:lnTo>
                  <a:lnTo>
                    <a:pt x="1898609" y="378182"/>
                  </a:lnTo>
                  <a:lnTo>
                    <a:pt x="1907278" y="360339"/>
                  </a:lnTo>
                  <a:lnTo>
                    <a:pt x="1915948" y="343205"/>
                  </a:lnTo>
                  <a:lnTo>
                    <a:pt x="1924617" y="326373"/>
                  </a:lnTo>
                  <a:lnTo>
                    <a:pt x="1933287" y="309950"/>
                  </a:lnTo>
                  <a:lnTo>
                    <a:pt x="1941956" y="294125"/>
                  </a:lnTo>
                  <a:lnTo>
                    <a:pt x="1950626" y="278597"/>
                  </a:lnTo>
                  <a:lnTo>
                    <a:pt x="1959295" y="263582"/>
                  </a:lnTo>
                  <a:lnTo>
                    <a:pt x="1967965" y="249049"/>
                  </a:lnTo>
                  <a:lnTo>
                    <a:pt x="1976634" y="234808"/>
                  </a:lnTo>
                  <a:lnTo>
                    <a:pt x="1985303" y="221181"/>
                  </a:lnTo>
                  <a:lnTo>
                    <a:pt x="1993973" y="207919"/>
                  </a:lnTo>
                  <a:lnTo>
                    <a:pt x="2002642" y="194976"/>
                  </a:lnTo>
                  <a:lnTo>
                    <a:pt x="2011312" y="182681"/>
                  </a:lnTo>
                  <a:lnTo>
                    <a:pt x="2019981" y="170670"/>
                  </a:lnTo>
                  <a:lnTo>
                    <a:pt x="2028651" y="159074"/>
                  </a:lnTo>
                  <a:lnTo>
                    <a:pt x="2037320" y="148012"/>
                  </a:lnTo>
                  <a:lnTo>
                    <a:pt x="2045990" y="137228"/>
                  </a:lnTo>
                  <a:lnTo>
                    <a:pt x="2054659" y="126955"/>
                  </a:lnTo>
                  <a:lnTo>
                    <a:pt x="2063329" y="117103"/>
                  </a:lnTo>
                  <a:lnTo>
                    <a:pt x="2071998" y="107526"/>
                  </a:lnTo>
                  <a:lnTo>
                    <a:pt x="2080667" y="98552"/>
                  </a:lnTo>
                  <a:lnTo>
                    <a:pt x="2089337" y="89892"/>
                  </a:lnTo>
                  <a:lnTo>
                    <a:pt x="2098006" y="81560"/>
                  </a:lnTo>
                  <a:lnTo>
                    <a:pt x="2106676" y="73809"/>
                  </a:lnTo>
                  <a:lnTo>
                    <a:pt x="2115345" y="66325"/>
                  </a:lnTo>
                  <a:lnTo>
                    <a:pt x="2124015" y="59264"/>
                  </a:lnTo>
                  <a:lnTo>
                    <a:pt x="2132684" y="52680"/>
                  </a:lnTo>
                  <a:lnTo>
                    <a:pt x="2141354" y="46361"/>
                  </a:lnTo>
                  <a:lnTo>
                    <a:pt x="2150023" y="40559"/>
                  </a:lnTo>
                  <a:lnTo>
                    <a:pt x="2158692" y="35132"/>
                  </a:lnTo>
                  <a:lnTo>
                    <a:pt x="2167362" y="29969"/>
                  </a:lnTo>
                  <a:lnTo>
                    <a:pt x="2176031" y="25415"/>
                  </a:lnTo>
                  <a:lnTo>
                    <a:pt x="2184701" y="21138"/>
                  </a:lnTo>
                  <a:lnTo>
                    <a:pt x="2193370" y="17206"/>
                  </a:lnTo>
                  <a:lnTo>
                    <a:pt x="2202040" y="13812"/>
                  </a:lnTo>
                  <a:lnTo>
                    <a:pt x="2210709" y="10679"/>
                  </a:lnTo>
                  <a:lnTo>
                    <a:pt x="2219379" y="7985"/>
                  </a:lnTo>
                  <a:lnTo>
                    <a:pt x="2228048" y="5728"/>
                  </a:lnTo>
                  <a:lnTo>
                    <a:pt x="2236718" y="3732"/>
                  </a:lnTo>
                  <a:lnTo>
                    <a:pt x="2245387" y="2266"/>
                  </a:lnTo>
                  <a:lnTo>
                    <a:pt x="2254056" y="1138"/>
                  </a:lnTo>
                  <a:lnTo>
                    <a:pt x="2262726" y="281"/>
                  </a:lnTo>
                  <a:lnTo>
                    <a:pt x="2271395" y="14"/>
                  </a:lnTo>
                  <a:lnTo>
                    <a:pt x="2280065" y="0"/>
                  </a:lnTo>
                  <a:lnTo>
                    <a:pt x="2288734" y="344"/>
                  </a:lnTo>
                  <a:lnTo>
                    <a:pt x="2297404" y="1174"/>
                  </a:lnTo>
                  <a:lnTo>
                    <a:pt x="2306073" y="2251"/>
                  </a:lnTo>
                  <a:lnTo>
                    <a:pt x="2314743" y="3768"/>
                  </a:lnTo>
                  <a:lnTo>
                    <a:pt x="2323412" y="5664"/>
                  </a:lnTo>
                  <a:lnTo>
                    <a:pt x="2332081" y="7800"/>
                  </a:lnTo>
                  <a:lnTo>
                    <a:pt x="2340751" y="10445"/>
                  </a:lnTo>
                  <a:lnTo>
                    <a:pt x="2349420" y="13366"/>
                  </a:lnTo>
                  <a:lnTo>
                    <a:pt x="2358090" y="16553"/>
                  </a:lnTo>
                  <a:lnTo>
                    <a:pt x="2366759" y="20229"/>
                  </a:lnTo>
                  <a:lnTo>
                    <a:pt x="2375429" y="24120"/>
                  </a:lnTo>
                  <a:lnTo>
                    <a:pt x="2384098" y="28336"/>
                  </a:lnTo>
                  <a:lnTo>
                    <a:pt x="2392768" y="32928"/>
                  </a:lnTo>
                  <a:lnTo>
                    <a:pt x="2401437" y="37718"/>
                  </a:lnTo>
                  <a:lnTo>
                    <a:pt x="2410107" y="42875"/>
                  </a:lnTo>
                  <a:lnTo>
                    <a:pt x="2418776" y="48299"/>
                  </a:lnTo>
                  <a:lnTo>
                    <a:pt x="2427445" y="53902"/>
                  </a:lnTo>
                  <a:lnTo>
                    <a:pt x="2436115" y="59889"/>
                  </a:lnTo>
                  <a:lnTo>
                    <a:pt x="2444784" y="66047"/>
                  </a:lnTo>
                  <a:lnTo>
                    <a:pt x="2453454" y="72401"/>
                  </a:lnTo>
                  <a:lnTo>
                    <a:pt x="2462123" y="79050"/>
                  </a:lnTo>
                  <a:lnTo>
                    <a:pt x="2470793" y="85827"/>
                  </a:lnTo>
                  <a:lnTo>
                    <a:pt x="2479462" y="92809"/>
                  </a:lnTo>
                  <a:lnTo>
                    <a:pt x="2488132" y="99976"/>
                  </a:lnTo>
                  <a:lnTo>
                    <a:pt x="2496801" y="107245"/>
                  </a:lnTo>
                  <a:lnTo>
                    <a:pt x="2505470" y="114696"/>
                  </a:lnTo>
                  <a:lnTo>
                    <a:pt x="2514140" y="122244"/>
                  </a:lnTo>
                  <a:lnTo>
                    <a:pt x="2522809" y="129864"/>
                  </a:lnTo>
                  <a:lnTo>
                    <a:pt x="2531479" y="137610"/>
                  </a:lnTo>
                  <a:lnTo>
                    <a:pt x="2540148" y="145389"/>
                  </a:lnTo>
                  <a:lnTo>
                    <a:pt x="2548818" y="153215"/>
                  </a:lnTo>
                  <a:lnTo>
                    <a:pt x="2557487" y="161067"/>
                  </a:lnTo>
                  <a:lnTo>
                    <a:pt x="2566157" y="168921"/>
                  </a:lnTo>
                  <a:lnTo>
                    <a:pt x="2574826" y="176763"/>
                  </a:lnTo>
                  <a:lnTo>
                    <a:pt x="2583495" y="184561"/>
                  </a:lnTo>
                  <a:lnTo>
                    <a:pt x="2592165" y="192328"/>
                  </a:lnTo>
                  <a:lnTo>
                    <a:pt x="2600834" y="199995"/>
                  </a:lnTo>
                  <a:lnTo>
                    <a:pt x="2609504" y="207577"/>
                  </a:lnTo>
                  <a:lnTo>
                    <a:pt x="2618173" y="215084"/>
                  </a:lnTo>
                  <a:lnTo>
                    <a:pt x="2626843" y="222395"/>
                  </a:lnTo>
                  <a:lnTo>
                    <a:pt x="2635512" y="229601"/>
                  </a:lnTo>
                  <a:lnTo>
                    <a:pt x="2644182" y="236649"/>
                  </a:lnTo>
                  <a:lnTo>
                    <a:pt x="2652851" y="243460"/>
                  </a:lnTo>
                  <a:lnTo>
                    <a:pt x="2661521" y="250136"/>
                  </a:lnTo>
                  <a:lnTo>
                    <a:pt x="2670190" y="256547"/>
                  </a:lnTo>
                  <a:lnTo>
                    <a:pt x="2678859" y="262713"/>
                  </a:lnTo>
                  <a:lnTo>
                    <a:pt x="2687529" y="268716"/>
                  </a:lnTo>
                  <a:lnTo>
                    <a:pt x="2696198" y="274326"/>
                  </a:lnTo>
                  <a:lnTo>
                    <a:pt x="2704868" y="279715"/>
                  </a:lnTo>
                  <a:lnTo>
                    <a:pt x="2713537" y="284870"/>
                  </a:lnTo>
                  <a:lnTo>
                    <a:pt x="2722207" y="289582"/>
                  </a:lnTo>
                  <a:lnTo>
                    <a:pt x="2730876" y="294078"/>
                  </a:lnTo>
                  <a:lnTo>
                    <a:pt x="2739546" y="298227"/>
                  </a:lnTo>
                  <a:lnTo>
                    <a:pt x="2748215" y="301968"/>
                  </a:lnTo>
                  <a:lnTo>
                    <a:pt x="2756884" y="305476"/>
                  </a:lnTo>
                  <a:lnTo>
                    <a:pt x="2765554" y="308515"/>
                  </a:lnTo>
                  <a:lnTo>
                    <a:pt x="2774223" y="311207"/>
                  </a:lnTo>
                  <a:lnTo>
                    <a:pt x="2782893" y="313652"/>
                  </a:lnTo>
                  <a:lnTo>
                    <a:pt x="2791562" y="315508"/>
                  </a:lnTo>
                  <a:lnTo>
                    <a:pt x="2800232" y="317097"/>
                  </a:lnTo>
                  <a:lnTo>
                    <a:pt x="2808901" y="318344"/>
                  </a:lnTo>
                  <a:lnTo>
                    <a:pt x="2817571" y="319061"/>
                  </a:lnTo>
                  <a:lnTo>
                    <a:pt x="2826240" y="319519"/>
                  </a:lnTo>
                  <a:lnTo>
                    <a:pt x="2834910" y="319534"/>
                  </a:lnTo>
                  <a:lnTo>
                    <a:pt x="2843579" y="319116"/>
                  </a:lnTo>
                  <a:lnTo>
                    <a:pt x="2852248" y="318440"/>
                  </a:lnTo>
                  <a:lnTo>
                    <a:pt x="2860918" y="317235"/>
                  </a:lnTo>
                  <a:lnTo>
                    <a:pt x="2869587" y="315702"/>
                  </a:lnTo>
                  <a:lnTo>
                    <a:pt x="2878257" y="313901"/>
                  </a:lnTo>
                  <a:lnTo>
                    <a:pt x="2886926" y="311537"/>
                  </a:lnTo>
                  <a:lnTo>
                    <a:pt x="2895596" y="308936"/>
                  </a:lnTo>
                  <a:lnTo>
                    <a:pt x="2904265" y="305996"/>
                  </a:lnTo>
                  <a:lnTo>
                    <a:pt x="2912935" y="302619"/>
                  </a:lnTo>
                  <a:lnTo>
                    <a:pt x="2921604" y="299023"/>
                  </a:lnTo>
                  <a:lnTo>
                    <a:pt x="2930273" y="295041"/>
                  </a:lnTo>
                  <a:lnTo>
                    <a:pt x="2938943" y="290745"/>
                  </a:lnTo>
                  <a:lnTo>
                    <a:pt x="2947612" y="286252"/>
                  </a:lnTo>
                  <a:lnTo>
                    <a:pt x="2956282" y="281355"/>
                  </a:lnTo>
                  <a:lnTo>
                    <a:pt x="2964951" y="276258"/>
                  </a:lnTo>
                  <a:lnTo>
                    <a:pt x="2973621" y="270961"/>
                  </a:lnTo>
                  <a:lnTo>
                    <a:pt x="2982290" y="265335"/>
                  </a:lnTo>
                  <a:lnTo>
                    <a:pt x="2990960" y="259573"/>
                  </a:lnTo>
                  <a:lnTo>
                    <a:pt x="2999629" y="253609"/>
                  </a:lnTo>
                  <a:lnTo>
                    <a:pt x="3008299" y="247443"/>
                  </a:lnTo>
                  <a:lnTo>
                    <a:pt x="3016968" y="241175"/>
                  </a:lnTo>
                  <a:lnTo>
                    <a:pt x="3025637" y="234737"/>
                  </a:lnTo>
                  <a:lnTo>
                    <a:pt x="3034307" y="228203"/>
                  </a:lnTo>
                  <a:lnTo>
                    <a:pt x="3042976" y="221604"/>
                  </a:lnTo>
                  <a:lnTo>
                    <a:pt x="3051646" y="214907"/>
                  </a:lnTo>
                  <a:lnTo>
                    <a:pt x="3060315" y="208189"/>
                  </a:lnTo>
                  <a:lnTo>
                    <a:pt x="3068985" y="201448"/>
                  </a:lnTo>
                  <a:lnTo>
                    <a:pt x="3077654" y="194720"/>
                  </a:lnTo>
                  <a:lnTo>
                    <a:pt x="3086324" y="188017"/>
                  </a:lnTo>
                  <a:lnTo>
                    <a:pt x="3094993" y="181366"/>
                  </a:lnTo>
                  <a:lnTo>
                    <a:pt x="3103662" y="174814"/>
                  </a:lnTo>
                  <a:lnTo>
                    <a:pt x="3112332" y="168329"/>
                  </a:lnTo>
                  <a:lnTo>
                    <a:pt x="3121001" y="162014"/>
                  </a:lnTo>
                  <a:lnTo>
                    <a:pt x="3129671" y="155846"/>
                  </a:lnTo>
                  <a:lnTo>
                    <a:pt x="3138340" y="149791"/>
                  </a:lnTo>
                  <a:lnTo>
                    <a:pt x="3147010" y="144057"/>
                  </a:lnTo>
                  <a:lnTo>
                    <a:pt x="3155679" y="138484"/>
                  </a:lnTo>
                  <a:lnTo>
                    <a:pt x="3164349" y="133137"/>
                  </a:lnTo>
                  <a:lnTo>
                    <a:pt x="3173018" y="128162"/>
                  </a:lnTo>
                  <a:lnTo>
                    <a:pt x="3181688" y="123392"/>
                  </a:lnTo>
                  <a:lnTo>
                    <a:pt x="3190357" y="118998"/>
                  </a:lnTo>
                  <a:lnTo>
                    <a:pt x="3199026" y="114988"/>
                  </a:lnTo>
                  <a:lnTo>
                    <a:pt x="3207696" y="111222"/>
                  </a:lnTo>
                  <a:lnTo>
                    <a:pt x="3216365" y="108017"/>
                  </a:lnTo>
                  <a:lnTo>
                    <a:pt x="3225035" y="105167"/>
                  </a:lnTo>
                  <a:lnTo>
                    <a:pt x="3233704" y="102641"/>
                  </a:lnTo>
                  <a:lnTo>
                    <a:pt x="3242374" y="100807"/>
                  </a:lnTo>
                  <a:lnTo>
                    <a:pt x="3251043" y="99302"/>
                  </a:lnTo>
                  <a:lnTo>
                    <a:pt x="3259713" y="98292"/>
                  </a:lnTo>
                  <a:lnTo>
                    <a:pt x="3268382" y="97940"/>
                  </a:lnTo>
                  <a:lnTo>
                    <a:pt x="3277051" y="97949"/>
                  </a:lnTo>
                  <a:lnTo>
                    <a:pt x="3285721" y="98650"/>
                  </a:lnTo>
                  <a:lnTo>
                    <a:pt x="3294390" y="99935"/>
                  </a:lnTo>
                  <a:lnTo>
                    <a:pt x="3303060" y="101610"/>
                  </a:lnTo>
                  <a:lnTo>
                    <a:pt x="3311729" y="104190"/>
                  </a:lnTo>
                  <a:lnTo>
                    <a:pt x="3320399" y="107247"/>
                  </a:lnTo>
                  <a:lnTo>
                    <a:pt x="3329068" y="110822"/>
                  </a:lnTo>
                  <a:lnTo>
                    <a:pt x="3337738" y="115321"/>
                  </a:lnTo>
                  <a:lnTo>
                    <a:pt x="3346407" y="120263"/>
                  </a:lnTo>
                  <a:lnTo>
                    <a:pt x="3355077" y="125917"/>
                  </a:lnTo>
                  <a:lnTo>
                    <a:pt x="3363746" y="132374"/>
                  </a:lnTo>
                  <a:lnTo>
                    <a:pt x="3372415" y="139288"/>
                  </a:lnTo>
                  <a:lnTo>
                    <a:pt x="3381085" y="147115"/>
                  </a:lnTo>
                  <a:lnTo>
                    <a:pt x="3389754" y="155595"/>
                  </a:lnTo>
                  <a:lnTo>
                    <a:pt x="3398424" y="164543"/>
                  </a:lnTo>
                  <a:lnTo>
                    <a:pt x="3407093" y="174599"/>
                  </a:lnTo>
                  <a:lnTo>
                    <a:pt x="3415763" y="185141"/>
                  </a:lnTo>
                  <a:lnTo>
                    <a:pt x="3424432" y="196320"/>
                  </a:lnTo>
                  <a:lnTo>
                    <a:pt x="3433102" y="208461"/>
                  </a:lnTo>
                  <a:lnTo>
                    <a:pt x="3441771" y="221075"/>
                  </a:lnTo>
                  <a:lnTo>
                    <a:pt x="3450440" y="234498"/>
                  </a:lnTo>
                  <a:lnTo>
                    <a:pt x="3459110" y="248697"/>
                  </a:lnTo>
                  <a:lnTo>
                    <a:pt x="3467779" y="263363"/>
                  </a:lnTo>
                  <a:lnTo>
                    <a:pt x="3476449" y="278991"/>
                  </a:lnTo>
                  <a:lnTo>
                    <a:pt x="3485118" y="295205"/>
                  </a:lnTo>
                  <a:lnTo>
                    <a:pt x="3493788" y="311910"/>
                  </a:lnTo>
                  <a:lnTo>
                    <a:pt x="3502457" y="329632"/>
                  </a:lnTo>
                  <a:lnTo>
                    <a:pt x="3511127" y="347788"/>
                  </a:lnTo>
                  <a:lnTo>
                    <a:pt x="3519796" y="366571"/>
                  </a:lnTo>
                  <a:lnTo>
                    <a:pt x="3528466" y="386157"/>
                  </a:lnTo>
                  <a:lnTo>
                    <a:pt x="3537135" y="406153"/>
                  </a:lnTo>
                  <a:lnTo>
                    <a:pt x="3545804" y="426882"/>
                  </a:lnTo>
                  <a:lnTo>
                    <a:pt x="3554474" y="448209"/>
                  </a:lnTo>
                  <a:lnTo>
                    <a:pt x="3563143" y="469919"/>
                  </a:lnTo>
                  <a:lnTo>
                    <a:pt x="3571813" y="492430"/>
                  </a:lnTo>
                  <a:lnTo>
                    <a:pt x="3580482" y="515350"/>
                  </a:lnTo>
                  <a:lnTo>
                    <a:pt x="3589152" y="538681"/>
                  </a:lnTo>
                  <a:lnTo>
                    <a:pt x="3597821" y="562718"/>
                  </a:lnTo>
                  <a:lnTo>
                    <a:pt x="3606491" y="587060"/>
                  </a:lnTo>
                  <a:lnTo>
                    <a:pt x="3615160" y="611870"/>
                  </a:lnTo>
                  <a:lnTo>
                    <a:pt x="3623829" y="637179"/>
                  </a:lnTo>
                  <a:lnTo>
                    <a:pt x="3632499" y="662752"/>
                  </a:lnTo>
                  <a:lnTo>
                    <a:pt x="3641168" y="688807"/>
                  </a:lnTo>
                  <a:lnTo>
                    <a:pt x="3649838" y="715184"/>
                  </a:lnTo>
                  <a:lnTo>
                    <a:pt x="3658507" y="741781"/>
                  </a:lnTo>
                  <a:lnTo>
                    <a:pt x="3667177" y="768827"/>
                  </a:lnTo>
                  <a:lnTo>
                    <a:pt x="3675846" y="796052"/>
                  </a:lnTo>
                  <a:lnTo>
                    <a:pt x="3684516" y="823494"/>
                  </a:lnTo>
                  <a:lnTo>
                    <a:pt x="3693185" y="851222"/>
                  </a:lnTo>
                  <a:lnTo>
                    <a:pt x="3701855" y="879068"/>
                  </a:lnTo>
                  <a:lnTo>
                    <a:pt x="3710524" y="907096"/>
                  </a:lnTo>
                  <a:lnTo>
                    <a:pt x="3719193" y="935258"/>
                  </a:lnTo>
                  <a:lnTo>
                    <a:pt x="3727863" y="963490"/>
                  </a:lnTo>
                  <a:lnTo>
                    <a:pt x="3736532" y="991824"/>
                  </a:lnTo>
                  <a:lnTo>
                    <a:pt x="3745202" y="1020184"/>
                  </a:lnTo>
                  <a:lnTo>
                    <a:pt x="3753871" y="1048566"/>
                  </a:lnTo>
                  <a:lnTo>
                    <a:pt x="3762541" y="1076927"/>
                  </a:lnTo>
                  <a:lnTo>
                    <a:pt x="3771210" y="1105252"/>
                  </a:lnTo>
                  <a:lnTo>
                    <a:pt x="3779880" y="1133524"/>
                  </a:lnTo>
                  <a:lnTo>
                    <a:pt x="3788549" y="1161667"/>
                  </a:lnTo>
                  <a:lnTo>
                    <a:pt x="3797218" y="1189727"/>
                  </a:lnTo>
                  <a:lnTo>
                    <a:pt x="3805888" y="1217622"/>
                  </a:lnTo>
                  <a:lnTo>
                    <a:pt x="3814557" y="1245326"/>
                  </a:lnTo>
                  <a:lnTo>
                    <a:pt x="3823227" y="1272905"/>
                  </a:lnTo>
                  <a:lnTo>
                    <a:pt x="3831896" y="1300172"/>
                  </a:lnTo>
                  <a:lnTo>
                    <a:pt x="3840566" y="1327231"/>
                  </a:lnTo>
                  <a:lnTo>
                    <a:pt x="3849235" y="1354096"/>
                  </a:lnTo>
                  <a:lnTo>
                    <a:pt x="3857905" y="1380532"/>
                  </a:lnTo>
                  <a:lnTo>
                    <a:pt x="3866574" y="1406757"/>
                  </a:lnTo>
                  <a:lnTo>
                    <a:pt x="3875243" y="1432658"/>
                  </a:lnTo>
                  <a:lnTo>
                    <a:pt x="3883913" y="1458125"/>
                  </a:lnTo>
                  <a:lnTo>
                    <a:pt x="3892582" y="1483348"/>
                  </a:lnTo>
                  <a:lnTo>
                    <a:pt x="3901252" y="1508097"/>
                  </a:lnTo>
                  <a:lnTo>
                    <a:pt x="3909921" y="1532447"/>
                  </a:lnTo>
                  <a:lnTo>
                    <a:pt x="3918591" y="1556526"/>
                  </a:lnTo>
                  <a:lnTo>
                    <a:pt x="3927260" y="1579967"/>
                  </a:lnTo>
                  <a:lnTo>
                    <a:pt x="3935930" y="1603078"/>
                  </a:lnTo>
                  <a:lnTo>
                    <a:pt x="3944599" y="1625820"/>
                  </a:lnTo>
                  <a:lnTo>
                    <a:pt x="3953269" y="1647912"/>
                  </a:lnTo>
                  <a:lnTo>
                    <a:pt x="3961938" y="1669692"/>
                  </a:lnTo>
                  <a:lnTo>
                    <a:pt x="3970607" y="1690963"/>
                  </a:lnTo>
                  <a:lnTo>
                    <a:pt x="3979277" y="1711673"/>
                  </a:lnTo>
                  <a:lnTo>
                    <a:pt x="3987946" y="1732061"/>
                  </a:lnTo>
                  <a:lnTo>
                    <a:pt x="3996616" y="1751803"/>
                  </a:lnTo>
                  <a:lnTo>
                    <a:pt x="4005285" y="1771094"/>
                  </a:lnTo>
                  <a:lnTo>
                    <a:pt x="4013955" y="1790059"/>
                  </a:lnTo>
                  <a:lnTo>
                    <a:pt x="4022624" y="1808255"/>
                  </a:lnTo>
                  <a:lnTo>
                    <a:pt x="4031294" y="1826123"/>
                  </a:lnTo>
                  <a:lnTo>
                    <a:pt x="4039963" y="1843552"/>
                  </a:lnTo>
                  <a:lnTo>
                    <a:pt x="4048632" y="1860339"/>
                  </a:lnTo>
                  <a:lnTo>
                    <a:pt x="4057302" y="1876811"/>
                  </a:lnTo>
                  <a:lnTo>
                    <a:pt x="4065971" y="1892744"/>
                  </a:lnTo>
                  <a:lnTo>
                    <a:pt x="4074641" y="1908177"/>
                  </a:lnTo>
                  <a:lnTo>
                    <a:pt x="4083310" y="1923310"/>
                  </a:lnTo>
                  <a:lnTo>
                    <a:pt x="4091980" y="1937828"/>
                  </a:lnTo>
                  <a:lnTo>
                    <a:pt x="4100649" y="1951988"/>
                  </a:lnTo>
                  <a:lnTo>
                    <a:pt x="4109319" y="1965840"/>
                  </a:lnTo>
                  <a:lnTo>
                    <a:pt x="4117988" y="1979085"/>
                  </a:lnTo>
                  <a:lnTo>
                    <a:pt x="4126658" y="1992077"/>
                  </a:lnTo>
                  <a:lnTo>
                    <a:pt x="4135327" y="2004700"/>
                  </a:lnTo>
                  <a:lnTo>
                    <a:pt x="4143996" y="2016877"/>
                  </a:lnTo>
                  <a:lnTo>
                    <a:pt x="4152666" y="2028828"/>
                  </a:lnTo>
                  <a:lnTo>
                    <a:pt x="4161335" y="2040382"/>
                  </a:lnTo>
                  <a:lnTo>
                    <a:pt x="4170005" y="2051634"/>
                  </a:lnTo>
                  <a:lnTo>
                    <a:pt x="4178674" y="2062691"/>
                  </a:lnTo>
                  <a:lnTo>
                    <a:pt x="4187344" y="2073357"/>
                  </a:lnTo>
                  <a:lnTo>
                    <a:pt x="4196013" y="2083841"/>
                  </a:lnTo>
                  <a:lnTo>
                    <a:pt x="4204683" y="2094137"/>
                  </a:lnTo>
                  <a:lnTo>
                    <a:pt x="4213352" y="2104139"/>
                  </a:lnTo>
                  <a:lnTo>
                    <a:pt x="4222021" y="2114023"/>
                  </a:lnTo>
                  <a:lnTo>
                    <a:pt x="4230691" y="2123728"/>
                  </a:lnTo>
                  <a:lnTo>
                    <a:pt x="4239360" y="2133268"/>
                  </a:lnTo>
                  <a:lnTo>
                    <a:pt x="4248030" y="2142726"/>
                  </a:lnTo>
                  <a:lnTo>
                    <a:pt x="4256699" y="2152046"/>
                  </a:lnTo>
                  <a:lnTo>
                    <a:pt x="4265369" y="2161296"/>
                  </a:lnTo>
                  <a:lnTo>
                    <a:pt x="4274038" y="2170499"/>
                  </a:lnTo>
                  <a:lnTo>
                    <a:pt x="4282708" y="2179637"/>
                  </a:lnTo>
                  <a:lnTo>
                    <a:pt x="4291377" y="2188766"/>
                  </a:lnTo>
                  <a:lnTo>
                    <a:pt x="4300047" y="2197885"/>
                  </a:lnTo>
                  <a:lnTo>
                    <a:pt x="4308716" y="2207028"/>
                  </a:lnTo>
                  <a:lnTo>
                    <a:pt x="4317385" y="2216195"/>
                  </a:lnTo>
                  <a:lnTo>
                    <a:pt x="4326055" y="2225413"/>
                  </a:lnTo>
                  <a:lnTo>
                    <a:pt x="4334724" y="2234712"/>
                  </a:lnTo>
                  <a:lnTo>
                    <a:pt x="4343394" y="2244062"/>
                  </a:lnTo>
                  <a:lnTo>
                    <a:pt x="4352063" y="2253543"/>
                  </a:lnTo>
                  <a:lnTo>
                    <a:pt x="4360733" y="2263128"/>
                  </a:lnTo>
                  <a:lnTo>
                    <a:pt x="4369402" y="2272794"/>
                  </a:lnTo>
                  <a:lnTo>
                    <a:pt x="4378072" y="2282673"/>
                  </a:lnTo>
                  <a:lnTo>
                    <a:pt x="4386741" y="2292654"/>
                  </a:lnTo>
                  <a:lnTo>
                    <a:pt x="4395410" y="2302781"/>
                  </a:lnTo>
                  <a:lnTo>
                    <a:pt x="4404080" y="2313129"/>
                  </a:lnTo>
                  <a:lnTo>
                    <a:pt x="4412749" y="2323594"/>
                  </a:lnTo>
                  <a:lnTo>
                    <a:pt x="4421419" y="2334276"/>
                  </a:lnTo>
                  <a:lnTo>
                    <a:pt x="4430088" y="234515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35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70051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56540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4302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2026-08-06T10:32:38Z</dcterms:modified>
  <cp:category/>
</cp:coreProperties>
</file>