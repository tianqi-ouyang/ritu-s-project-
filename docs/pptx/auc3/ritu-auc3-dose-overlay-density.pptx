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12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7778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642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507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372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3454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2102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0751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59400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05546"/>
              <a:ext cx="4430088" cy="2942504"/>
            </a:xfrm>
            <a:custGeom>
              <a:avLst/>
              <a:pathLst>
                <a:path w="4430088" h="2942504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  <a:lnTo>
                    <a:pt x="4430088" y="2942504"/>
                  </a:lnTo>
                  <a:lnTo>
                    <a:pt x="4421419" y="2942504"/>
                  </a:lnTo>
                  <a:lnTo>
                    <a:pt x="4412749" y="2942504"/>
                  </a:lnTo>
                  <a:lnTo>
                    <a:pt x="4404080" y="2942504"/>
                  </a:lnTo>
                  <a:lnTo>
                    <a:pt x="4395410" y="2942504"/>
                  </a:lnTo>
                  <a:lnTo>
                    <a:pt x="4386741" y="2942504"/>
                  </a:lnTo>
                  <a:lnTo>
                    <a:pt x="4378072" y="2942504"/>
                  </a:lnTo>
                  <a:lnTo>
                    <a:pt x="4369402" y="2942504"/>
                  </a:lnTo>
                  <a:lnTo>
                    <a:pt x="4360733" y="2942504"/>
                  </a:lnTo>
                  <a:lnTo>
                    <a:pt x="4352063" y="2942504"/>
                  </a:lnTo>
                  <a:lnTo>
                    <a:pt x="4343394" y="2942504"/>
                  </a:lnTo>
                  <a:lnTo>
                    <a:pt x="4334724" y="2942504"/>
                  </a:lnTo>
                  <a:lnTo>
                    <a:pt x="4326055" y="2942504"/>
                  </a:lnTo>
                  <a:lnTo>
                    <a:pt x="4317385" y="2942504"/>
                  </a:lnTo>
                  <a:lnTo>
                    <a:pt x="4308716" y="2942504"/>
                  </a:lnTo>
                  <a:lnTo>
                    <a:pt x="4300047" y="2942504"/>
                  </a:lnTo>
                  <a:lnTo>
                    <a:pt x="4291377" y="2942504"/>
                  </a:lnTo>
                  <a:lnTo>
                    <a:pt x="4282708" y="2942504"/>
                  </a:lnTo>
                  <a:lnTo>
                    <a:pt x="4274038" y="2942504"/>
                  </a:lnTo>
                  <a:lnTo>
                    <a:pt x="4265369" y="2942504"/>
                  </a:lnTo>
                  <a:lnTo>
                    <a:pt x="4256699" y="2942504"/>
                  </a:lnTo>
                  <a:lnTo>
                    <a:pt x="4248030" y="2942504"/>
                  </a:lnTo>
                  <a:lnTo>
                    <a:pt x="4239360" y="2942504"/>
                  </a:lnTo>
                  <a:lnTo>
                    <a:pt x="4230691" y="2942504"/>
                  </a:lnTo>
                  <a:lnTo>
                    <a:pt x="4222021" y="2942504"/>
                  </a:lnTo>
                  <a:lnTo>
                    <a:pt x="4213352" y="2942504"/>
                  </a:lnTo>
                  <a:lnTo>
                    <a:pt x="4204683" y="2942504"/>
                  </a:lnTo>
                  <a:lnTo>
                    <a:pt x="4196013" y="2942504"/>
                  </a:lnTo>
                  <a:lnTo>
                    <a:pt x="4187344" y="2942504"/>
                  </a:lnTo>
                  <a:lnTo>
                    <a:pt x="4178674" y="2942504"/>
                  </a:lnTo>
                  <a:lnTo>
                    <a:pt x="4170005" y="2942504"/>
                  </a:lnTo>
                  <a:lnTo>
                    <a:pt x="4161335" y="2942504"/>
                  </a:lnTo>
                  <a:lnTo>
                    <a:pt x="4152666" y="2942504"/>
                  </a:lnTo>
                  <a:lnTo>
                    <a:pt x="4143996" y="2942504"/>
                  </a:lnTo>
                  <a:lnTo>
                    <a:pt x="4135327" y="2942504"/>
                  </a:lnTo>
                  <a:lnTo>
                    <a:pt x="4126658" y="2942504"/>
                  </a:lnTo>
                  <a:lnTo>
                    <a:pt x="4117988" y="2942504"/>
                  </a:lnTo>
                  <a:lnTo>
                    <a:pt x="4109319" y="2942504"/>
                  </a:lnTo>
                  <a:lnTo>
                    <a:pt x="4100649" y="2942504"/>
                  </a:lnTo>
                  <a:lnTo>
                    <a:pt x="4091980" y="2942504"/>
                  </a:lnTo>
                  <a:lnTo>
                    <a:pt x="4083310" y="2942504"/>
                  </a:lnTo>
                  <a:lnTo>
                    <a:pt x="4074641" y="2942504"/>
                  </a:lnTo>
                  <a:lnTo>
                    <a:pt x="4065971" y="2942504"/>
                  </a:lnTo>
                  <a:lnTo>
                    <a:pt x="4057302" y="2942504"/>
                  </a:lnTo>
                  <a:lnTo>
                    <a:pt x="4048632" y="2942504"/>
                  </a:lnTo>
                  <a:lnTo>
                    <a:pt x="4039963" y="2942504"/>
                  </a:lnTo>
                  <a:lnTo>
                    <a:pt x="4031294" y="2942504"/>
                  </a:lnTo>
                  <a:lnTo>
                    <a:pt x="4022624" y="2942504"/>
                  </a:lnTo>
                  <a:lnTo>
                    <a:pt x="4013955" y="2942504"/>
                  </a:lnTo>
                  <a:lnTo>
                    <a:pt x="4005285" y="2942504"/>
                  </a:lnTo>
                  <a:lnTo>
                    <a:pt x="3996616" y="2942504"/>
                  </a:lnTo>
                  <a:lnTo>
                    <a:pt x="3987946" y="2942504"/>
                  </a:lnTo>
                  <a:lnTo>
                    <a:pt x="3979277" y="2942504"/>
                  </a:lnTo>
                  <a:lnTo>
                    <a:pt x="3970607" y="2942504"/>
                  </a:lnTo>
                  <a:lnTo>
                    <a:pt x="3961938" y="2942504"/>
                  </a:lnTo>
                  <a:lnTo>
                    <a:pt x="3953269" y="2942504"/>
                  </a:lnTo>
                  <a:lnTo>
                    <a:pt x="3944599" y="2942504"/>
                  </a:lnTo>
                  <a:lnTo>
                    <a:pt x="3935930" y="2942504"/>
                  </a:lnTo>
                  <a:lnTo>
                    <a:pt x="3927260" y="2942504"/>
                  </a:lnTo>
                  <a:lnTo>
                    <a:pt x="3918591" y="2942504"/>
                  </a:lnTo>
                  <a:lnTo>
                    <a:pt x="3909921" y="2942504"/>
                  </a:lnTo>
                  <a:lnTo>
                    <a:pt x="3901252" y="2942504"/>
                  </a:lnTo>
                  <a:lnTo>
                    <a:pt x="3892582" y="2942504"/>
                  </a:lnTo>
                  <a:lnTo>
                    <a:pt x="3883913" y="2942504"/>
                  </a:lnTo>
                  <a:lnTo>
                    <a:pt x="3875243" y="2942504"/>
                  </a:lnTo>
                  <a:lnTo>
                    <a:pt x="3866574" y="2942504"/>
                  </a:lnTo>
                  <a:lnTo>
                    <a:pt x="3857905" y="2942504"/>
                  </a:lnTo>
                  <a:lnTo>
                    <a:pt x="3849235" y="2942504"/>
                  </a:lnTo>
                  <a:lnTo>
                    <a:pt x="3840566" y="2942504"/>
                  </a:lnTo>
                  <a:lnTo>
                    <a:pt x="3831896" y="2942504"/>
                  </a:lnTo>
                  <a:lnTo>
                    <a:pt x="3823227" y="2942504"/>
                  </a:lnTo>
                  <a:lnTo>
                    <a:pt x="3814557" y="2942504"/>
                  </a:lnTo>
                  <a:lnTo>
                    <a:pt x="3805888" y="2942504"/>
                  </a:lnTo>
                  <a:lnTo>
                    <a:pt x="3797218" y="2942504"/>
                  </a:lnTo>
                  <a:lnTo>
                    <a:pt x="3788549" y="2942504"/>
                  </a:lnTo>
                  <a:lnTo>
                    <a:pt x="3779880" y="2942504"/>
                  </a:lnTo>
                  <a:lnTo>
                    <a:pt x="3771210" y="2942504"/>
                  </a:lnTo>
                  <a:lnTo>
                    <a:pt x="3762541" y="2942504"/>
                  </a:lnTo>
                  <a:lnTo>
                    <a:pt x="3753871" y="2942504"/>
                  </a:lnTo>
                  <a:lnTo>
                    <a:pt x="3745202" y="2942504"/>
                  </a:lnTo>
                  <a:lnTo>
                    <a:pt x="3736532" y="2942504"/>
                  </a:lnTo>
                  <a:lnTo>
                    <a:pt x="3727863" y="2942504"/>
                  </a:lnTo>
                  <a:lnTo>
                    <a:pt x="3719193" y="2942504"/>
                  </a:lnTo>
                  <a:lnTo>
                    <a:pt x="3710524" y="2942504"/>
                  </a:lnTo>
                  <a:lnTo>
                    <a:pt x="3701855" y="2942504"/>
                  </a:lnTo>
                  <a:lnTo>
                    <a:pt x="3693185" y="2942504"/>
                  </a:lnTo>
                  <a:lnTo>
                    <a:pt x="3684516" y="2942504"/>
                  </a:lnTo>
                  <a:lnTo>
                    <a:pt x="3675846" y="2942504"/>
                  </a:lnTo>
                  <a:lnTo>
                    <a:pt x="3667177" y="2942504"/>
                  </a:lnTo>
                  <a:lnTo>
                    <a:pt x="3658507" y="2942504"/>
                  </a:lnTo>
                  <a:lnTo>
                    <a:pt x="3649838" y="2942504"/>
                  </a:lnTo>
                  <a:lnTo>
                    <a:pt x="3641168" y="2942504"/>
                  </a:lnTo>
                  <a:lnTo>
                    <a:pt x="3632499" y="2942504"/>
                  </a:lnTo>
                  <a:lnTo>
                    <a:pt x="3623829" y="2942504"/>
                  </a:lnTo>
                  <a:lnTo>
                    <a:pt x="3615160" y="2942504"/>
                  </a:lnTo>
                  <a:lnTo>
                    <a:pt x="3606491" y="2942504"/>
                  </a:lnTo>
                  <a:lnTo>
                    <a:pt x="3597821" y="2942504"/>
                  </a:lnTo>
                  <a:lnTo>
                    <a:pt x="3589152" y="2942504"/>
                  </a:lnTo>
                  <a:lnTo>
                    <a:pt x="3580482" y="2942504"/>
                  </a:lnTo>
                  <a:lnTo>
                    <a:pt x="3571813" y="2942504"/>
                  </a:lnTo>
                  <a:lnTo>
                    <a:pt x="3563143" y="2942504"/>
                  </a:lnTo>
                  <a:lnTo>
                    <a:pt x="3554474" y="2942504"/>
                  </a:lnTo>
                  <a:lnTo>
                    <a:pt x="3545804" y="2942504"/>
                  </a:lnTo>
                  <a:lnTo>
                    <a:pt x="3537135" y="2942504"/>
                  </a:lnTo>
                  <a:lnTo>
                    <a:pt x="3528466" y="2942504"/>
                  </a:lnTo>
                  <a:lnTo>
                    <a:pt x="3519796" y="2942504"/>
                  </a:lnTo>
                  <a:lnTo>
                    <a:pt x="3511127" y="2942504"/>
                  </a:lnTo>
                  <a:lnTo>
                    <a:pt x="3502457" y="2942504"/>
                  </a:lnTo>
                  <a:lnTo>
                    <a:pt x="3493788" y="2942504"/>
                  </a:lnTo>
                  <a:lnTo>
                    <a:pt x="3485118" y="2942504"/>
                  </a:lnTo>
                  <a:lnTo>
                    <a:pt x="3476449" y="2942504"/>
                  </a:lnTo>
                  <a:lnTo>
                    <a:pt x="3467779" y="2942504"/>
                  </a:lnTo>
                  <a:lnTo>
                    <a:pt x="3459110" y="2942504"/>
                  </a:lnTo>
                  <a:lnTo>
                    <a:pt x="3450440" y="2942504"/>
                  </a:lnTo>
                  <a:lnTo>
                    <a:pt x="3441771" y="2942504"/>
                  </a:lnTo>
                  <a:lnTo>
                    <a:pt x="3433102" y="2942504"/>
                  </a:lnTo>
                  <a:lnTo>
                    <a:pt x="3424432" y="2942504"/>
                  </a:lnTo>
                  <a:lnTo>
                    <a:pt x="3415763" y="2942504"/>
                  </a:lnTo>
                  <a:lnTo>
                    <a:pt x="3407093" y="2942504"/>
                  </a:lnTo>
                  <a:lnTo>
                    <a:pt x="3398424" y="2942504"/>
                  </a:lnTo>
                  <a:lnTo>
                    <a:pt x="3389754" y="2942504"/>
                  </a:lnTo>
                  <a:lnTo>
                    <a:pt x="3381085" y="2942504"/>
                  </a:lnTo>
                  <a:lnTo>
                    <a:pt x="3372415" y="2942504"/>
                  </a:lnTo>
                  <a:lnTo>
                    <a:pt x="3363746" y="2942504"/>
                  </a:lnTo>
                  <a:lnTo>
                    <a:pt x="3355077" y="2942504"/>
                  </a:lnTo>
                  <a:lnTo>
                    <a:pt x="3346407" y="2942504"/>
                  </a:lnTo>
                  <a:lnTo>
                    <a:pt x="3337738" y="2942504"/>
                  </a:lnTo>
                  <a:lnTo>
                    <a:pt x="3329068" y="2942504"/>
                  </a:lnTo>
                  <a:lnTo>
                    <a:pt x="3320399" y="2942504"/>
                  </a:lnTo>
                  <a:lnTo>
                    <a:pt x="3311729" y="2942504"/>
                  </a:lnTo>
                  <a:lnTo>
                    <a:pt x="3303060" y="2942504"/>
                  </a:lnTo>
                  <a:lnTo>
                    <a:pt x="3294390" y="2942504"/>
                  </a:lnTo>
                  <a:lnTo>
                    <a:pt x="3285721" y="2942504"/>
                  </a:lnTo>
                  <a:lnTo>
                    <a:pt x="3277051" y="2942504"/>
                  </a:lnTo>
                  <a:lnTo>
                    <a:pt x="3268382" y="2942504"/>
                  </a:lnTo>
                  <a:lnTo>
                    <a:pt x="3259713" y="2942504"/>
                  </a:lnTo>
                  <a:lnTo>
                    <a:pt x="3251043" y="2942504"/>
                  </a:lnTo>
                  <a:lnTo>
                    <a:pt x="3242374" y="2942504"/>
                  </a:lnTo>
                  <a:lnTo>
                    <a:pt x="3233704" y="2942504"/>
                  </a:lnTo>
                  <a:lnTo>
                    <a:pt x="3225035" y="2942504"/>
                  </a:lnTo>
                  <a:lnTo>
                    <a:pt x="3216365" y="2942504"/>
                  </a:lnTo>
                  <a:lnTo>
                    <a:pt x="3207696" y="2942504"/>
                  </a:lnTo>
                  <a:lnTo>
                    <a:pt x="3199026" y="2942504"/>
                  </a:lnTo>
                  <a:lnTo>
                    <a:pt x="3190357" y="2942504"/>
                  </a:lnTo>
                  <a:lnTo>
                    <a:pt x="3181688" y="2942504"/>
                  </a:lnTo>
                  <a:lnTo>
                    <a:pt x="3173018" y="2942504"/>
                  </a:lnTo>
                  <a:lnTo>
                    <a:pt x="3164349" y="2942504"/>
                  </a:lnTo>
                  <a:lnTo>
                    <a:pt x="3155679" y="2942504"/>
                  </a:lnTo>
                  <a:lnTo>
                    <a:pt x="3147010" y="2942504"/>
                  </a:lnTo>
                  <a:lnTo>
                    <a:pt x="3138340" y="2942504"/>
                  </a:lnTo>
                  <a:lnTo>
                    <a:pt x="3129671" y="2942504"/>
                  </a:lnTo>
                  <a:lnTo>
                    <a:pt x="3121001" y="2942504"/>
                  </a:lnTo>
                  <a:lnTo>
                    <a:pt x="3112332" y="2942504"/>
                  </a:lnTo>
                  <a:lnTo>
                    <a:pt x="3103662" y="2942504"/>
                  </a:lnTo>
                  <a:lnTo>
                    <a:pt x="3094993" y="2942504"/>
                  </a:lnTo>
                  <a:lnTo>
                    <a:pt x="3086324" y="2942504"/>
                  </a:lnTo>
                  <a:lnTo>
                    <a:pt x="3077654" y="2942504"/>
                  </a:lnTo>
                  <a:lnTo>
                    <a:pt x="3068985" y="2942504"/>
                  </a:lnTo>
                  <a:lnTo>
                    <a:pt x="3060315" y="2942504"/>
                  </a:lnTo>
                  <a:lnTo>
                    <a:pt x="3051646" y="2942504"/>
                  </a:lnTo>
                  <a:lnTo>
                    <a:pt x="3042976" y="2942504"/>
                  </a:lnTo>
                  <a:lnTo>
                    <a:pt x="3034307" y="2942504"/>
                  </a:lnTo>
                  <a:lnTo>
                    <a:pt x="3025637" y="2942504"/>
                  </a:lnTo>
                  <a:lnTo>
                    <a:pt x="3016968" y="2942504"/>
                  </a:lnTo>
                  <a:lnTo>
                    <a:pt x="3008299" y="2942504"/>
                  </a:lnTo>
                  <a:lnTo>
                    <a:pt x="2999629" y="2942504"/>
                  </a:lnTo>
                  <a:lnTo>
                    <a:pt x="2990960" y="2942504"/>
                  </a:lnTo>
                  <a:lnTo>
                    <a:pt x="2982290" y="2942504"/>
                  </a:lnTo>
                  <a:lnTo>
                    <a:pt x="2973621" y="2942504"/>
                  </a:lnTo>
                  <a:lnTo>
                    <a:pt x="2964951" y="2942504"/>
                  </a:lnTo>
                  <a:lnTo>
                    <a:pt x="2956282" y="2942504"/>
                  </a:lnTo>
                  <a:lnTo>
                    <a:pt x="2947612" y="2942504"/>
                  </a:lnTo>
                  <a:lnTo>
                    <a:pt x="2938943" y="2942504"/>
                  </a:lnTo>
                  <a:lnTo>
                    <a:pt x="2930273" y="2942504"/>
                  </a:lnTo>
                  <a:lnTo>
                    <a:pt x="2921604" y="2942504"/>
                  </a:lnTo>
                  <a:lnTo>
                    <a:pt x="2912935" y="2942504"/>
                  </a:lnTo>
                  <a:lnTo>
                    <a:pt x="2904265" y="2942504"/>
                  </a:lnTo>
                  <a:lnTo>
                    <a:pt x="2895596" y="2942504"/>
                  </a:lnTo>
                  <a:lnTo>
                    <a:pt x="2886926" y="2942504"/>
                  </a:lnTo>
                  <a:lnTo>
                    <a:pt x="2878257" y="2942504"/>
                  </a:lnTo>
                  <a:lnTo>
                    <a:pt x="2869587" y="2942504"/>
                  </a:lnTo>
                  <a:lnTo>
                    <a:pt x="2860918" y="2942504"/>
                  </a:lnTo>
                  <a:lnTo>
                    <a:pt x="2852248" y="2942504"/>
                  </a:lnTo>
                  <a:lnTo>
                    <a:pt x="2843579" y="2942504"/>
                  </a:lnTo>
                  <a:lnTo>
                    <a:pt x="2834910" y="2942504"/>
                  </a:lnTo>
                  <a:lnTo>
                    <a:pt x="2826240" y="2942504"/>
                  </a:lnTo>
                  <a:lnTo>
                    <a:pt x="2817571" y="2942504"/>
                  </a:lnTo>
                  <a:lnTo>
                    <a:pt x="2808901" y="2942504"/>
                  </a:lnTo>
                  <a:lnTo>
                    <a:pt x="2800232" y="2942504"/>
                  </a:lnTo>
                  <a:lnTo>
                    <a:pt x="2791562" y="2942504"/>
                  </a:lnTo>
                  <a:lnTo>
                    <a:pt x="2782893" y="2942504"/>
                  </a:lnTo>
                  <a:lnTo>
                    <a:pt x="2774223" y="2942504"/>
                  </a:lnTo>
                  <a:lnTo>
                    <a:pt x="2765554" y="2942504"/>
                  </a:lnTo>
                  <a:lnTo>
                    <a:pt x="2756884" y="2942504"/>
                  </a:lnTo>
                  <a:lnTo>
                    <a:pt x="2748215" y="2942504"/>
                  </a:lnTo>
                  <a:lnTo>
                    <a:pt x="2739546" y="2942504"/>
                  </a:lnTo>
                  <a:lnTo>
                    <a:pt x="2730876" y="2942504"/>
                  </a:lnTo>
                  <a:lnTo>
                    <a:pt x="2722207" y="2942504"/>
                  </a:lnTo>
                  <a:lnTo>
                    <a:pt x="2713537" y="2942504"/>
                  </a:lnTo>
                  <a:lnTo>
                    <a:pt x="2704868" y="2942504"/>
                  </a:lnTo>
                  <a:lnTo>
                    <a:pt x="2696198" y="2942504"/>
                  </a:lnTo>
                  <a:lnTo>
                    <a:pt x="2687529" y="2942504"/>
                  </a:lnTo>
                  <a:lnTo>
                    <a:pt x="2678859" y="2942504"/>
                  </a:lnTo>
                  <a:lnTo>
                    <a:pt x="2670190" y="2942504"/>
                  </a:lnTo>
                  <a:lnTo>
                    <a:pt x="2661521" y="2942504"/>
                  </a:lnTo>
                  <a:lnTo>
                    <a:pt x="2652851" y="2942504"/>
                  </a:lnTo>
                  <a:lnTo>
                    <a:pt x="2644182" y="2942504"/>
                  </a:lnTo>
                  <a:lnTo>
                    <a:pt x="2635512" y="2942504"/>
                  </a:lnTo>
                  <a:lnTo>
                    <a:pt x="2626843" y="2942504"/>
                  </a:lnTo>
                  <a:lnTo>
                    <a:pt x="2618173" y="2942504"/>
                  </a:lnTo>
                  <a:lnTo>
                    <a:pt x="2609504" y="2942504"/>
                  </a:lnTo>
                  <a:lnTo>
                    <a:pt x="2600834" y="2942504"/>
                  </a:lnTo>
                  <a:lnTo>
                    <a:pt x="2592165" y="2942504"/>
                  </a:lnTo>
                  <a:lnTo>
                    <a:pt x="2583495" y="2942504"/>
                  </a:lnTo>
                  <a:lnTo>
                    <a:pt x="2574826" y="2942504"/>
                  </a:lnTo>
                  <a:lnTo>
                    <a:pt x="2566157" y="2942504"/>
                  </a:lnTo>
                  <a:lnTo>
                    <a:pt x="2557487" y="2942504"/>
                  </a:lnTo>
                  <a:lnTo>
                    <a:pt x="2548818" y="2942504"/>
                  </a:lnTo>
                  <a:lnTo>
                    <a:pt x="2540148" y="2942504"/>
                  </a:lnTo>
                  <a:lnTo>
                    <a:pt x="2531479" y="2942504"/>
                  </a:lnTo>
                  <a:lnTo>
                    <a:pt x="2522809" y="2942504"/>
                  </a:lnTo>
                  <a:lnTo>
                    <a:pt x="2514140" y="2942504"/>
                  </a:lnTo>
                  <a:lnTo>
                    <a:pt x="2505470" y="2942504"/>
                  </a:lnTo>
                  <a:lnTo>
                    <a:pt x="2496801" y="2942504"/>
                  </a:lnTo>
                  <a:lnTo>
                    <a:pt x="2488132" y="2942504"/>
                  </a:lnTo>
                  <a:lnTo>
                    <a:pt x="2479462" y="2942504"/>
                  </a:lnTo>
                  <a:lnTo>
                    <a:pt x="2470793" y="2942504"/>
                  </a:lnTo>
                  <a:lnTo>
                    <a:pt x="2462123" y="2942504"/>
                  </a:lnTo>
                  <a:lnTo>
                    <a:pt x="2453454" y="2942504"/>
                  </a:lnTo>
                  <a:lnTo>
                    <a:pt x="2444784" y="2942504"/>
                  </a:lnTo>
                  <a:lnTo>
                    <a:pt x="2436115" y="2942504"/>
                  </a:lnTo>
                  <a:lnTo>
                    <a:pt x="2427445" y="2942504"/>
                  </a:lnTo>
                  <a:lnTo>
                    <a:pt x="2418776" y="2942504"/>
                  </a:lnTo>
                  <a:lnTo>
                    <a:pt x="2410107" y="2942504"/>
                  </a:lnTo>
                  <a:lnTo>
                    <a:pt x="2401437" y="2942504"/>
                  </a:lnTo>
                  <a:lnTo>
                    <a:pt x="2392768" y="2942504"/>
                  </a:lnTo>
                  <a:lnTo>
                    <a:pt x="2384098" y="2942504"/>
                  </a:lnTo>
                  <a:lnTo>
                    <a:pt x="2375429" y="2942504"/>
                  </a:lnTo>
                  <a:lnTo>
                    <a:pt x="2366759" y="2942504"/>
                  </a:lnTo>
                  <a:lnTo>
                    <a:pt x="2358090" y="2942504"/>
                  </a:lnTo>
                  <a:lnTo>
                    <a:pt x="2349420" y="2942504"/>
                  </a:lnTo>
                  <a:lnTo>
                    <a:pt x="2340751" y="2942504"/>
                  </a:lnTo>
                  <a:lnTo>
                    <a:pt x="2332081" y="2942504"/>
                  </a:lnTo>
                  <a:lnTo>
                    <a:pt x="2323412" y="2942504"/>
                  </a:lnTo>
                  <a:lnTo>
                    <a:pt x="2314743" y="2942504"/>
                  </a:lnTo>
                  <a:lnTo>
                    <a:pt x="2306073" y="2942504"/>
                  </a:lnTo>
                  <a:lnTo>
                    <a:pt x="2297404" y="2942504"/>
                  </a:lnTo>
                  <a:lnTo>
                    <a:pt x="2288734" y="2942504"/>
                  </a:lnTo>
                  <a:lnTo>
                    <a:pt x="2280065" y="2942504"/>
                  </a:lnTo>
                  <a:lnTo>
                    <a:pt x="2271395" y="2942504"/>
                  </a:lnTo>
                  <a:lnTo>
                    <a:pt x="2262726" y="2942504"/>
                  </a:lnTo>
                  <a:lnTo>
                    <a:pt x="2254056" y="2942504"/>
                  </a:lnTo>
                  <a:lnTo>
                    <a:pt x="2245387" y="2942504"/>
                  </a:lnTo>
                  <a:lnTo>
                    <a:pt x="2236718" y="2942504"/>
                  </a:lnTo>
                  <a:lnTo>
                    <a:pt x="2228048" y="2942504"/>
                  </a:lnTo>
                  <a:lnTo>
                    <a:pt x="2219379" y="2942504"/>
                  </a:lnTo>
                  <a:lnTo>
                    <a:pt x="2210709" y="2942504"/>
                  </a:lnTo>
                  <a:lnTo>
                    <a:pt x="2202040" y="2942504"/>
                  </a:lnTo>
                  <a:lnTo>
                    <a:pt x="2193370" y="2942504"/>
                  </a:lnTo>
                  <a:lnTo>
                    <a:pt x="2184701" y="2942504"/>
                  </a:lnTo>
                  <a:lnTo>
                    <a:pt x="2176031" y="2942504"/>
                  </a:lnTo>
                  <a:lnTo>
                    <a:pt x="2167362" y="2942504"/>
                  </a:lnTo>
                  <a:lnTo>
                    <a:pt x="2158692" y="2942504"/>
                  </a:lnTo>
                  <a:lnTo>
                    <a:pt x="2150023" y="2942504"/>
                  </a:lnTo>
                  <a:lnTo>
                    <a:pt x="2141354" y="2942504"/>
                  </a:lnTo>
                  <a:lnTo>
                    <a:pt x="2132684" y="2942504"/>
                  </a:lnTo>
                  <a:lnTo>
                    <a:pt x="2124015" y="2942504"/>
                  </a:lnTo>
                  <a:lnTo>
                    <a:pt x="2115345" y="2942504"/>
                  </a:lnTo>
                  <a:lnTo>
                    <a:pt x="2106676" y="2942504"/>
                  </a:lnTo>
                  <a:lnTo>
                    <a:pt x="2098006" y="2942504"/>
                  </a:lnTo>
                  <a:lnTo>
                    <a:pt x="2089337" y="2942504"/>
                  </a:lnTo>
                  <a:lnTo>
                    <a:pt x="2080667" y="2942504"/>
                  </a:lnTo>
                  <a:lnTo>
                    <a:pt x="2071998" y="2942504"/>
                  </a:lnTo>
                  <a:lnTo>
                    <a:pt x="2063329" y="2942504"/>
                  </a:lnTo>
                  <a:lnTo>
                    <a:pt x="2054659" y="2942504"/>
                  </a:lnTo>
                  <a:lnTo>
                    <a:pt x="2045990" y="2942504"/>
                  </a:lnTo>
                  <a:lnTo>
                    <a:pt x="2037320" y="2942504"/>
                  </a:lnTo>
                  <a:lnTo>
                    <a:pt x="2028651" y="2942504"/>
                  </a:lnTo>
                  <a:lnTo>
                    <a:pt x="2019981" y="2942504"/>
                  </a:lnTo>
                  <a:lnTo>
                    <a:pt x="2011312" y="2942504"/>
                  </a:lnTo>
                  <a:lnTo>
                    <a:pt x="2002642" y="2942504"/>
                  </a:lnTo>
                  <a:lnTo>
                    <a:pt x="1993973" y="2942504"/>
                  </a:lnTo>
                  <a:lnTo>
                    <a:pt x="1985303" y="2942504"/>
                  </a:lnTo>
                  <a:lnTo>
                    <a:pt x="1976634" y="2942504"/>
                  </a:lnTo>
                  <a:lnTo>
                    <a:pt x="1967965" y="2942504"/>
                  </a:lnTo>
                  <a:lnTo>
                    <a:pt x="1959295" y="2942504"/>
                  </a:lnTo>
                  <a:lnTo>
                    <a:pt x="1950626" y="2942504"/>
                  </a:lnTo>
                  <a:lnTo>
                    <a:pt x="1941956" y="2942504"/>
                  </a:lnTo>
                  <a:lnTo>
                    <a:pt x="1933287" y="2942504"/>
                  </a:lnTo>
                  <a:lnTo>
                    <a:pt x="1924617" y="2942504"/>
                  </a:lnTo>
                  <a:lnTo>
                    <a:pt x="1915948" y="2942504"/>
                  </a:lnTo>
                  <a:lnTo>
                    <a:pt x="1907278" y="2942504"/>
                  </a:lnTo>
                  <a:lnTo>
                    <a:pt x="1898609" y="2942504"/>
                  </a:lnTo>
                  <a:lnTo>
                    <a:pt x="1889940" y="2942504"/>
                  </a:lnTo>
                  <a:lnTo>
                    <a:pt x="1881270" y="2942504"/>
                  </a:lnTo>
                  <a:lnTo>
                    <a:pt x="1872601" y="2942504"/>
                  </a:lnTo>
                  <a:lnTo>
                    <a:pt x="1863931" y="2942504"/>
                  </a:lnTo>
                  <a:lnTo>
                    <a:pt x="1855262" y="2942504"/>
                  </a:lnTo>
                  <a:lnTo>
                    <a:pt x="1846592" y="2942504"/>
                  </a:lnTo>
                  <a:lnTo>
                    <a:pt x="1837923" y="2942504"/>
                  </a:lnTo>
                  <a:lnTo>
                    <a:pt x="1829253" y="2942504"/>
                  </a:lnTo>
                  <a:lnTo>
                    <a:pt x="1820584" y="2942504"/>
                  </a:lnTo>
                  <a:lnTo>
                    <a:pt x="1811914" y="2942504"/>
                  </a:lnTo>
                  <a:lnTo>
                    <a:pt x="1803245" y="2942504"/>
                  </a:lnTo>
                  <a:lnTo>
                    <a:pt x="1794576" y="2942504"/>
                  </a:lnTo>
                  <a:lnTo>
                    <a:pt x="1785906" y="2942504"/>
                  </a:lnTo>
                  <a:lnTo>
                    <a:pt x="1777237" y="2942504"/>
                  </a:lnTo>
                  <a:lnTo>
                    <a:pt x="1768567" y="2942504"/>
                  </a:lnTo>
                  <a:lnTo>
                    <a:pt x="1759898" y="2942504"/>
                  </a:lnTo>
                  <a:lnTo>
                    <a:pt x="1751228" y="2942504"/>
                  </a:lnTo>
                  <a:lnTo>
                    <a:pt x="1742559" y="2942504"/>
                  </a:lnTo>
                  <a:lnTo>
                    <a:pt x="1733889" y="2942504"/>
                  </a:lnTo>
                  <a:lnTo>
                    <a:pt x="1725220" y="2942504"/>
                  </a:lnTo>
                  <a:lnTo>
                    <a:pt x="1716551" y="2942504"/>
                  </a:lnTo>
                  <a:lnTo>
                    <a:pt x="1707881" y="2942504"/>
                  </a:lnTo>
                  <a:lnTo>
                    <a:pt x="1699212" y="2942504"/>
                  </a:lnTo>
                  <a:lnTo>
                    <a:pt x="1690542" y="2942504"/>
                  </a:lnTo>
                  <a:lnTo>
                    <a:pt x="1681873" y="2942504"/>
                  </a:lnTo>
                  <a:lnTo>
                    <a:pt x="1673203" y="2942504"/>
                  </a:lnTo>
                  <a:lnTo>
                    <a:pt x="1664534" y="2942504"/>
                  </a:lnTo>
                  <a:lnTo>
                    <a:pt x="1655864" y="2942504"/>
                  </a:lnTo>
                  <a:lnTo>
                    <a:pt x="1647195" y="2942504"/>
                  </a:lnTo>
                  <a:lnTo>
                    <a:pt x="1638525" y="2942504"/>
                  </a:lnTo>
                  <a:lnTo>
                    <a:pt x="1629856" y="2942504"/>
                  </a:lnTo>
                  <a:lnTo>
                    <a:pt x="1621187" y="2942504"/>
                  </a:lnTo>
                  <a:lnTo>
                    <a:pt x="1612517" y="2942504"/>
                  </a:lnTo>
                  <a:lnTo>
                    <a:pt x="1603848" y="2942504"/>
                  </a:lnTo>
                  <a:lnTo>
                    <a:pt x="1595178" y="2942504"/>
                  </a:lnTo>
                  <a:lnTo>
                    <a:pt x="1586509" y="2942504"/>
                  </a:lnTo>
                  <a:lnTo>
                    <a:pt x="1577839" y="2942504"/>
                  </a:lnTo>
                  <a:lnTo>
                    <a:pt x="1569170" y="2942504"/>
                  </a:lnTo>
                  <a:lnTo>
                    <a:pt x="1560500" y="2942504"/>
                  </a:lnTo>
                  <a:lnTo>
                    <a:pt x="1551831" y="2942504"/>
                  </a:lnTo>
                  <a:lnTo>
                    <a:pt x="1543162" y="2942504"/>
                  </a:lnTo>
                  <a:lnTo>
                    <a:pt x="1534492" y="2942504"/>
                  </a:lnTo>
                  <a:lnTo>
                    <a:pt x="1525823" y="2942504"/>
                  </a:lnTo>
                  <a:lnTo>
                    <a:pt x="1517153" y="2942504"/>
                  </a:lnTo>
                  <a:lnTo>
                    <a:pt x="1508484" y="2942504"/>
                  </a:lnTo>
                  <a:lnTo>
                    <a:pt x="1499814" y="2942504"/>
                  </a:lnTo>
                  <a:lnTo>
                    <a:pt x="1491145" y="2942504"/>
                  </a:lnTo>
                  <a:lnTo>
                    <a:pt x="1482475" y="2942504"/>
                  </a:lnTo>
                  <a:lnTo>
                    <a:pt x="1473806" y="2942504"/>
                  </a:lnTo>
                  <a:lnTo>
                    <a:pt x="1465136" y="2942504"/>
                  </a:lnTo>
                  <a:lnTo>
                    <a:pt x="1456467" y="2942504"/>
                  </a:lnTo>
                  <a:lnTo>
                    <a:pt x="1447798" y="2942504"/>
                  </a:lnTo>
                  <a:lnTo>
                    <a:pt x="1439128" y="2942504"/>
                  </a:lnTo>
                  <a:lnTo>
                    <a:pt x="1430459" y="2942504"/>
                  </a:lnTo>
                  <a:lnTo>
                    <a:pt x="1421789" y="2942504"/>
                  </a:lnTo>
                  <a:lnTo>
                    <a:pt x="1413120" y="2942504"/>
                  </a:lnTo>
                  <a:lnTo>
                    <a:pt x="1404450" y="2942504"/>
                  </a:lnTo>
                  <a:lnTo>
                    <a:pt x="1395781" y="2942504"/>
                  </a:lnTo>
                  <a:lnTo>
                    <a:pt x="1387111" y="2942504"/>
                  </a:lnTo>
                  <a:lnTo>
                    <a:pt x="1378442" y="2942504"/>
                  </a:lnTo>
                  <a:lnTo>
                    <a:pt x="1369773" y="2942504"/>
                  </a:lnTo>
                  <a:lnTo>
                    <a:pt x="1361103" y="2942504"/>
                  </a:lnTo>
                  <a:lnTo>
                    <a:pt x="1352434" y="2942504"/>
                  </a:lnTo>
                  <a:lnTo>
                    <a:pt x="1343764" y="2942504"/>
                  </a:lnTo>
                  <a:lnTo>
                    <a:pt x="1335095" y="2942504"/>
                  </a:lnTo>
                  <a:lnTo>
                    <a:pt x="1326425" y="2942504"/>
                  </a:lnTo>
                  <a:lnTo>
                    <a:pt x="1317756" y="2942504"/>
                  </a:lnTo>
                  <a:lnTo>
                    <a:pt x="1309086" y="2942504"/>
                  </a:lnTo>
                  <a:lnTo>
                    <a:pt x="1300417" y="2942504"/>
                  </a:lnTo>
                  <a:lnTo>
                    <a:pt x="1291747" y="2942504"/>
                  </a:lnTo>
                  <a:lnTo>
                    <a:pt x="1283078" y="2942504"/>
                  </a:lnTo>
                  <a:lnTo>
                    <a:pt x="1274409" y="2942504"/>
                  </a:lnTo>
                  <a:lnTo>
                    <a:pt x="1265739" y="2942504"/>
                  </a:lnTo>
                  <a:lnTo>
                    <a:pt x="1257070" y="2942504"/>
                  </a:lnTo>
                  <a:lnTo>
                    <a:pt x="1248400" y="2942504"/>
                  </a:lnTo>
                  <a:lnTo>
                    <a:pt x="1239731" y="2942504"/>
                  </a:lnTo>
                  <a:lnTo>
                    <a:pt x="1231061" y="2942504"/>
                  </a:lnTo>
                  <a:lnTo>
                    <a:pt x="1222392" y="2942504"/>
                  </a:lnTo>
                  <a:lnTo>
                    <a:pt x="1213722" y="2942504"/>
                  </a:lnTo>
                  <a:lnTo>
                    <a:pt x="1205053" y="2942504"/>
                  </a:lnTo>
                  <a:lnTo>
                    <a:pt x="1196384" y="2942504"/>
                  </a:lnTo>
                  <a:lnTo>
                    <a:pt x="1187714" y="2942504"/>
                  </a:lnTo>
                  <a:lnTo>
                    <a:pt x="1179045" y="2942504"/>
                  </a:lnTo>
                  <a:lnTo>
                    <a:pt x="1170375" y="2942504"/>
                  </a:lnTo>
                  <a:lnTo>
                    <a:pt x="1161706" y="2942504"/>
                  </a:lnTo>
                  <a:lnTo>
                    <a:pt x="1153036" y="2942504"/>
                  </a:lnTo>
                  <a:lnTo>
                    <a:pt x="1144367" y="2942504"/>
                  </a:lnTo>
                  <a:lnTo>
                    <a:pt x="1135697" y="2942504"/>
                  </a:lnTo>
                  <a:lnTo>
                    <a:pt x="1127028" y="2942504"/>
                  </a:lnTo>
                  <a:lnTo>
                    <a:pt x="1118359" y="2942504"/>
                  </a:lnTo>
                  <a:lnTo>
                    <a:pt x="1109689" y="2942504"/>
                  </a:lnTo>
                  <a:lnTo>
                    <a:pt x="1101020" y="2942504"/>
                  </a:lnTo>
                  <a:lnTo>
                    <a:pt x="1092350" y="2942504"/>
                  </a:lnTo>
                  <a:lnTo>
                    <a:pt x="1083681" y="2942504"/>
                  </a:lnTo>
                  <a:lnTo>
                    <a:pt x="1075011" y="2942504"/>
                  </a:lnTo>
                  <a:lnTo>
                    <a:pt x="1066342" y="2942504"/>
                  </a:lnTo>
                  <a:lnTo>
                    <a:pt x="1057672" y="2942504"/>
                  </a:lnTo>
                  <a:lnTo>
                    <a:pt x="1049003" y="2942504"/>
                  </a:lnTo>
                  <a:lnTo>
                    <a:pt x="1040333" y="2942504"/>
                  </a:lnTo>
                  <a:lnTo>
                    <a:pt x="1031664" y="2942504"/>
                  </a:lnTo>
                  <a:lnTo>
                    <a:pt x="1022995" y="2942504"/>
                  </a:lnTo>
                  <a:lnTo>
                    <a:pt x="1014325" y="2942504"/>
                  </a:lnTo>
                  <a:lnTo>
                    <a:pt x="1005656" y="2942504"/>
                  </a:lnTo>
                  <a:lnTo>
                    <a:pt x="996986" y="2942504"/>
                  </a:lnTo>
                  <a:lnTo>
                    <a:pt x="988317" y="2942504"/>
                  </a:lnTo>
                  <a:lnTo>
                    <a:pt x="979647" y="2942504"/>
                  </a:lnTo>
                  <a:lnTo>
                    <a:pt x="970978" y="2942504"/>
                  </a:lnTo>
                  <a:lnTo>
                    <a:pt x="962308" y="2942504"/>
                  </a:lnTo>
                  <a:lnTo>
                    <a:pt x="953639" y="2942504"/>
                  </a:lnTo>
                  <a:lnTo>
                    <a:pt x="944970" y="2942504"/>
                  </a:lnTo>
                  <a:lnTo>
                    <a:pt x="936300" y="2942504"/>
                  </a:lnTo>
                  <a:lnTo>
                    <a:pt x="927631" y="2942504"/>
                  </a:lnTo>
                  <a:lnTo>
                    <a:pt x="918961" y="2942504"/>
                  </a:lnTo>
                  <a:lnTo>
                    <a:pt x="910292" y="2942504"/>
                  </a:lnTo>
                  <a:lnTo>
                    <a:pt x="901622" y="2942504"/>
                  </a:lnTo>
                  <a:lnTo>
                    <a:pt x="892953" y="2942504"/>
                  </a:lnTo>
                  <a:lnTo>
                    <a:pt x="884283" y="2942504"/>
                  </a:lnTo>
                  <a:lnTo>
                    <a:pt x="875614" y="2942504"/>
                  </a:lnTo>
                  <a:lnTo>
                    <a:pt x="866944" y="2942504"/>
                  </a:lnTo>
                  <a:lnTo>
                    <a:pt x="858275" y="2942504"/>
                  </a:lnTo>
                  <a:lnTo>
                    <a:pt x="849606" y="2942504"/>
                  </a:lnTo>
                  <a:lnTo>
                    <a:pt x="840936" y="2942504"/>
                  </a:lnTo>
                  <a:lnTo>
                    <a:pt x="832267" y="2942504"/>
                  </a:lnTo>
                  <a:lnTo>
                    <a:pt x="823597" y="2942504"/>
                  </a:lnTo>
                  <a:lnTo>
                    <a:pt x="814928" y="2942504"/>
                  </a:lnTo>
                  <a:lnTo>
                    <a:pt x="806258" y="2942504"/>
                  </a:lnTo>
                  <a:lnTo>
                    <a:pt x="797589" y="2942504"/>
                  </a:lnTo>
                  <a:lnTo>
                    <a:pt x="788919" y="2942504"/>
                  </a:lnTo>
                  <a:lnTo>
                    <a:pt x="780250" y="2942504"/>
                  </a:lnTo>
                  <a:lnTo>
                    <a:pt x="771581" y="2942504"/>
                  </a:lnTo>
                  <a:lnTo>
                    <a:pt x="762911" y="2942504"/>
                  </a:lnTo>
                  <a:lnTo>
                    <a:pt x="754242" y="2942504"/>
                  </a:lnTo>
                  <a:lnTo>
                    <a:pt x="745572" y="2942504"/>
                  </a:lnTo>
                  <a:lnTo>
                    <a:pt x="736903" y="2942504"/>
                  </a:lnTo>
                  <a:lnTo>
                    <a:pt x="728233" y="2942504"/>
                  </a:lnTo>
                  <a:lnTo>
                    <a:pt x="719564" y="2942504"/>
                  </a:lnTo>
                  <a:lnTo>
                    <a:pt x="710894" y="2942504"/>
                  </a:lnTo>
                  <a:lnTo>
                    <a:pt x="702225" y="2942504"/>
                  </a:lnTo>
                  <a:lnTo>
                    <a:pt x="693555" y="2942504"/>
                  </a:lnTo>
                  <a:lnTo>
                    <a:pt x="684886" y="2942504"/>
                  </a:lnTo>
                  <a:lnTo>
                    <a:pt x="676217" y="2942504"/>
                  </a:lnTo>
                  <a:lnTo>
                    <a:pt x="667547" y="2942504"/>
                  </a:lnTo>
                  <a:lnTo>
                    <a:pt x="658878" y="2942504"/>
                  </a:lnTo>
                  <a:lnTo>
                    <a:pt x="650208" y="2942504"/>
                  </a:lnTo>
                  <a:lnTo>
                    <a:pt x="641539" y="2942504"/>
                  </a:lnTo>
                  <a:lnTo>
                    <a:pt x="632869" y="2942504"/>
                  </a:lnTo>
                  <a:lnTo>
                    <a:pt x="624200" y="2942504"/>
                  </a:lnTo>
                  <a:lnTo>
                    <a:pt x="615530" y="2942504"/>
                  </a:lnTo>
                  <a:lnTo>
                    <a:pt x="606861" y="2942504"/>
                  </a:lnTo>
                  <a:lnTo>
                    <a:pt x="598192" y="2942504"/>
                  </a:lnTo>
                  <a:lnTo>
                    <a:pt x="589522" y="2942504"/>
                  </a:lnTo>
                  <a:lnTo>
                    <a:pt x="580853" y="2942504"/>
                  </a:lnTo>
                  <a:lnTo>
                    <a:pt x="572183" y="2942504"/>
                  </a:lnTo>
                  <a:lnTo>
                    <a:pt x="563514" y="2942504"/>
                  </a:lnTo>
                  <a:lnTo>
                    <a:pt x="554844" y="2942504"/>
                  </a:lnTo>
                  <a:lnTo>
                    <a:pt x="546175" y="2942504"/>
                  </a:lnTo>
                  <a:lnTo>
                    <a:pt x="537505" y="2942504"/>
                  </a:lnTo>
                  <a:lnTo>
                    <a:pt x="528836" y="2942504"/>
                  </a:lnTo>
                  <a:lnTo>
                    <a:pt x="520166" y="2942504"/>
                  </a:lnTo>
                  <a:lnTo>
                    <a:pt x="511497" y="2942504"/>
                  </a:lnTo>
                  <a:lnTo>
                    <a:pt x="502828" y="2942504"/>
                  </a:lnTo>
                  <a:lnTo>
                    <a:pt x="494158" y="2942504"/>
                  </a:lnTo>
                  <a:lnTo>
                    <a:pt x="485489" y="2942504"/>
                  </a:lnTo>
                  <a:lnTo>
                    <a:pt x="476819" y="2942504"/>
                  </a:lnTo>
                  <a:lnTo>
                    <a:pt x="468150" y="2942504"/>
                  </a:lnTo>
                  <a:lnTo>
                    <a:pt x="459480" y="2942504"/>
                  </a:lnTo>
                  <a:lnTo>
                    <a:pt x="450811" y="2942504"/>
                  </a:lnTo>
                  <a:lnTo>
                    <a:pt x="442141" y="2942504"/>
                  </a:lnTo>
                  <a:lnTo>
                    <a:pt x="433472" y="2942504"/>
                  </a:lnTo>
                  <a:lnTo>
                    <a:pt x="424803" y="2942504"/>
                  </a:lnTo>
                  <a:lnTo>
                    <a:pt x="416133" y="2942504"/>
                  </a:lnTo>
                  <a:lnTo>
                    <a:pt x="407464" y="2942504"/>
                  </a:lnTo>
                  <a:lnTo>
                    <a:pt x="398794" y="2942504"/>
                  </a:lnTo>
                  <a:lnTo>
                    <a:pt x="390125" y="2942504"/>
                  </a:lnTo>
                  <a:lnTo>
                    <a:pt x="381455" y="2942504"/>
                  </a:lnTo>
                  <a:lnTo>
                    <a:pt x="372786" y="2942504"/>
                  </a:lnTo>
                  <a:lnTo>
                    <a:pt x="364116" y="2942504"/>
                  </a:lnTo>
                  <a:lnTo>
                    <a:pt x="355447" y="2942504"/>
                  </a:lnTo>
                  <a:lnTo>
                    <a:pt x="346777" y="2942504"/>
                  </a:lnTo>
                  <a:lnTo>
                    <a:pt x="338108" y="2942504"/>
                  </a:lnTo>
                  <a:lnTo>
                    <a:pt x="329439" y="2942504"/>
                  </a:lnTo>
                  <a:lnTo>
                    <a:pt x="320769" y="2942504"/>
                  </a:lnTo>
                  <a:lnTo>
                    <a:pt x="312100" y="2942504"/>
                  </a:lnTo>
                  <a:lnTo>
                    <a:pt x="303430" y="2942504"/>
                  </a:lnTo>
                  <a:lnTo>
                    <a:pt x="294761" y="2942504"/>
                  </a:lnTo>
                  <a:lnTo>
                    <a:pt x="286091" y="2942504"/>
                  </a:lnTo>
                  <a:lnTo>
                    <a:pt x="277422" y="2942504"/>
                  </a:lnTo>
                  <a:lnTo>
                    <a:pt x="268752" y="2942504"/>
                  </a:lnTo>
                  <a:lnTo>
                    <a:pt x="260083" y="2942504"/>
                  </a:lnTo>
                  <a:lnTo>
                    <a:pt x="251414" y="2942504"/>
                  </a:lnTo>
                  <a:lnTo>
                    <a:pt x="242744" y="2942504"/>
                  </a:lnTo>
                  <a:lnTo>
                    <a:pt x="234075" y="2942504"/>
                  </a:lnTo>
                  <a:lnTo>
                    <a:pt x="225405" y="2942504"/>
                  </a:lnTo>
                  <a:lnTo>
                    <a:pt x="216736" y="2942504"/>
                  </a:lnTo>
                  <a:lnTo>
                    <a:pt x="208066" y="2942504"/>
                  </a:lnTo>
                  <a:lnTo>
                    <a:pt x="199397" y="2942504"/>
                  </a:lnTo>
                  <a:lnTo>
                    <a:pt x="190727" y="2942504"/>
                  </a:lnTo>
                  <a:lnTo>
                    <a:pt x="182058" y="2942504"/>
                  </a:lnTo>
                  <a:lnTo>
                    <a:pt x="173388" y="2942504"/>
                  </a:lnTo>
                  <a:lnTo>
                    <a:pt x="164719" y="2942504"/>
                  </a:lnTo>
                  <a:lnTo>
                    <a:pt x="156050" y="2942504"/>
                  </a:lnTo>
                  <a:lnTo>
                    <a:pt x="147380" y="2942504"/>
                  </a:lnTo>
                  <a:lnTo>
                    <a:pt x="138711" y="2942504"/>
                  </a:lnTo>
                  <a:lnTo>
                    <a:pt x="130041" y="2942504"/>
                  </a:lnTo>
                  <a:lnTo>
                    <a:pt x="121372" y="2942504"/>
                  </a:lnTo>
                  <a:lnTo>
                    <a:pt x="112702" y="2942504"/>
                  </a:lnTo>
                  <a:lnTo>
                    <a:pt x="104033" y="2942504"/>
                  </a:lnTo>
                  <a:lnTo>
                    <a:pt x="95363" y="2942504"/>
                  </a:lnTo>
                  <a:lnTo>
                    <a:pt x="86694" y="2942504"/>
                  </a:lnTo>
                  <a:lnTo>
                    <a:pt x="78025" y="2942504"/>
                  </a:lnTo>
                  <a:lnTo>
                    <a:pt x="69355" y="2942504"/>
                  </a:lnTo>
                  <a:lnTo>
                    <a:pt x="60686" y="2942504"/>
                  </a:lnTo>
                  <a:lnTo>
                    <a:pt x="52016" y="2942504"/>
                  </a:lnTo>
                  <a:lnTo>
                    <a:pt x="43347" y="2942504"/>
                  </a:lnTo>
                  <a:lnTo>
                    <a:pt x="34677" y="2942504"/>
                  </a:lnTo>
                  <a:lnTo>
                    <a:pt x="26008" y="2942504"/>
                  </a:lnTo>
                  <a:lnTo>
                    <a:pt x="17338" y="2942504"/>
                  </a:lnTo>
                  <a:lnTo>
                    <a:pt x="8669" y="2942504"/>
                  </a:lnTo>
                  <a:lnTo>
                    <a:pt x="0" y="29425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05546"/>
              <a:ext cx="4430088" cy="2805888"/>
            </a:xfrm>
            <a:custGeom>
              <a:avLst/>
              <a:pathLst>
                <a:path w="4430088" h="2805888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74965"/>
            </a:xfrm>
            <a:custGeom>
              <a:avLst/>
              <a:pathLst>
                <a:path w="4430088" h="3174965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35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70051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5654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4302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2026-10-08T10:10:46Z</dcterms:modified>
  <cp:category/>
</cp:coreProperties>
</file>