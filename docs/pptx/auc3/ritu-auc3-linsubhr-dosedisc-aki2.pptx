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8073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079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4085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91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2076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008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808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585456"/>
            </a:xfrm>
            <a:custGeom>
              <a:avLst/>
              <a:pathLst>
                <a:path w="7090630" h="3585456">
                  <a:moveTo>
                    <a:pt x="0" y="1374884"/>
                  </a:moveTo>
                  <a:lnTo>
                    <a:pt x="71622" y="1424021"/>
                  </a:lnTo>
                  <a:lnTo>
                    <a:pt x="143245" y="1472099"/>
                  </a:lnTo>
                  <a:lnTo>
                    <a:pt x="214867" y="1519140"/>
                  </a:lnTo>
                  <a:lnTo>
                    <a:pt x="286490" y="1565165"/>
                  </a:lnTo>
                  <a:lnTo>
                    <a:pt x="358112" y="1610198"/>
                  </a:lnTo>
                  <a:lnTo>
                    <a:pt x="429735" y="1654259"/>
                  </a:lnTo>
                  <a:lnTo>
                    <a:pt x="501357" y="1697370"/>
                  </a:lnTo>
                  <a:lnTo>
                    <a:pt x="572980" y="1739551"/>
                  </a:lnTo>
                  <a:lnTo>
                    <a:pt x="644602" y="1780822"/>
                  </a:lnTo>
                  <a:lnTo>
                    <a:pt x="716225" y="1821202"/>
                  </a:lnTo>
                  <a:lnTo>
                    <a:pt x="787847" y="1860712"/>
                  </a:lnTo>
                  <a:lnTo>
                    <a:pt x="859470" y="1899369"/>
                  </a:lnTo>
                  <a:lnTo>
                    <a:pt x="931092" y="1937192"/>
                  </a:lnTo>
                  <a:lnTo>
                    <a:pt x="1002715" y="1974199"/>
                  </a:lnTo>
                  <a:lnTo>
                    <a:pt x="1074337" y="2010408"/>
                  </a:lnTo>
                  <a:lnTo>
                    <a:pt x="1145960" y="2045836"/>
                  </a:lnTo>
                  <a:lnTo>
                    <a:pt x="1217582" y="2080499"/>
                  </a:lnTo>
                  <a:lnTo>
                    <a:pt x="1289205" y="2114415"/>
                  </a:lnTo>
                  <a:lnTo>
                    <a:pt x="1360827" y="2147598"/>
                  </a:lnTo>
                  <a:lnTo>
                    <a:pt x="1432450" y="2180067"/>
                  </a:lnTo>
                  <a:lnTo>
                    <a:pt x="1504073" y="2211834"/>
                  </a:lnTo>
                  <a:lnTo>
                    <a:pt x="1575695" y="2242917"/>
                  </a:lnTo>
                  <a:lnTo>
                    <a:pt x="1647318" y="2273328"/>
                  </a:lnTo>
                  <a:lnTo>
                    <a:pt x="1718940" y="2303084"/>
                  </a:lnTo>
                  <a:lnTo>
                    <a:pt x="1790563" y="2332198"/>
                  </a:lnTo>
                  <a:lnTo>
                    <a:pt x="1862185" y="2360684"/>
                  </a:lnTo>
                  <a:lnTo>
                    <a:pt x="1933808" y="2388555"/>
                  </a:lnTo>
                  <a:lnTo>
                    <a:pt x="2005430" y="2415825"/>
                  </a:lnTo>
                  <a:lnTo>
                    <a:pt x="2077053" y="2442507"/>
                  </a:lnTo>
                  <a:lnTo>
                    <a:pt x="2148675" y="2468613"/>
                  </a:lnTo>
                  <a:lnTo>
                    <a:pt x="2220298" y="2494156"/>
                  </a:lnTo>
                  <a:lnTo>
                    <a:pt x="2291920" y="2519147"/>
                  </a:lnTo>
                  <a:lnTo>
                    <a:pt x="2363543" y="2543600"/>
                  </a:lnTo>
                  <a:lnTo>
                    <a:pt x="2435165" y="2567525"/>
                  </a:lnTo>
                  <a:lnTo>
                    <a:pt x="2506788" y="2590934"/>
                  </a:lnTo>
                  <a:lnTo>
                    <a:pt x="2578410" y="2613838"/>
                  </a:lnTo>
                  <a:lnTo>
                    <a:pt x="2650033" y="2636248"/>
                  </a:lnTo>
                  <a:lnTo>
                    <a:pt x="2721655" y="2658175"/>
                  </a:lnTo>
                  <a:lnTo>
                    <a:pt x="2793278" y="2679628"/>
                  </a:lnTo>
                  <a:lnTo>
                    <a:pt x="2864901" y="2700619"/>
                  </a:lnTo>
                  <a:lnTo>
                    <a:pt x="2936523" y="2721157"/>
                  </a:lnTo>
                  <a:lnTo>
                    <a:pt x="3008146" y="2741252"/>
                  </a:lnTo>
                  <a:lnTo>
                    <a:pt x="3079768" y="2760913"/>
                  </a:lnTo>
                  <a:lnTo>
                    <a:pt x="3151391" y="2780150"/>
                  </a:lnTo>
                  <a:lnTo>
                    <a:pt x="3223013" y="2738922"/>
                  </a:lnTo>
                  <a:lnTo>
                    <a:pt x="3294636" y="2684359"/>
                  </a:lnTo>
                  <a:lnTo>
                    <a:pt x="3366258" y="2626537"/>
                  </a:lnTo>
                  <a:lnTo>
                    <a:pt x="3437881" y="2565262"/>
                  </a:lnTo>
                  <a:lnTo>
                    <a:pt x="3509503" y="2500328"/>
                  </a:lnTo>
                  <a:lnTo>
                    <a:pt x="3581126" y="2431517"/>
                  </a:lnTo>
                  <a:lnTo>
                    <a:pt x="3652748" y="2358596"/>
                  </a:lnTo>
                  <a:lnTo>
                    <a:pt x="3724371" y="2281321"/>
                  </a:lnTo>
                  <a:lnTo>
                    <a:pt x="3795993" y="2199432"/>
                  </a:lnTo>
                  <a:lnTo>
                    <a:pt x="3867616" y="2112652"/>
                  </a:lnTo>
                  <a:lnTo>
                    <a:pt x="3939238" y="2020690"/>
                  </a:lnTo>
                  <a:lnTo>
                    <a:pt x="4010861" y="1923237"/>
                  </a:lnTo>
                  <a:lnTo>
                    <a:pt x="4082483" y="1819964"/>
                  </a:lnTo>
                  <a:lnTo>
                    <a:pt x="4154106" y="1710524"/>
                  </a:lnTo>
                  <a:lnTo>
                    <a:pt x="4225729" y="1594549"/>
                  </a:lnTo>
                  <a:lnTo>
                    <a:pt x="4297351" y="1471648"/>
                  </a:lnTo>
                  <a:lnTo>
                    <a:pt x="4368974" y="1341408"/>
                  </a:lnTo>
                  <a:lnTo>
                    <a:pt x="4440596" y="1203391"/>
                  </a:lnTo>
                  <a:lnTo>
                    <a:pt x="4512219" y="1057132"/>
                  </a:lnTo>
                  <a:lnTo>
                    <a:pt x="4583841" y="902139"/>
                  </a:lnTo>
                  <a:lnTo>
                    <a:pt x="4655464" y="737890"/>
                  </a:lnTo>
                  <a:lnTo>
                    <a:pt x="4727086" y="563833"/>
                  </a:lnTo>
                  <a:lnTo>
                    <a:pt x="4798709" y="379383"/>
                  </a:lnTo>
                  <a:lnTo>
                    <a:pt x="4870331" y="183917"/>
                  </a:lnTo>
                  <a:lnTo>
                    <a:pt x="4933925" y="0"/>
                  </a:lnTo>
                  <a:lnTo>
                    <a:pt x="7090630" y="0"/>
                  </a:lnTo>
                  <a:lnTo>
                    <a:pt x="7090630" y="3389720"/>
                  </a:lnTo>
                  <a:lnTo>
                    <a:pt x="7019007" y="3383923"/>
                  </a:lnTo>
                  <a:lnTo>
                    <a:pt x="6947385" y="3377998"/>
                  </a:lnTo>
                  <a:lnTo>
                    <a:pt x="6875762" y="3371942"/>
                  </a:lnTo>
                  <a:lnTo>
                    <a:pt x="6804139" y="3365753"/>
                  </a:lnTo>
                  <a:lnTo>
                    <a:pt x="6732517" y="3359428"/>
                  </a:lnTo>
                  <a:lnTo>
                    <a:pt x="6660894" y="3352963"/>
                  </a:lnTo>
                  <a:lnTo>
                    <a:pt x="6589272" y="3346355"/>
                  </a:lnTo>
                  <a:lnTo>
                    <a:pt x="6517649" y="3339602"/>
                  </a:lnTo>
                  <a:lnTo>
                    <a:pt x="6446027" y="3332700"/>
                  </a:lnTo>
                  <a:lnTo>
                    <a:pt x="6374404" y="3325646"/>
                  </a:lnTo>
                  <a:lnTo>
                    <a:pt x="6302782" y="3318436"/>
                  </a:lnTo>
                  <a:lnTo>
                    <a:pt x="6231159" y="3311067"/>
                  </a:lnTo>
                  <a:lnTo>
                    <a:pt x="6159537" y="3303536"/>
                  </a:lnTo>
                  <a:lnTo>
                    <a:pt x="6087914" y="3295839"/>
                  </a:lnTo>
                  <a:lnTo>
                    <a:pt x="6016292" y="3287972"/>
                  </a:lnTo>
                  <a:lnTo>
                    <a:pt x="5944669" y="3279931"/>
                  </a:lnTo>
                  <a:lnTo>
                    <a:pt x="5873047" y="3271713"/>
                  </a:lnTo>
                  <a:lnTo>
                    <a:pt x="5801424" y="3263314"/>
                  </a:lnTo>
                  <a:lnTo>
                    <a:pt x="5729802" y="3254730"/>
                  </a:lnTo>
                  <a:lnTo>
                    <a:pt x="5658179" y="3245957"/>
                  </a:lnTo>
                  <a:lnTo>
                    <a:pt x="5586557" y="3236990"/>
                  </a:lnTo>
                  <a:lnTo>
                    <a:pt x="5514934" y="3227826"/>
                  </a:lnTo>
                  <a:lnTo>
                    <a:pt x="5443311" y="3218459"/>
                  </a:lnTo>
                  <a:lnTo>
                    <a:pt x="5371689" y="3208886"/>
                  </a:lnTo>
                  <a:lnTo>
                    <a:pt x="5300066" y="3199102"/>
                  </a:lnTo>
                  <a:lnTo>
                    <a:pt x="5228444" y="3189102"/>
                  </a:lnTo>
                  <a:lnTo>
                    <a:pt x="5156821" y="3178882"/>
                  </a:lnTo>
                  <a:lnTo>
                    <a:pt x="5085199" y="3168436"/>
                  </a:lnTo>
                  <a:lnTo>
                    <a:pt x="5013576" y="3157760"/>
                  </a:lnTo>
                  <a:lnTo>
                    <a:pt x="4941954" y="3146848"/>
                  </a:lnTo>
                  <a:lnTo>
                    <a:pt x="4870331" y="3135696"/>
                  </a:lnTo>
                  <a:lnTo>
                    <a:pt x="4798709" y="3124298"/>
                  </a:lnTo>
                  <a:lnTo>
                    <a:pt x="4727086" y="3112649"/>
                  </a:lnTo>
                  <a:lnTo>
                    <a:pt x="4655464" y="3100743"/>
                  </a:lnTo>
                  <a:lnTo>
                    <a:pt x="4583841" y="3088575"/>
                  </a:lnTo>
                  <a:lnTo>
                    <a:pt x="4512219" y="3076138"/>
                  </a:lnTo>
                  <a:lnTo>
                    <a:pt x="4440596" y="3063427"/>
                  </a:lnTo>
                  <a:lnTo>
                    <a:pt x="4368974" y="3050435"/>
                  </a:lnTo>
                  <a:lnTo>
                    <a:pt x="4297351" y="3037158"/>
                  </a:lnTo>
                  <a:lnTo>
                    <a:pt x="4225729" y="3023587"/>
                  </a:lnTo>
                  <a:lnTo>
                    <a:pt x="4154106" y="3009717"/>
                  </a:lnTo>
                  <a:lnTo>
                    <a:pt x="4082483" y="2995542"/>
                  </a:lnTo>
                  <a:lnTo>
                    <a:pt x="4010861" y="2981054"/>
                  </a:lnTo>
                  <a:lnTo>
                    <a:pt x="3939238" y="2966246"/>
                  </a:lnTo>
                  <a:lnTo>
                    <a:pt x="3867616" y="2951112"/>
                  </a:lnTo>
                  <a:lnTo>
                    <a:pt x="3795993" y="2935644"/>
                  </a:lnTo>
                  <a:lnTo>
                    <a:pt x="3724371" y="2919836"/>
                  </a:lnTo>
                  <a:lnTo>
                    <a:pt x="3652748" y="2903678"/>
                  </a:lnTo>
                  <a:lnTo>
                    <a:pt x="3581126" y="2887165"/>
                  </a:lnTo>
                  <a:lnTo>
                    <a:pt x="3509503" y="2870287"/>
                  </a:lnTo>
                  <a:lnTo>
                    <a:pt x="3437881" y="2853037"/>
                  </a:lnTo>
                  <a:lnTo>
                    <a:pt x="3366258" y="2835407"/>
                  </a:lnTo>
                  <a:lnTo>
                    <a:pt x="3294636" y="2817389"/>
                  </a:lnTo>
                  <a:lnTo>
                    <a:pt x="3223013" y="2798972"/>
                  </a:lnTo>
                  <a:lnTo>
                    <a:pt x="3151391" y="2790411"/>
                  </a:lnTo>
                  <a:lnTo>
                    <a:pt x="3079768" y="2838999"/>
                  </a:lnTo>
                  <a:lnTo>
                    <a:pt x="3008146" y="2884848"/>
                  </a:lnTo>
                  <a:lnTo>
                    <a:pt x="2936523" y="2928114"/>
                  </a:lnTo>
                  <a:lnTo>
                    <a:pt x="2864901" y="2968942"/>
                  </a:lnTo>
                  <a:lnTo>
                    <a:pt x="2793278" y="3007469"/>
                  </a:lnTo>
                  <a:lnTo>
                    <a:pt x="2721655" y="3043825"/>
                  </a:lnTo>
                  <a:lnTo>
                    <a:pt x="2650033" y="3078132"/>
                  </a:lnTo>
                  <a:lnTo>
                    <a:pt x="2578410" y="3110506"/>
                  </a:lnTo>
                  <a:lnTo>
                    <a:pt x="2506788" y="3141056"/>
                  </a:lnTo>
                  <a:lnTo>
                    <a:pt x="2435165" y="3169885"/>
                  </a:lnTo>
                  <a:lnTo>
                    <a:pt x="2363543" y="3197088"/>
                  </a:lnTo>
                  <a:lnTo>
                    <a:pt x="2291920" y="3222759"/>
                  </a:lnTo>
                  <a:lnTo>
                    <a:pt x="2220298" y="3246984"/>
                  </a:lnTo>
                  <a:lnTo>
                    <a:pt x="2148675" y="3269843"/>
                  </a:lnTo>
                  <a:lnTo>
                    <a:pt x="2077053" y="3291414"/>
                  </a:lnTo>
                  <a:lnTo>
                    <a:pt x="2005430" y="3311769"/>
                  </a:lnTo>
                  <a:lnTo>
                    <a:pt x="1933808" y="3330978"/>
                  </a:lnTo>
                  <a:lnTo>
                    <a:pt x="1862185" y="3349104"/>
                  </a:lnTo>
                  <a:lnTo>
                    <a:pt x="1790563" y="3366209"/>
                  </a:lnTo>
                  <a:lnTo>
                    <a:pt x="1718940" y="3382349"/>
                  </a:lnTo>
                  <a:lnTo>
                    <a:pt x="1647318" y="3397581"/>
                  </a:lnTo>
                  <a:lnTo>
                    <a:pt x="1575695" y="3411954"/>
                  </a:lnTo>
                  <a:lnTo>
                    <a:pt x="1504073" y="3425517"/>
                  </a:lnTo>
                  <a:lnTo>
                    <a:pt x="1432450" y="3438316"/>
                  </a:lnTo>
                  <a:lnTo>
                    <a:pt x="1360827" y="3450393"/>
                  </a:lnTo>
                  <a:lnTo>
                    <a:pt x="1289205" y="3461790"/>
                  </a:lnTo>
                  <a:lnTo>
                    <a:pt x="1217582" y="3472545"/>
                  </a:lnTo>
                  <a:lnTo>
                    <a:pt x="1145960" y="3482693"/>
                  </a:lnTo>
                  <a:lnTo>
                    <a:pt x="1074337" y="3492270"/>
                  </a:lnTo>
                  <a:lnTo>
                    <a:pt x="1002715" y="3501307"/>
                  </a:lnTo>
                  <a:lnTo>
                    <a:pt x="931092" y="3509835"/>
                  </a:lnTo>
                  <a:lnTo>
                    <a:pt x="859470" y="3517883"/>
                  </a:lnTo>
                  <a:lnTo>
                    <a:pt x="787847" y="3525476"/>
                  </a:lnTo>
                  <a:lnTo>
                    <a:pt x="716225" y="3532642"/>
                  </a:lnTo>
                  <a:lnTo>
                    <a:pt x="644602" y="3539405"/>
                  </a:lnTo>
                  <a:lnTo>
                    <a:pt x="572980" y="3545786"/>
                  </a:lnTo>
                  <a:lnTo>
                    <a:pt x="501357" y="3551807"/>
                  </a:lnTo>
                  <a:lnTo>
                    <a:pt x="429735" y="3557489"/>
                  </a:lnTo>
                  <a:lnTo>
                    <a:pt x="358112" y="3562851"/>
                  </a:lnTo>
                  <a:lnTo>
                    <a:pt x="286490" y="3567911"/>
                  </a:lnTo>
                  <a:lnTo>
                    <a:pt x="214867" y="3572686"/>
                  </a:lnTo>
                  <a:lnTo>
                    <a:pt x="143245" y="3577192"/>
                  </a:lnTo>
                  <a:lnTo>
                    <a:pt x="71622" y="3581443"/>
                  </a:lnTo>
                  <a:lnTo>
                    <a:pt x="0" y="358545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4933925" cy="2780150"/>
            </a:xfrm>
            <a:custGeom>
              <a:avLst/>
              <a:pathLst>
                <a:path w="4933925" h="2780150">
                  <a:moveTo>
                    <a:pt x="0" y="1374884"/>
                  </a:moveTo>
                  <a:lnTo>
                    <a:pt x="71622" y="1424021"/>
                  </a:lnTo>
                  <a:lnTo>
                    <a:pt x="143245" y="1472099"/>
                  </a:lnTo>
                  <a:lnTo>
                    <a:pt x="214867" y="1519140"/>
                  </a:lnTo>
                  <a:lnTo>
                    <a:pt x="286490" y="1565165"/>
                  </a:lnTo>
                  <a:lnTo>
                    <a:pt x="358112" y="1610198"/>
                  </a:lnTo>
                  <a:lnTo>
                    <a:pt x="429735" y="1654259"/>
                  </a:lnTo>
                  <a:lnTo>
                    <a:pt x="501357" y="1697370"/>
                  </a:lnTo>
                  <a:lnTo>
                    <a:pt x="572980" y="1739551"/>
                  </a:lnTo>
                  <a:lnTo>
                    <a:pt x="644602" y="1780822"/>
                  </a:lnTo>
                  <a:lnTo>
                    <a:pt x="716225" y="1821202"/>
                  </a:lnTo>
                  <a:lnTo>
                    <a:pt x="787847" y="1860712"/>
                  </a:lnTo>
                  <a:lnTo>
                    <a:pt x="859470" y="1899369"/>
                  </a:lnTo>
                  <a:lnTo>
                    <a:pt x="931092" y="1937192"/>
                  </a:lnTo>
                  <a:lnTo>
                    <a:pt x="1002715" y="1974199"/>
                  </a:lnTo>
                  <a:lnTo>
                    <a:pt x="1074337" y="2010408"/>
                  </a:lnTo>
                  <a:lnTo>
                    <a:pt x="1145960" y="2045836"/>
                  </a:lnTo>
                  <a:lnTo>
                    <a:pt x="1217582" y="2080499"/>
                  </a:lnTo>
                  <a:lnTo>
                    <a:pt x="1289205" y="2114415"/>
                  </a:lnTo>
                  <a:lnTo>
                    <a:pt x="1360827" y="2147598"/>
                  </a:lnTo>
                  <a:lnTo>
                    <a:pt x="1432450" y="2180067"/>
                  </a:lnTo>
                  <a:lnTo>
                    <a:pt x="1504073" y="2211834"/>
                  </a:lnTo>
                  <a:lnTo>
                    <a:pt x="1575695" y="2242917"/>
                  </a:lnTo>
                  <a:lnTo>
                    <a:pt x="1647318" y="2273328"/>
                  </a:lnTo>
                  <a:lnTo>
                    <a:pt x="1718940" y="2303084"/>
                  </a:lnTo>
                  <a:lnTo>
                    <a:pt x="1790563" y="2332198"/>
                  </a:lnTo>
                  <a:lnTo>
                    <a:pt x="1862185" y="2360684"/>
                  </a:lnTo>
                  <a:lnTo>
                    <a:pt x="1933808" y="2388555"/>
                  </a:lnTo>
                  <a:lnTo>
                    <a:pt x="2005430" y="2415825"/>
                  </a:lnTo>
                  <a:lnTo>
                    <a:pt x="2077053" y="2442507"/>
                  </a:lnTo>
                  <a:lnTo>
                    <a:pt x="2148675" y="2468613"/>
                  </a:lnTo>
                  <a:lnTo>
                    <a:pt x="2220298" y="2494156"/>
                  </a:lnTo>
                  <a:lnTo>
                    <a:pt x="2291920" y="2519147"/>
                  </a:lnTo>
                  <a:lnTo>
                    <a:pt x="2363543" y="2543600"/>
                  </a:lnTo>
                  <a:lnTo>
                    <a:pt x="2435165" y="2567525"/>
                  </a:lnTo>
                  <a:lnTo>
                    <a:pt x="2506788" y="2590934"/>
                  </a:lnTo>
                  <a:lnTo>
                    <a:pt x="2578410" y="2613838"/>
                  </a:lnTo>
                  <a:lnTo>
                    <a:pt x="2650033" y="2636248"/>
                  </a:lnTo>
                  <a:lnTo>
                    <a:pt x="2721655" y="2658175"/>
                  </a:lnTo>
                  <a:lnTo>
                    <a:pt x="2793278" y="2679628"/>
                  </a:lnTo>
                  <a:lnTo>
                    <a:pt x="2864901" y="2700619"/>
                  </a:lnTo>
                  <a:lnTo>
                    <a:pt x="2936523" y="2721157"/>
                  </a:lnTo>
                  <a:lnTo>
                    <a:pt x="3008146" y="2741252"/>
                  </a:lnTo>
                  <a:lnTo>
                    <a:pt x="3079768" y="2760913"/>
                  </a:lnTo>
                  <a:lnTo>
                    <a:pt x="3151391" y="2780150"/>
                  </a:lnTo>
                  <a:lnTo>
                    <a:pt x="3223013" y="2738922"/>
                  </a:lnTo>
                  <a:lnTo>
                    <a:pt x="3294636" y="2684359"/>
                  </a:lnTo>
                  <a:lnTo>
                    <a:pt x="3366258" y="2626537"/>
                  </a:lnTo>
                  <a:lnTo>
                    <a:pt x="3437881" y="2565262"/>
                  </a:lnTo>
                  <a:lnTo>
                    <a:pt x="3509503" y="2500328"/>
                  </a:lnTo>
                  <a:lnTo>
                    <a:pt x="3581126" y="2431517"/>
                  </a:lnTo>
                  <a:lnTo>
                    <a:pt x="3652748" y="2358596"/>
                  </a:lnTo>
                  <a:lnTo>
                    <a:pt x="3724371" y="2281321"/>
                  </a:lnTo>
                  <a:lnTo>
                    <a:pt x="3795993" y="2199432"/>
                  </a:lnTo>
                  <a:lnTo>
                    <a:pt x="3867616" y="2112652"/>
                  </a:lnTo>
                  <a:lnTo>
                    <a:pt x="3939238" y="2020690"/>
                  </a:lnTo>
                  <a:lnTo>
                    <a:pt x="4010861" y="1923237"/>
                  </a:lnTo>
                  <a:lnTo>
                    <a:pt x="4082483" y="1819964"/>
                  </a:lnTo>
                  <a:lnTo>
                    <a:pt x="4154106" y="1710524"/>
                  </a:lnTo>
                  <a:lnTo>
                    <a:pt x="4225729" y="1594549"/>
                  </a:lnTo>
                  <a:lnTo>
                    <a:pt x="4297351" y="1471648"/>
                  </a:lnTo>
                  <a:lnTo>
                    <a:pt x="4368974" y="1341408"/>
                  </a:lnTo>
                  <a:lnTo>
                    <a:pt x="4440596" y="1203391"/>
                  </a:lnTo>
                  <a:lnTo>
                    <a:pt x="4512219" y="1057132"/>
                  </a:lnTo>
                  <a:lnTo>
                    <a:pt x="4583841" y="902139"/>
                  </a:lnTo>
                  <a:lnTo>
                    <a:pt x="4655464" y="737890"/>
                  </a:lnTo>
                  <a:lnTo>
                    <a:pt x="4727086" y="563833"/>
                  </a:lnTo>
                  <a:lnTo>
                    <a:pt x="4798709" y="379383"/>
                  </a:lnTo>
                  <a:lnTo>
                    <a:pt x="4870331" y="183917"/>
                  </a:lnTo>
                  <a:lnTo>
                    <a:pt x="493392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6975"/>
              <a:ext cx="7090630" cy="795044"/>
            </a:xfrm>
            <a:custGeom>
              <a:avLst/>
              <a:pathLst>
                <a:path w="7090630" h="795044">
                  <a:moveTo>
                    <a:pt x="7090630" y="599308"/>
                  </a:moveTo>
                  <a:lnTo>
                    <a:pt x="7019007" y="593511"/>
                  </a:lnTo>
                  <a:lnTo>
                    <a:pt x="6947385" y="587586"/>
                  </a:lnTo>
                  <a:lnTo>
                    <a:pt x="6875762" y="581531"/>
                  </a:lnTo>
                  <a:lnTo>
                    <a:pt x="6804139" y="575342"/>
                  </a:lnTo>
                  <a:lnTo>
                    <a:pt x="6732517" y="569016"/>
                  </a:lnTo>
                  <a:lnTo>
                    <a:pt x="6660894" y="562551"/>
                  </a:lnTo>
                  <a:lnTo>
                    <a:pt x="6589272" y="555944"/>
                  </a:lnTo>
                  <a:lnTo>
                    <a:pt x="6517649" y="549190"/>
                  </a:lnTo>
                  <a:lnTo>
                    <a:pt x="6446027" y="542288"/>
                  </a:lnTo>
                  <a:lnTo>
                    <a:pt x="6374404" y="535234"/>
                  </a:lnTo>
                  <a:lnTo>
                    <a:pt x="6302782" y="528024"/>
                  </a:lnTo>
                  <a:lnTo>
                    <a:pt x="6231159" y="520656"/>
                  </a:lnTo>
                  <a:lnTo>
                    <a:pt x="6159537" y="513124"/>
                  </a:lnTo>
                  <a:lnTo>
                    <a:pt x="6087914" y="505427"/>
                  </a:lnTo>
                  <a:lnTo>
                    <a:pt x="6016292" y="497560"/>
                  </a:lnTo>
                  <a:lnTo>
                    <a:pt x="5944669" y="489520"/>
                  </a:lnTo>
                  <a:lnTo>
                    <a:pt x="5873047" y="481302"/>
                  </a:lnTo>
                  <a:lnTo>
                    <a:pt x="5801424" y="472903"/>
                  </a:lnTo>
                  <a:lnTo>
                    <a:pt x="5729802" y="464319"/>
                  </a:lnTo>
                  <a:lnTo>
                    <a:pt x="5658179" y="455545"/>
                  </a:lnTo>
                  <a:lnTo>
                    <a:pt x="5586557" y="446579"/>
                  </a:lnTo>
                  <a:lnTo>
                    <a:pt x="5514934" y="437414"/>
                  </a:lnTo>
                  <a:lnTo>
                    <a:pt x="5443311" y="428048"/>
                  </a:lnTo>
                  <a:lnTo>
                    <a:pt x="5371689" y="418474"/>
                  </a:lnTo>
                  <a:lnTo>
                    <a:pt x="5300066" y="408690"/>
                  </a:lnTo>
                  <a:lnTo>
                    <a:pt x="5228444" y="398690"/>
                  </a:lnTo>
                  <a:lnTo>
                    <a:pt x="5156821" y="388470"/>
                  </a:lnTo>
                  <a:lnTo>
                    <a:pt x="5085199" y="378024"/>
                  </a:lnTo>
                  <a:lnTo>
                    <a:pt x="5013576" y="367348"/>
                  </a:lnTo>
                  <a:lnTo>
                    <a:pt x="4941954" y="356437"/>
                  </a:lnTo>
                  <a:lnTo>
                    <a:pt x="4870331" y="345285"/>
                  </a:lnTo>
                  <a:lnTo>
                    <a:pt x="4798709" y="333887"/>
                  </a:lnTo>
                  <a:lnTo>
                    <a:pt x="4727086" y="322238"/>
                  </a:lnTo>
                  <a:lnTo>
                    <a:pt x="4655464" y="310332"/>
                  </a:lnTo>
                  <a:lnTo>
                    <a:pt x="4583841" y="298163"/>
                  </a:lnTo>
                  <a:lnTo>
                    <a:pt x="4512219" y="285726"/>
                  </a:lnTo>
                  <a:lnTo>
                    <a:pt x="4440596" y="273015"/>
                  </a:lnTo>
                  <a:lnTo>
                    <a:pt x="4368974" y="260024"/>
                  </a:lnTo>
                  <a:lnTo>
                    <a:pt x="4297351" y="246746"/>
                  </a:lnTo>
                  <a:lnTo>
                    <a:pt x="4225729" y="233175"/>
                  </a:lnTo>
                  <a:lnTo>
                    <a:pt x="4154106" y="219306"/>
                  </a:lnTo>
                  <a:lnTo>
                    <a:pt x="4082483" y="205130"/>
                  </a:lnTo>
                  <a:lnTo>
                    <a:pt x="4010861" y="190642"/>
                  </a:lnTo>
                  <a:lnTo>
                    <a:pt x="3939238" y="175835"/>
                  </a:lnTo>
                  <a:lnTo>
                    <a:pt x="3867616" y="160701"/>
                  </a:lnTo>
                  <a:lnTo>
                    <a:pt x="3795993" y="145233"/>
                  </a:lnTo>
                  <a:lnTo>
                    <a:pt x="3724371" y="129424"/>
                  </a:lnTo>
                  <a:lnTo>
                    <a:pt x="3652748" y="113267"/>
                  </a:lnTo>
                  <a:lnTo>
                    <a:pt x="3581126" y="96753"/>
                  </a:lnTo>
                  <a:lnTo>
                    <a:pt x="3509503" y="79876"/>
                  </a:lnTo>
                  <a:lnTo>
                    <a:pt x="3437881" y="62626"/>
                  </a:lnTo>
                  <a:lnTo>
                    <a:pt x="3366258" y="44996"/>
                  </a:lnTo>
                  <a:lnTo>
                    <a:pt x="3294636" y="26977"/>
                  </a:lnTo>
                  <a:lnTo>
                    <a:pt x="3223013" y="8561"/>
                  </a:lnTo>
                  <a:lnTo>
                    <a:pt x="3151391" y="0"/>
                  </a:lnTo>
                  <a:lnTo>
                    <a:pt x="3079768" y="48587"/>
                  </a:lnTo>
                  <a:lnTo>
                    <a:pt x="3008146" y="94436"/>
                  </a:lnTo>
                  <a:lnTo>
                    <a:pt x="2936523" y="137702"/>
                  </a:lnTo>
                  <a:lnTo>
                    <a:pt x="2864901" y="178530"/>
                  </a:lnTo>
                  <a:lnTo>
                    <a:pt x="2793278" y="217057"/>
                  </a:lnTo>
                  <a:lnTo>
                    <a:pt x="2721655" y="253413"/>
                  </a:lnTo>
                  <a:lnTo>
                    <a:pt x="2650033" y="287721"/>
                  </a:lnTo>
                  <a:lnTo>
                    <a:pt x="2578410" y="320095"/>
                  </a:lnTo>
                  <a:lnTo>
                    <a:pt x="2506788" y="350645"/>
                  </a:lnTo>
                  <a:lnTo>
                    <a:pt x="2435165" y="379473"/>
                  </a:lnTo>
                  <a:lnTo>
                    <a:pt x="2363543" y="406677"/>
                  </a:lnTo>
                  <a:lnTo>
                    <a:pt x="2291920" y="432348"/>
                  </a:lnTo>
                  <a:lnTo>
                    <a:pt x="2220298" y="456572"/>
                  </a:lnTo>
                  <a:lnTo>
                    <a:pt x="2148675" y="479431"/>
                  </a:lnTo>
                  <a:lnTo>
                    <a:pt x="2077053" y="501002"/>
                  </a:lnTo>
                  <a:lnTo>
                    <a:pt x="2005430" y="521358"/>
                  </a:lnTo>
                  <a:lnTo>
                    <a:pt x="1933808" y="540566"/>
                  </a:lnTo>
                  <a:lnTo>
                    <a:pt x="1862185" y="558692"/>
                  </a:lnTo>
                  <a:lnTo>
                    <a:pt x="1790563" y="575797"/>
                  </a:lnTo>
                  <a:lnTo>
                    <a:pt x="1718940" y="591938"/>
                  </a:lnTo>
                  <a:lnTo>
                    <a:pt x="1647318" y="607169"/>
                  </a:lnTo>
                  <a:lnTo>
                    <a:pt x="1575695" y="621542"/>
                  </a:lnTo>
                  <a:lnTo>
                    <a:pt x="1504073" y="635105"/>
                  </a:lnTo>
                  <a:lnTo>
                    <a:pt x="1432450" y="647904"/>
                  </a:lnTo>
                  <a:lnTo>
                    <a:pt x="1360827" y="659981"/>
                  </a:lnTo>
                  <a:lnTo>
                    <a:pt x="1289205" y="671378"/>
                  </a:lnTo>
                  <a:lnTo>
                    <a:pt x="1217582" y="682133"/>
                  </a:lnTo>
                  <a:lnTo>
                    <a:pt x="1145960" y="692282"/>
                  </a:lnTo>
                  <a:lnTo>
                    <a:pt x="1074337" y="701859"/>
                  </a:lnTo>
                  <a:lnTo>
                    <a:pt x="1002715" y="710896"/>
                  </a:lnTo>
                  <a:lnTo>
                    <a:pt x="931092" y="719424"/>
                  </a:lnTo>
                  <a:lnTo>
                    <a:pt x="859470" y="727471"/>
                  </a:lnTo>
                  <a:lnTo>
                    <a:pt x="787847" y="735065"/>
                  </a:lnTo>
                  <a:lnTo>
                    <a:pt x="716225" y="742231"/>
                  </a:lnTo>
                  <a:lnTo>
                    <a:pt x="644602" y="748993"/>
                  </a:lnTo>
                  <a:lnTo>
                    <a:pt x="572980" y="755374"/>
                  </a:lnTo>
                  <a:lnTo>
                    <a:pt x="501357" y="761396"/>
                  </a:lnTo>
                  <a:lnTo>
                    <a:pt x="429735" y="767078"/>
                  </a:lnTo>
                  <a:lnTo>
                    <a:pt x="358112" y="772440"/>
                  </a:lnTo>
                  <a:lnTo>
                    <a:pt x="286490" y="777500"/>
                  </a:lnTo>
                  <a:lnTo>
                    <a:pt x="214867" y="782274"/>
                  </a:lnTo>
                  <a:lnTo>
                    <a:pt x="143245" y="786780"/>
                  </a:lnTo>
                  <a:lnTo>
                    <a:pt x="71622" y="791032"/>
                  </a:lnTo>
                  <a:lnTo>
                    <a:pt x="0" y="7950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202626"/>
              <a:ext cx="7090630" cy="1955380"/>
            </a:xfrm>
            <a:custGeom>
              <a:avLst/>
              <a:pathLst>
                <a:path w="7090630" h="1955380">
                  <a:moveTo>
                    <a:pt x="0" y="1955380"/>
                  </a:moveTo>
                  <a:lnTo>
                    <a:pt x="71622" y="1948237"/>
                  </a:lnTo>
                  <a:lnTo>
                    <a:pt x="143245" y="1940963"/>
                  </a:lnTo>
                  <a:lnTo>
                    <a:pt x="214867" y="1933556"/>
                  </a:lnTo>
                  <a:lnTo>
                    <a:pt x="286490" y="1926014"/>
                  </a:lnTo>
                  <a:lnTo>
                    <a:pt x="358112" y="1918334"/>
                  </a:lnTo>
                  <a:lnTo>
                    <a:pt x="429735" y="1910514"/>
                  </a:lnTo>
                  <a:lnTo>
                    <a:pt x="501357" y="1902551"/>
                  </a:lnTo>
                  <a:lnTo>
                    <a:pt x="572980" y="1894443"/>
                  </a:lnTo>
                  <a:lnTo>
                    <a:pt x="644602" y="1886187"/>
                  </a:lnTo>
                  <a:lnTo>
                    <a:pt x="716225" y="1877780"/>
                  </a:lnTo>
                  <a:lnTo>
                    <a:pt x="787847" y="1869219"/>
                  </a:lnTo>
                  <a:lnTo>
                    <a:pt x="859470" y="1860502"/>
                  </a:lnTo>
                  <a:lnTo>
                    <a:pt x="931092" y="1851626"/>
                  </a:lnTo>
                  <a:lnTo>
                    <a:pt x="1002715" y="1842588"/>
                  </a:lnTo>
                  <a:lnTo>
                    <a:pt x="1074337" y="1833385"/>
                  </a:lnTo>
                  <a:lnTo>
                    <a:pt x="1145960" y="1824013"/>
                  </a:lnTo>
                  <a:lnTo>
                    <a:pt x="1217582" y="1814471"/>
                  </a:lnTo>
                  <a:lnTo>
                    <a:pt x="1289205" y="1804754"/>
                  </a:lnTo>
                  <a:lnTo>
                    <a:pt x="1360827" y="1794860"/>
                  </a:lnTo>
                  <a:lnTo>
                    <a:pt x="1432450" y="1784785"/>
                  </a:lnTo>
                  <a:lnTo>
                    <a:pt x="1504073" y="1774527"/>
                  </a:lnTo>
                  <a:lnTo>
                    <a:pt x="1575695" y="1764080"/>
                  </a:lnTo>
                  <a:lnTo>
                    <a:pt x="1647318" y="1753444"/>
                  </a:lnTo>
                  <a:lnTo>
                    <a:pt x="1718940" y="1742613"/>
                  </a:lnTo>
                  <a:lnTo>
                    <a:pt x="1790563" y="1731584"/>
                  </a:lnTo>
                  <a:lnTo>
                    <a:pt x="1862185" y="1720353"/>
                  </a:lnTo>
                  <a:lnTo>
                    <a:pt x="1933808" y="1708918"/>
                  </a:lnTo>
                  <a:lnTo>
                    <a:pt x="2005430" y="1697274"/>
                  </a:lnTo>
                  <a:lnTo>
                    <a:pt x="2077053" y="1685417"/>
                  </a:lnTo>
                  <a:lnTo>
                    <a:pt x="2148675" y="1673344"/>
                  </a:lnTo>
                  <a:lnTo>
                    <a:pt x="2220298" y="1661050"/>
                  </a:lnTo>
                  <a:lnTo>
                    <a:pt x="2291920" y="1648532"/>
                  </a:lnTo>
                  <a:lnTo>
                    <a:pt x="2363543" y="1635785"/>
                  </a:lnTo>
                  <a:lnTo>
                    <a:pt x="2435165" y="1622806"/>
                  </a:lnTo>
                  <a:lnTo>
                    <a:pt x="2506788" y="1609589"/>
                  </a:lnTo>
                  <a:lnTo>
                    <a:pt x="2578410" y="1596131"/>
                  </a:lnTo>
                  <a:lnTo>
                    <a:pt x="2650033" y="1582428"/>
                  </a:lnTo>
                  <a:lnTo>
                    <a:pt x="2721655" y="1568474"/>
                  </a:lnTo>
                  <a:lnTo>
                    <a:pt x="2793278" y="1554265"/>
                  </a:lnTo>
                  <a:lnTo>
                    <a:pt x="2864901" y="1539797"/>
                  </a:lnTo>
                  <a:lnTo>
                    <a:pt x="2936523" y="1525064"/>
                  </a:lnTo>
                  <a:lnTo>
                    <a:pt x="3008146" y="1510063"/>
                  </a:lnTo>
                  <a:lnTo>
                    <a:pt x="3079768" y="1494788"/>
                  </a:lnTo>
                  <a:lnTo>
                    <a:pt x="3151391" y="1479233"/>
                  </a:lnTo>
                  <a:lnTo>
                    <a:pt x="3223013" y="1463395"/>
                  </a:lnTo>
                  <a:lnTo>
                    <a:pt x="3294636" y="1447267"/>
                  </a:lnTo>
                  <a:lnTo>
                    <a:pt x="3366258" y="1430845"/>
                  </a:lnTo>
                  <a:lnTo>
                    <a:pt x="3437881" y="1414123"/>
                  </a:lnTo>
                  <a:lnTo>
                    <a:pt x="3509503" y="1397096"/>
                  </a:lnTo>
                  <a:lnTo>
                    <a:pt x="3581126" y="1379758"/>
                  </a:lnTo>
                  <a:lnTo>
                    <a:pt x="3652748" y="1362103"/>
                  </a:lnTo>
                  <a:lnTo>
                    <a:pt x="3724371" y="1344126"/>
                  </a:lnTo>
                  <a:lnTo>
                    <a:pt x="3795993" y="1325821"/>
                  </a:lnTo>
                  <a:lnTo>
                    <a:pt x="3867616" y="1307181"/>
                  </a:lnTo>
                  <a:lnTo>
                    <a:pt x="3939238" y="1288201"/>
                  </a:lnTo>
                  <a:lnTo>
                    <a:pt x="4010861" y="1268874"/>
                  </a:lnTo>
                  <a:lnTo>
                    <a:pt x="4082483" y="1249194"/>
                  </a:lnTo>
                  <a:lnTo>
                    <a:pt x="4154106" y="1229155"/>
                  </a:lnTo>
                  <a:lnTo>
                    <a:pt x="4225729" y="1208751"/>
                  </a:lnTo>
                  <a:lnTo>
                    <a:pt x="4297351" y="1187973"/>
                  </a:lnTo>
                  <a:lnTo>
                    <a:pt x="4368974" y="1166816"/>
                  </a:lnTo>
                  <a:lnTo>
                    <a:pt x="4440596" y="1145273"/>
                  </a:lnTo>
                  <a:lnTo>
                    <a:pt x="4512219" y="1123336"/>
                  </a:lnTo>
                  <a:lnTo>
                    <a:pt x="4583841" y="1100999"/>
                  </a:lnTo>
                  <a:lnTo>
                    <a:pt x="4655464" y="1078254"/>
                  </a:lnTo>
                  <a:lnTo>
                    <a:pt x="4727086" y="1055094"/>
                  </a:lnTo>
                  <a:lnTo>
                    <a:pt x="4798709" y="1031510"/>
                  </a:lnTo>
                  <a:lnTo>
                    <a:pt x="4870331" y="1007496"/>
                  </a:lnTo>
                  <a:lnTo>
                    <a:pt x="4941954" y="983044"/>
                  </a:lnTo>
                  <a:lnTo>
                    <a:pt x="5013576" y="958145"/>
                  </a:lnTo>
                  <a:lnTo>
                    <a:pt x="5085199" y="932791"/>
                  </a:lnTo>
                  <a:lnTo>
                    <a:pt x="5156821" y="906974"/>
                  </a:lnTo>
                  <a:lnTo>
                    <a:pt x="5228444" y="880686"/>
                  </a:lnTo>
                  <a:lnTo>
                    <a:pt x="5300066" y="853918"/>
                  </a:lnTo>
                  <a:lnTo>
                    <a:pt x="5371689" y="826661"/>
                  </a:lnTo>
                  <a:lnTo>
                    <a:pt x="5443311" y="798906"/>
                  </a:lnTo>
                  <a:lnTo>
                    <a:pt x="5514934" y="770645"/>
                  </a:lnTo>
                  <a:lnTo>
                    <a:pt x="5586557" y="741867"/>
                  </a:lnTo>
                  <a:lnTo>
                    <a:pt x="5658179" y="712564"/>
                  </a:lnTo>
                  <a:lnTo>
                    <a:pt x="5729802" y="682726"/>
                  </a:lnTo>
                  <a:lnTo>
                    <a:pt x="5801424" y="652343"/>
                  </a:lnTo>
                  <a:lnTo>
                    <a:pt x="5873047" y="621405"/>
                  </a:lnTo>
                  <a:lnTo>
                    <a:pt x="5944669" y="589902"/>
                  </a:lnTo>
                  <a:lnTo>
                    <a:pt x="6016292" y="557824"/>
                  </a:lnTo>
                  <a:lnTo>
                    <a:pt x="6087914" y="525160"/>
                  </a:lnTo>
                  <a:lnTo>
                    <a:pt x="6159537" y="491900"/>
                  </a:lnTo>
                  <a:lnTo>
                    <a:pt x="6231159" y="458032"/>
                  </a:lnTo>
                  <a:lnTo>
                    <a:pt x="6302782" y="423546"/>
                  </a:lnTo>
                  <a:lnTo>
                    <a:pt x="6374404" y="388430"/>
                  </a:lnTo>
                  <a:lnTo>
                    <a:pt x="6446027" y="352673"/>
                  </a:lnTo>
                  <a:lnTo>
                    <a:pt x="6517649" y="316263"/>
                  </a:lnTo>
                  <a:lnTo>
                    <a:pt x="6589272" y="279188"/>
                  </a:lnTo>
                  <a:lnTo>
                    <a:pt x="6660894" y="241436"/>
                  </a:lnTo>
                  <a:lnTo>
                    <a:pt x="6732517" y="202995"/>
                  </a:lnTo>
                  <a:lnTo>
                    <a:pt x="6804139" y="163852"/>
                  </a:lnTo>
                  <a:lnTo>
                    <a:pt x="6875762" y="123994"/>
                  </a:lnTo>
                  <a:lnTo>
                    <a:pt x="6947385" y="83408"/>
                  </a:lnTo>
                  <a:lnTo>
                    <a:pt x="7019007" y="42081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40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8892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697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761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6151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2026-10-09T13:21:31Z</dcterms:modified>
  <cp:category/>
</cp:coreProperties>
</file>