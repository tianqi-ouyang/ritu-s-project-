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7446"/>
            </a:xfrm>
            <a:custGeom>
              <a:avLst/>
              <a:pathLst>
                <a:path w="7090630" h="3587446">
                  <a:moveTo>
                    <a:pt x="0" y="1348992"/>
                  </a:moveTo>
                  <a:lnTo>
                    <a:pt x="71622" y="1398637"/>
                  </a:lnTo>
                  <a:lnTo>
                    <a:pt x="143245" y="1447212"/>
                  </a:lnTo>
                  <a:lnTo>
                    <a:pt x="214867" y="1494740"/>
                  </a:lnTo>
                  <a:lnTo>
                    <a:pt x="286490" y="1541244"/>
                  </a:lnTo>
                  <a:lnTo>
                    <a:pt x="358112" y="1586745"/>
                  </a:lnTo>
                  <a:lnTo>
                    <a:pt x="429735" y="1631266"/>
                  </a:lnTo>
                  <a:lnTo>
                    <a:pt x="501357" y="1674828"/>
                  </a:lnTo>
                  <a:lnTo>
                    <a:pt x="572980" y="1717451"/>
                  </a:lnTo>
                  <a:lnTo>
                    <a:pt x="644602" y="1759155"/>
                  </a:lnTo>
                  <a:lnTo>
                    <a:pt x="716225" y="1799960"/>
                  </a:lnTo>
                  <a:lnTo>
                    <a:pt x="787847" y="1839887"/>
                  </a:lnTo>
                  <a:lnTo>
                    <a:pt x="859470" y="1878952"/>
                  </a:lnTo>
                  <a:lnTo>
                    <a:pt x="931092" y="1917176"/>
                  </a:lnTo>
                  <a:lnTo>
                    <a:pt x="1002715" y="1954576"/>
                  </a:lnTo>
                  <a:lnTo>
                    <a:pt x="1074337" y="1991170"/>
                  </a:lnTo>
                  <a:lnTo>
                    <a:pt x="1145960" y="2026976"/>
                  </a:lnTo>
                  <a:lnTo>
                    <a:pt x="1217582" y="2062010"/>
                  </a:lnTo>
                  <a:lnTo>
                    <a:pt x="1289205" y="2096289"/>
                  </a:lnTo>
                  <a:lnTo>
                    <a:pt x="1360827" y="2129829"/>
                  </a:lnTo>
                  <a:lnTo>
                    <a:pt x="1432450" y="2162646"/>
                  </a:lnTo>
                  <a:lnTo>
                    <a:pt x="1504073" y="2194756"/>
                  </a:lnTo>
                  <a:lnTo>
                    <a:pt x="1575695" y="2226174"/>
                  </a:lnTo>
                  <a:lnTo>
                    <a:pt x="1647318" y="2256915"/>
                  </a:lnTo>
                  <a:lnTo>
                    <a:pt x="1718940" y="2286994"/>
                  </a:lnTo>
                  <a:lnTo>
                    <a:pt x="1790563" y="2316424"/>
                  </a:lnTo>
                  <a:lnTo>
                    <a:pt x="1862185" y="2345220"/>
                  </a:lnTo>
                  <a:lnTo>
                    <a:pt x="1933808" y="2373396"/>
                  </a:lnTo>
                  <a:lnTo>
                    <a:pt x="2005430" y="2400964"/>
                  </a:lnTo>
                  <a:lnTo>
                    <a:pt x="2077053" y="2427939"/>
                  </a:lnTo>
                  <a:lnTo>
                    <a:pt x="2148675" y="2454331"/>
                  </a:lnTo>
                  <a:lnTo>
                    <a:pt x="2220298" y="2480156"/>
                  </a:lnTo>
                  <a:lnTo>
                    <a:pt x="2291920" y="2505423"/>
                  </a:lnTo>
                  <a:lnTo>
                    <a:pt x="2363543" y="2530146"/>
                  </a:lnTo>
                  <a:lnTo>
                    <a:pt x="2435165" y="2554337"/>
                  </a:lnTo>
                  <a:lnTo>
                    <a:pt x="2506788" y="2578006"/>
                  </a:lnTo>
                  <a:lnTo>
                    <a:pt x="2578410" y="2601165"/>
                  </a:lnTo>
                  <a:lnTo>
                    <a:pt x="2650033" y="2623824"/>
                  </a:lnTo>
                  <a:lnTo>
                    <a:pt x="2721655" y="2645996"/>
                  </a:lnTo>
                  <a:lnTo>
                    <a:pt x="2793278" y="2667690"/>
                  </a:lnTo>
                  <a:lnTo>
                    <a:pt x="2864901" y="2688916"/>
                  </a:lnTo>
                  <a:lnTo>
                    <a:pt x="2936523" y="2709685"/>
                  </a:lnTo>
                  <a:lnTo>
                    <a:pt x="3008146" y="2730006"/>
                  </a:lnTo>
                  <a:lnTo>
                    <a:pt x="3079768" y="2749889"/>
                  </a:lnTo>
                  <a:lnTo>
                    <a:pt x="3151391" y="2769344"/>
                  </a:lnTo>
                  <a:lnTo>
                    <a:pt x="3223013" y="2768404"/>
                  </a:lnTo>
                  <a:lnTo>
                    <a:pt x="3294636" y="2715658"/>
                  </a:lnTo>
                  <a:lnTo>
                    <a:pt x="3366258" y="2659766"/>
                  </a:lnTo>
                  <a:lnTo>
                    <a:pt x="3437881" y="2600539"/>
                  </a:lnTo>
                  <a:lnTo>
                    <a:pt x="3509503" y="2537779"/>
                  </a:lnTo>
                  <a:lnTo>
                    <a:pt x="3581126" y="2471276"/>
                  </a:lnTo>
                  <a:lnTo>
                    <a:pt x="3652748" y="2400806"/>
                  </a:lnTo>
                  <a:lnTo>
                    <a:pt x="3724371" y="2326132"/>
                  </a:lnTo>
                  <a:lnTo>
                    <a:pt x="3795993" y="2247004"/>
                  </a:lnTo>
                  <a:lnTo>
                    <a:pt x="3867616" y="2163155"/>
                  </a:lnTo>
                  <a:lnTo>
                    <a:pt x="3939238" y="2074305"/>
                  </a:lnTo>
                  <a:lnTo>
                    <a:pt x="4010861" y="1980155"/>
                  </a:lnTo>
                  <a:lnTo>
                    <a:pt x="4082483" y="1880388"/>
                  </a:lnTo>
                  <a:lnTo>
                    <a:pt x="4154106" y="1774670"/>
                  </a:lnTo>
                  <a:lnTo>
                    <a:pt x="4225729" y="1662646"/>
                  </a:lnTo>
                  <a:lnTo>
                    <a:pt x="4297351" y="1543940"/>
                  </a:lnTo>
                  <a:lnTo>
                    <a:pt x="4368974" y="1418153"/>
                  </a:lnTo>
                  <a:lnTo>
                    <a:pt x="4440596" y="1284862"/>
                  </a:lnTo>
                  <a:lnTo>
                    <a:pt x="4512219" y="1143620"/>
                  </a:lnTo>
                  <a:lnTo>
                    <a:pt x="4583841" y="993954"/>
                  </a:lnTo>
                  <a:lnTo>
                    <a:pt x="4655464" y="835359"/>
                  </a:lnTo>
                  <a:lnTo>
                    <a:pt x="4727086" y="667303"/>
                  </a:lnTo>
                  <a:lnTo>
                    <a:pt x="4798709" y="489223"/>
                  </a:lnTo>
                  <a:lnTo>
                    <a:pt x="4870331" y="300521"/>
                  </a:lnTo>
                  <a:lnTo>
                    <a:pt x="4941954" y="100562"/>
                  </a:lnTo>
                  <a:lnTo>
                    <a:pt x="4975946" y="0"/>
                  </a:lnTo>
                  <a:lnTo>
                    <a:pt x="7090630" y="0"/>
                  </a:lnTo>
                  <a:lnTo>
                    <a:pt x="7090630" y="3386128"/>
                  </a:lnTo>
                  <a:lnTo>
                    <a:pt x="7019007" y="3380258"/>
                  </a:lnTo>
                  <a:lnTo>
                    <a:pt x="6947385" y="3374259"/>
                  </a:lnTo>
                  <a:lnTo>
                    <a:pt x="6875762" y="3368127"/>
                  </a:lnTo>
                  <a:lnTo>
                    <a:pt x="6804139" y="3361861"/>
                  </a:lnTo>
                  <a:lnTo>
                    <a:pt x="6732517" y="3355456"/>
                  </a:lnTo>
                  <a:lnTo>
                    <a:pt x="6660894" y="3348911"/>
                  </a:lnTo>
                  <a:lnTo>
                    <a:pt x="6589272" y="3342221"/>
                  </a:lnTo>
                  <a:lnTo>
                    <a:pt x="6517649" y="3335384"/>
                  </a:lnTo>
                  <a:lnTo>
                    <a:pt x="6446027" y="3328396"/>
                  </a:lnTo>
                  <a:lnTo>
                    <a:pt x="6374404" y="3321255"/>
                  </a:lnTo>
                  <a:lnTo>
                    <a:pt x="6302782" y="3313956"/>
                  </a:lnTo>
                  <a:lnTo>
                    <a:pt x="6231159" y="3306496"/>
                  </a:lnTo>
                  <a:lnTo>
                    <a:pt x="6159537" y="3298872"/>
                  </a:lnTo>
                  <a:lnTo>
                    <a:pt x="6087914" y="3291080"/>
                  </a:lnTo>
                  <a:lnTo>
                    <a:pt x="6016292" y="3283117"/>
                  </a:lnTo>
                  <a:lnTo>
                    <a:pt x="5944669" y="3274978"/>
                  </a:lnTo>
                  <a:lnTo>
                    <a:pt x="5873047" y="3266660"/>
                  </a:lnTo>
                  <a:lnTo>
                    <a:pt x="5801424" y="3258159"/>
                  </a:lnTo>
                  <a:lnTo>
                    <a:pt x="5729802" y="3249470"/>
                  </a:lnTo>
                  <a:lnTo>
                    <a:pt x="5658179" y="3240590"/>
                  </a:lnTo>
                  <a:lnTo>
                    <a:pt x="5586557" y="3231515"/>
                  </a:lnTo>
                  <a:lnTo>
                    <a:pt x="5514934" y="3222239"/>
                  </a:lnTo>
                  <a:lnTo>
                    <a:pt x="5443311" y="3212759"/>
                  </a:lnTo>
                  <a:lnTo>
                    <a:pt x="5371689" y="3203071"/>
                  </a:lnTo>
                  <a:lnTo>
                    <a:pt x="5300066" y="3193169"/>
                  </a:lnTo>
                  <a:lnTo>
                    <a:pt x="5228444" y="3183049"/>
                  </a:lnTo>
                  <a:lnTo>
                    <a:pt x="5156821" y="3172706"/>
                  </a:lnTo>
                  <a:lnTo>
                    <a:pt x="5085199" y="3162136"/>
                  </a:lnTo>
                  <a:lnTo>
                    <a:pt x="5013576" y="3151332"/>
                  </a:lnTo>
                  <a:lnTo>
                    <a:pt x="4941954" y="3140291"/>
                  </a:lnTo>
                  <a:lnTo>
                    <a:pt x="4870331" y="3129006"/>
                  </a:lnTo>
                  <a:lnTo>
                    <a:pt x="4798709" y="3117473"/>
                  </a:lnTo>
                  <a:lnTo>
                    <a:pt x="4727086" y="3105686"/>
                  </a:lnTo>
                  <a:lnTo>
                    <a:pt x="4655464" y="3093639"/>
                  </a:lnTo>
                  <a:lnTo>
                    <a:pt x="4583841" y="3081327"/>
                  </a:lnTo>
                  <a:lnTo>
                    <a:pt x="4512219" y="3068744"/>
                  </a:lnTo>
                  <a:lnTo>
                    <a:pt x="4440596" y="3055883"/>
                  </a:lnTo>
                  <a:lnTo>
                    <a:pt x="4368974" y="3042739"/>
                  </a:lnTo>
                  <a:lnTo>
                    <a:pt x="4297351" y="3029306"/>
                  </a:lnTo>
                  <a:lnTo>
                    <a:pt x="4225729" y="3015577"/>
                  </a:lnTo>
                  <a:lnTo>
                    <a:pt x="4154106" y="3001546"/>
                  </a:lnTo>
                  <a:lnTo>
                    <a:pt x="4082483" y="2987205"/>
                  </a:lnTo>
                  <a:lnTo>
                    <a:pt x="4010861" y="2972549"/>
                  </a:lnTo>
                  <a:lnTo>
                    <a:pt x="3939238" y="2957570"/>
                  </a:lnTo>
                  <a:lnTo>
                    <a:pt x="3867616" y="2942261"/>
                  </a:lnTo>
                  <a:lnTo>
                    <a:pt x="3795993" y="2926614"/>
                  </a:lnTo>
                  <a:lnTo>
                    <a:pt x="3724371" y="2910624"/>
                  </a:lnTo>
                  <a:lnTo>
                    <a:pt x="3652748" y="2894280"/>
                  </a:lnTo>
                  <a:lnTo>
                    <a:pt x="3581126" y="2877577"/>
                  </a:lnTo>
                  <a:lnTo>
                    <a:pt x="3509503" y="2860507"/>
                  </a:lnTo>
                  <a:lnTo>
                    <a:pt x="3437881" y="2843060"/>
                  </a:lnTo>
                  <a:lnTo>
                    <a:pt x="3366258" y="2825228"/>
                  </a:lnTo>
                  <a:lnTo>
                    <a:pt x="3294636" y="2807005"/>
                  </a:lnTo>
                  <a:lnTo>
                    <a:pt x="3223013" y="2788379"/>
                  </a:lnTo>
                  <a:lnTo>
                    <a:pt x="3151391" y="2818181"/>
                  </a:lnTo>
                  <a:lnTo>
                    <a:pt x="3079768" y="2865156"/>
                  </a:lnTo>
                  <a:lnTo>
                    <a:pt x="3008146" y="2909487"/>
                  </a:lnTo>
                  <a:lnTo>
                    <a:pt x="2936523" y="2951321"/>
                  </a:lnTo>
                  <a:lnTo>
                    <a:pt x="2864901" y="2990801"/>
                  </a:lnTo>
                  <a:lnTo>
                    <a:pt x="2793278" y="3028059"/>
                  </a:lnTo>
                  <a:lnTo>
                    <a:pt x="2721655" y="3063219"/>
                  </a:lnTo>
                  <a:lnTo>
                    <a:pt x="2650033" y="3096400"/>
                  </a:lnTo>
                  <a:lnTo>
                    <a:pt x="2578410" y="3127712"/>
                  </a:lnTo>
                  <a:lnTo>
                    <a:pt x="2506788" y="3157263"/>
                  </a:lnTo>
                  <a:lnTo>
                    <a:pt x="2435165" y="3185149"/>
                  </a:lnTo>
                  <a:lnTo>
                    <a:pt x="2363543" y="3211466"/>
                  </a:lnTo>
                  <a:lnTo>
                    <a:pt x="2291920" y="3236302"/>
                  </a:lnTo>
                  <a:lnTo>
                    <a:pt x="2220298" y="3259739"/>
                  </a:lnTo>
                  <a:lnTo>
                    <a:pt x="2148675" y="3281857"/>
                  </a:lnTo>
                  <a:lnTo>
                    <a:pt x="2077053" y="3302730"/>
                  </a:lnTo>
                  <a:lnTo>
                    <a:pt x="2005430" y="3322428"/>
                  </a:lnTo>
                  <a:lnTo>
                    <a:pt x="1933808" y="3341017"/>
                  </a:lnTo>
                  <a:lnTo>
                    <a:pt x="1862185" y="3358559"/>
                  </a:lnTo>
                  <a:lnTo>
                    <a:pt x="1790563" y="3375114"/>
                  </a:lnTo>
                  <a:lnTo>
                    <a:pt x="1718940" y="3390737"/>
                  </a:lnTo>
                  <a:lnTo>
                    <a:pt x="1647318" y="3405481"/>
                  </a:lnTo>
                  <a:lnTo>
                    <a:pt x="1575695" y="3419395"/>
                  </a:lnTo>
                  <a:lnTo>
                    <a:pt x="1504073" y="3432525"/>
                  </a:lnTo>
                  <a:lnTo>
                    <a:pt x="1432450" y="3444916"/>
                  </a:lnTo>
                  <a:lnTo>
                    <a:pt x="1360827" y="3456610"/>
                  </a:lnTo>
                  <a:lnTo>
                    <a:pt x="1289205" y="3467645"/>
                  </a:lnTo>
                  <a:lnTo>
                    <a:pt x="1217582" y="3478059"/>
                  </a:lnTo>
                  <a:lnTo>
                    <a:pt x="1145960" y="3487887"/>
                  </a:lnTo>
                  <a:lnTo>
                    <a:pt x="1074337" y="3497162"/>
                  </a:lnTo>
                  <a:lnTo>
                    <a:pt x="1002715" y="3505915"/>
                  </a:lnTo>
                  <a:lnTo>
                    <a:pt x="931092" y="3514175"/>
                  </a:lnTo>
                  <a:lnTo>
                    <a:pt x="859470" y="3521969"/>
                  </a:lnTo>
                  <a:lnTo>
                    <a:pt x="787847" y="3529326"/>
                  </a:lnTo>
                  <a:lnTo>
                    <a:pt x="716225" y="3536268"/>
                  </a:lnTo>
                  <a:lnTo>
                    <a:pt x="644602" y="3542819"/>
                  </a:lnTo>
                  <a:lnTo>
                    <a:pt x="572980" y="3549001"/>
                  </a:lnTo>
                  <a:lnTo>
                    <a:pt x="501357" y="3554836"/>
                  </a:lnTo>
                  <a:lnTo>
                    <a:pt x="429735" y="3560341"/>
                  </a:lnTo>
                  <a:lnTo>
                    <a:pt x="358112" y="3565537"/>
                  </a:lnTo>
                  <a:lnTo>
                    <a:pt x="286490" y="3570441"/>
                  </a:lnTo>
                  <a:lnTo>
                    <a:pt x="214867" y="3575068"/>
                  </a:lnTo>
                  <a:lnTo>
                    <a:pt x="143245" y="3579435"/>
                  </a:lnTo>
                  <a:lnTo>
                    <a:pt x="71622" y="3583556"/>
                  </a:lnTo>
                  <a:lnTo>
                    <a:pt x="0" y="35874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75946" cy="2769344"/>
            </a:xfrm>
            <a:custGeom>
              <a:avLst/>
              <a:pathLst>
                <a:path w="4975946" h="2769344">
                  <a:moveTo>
                    <a:pt x="0" y="1348992"/>
                  </a:moveTo>
                  <a:lnTo>
                    <a:pt x="71622" y="1398637"/>
                  </a:lnTo>
                  <a:lnTo>
                    <a:pt x="143245" y="1447212"/>
                  </a:lnTo>
                  <a:lnTo>
                    <a:pt x="214867" y="1494740"/>
                  </a:lnTo>
                  <a:lnTo>
                    <a:pt x="286490" y="1541244"/>
                  </a:lnTo>
                  <a:lnTo>
                    <a:pt x="358112" y="1586745"/>
                  </a:lnTo>
                  <a:lnTo>
                    <a:pt x="429735" y="1631266"/>
                  </a:lnTo>
                  <a:lnTo>
                    <a:pt x="501357" y="1674828"/>
                  </a:lnTo>
                  <a:lnTo>
                    <a:pt x="572980" y="1717451"/>
                  </a:lnTo>
                  <a:lnTo>
                    <a:pt x="644602" y="1759155"/>
                  </a:lnTo>
                  <a:lnTo>
                    <a:pt x="716225" y="1799960"/>
                  </a:lnTo>
                  <a:lnTo>
                    <a:pt x="787847" y="1839887"/>
                  </a:lnTo>
                  <a:lnTo>
                    <a:pt x="859470" y="1878952"/>
                  </a:lnTo>
                  <a:lnTo>
                    <a:pt x="931092" y="1917176"/>
                  </a:lnTo>
                  <a:lnTo>
                    <a:pt x="1002715" y="1954576"/>
                  </a:lnTo>
                  <a:lnTo>
                    <a:pt x="1074337" y="1991170"/>
                  </a:lnTo>
                  <a:lnTo>
                    <a:pt x="1145960" y="2026976"/>
                  </a:lnTo>
                  <a:lnTo>
                    <a:pt x="1217582" y="2062010"/>
                  </a:lnTo>
                  <a:lnTo>
                    <a:pt x="1289205" y="2096289"/>
                  </a:lnTo>
                  <a:lnTo>
                    <a:pt x="1360827" y="2129829"/>
                  </a:lnTo>
                  <a:lnTo>
                    <a:pt x="1432450" y="2162646"/>
                  </a:lnTo>
                  <a:lnTo>
                    <a:pt x="1504073" y="2194756"/>
                  </a:lnTo>
                  <a:lnTo>
                    <a:pt x="1575695" y="2226174"/>
                  </a:lnTo>
                  <a:lnTo>
                    <a:pt x="1647318" y="2256915"/>
                  </a:lnTo>
                  <a:lnTo>
                    <a:pt x="1718940" y="2286994"/>
                  </a:lnTo>
                  <a:lnTo>
                    <a:pt x="1790563" y="2316424"/>
                  </a:lnTo>
                  <a:lnTo>
                    <a:pt x="1862185" y="2345220"/>
                  </a:lnTo>
                  <a:lnTo>
                    <a:pt x="1933808" y="2373396"/>
                  </a:lnTo>
                  <a:lnTo>
                    <a:pt x="2005430" y="2400964"/>
                  </a:lnTo>
                  <a:lnTo>
                    <a:pt x="2077053" y="2427939"/>
                  </a:lnTo>
                  <a:lnTo>
                    <a:pt x="2148675" y="2454331"/>
                  </a:lnTo>
                  <a:lnTo>
                    <a:pt x="2220298" y="2480156"/>
                  </a:lnTo>
                  <a:lnTo>
                    <a:pt x="2291920" y="2505423"/>
                  </a:lnTo>
                  <a:lnTo>
                    <a:pt x="2363543" y="2530146"/>
                  </a:lnTo>
                  <a:lnTo>
                    <a:pt x="2435165" y="2554337"/>
                  </a:lnTo>
                  <a:lnTo>
                    <a:pt x="2506788" y="2578006"/>
                  </a:lnTo>
                  <a:lnTo>
                    <a:pt x="2578410" y="2601165"/>
                  </a:lnTo>
                  <a:lnTo>
                    <a:pt x="2650033" y="2623824"/>
                  </a:lnTo>
                  <a:lnTo>
                    <a:pt x="2721655" y="2645996"/>
                  </a:lnTo>
                  <a:lnTo>
                    <a:pt x="2793278" y="2667690"/>
                  </a:lnTo>
                  <a:lnTo>
                    <a:pt x="2864901" y="2688916"/>
                  </a:lnTo>
                  <a:lnTo>
                    <a:pt x="2936523" y="2709685"/>
                  </a:lnTo>
                  <a:lnTo>
                    <a:pt x="3008146" y="2730006"/>
                  </a:lnTo>
                  <a:lnTo>
                    <a:pt x="3079768" y="2749889"/>
                  </a:lnTo>
                  <a:lnTo>
                    <a:pt x="3151391" y="2769344"/>
                  </a:lnTo>
                  <a:lnTo>
                    <a:pt x="3223013" y="2768404"/>
                  </a:lnTo>
                  <a:lnTo>
                    <a:pt x="3294636" y="2715658"/>
                  </a:lnTo>
                  <a:lnTo>
                    <a:pt x="3366258" y="2659766"/>
                  </a:lnTo>
                  <a:lnTo>
                    <a:pt x="3437881" y="2600539"/>
                  </a:lnTo>
                  <a:lnTo>
                    <a:pt x="3509503" y="2537779"/>
                  </a:lnTo>
                  <a:lnTo>
                    <a:pt x="3581126" y="2471276"/>
                  </a:lnTo>
                  <a:lnTo>
                    <a:pt x="3652748" y="2400806"/>
                  </a:lnTo>
                  <a:lnTo>
                    <a:pt x="3724371" y="2326132"/>
                  </a:lnTo>
                  <a:lnTo>
                    <a:pt x="3795993" y="2247004"/>
                  </a:lnTo>
                  <a:lnTo>
                    <a:pt x="3867616" y="2163155"/>
                  </a:lnTo>
                  <a:lnTo>
                    <a:pt x="3939238" y="2074305"/>
                  </a:lnTo>
                  <a:lnTo>
                    <a:pt x="4010861" y="1980155"/>
                  </a:lnTo>
                  <a:lnTo>
                    <a:pt x="4082483" y="1880388"/>
                  </a:lnTo>
                  <a:lnTo>
                    <a:pt x="4154106" y="1774670"/>
                  </a:lnTo>
                  <a:lnTo>
                    <a:pt x="4225729" y="1662646"/>
                  </a:lnTo>
                  <a:lnTo>
                    <a:pt x="4297351" y="1543940"/>
                  </a:lnTo>
                  <a:lnTo>
                    <a:pt x="4368974" y="1418153"/>
                  </a:lnTo>
                  <a:lnTo>
                    <a:pt x="4440596" y="1284862"/>
                  </a:lnTo>
                  <a:lnTo>
                    <a:pt x="4512219" y="1143620"/>
                  </a:lnTo>
                  <a:lnTo>
                    <a:pt x="4583841" y="993954"/>
                  </a:lnTo>
                  <a:lnTo>
                    <a:pt x="4655464" y="835359"/>
                  </a:lnTo>
                  <a:lnTo>
                    <a:pt x="4727086" y="667303"/>
                  </a:lnTo>
                  <a:lnTo>
                    <a:pt x="4798709" y="489223"/>
                  </a:lnTo>
                  <a:lnTo>
                    <a:pt x="4870331" y="300521"/>
                  </a:lnTo>
                  <a:lnTo>
                    <a:pt x="4941954" y="100562"/>
                  </a:lnTo>
                  <a:lnTo>
                    <a:pt x="4975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943"/>
              <a:ext cx="7090630" cy="799066"/>
            </a:xfrm>
            <a:custGeom>
              <a:avLst/>
              <a:pathLst>
                <a:path w="7090630" h="799066">
                  <a:moveTo>
                    <a:pt x="7090630" y="597748"/>
                  </a:moveTo>
                  <a:lnTo>
                    <a:pt x="7019007" y="591878"/>
                  </a:lnTo>
                  <a:lnTo>
                    <a:pt x="6947385" y="585879"/>
                  </a:lnTo>
                  <a:lnTo>
                    <a:pt x="6875762" y="579747"/>
                  </a:lnTo>
                  <a:lnTo>
                    <a:pt x="6804139" y="573481"/>
                  </a:lnTo>
                  <a:lnTo>
                    <a:pt x="6732517" y="567076"/>
                  </a:lnTo>
                  <a:lnTo>
                    <a:pt x="6660894" y="560531"/>
                  </a:lnTo>
                  <a:lnTo>
                    <a:pt x="6589272" y="553841"/>
                  </a:lnTo>
                  <a:lnTo>
                    <a:pt x="6517649" y="547004"/>
                  </a:lnTo>
                  <a:lnTo>
                    <a:pt x="6446027" y="540016"/>
                  </a:lnTo>
                  <a:lnTo>
                    <a:pt x="6374404" y="532875"/>
                  </a:lnTo>
                  <a:lnTo>
                    <a:pt x="6302782" y="525576"/>
                  </a:lnTo>
                  <a:lnTo>
                    <a:pt x="6231159" y="518116"/>
                  </a:lnTo>
                  <a:lnTo>
                    <a:pt x="6159537" y="510492"/>
                  </a:lnTo>
                  <a:lnTo>
                    <a:pt x="6087914" y="502701"/>
                  </a:lnTo>
                  <a:lnTo>
                    <a:pt x="6016292" y="494737"/>
                  </a:lnTo>
                  <a:lnTo>
                    <a:pt x="5944669" y="486598"/>
                  </a:lnTo>
                  <a:lnTo>
                    <a:pt x="5873047" y="478280"/>
                  </a:lnTo>
                  <a:lnTo>
                    <a:pt x="5801424" y="469779"/>
                  </a:lnTo>
                  <a:lnTo>
                    <a:pt x="5729802" y="461090"/>
                  </a:lnTo>
                  <a:lnTo>
                    <a:pt x="5658179" y="452210"/>
                  </a:lnTo>
                  <a:lnTo>
                    <a:pt x="5586557" y="443135"/>
                  </a:lnTo>
                  <a:lnTo>
                    <a:pt x="5514934" y="433859"/>
                  </a:lnTo>
                  <a:lnTo>
                    <a:pt x="5443311" y="424380"/>
                  </a:lnTo>
                  <a:lnTo>
                    <a:pt x="5371689" y="414691"/>
                  </a:lnTo>
                  <a:lnTo>
                    <a:pt x="5300066" y="404789"/>
                  </a:lnTo>
                  <a:lnTo>
                    <a:pt x="5228444" y="394669"/>
                  </a:lnTo>
                  <a:lnTo>
                    <a:pt x="5156821" y="384326"/>
                  </a:lnTo>
                  <a:lnTo>
                    <a:pt x="5085199" y="373756"/>
                  </a:lnTo>
                  <a:lnTo>
                    <a:pt x="5013576" y="362952"/>
                  </a:lnTo>
                  <a:lnTo>
                    <a:pt x="4941954" y="351911"/>
                  </a:lnTo>
                  <a:lnTo>
                    <a:pt x="4870331" y="340626"/>
                  </a:lnTo>
                  <a:lnTo>
                    <a:pt x="4798709" y="329093"/>
                  </a:lnTo>
                  <a:lnTo>
                    <a:pt x="4727086" y="317306"/>
                  </a:lnTo>
                  <a:lnTo>
                    <a:pt x="4655464" y="305259"/>
                  </a:lnTo>
                  <a:lnTo>
                    <a:pt x="4583841" y="292947"/>
                  </a:lnTo>
                  <a:lnTo>
                    <a:pt x="4512219" y="280364"/>
                  </a:lnTo>
                  <a:lnTo>
                    <a:pt x="4440596" y="267503"/>
                  </a:lnTo>
                  <a:lnTo>
                    <a:pt x="4368974" y="254360"/>
                  </a:lnTo>
                  <a:lnTo>
                    <a:pt x="4297351" y="240926"/>
                  </a:lnTo>
                  <a:lnTo>
                    <a:pt x="4225729" y="227197"/>
                  </a:lnTo>
                  <a:lnTo>
                    <a:pt x="4154106" y="213166"/>
                  </a:lnTo>
                  <a:lnTo>
                    <a:pt x="4082483" y="198825"/>
                  </a:lnTo>
                  <a:lnTo>
                    <a:pt x="4010861" y="184169"/>
                  </a:lnTo>
                  <a:lnTo>
                    <a:pt x="3939238" y="169190"/>
                  </a:lnTo>
                  <a:lnTo>
                    <a:pt x="3867616" y="153881"/>
                  </a:lnTo>
                  <a:lnTo>
                    <a:pt x="3795993" y="138235"/>
                  </a:lnTo>
                  <a:lnTo>
                    <a:pt x="3724371" y="122244"/>
                  </a:lnTo>
                  <a:lnTo>
                    <a:pt x="3652748" y="105901"/>
                  </a:lnTo>
                  <a:lnTo>
                    <a:pt x="3581126" y="89198"/>
                  </a:lnTo>
                  <a:lnTo>
                    <a:pt x="3509503" y="72127"/>
                  </a:lnTo>
                  <a:lnTo>
                    <a:pt x="3437881" y="54680"/>
                  </a:lnTo>
                  <a:lnTo>
                    <a:pt x="3366258" y="36849"/>
                  </a:lnTo>
                  <a:lnTo>
                    <a:pt x="3294636" y="18625"/>
                  </a:lnTo>
                  <a:lnTo>
                    <a:pt x="3223013" y="0"/>
                  </a:lnTo>
                  <a:lnTo>
                    <a:pt x="3151391" y="29802"/>
                  </a:lnTo>
                  <a:lnTo>
                    <a:pt x="3079768" y="76776"/>
                  </a:lnTo>
                  <a:lnTo>
                    <a:pt x="3008146" y="121107"/>
                  </a:lnTo>
                  <a:lnTo>
                    <a:pt x="2936523" y="162942"/>
                  </a:lnTo>
                  <a:lnTo>
                    <a:pt x="2864901" y="202421"/>
                  </a:lnTo>
                  <a:lnTo>
                    <a:pt x="2793278" y="239679"/>
                  </a:lnTo>
                  <a:lnTo>
                    <a:pt x="2721655" y="274839"/>
                  </a:lnTo>
                  <a:lnTo>
                    <a:pt x="2650033" y="308020"/>
                  </a:lnTo>
                  <a:lnTo>
                    <a:pt x="2578410" y="339333"/>
                  </a:lnTo>
                  <a:lnTo>
                    <a:pt x="2506788" y="368883"/>
                  </a:lnTo>
                  <a:lnTo>
                    <a:pt x="2435165" y="396770"/>
                  </a:lnTo>
                  <a:lnTo>
                    <a:pt x="2363543" y="423086"/>
                  </a:lnTo>
                  <a:lnTo>
                    <a:pt x="2291920" y="447922"/>
                  </a:lnTo>
                  <a:lnTo>
                    <a:pt x="2220298" y="471359"/>
                  </a:lnTo>
                  <a:lnTo>
                    <a:pt x="2148675" y="493477"/>
                  </a:lnTo>
                  <a:lnTo>
                    <a:pt x="2077053" y="514350"/>
                  </a:lnTo>
                  <a:lnTo>
                    <a:pt x="2005430" y="534048"/>
                  </a:lnTo>
                  <a:lnTo>
                    <a:pt x="1933808" y="552637"/>
                  </a:lnTo>
                  <a:lnTo>
                    <a:pt x="1862185" y="570179"/>
                  </a:lnTo>
                  <a:lnTo>
                    <a:pt x="1790563" y="586734"/>
                  </a:lnTo>
                  <a:lnTo>
                    <a:pt x="1718940" y="602358"/>
                  </a:lnTo>
                  <a:lnTo>
                    <a:pt x="1647318" y="617101"/>
                  </a:lnTo>
                  <a:lnTo>
                    <a:pt x="1575695" y="631015"/>
                  </a:lnTo>
                  <a:lnTo>
                    <a:pt x="1504073" y="644145"/>
                  </a:lnTo>
                  <a:lnTo>
                    <a:pt x="1432450" y="656536"/>
                  </a:lnTo>
                  <a:lnTo>
                    <a:pt x="1360827" y="668230"/>
                  </a:lnTo>
                  <a:lnTo>
                    <a:pt x="1289205" y="679265"/>
                  </a:lnTo>
                  <a:lnTo>
                    <a:pt x="1217582" y="689680"/>
                  </a:lnTo>
                  <a:lnTo>
                    <a:pt x="1145960" y="699508"/>
                  </a:lnTo>
                  <a:lnTo>
                    <a:pt x="1074337" y="708782"/>
                  </a:lnTo>
                  <a:lnTo>
                    <a:pt x="1002715" y="717535"/>
                  </a:lnTo>
                  <a:lnTo>
                    <a:pt x="931092" y="725795"/>
                  </a:lnTo>
                  <a:lnTo>
                    <a:pt x="859470" y="733590"/>
                  </a:lnTo>
                  <a:lnTo>
                    <a:pt x="787847" y="740946"/>
                  </a:lnTo>
                  <a:lnTo>
                    <a:pt x="716225" y="747888"/>
                  </a:lnTo>
                  <a:lnTo>
                    <a:pt x="644602" y="754439"/>
                  </a:lnTo>
                  <a:lnTo>
                    <a:pt x="572980" y="760621"/>
                  </a:lnTo>
                  <a:lnTo>
                    <a:pt x="501357" y="766456"/>
                  </a:lnTo>
                  <a:lnTo>
                    <a:pt x="429735" y="771962"/>
                  </a:lnTo>
                  <a:lnTo>
                    <a:pt x="358112" y="777158"/>
                  </a:lnTo>
                  <a:lnTo>
                    <a:pt x="286490" y="782061"/>
                  </a:lnTo>
                  <a:lnTo>
                    <a:pt x="214867" y="786689"/>
                  </a:lnTo>
                  <a:lnTo>
                    <a:pt x="143245" y="791056"/>
                  </a:lnTo>
                  <a:lnTo>
                    <a:pt x="71622" y="795177"/>
                  </a:lnTo>
                  <a:lnTo>
                    <a:pt x="0" y="799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28884"/>
              <a:ext cx="7090630" cy="1932775"/>
            </a:xfrm>
            <a:custGeom>
              <a:avLst/>
              <a:pathLst>
                <a:path w="7090630" h="1932775">
                  <a:moveTo>
                    <a:pt x="0" y="1932775"/>
                  </a:moveTo>
                  <a:lnTo>
                    <a:pt x="71622" y="1925706"/>
                  </a:lnTo>
                  <a:lnTo>
                    <a:pt x="143245" y="1918507"/>
                  </a:lnTo>
                  <a:lnTo>
                    <a:pt x="214867" y="1911178"/>
                  </a:lnTo>
                  <a:lnTo>
                    <a:pt x="286490" y="1903714"/>
                  </a:lnTo>
                  <a:lnTo>
                    <a:pt x="358112" y="1896115"/>
                  </a:lnTo>
                  <a:lnTo>
                    <a:pt x="429735" y="1888377"/>
                  </a:lnTo>
                  <a:lnTo>
                    <a:pt x="501357" y="1880497"/>
                  </a:lnTo>
                  <a:lnTo>
                    <a:pt x="572980" y="1872474"/>
                  </a:lnTo>
                  <a:lnTo>
                    <a:pt x="644602" y="1864305"/>
                  </a:lnTo>
                  <a:lnTo>
                    <a:pt x="716225" y="1855987"/>
                  </a:lnTo>
                  <a:lnTo>
                    <a:pt x="787847" y="1847516"/>
                  </a:lnTo>
                  <a:lnTo>
                    <a:pt x="859470" y="1838892"/>
                  </a:lnTo>
                  <a:lnTo>
                    <a:pt x="931092" y="1830110"/>
                  </a:lnTo>
                  <a:lnTo>
                    <a:pt x="1002715" y="1821168"/>
                  </a:lnTo>
                  <a:lnTo>
                    <a:pt x="1074337" y="1812062"/>
                  </a:lnTo>
                  <a:lnTo>
                    <a:pt x="1145960" y="1802791"/>
                  </a:lnTo>
                  <a:lnTo>
                    <a:pt x="1217582" y="1793351"/>
                  </a:lnTo>
                  <a:lnTo>
                    <a:pt x="1289205" y="1783738"/>
                  </a:lnTo>
                  <a:lnTo>
                    <a:pt x="1360827" y="1773950"/>
                  </a:lnTo>
                  <a:lnTo>
                    <a:pt x="1432450" y="1763983"/>
                  </a:lnTo>
                  <a:lnTo>
                    <a:pt x="1504073" y="1753835"/>
                  </a:lnTo>
                  <a:lnTo>
                    <a:pt x="1575695" y="1743501"/>
                  </a:lnTo>
                  <a:lnTo>
                    <a:pt x="1647318" y="1732979"/>
                  </a:lnTo>
                  <a:lnTo>
                    <a:pt x="1718940" y="1722265"/>
                  </a:lnTo>
                  <a:lnTo>
                    <a:pt x="1790563" y="1711356"/>
                  </a:lnTo>
                  <a:lnTo>
                    <a:pt x="1862185" y="1700248"/>
                  </a:lnTo>
                  <a:lnTo>
                    <a:pt x="1933808" y="1688937"/>
                  </a:lnTo>
                  <a:lnTo>
                    <a:pt x="2005430" y="1677419"/>
                  </a:lnTo>
                  <a:lnTo>
                    <a:pt x="2077053" y="1665692"/>
                  </a:lnTo>
                  <a:lnTo>
                    <a:pt x="2148675" y="1653750"/>
                  </a:lnTo>
                  <a:lnTo>
                    <a:pt x="2220298" y="1641591"/>
                  </a:lnTo>
                  <a:lnTo>
                    <a:pt x="2291920" y="1629210"/>
                  </a:lnTo>
                  <a:lnTo>
                    <a:pt x="2363543" y="1616603"/>
                  </a:lnTo>
                  <a:lnTo>
                    <a:pt x="2435165" y="1603767"/>
                  </a:lnTo>
                  <a:lnTo>
                    <a:pt x="2506788" y="1590696"/>
                  </a:lnTo>
                  <a:lnTo>
                    <a:pt x="2578410" y="1577386"/>
                  </a:lnTo>
                  <a:lnTo>
                    <a:pt x="2650033" y="1563834"/>
                  </a:lnTo>
                  <a:lnTo>
                    <a:pt x="2721655" y="1550035"/>
                  </a:lnTo>
                  <a:lnTo>
                    <a:pt x="2793278" y="1535984"/>
                  </a:lnTo>
                  <a:lnTo>
                    <a:pt x="2864901" y="1521676"/>
                  </a:lnTo>
                  <a:lnTo>
                    <a:pt x="2936523" y="1507108"/>
                  </a:lnTo>
                  <a:lnTo>
                    <a:pt x="3008146" y="1492274"/>
                  </a:lnTo>
                  <a:lnTo>
                    <a:pt x="3079768" y="1477169"/>
                  </a:lnTo>
                  <a:lnTo>
                    <a:pt x="3151391" y="1461789"/>
                  </a:lnTo>
                  <a:lnTo>
                    <a:pt x="3223013" y="1446128"/>
                  </a:lnTo>
                  <a:lnTo>
                    <a:pt x="3294636" y="1430181"/>
                  </a:lnTo>
                  <a:lnTo>
                    <a:pt x="3366258" y="1413944"/>
                  </a:lnTo>
                  <a:lnTo>
                    <a:pt x="3437881" y="1397410"/>
                  </a:lnTo>
                  <a:lnTo>
                    <a:pt x="3509503" y="1380575"/>
                  </a:lnTo>
                  <a:lnTo>
                    <a:pt x="3581126" y="1363433"/>
                  </a:lnTo>
                  <a:lnTo>
                    <a:pt x="3652748" y="1345978"/>
                  </a:lnTo>
                  <a:lnTo>
                    <a:pt x="3724371" y="1328204"/>
                  </a:lnTo>
                  <a:lnTo>
                    <a:pt x="3795993" y="1310107"/>
                  </a:lnTo>
                  <a:lnTo>
                    <a:pt x="3867616" y="1291679"/>
                  </a:lnTo>
                  <a:lnTo>
                    <a:pt x="3939238" y="1272915"/>
                  </a:lnTo>
                  <a:lnTo>
                    <a:pt x="4010861" y="1253809"/>
                  </a:lnTo>
                  <a:lnTo>
                    <a:pt x="4082483" y="1234354"/>
                  </a:lnTo>
                  <a:lnTo>
                    <a:pt x="4154106" y="1214545"/>
                  </a:lnTo>
                  <a:lnTo>
                    <a:pt x="4225729" y="1194374"/>
                  </a:lnTo>
                  <a:lnTo>
                    <a:pt x="4297351" y="1173835"/>
                  </a:lnTo>
                  <a:lnTo>
                    <a:pt x="4368974" y="1152921"/>
                  </a:lnTo>
                  <a:lnTo>
                    <a:pt x="4440596" y="1131626"/>
                  </a:lnTo>
                  <a:lnTo>
                    <a:pt x="4512219" y="1109943"/>
                  </a:lnTo>
                  <a:lnTo>
                    <a:pt x="4583841" y="1087864"/>
                  </a:lnTo>
                  <a:lnTo>
                    <a:pt x="4655464" y="1065382"/>
                  </a:lnTo>
                  <a:lnTo>
                    <a:pt x="4727086" y="1042490"/>
                  </a:lnTo>
                  <a:lnTo>
                    <a:pt x="4798709" y="1019181"/>
                  </a:lnTo>
                  <a:lnTo>
                    <a:pt x="4870331" y="995446"/>
                  </a:lnTo>
                  <a:lnTo>
                    <a:pt x="4941954" y="971279"/>
                  </a:lnTo>
                  <a:lnTo>
                    <a:pt x="5013576" y="946670"/>
                  </a:lnTo>
                  <a:lnTo>
                    <a:pt x="5085199" y="921613"/>
                  </a:lnTo>
                  <a:lnTo>
                    <a:pt x="5156821" y="896098"/>
                  </a:lnTo>
                  <a:lnTo>
                    <a:pt x="5228444" y="870119"/>
                  </a:lnTo>
                  <a:lnTo>
                    <a:pt x="5300066" y="843665"/>
                  </a:lnTo>
                  <a:lnTo>
                    <a:pt x="5371689" y="816729"/>
                  </a:lnTo>
                  <a:lnTo>
                    <a:pt x="5443311" y="789301"/>
                  </a:lnTo>
                  <a:lnTo>
                    <a:pt x="5514934" y="761373"/>
                  </a:lnTo>
                  <a:lnTo>
                    <a:pt x="5586557" y="732936"/>
                  </a:lnTo>
                  <a:lnTo>
                    <a:pt x="5658179" y="703979"/>
                  </a:lnTo>
                  <a:lnTo>
                    <a:pt x="5729802" y="674495"/>
                  </a:lnTo>
                  <a:lnTo>
                    <a:pt x="5801424" y="644473"/>
                  </a:lnTo>
                  <a:lnTo>
                    <a:pt x="5873047" y="613903"/>
                  </a:lnTo>
                  <a:lnTo>
                    <a:pt x="5944669" y="582776"/>
                  </a:lnTo>
                  <a:lnTo>
                    <a:pt x="6016292" y="551080"/>
                  </a:lnTo>
                  <a:lnTo>
                    <a:pt x="6087914" y="518807"/>
                  </a:lnTo>
                  <a:lnTo>
                    <a:pt x="6159537" y="485945"/>
                  </a:lnTo>
                  <a:lnTo>
                    <a:pt x="6231159" y="452483"/>
                  </a:lnTo>
                  <a:lnTo>
                    <a:pt x="6302782" y="418411"/>
                  </a:lnTo>
                  <a:lnTo>
                    <a:pt x="6374404" y="383718"/>
                  </a:lnTo>
                  <a:lnTo>
                    <a:pt x="6446027" y="348391"/>
                  </a:lnTo>
                  <a:lnTo>
                    <a:pt x="6517649" y="312421"/>
                  </a:lnTo>
                  <a:lnTo>
                    <a:pt x="6589272" y="275794"/>
                  </a:lnTo>
                  <a:lnTo>
                    <a:pt x="6660894" y="238499"/>
                  </a:lnTo>
                  <a:lnTo>
                    <a:pt x="6732517" y="200523"/>
                  </a:lnTo>
                  <a:lnTo>
                    <a:pt x="6804139" y="161855"/>
                  </a:lnTo>
                  <a:lnTo>
                    <a:pt x="6875762" y="122482"/>
                  </a:lnTo>
                  <a:lnTo>
                    <a:pt x="6947385" y="82390"/>
                  </a:lnTo>
                  <a:lnTo>
                    <a:pt x="7019007" y="415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2026-10-08T10:13:02Z</dcterms:modified>
  <cp:category/>
</cp:coreProperties>
</file>