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1436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2446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37501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50533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80739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6079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54085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82091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4920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098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94017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07049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12076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40082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68088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1896563"/>
              <a:ext cx="7090630" cy="3597943"/>
            </a:xfrm>
            <a:custGeom>
              <a:avLst/>
              <a:pathLst>
                <a:path w="7090630" h="3597943">
                  <a:moveTo>
                    <a:pt x="0" y="2533257"/>
                  </a:moveTo>
                  <a:lnTo>
                    <a:pt x="71622" y="2539639"/>
                  </a:lnTo>
                  <a:lnTo>
                    <a:pt x="143245" y="2545985"/>
                  </a:lnTo>
                  <a:lnTo>
                    <a:pt x="214867" y="2552294"/>
                  </a:lnTo>
                  <a:lnTo>
                    <a:pt x="286490" y="2558567"/>
                  </a:lnTo>
                  <a:lnTo>
                    <a:pt x="358112" y="2564804"/>
                  </a:lnTo>
                  <a:lnTo>
                    <a:pt x="429735" y="2571006"/>
                  </a:lnTo>
                  <a:lnTo>
                    <a:pt x="501357" y="2577173"/>
                  </a:lnTo>
                  <a:lnTo>
                    <a:pt x="572980" y="2583304"/>
                  </a:lnTo>
                  <a:lnTo>
                    <a:pt x="644602" y="2589400"/>
                  </a:lnTo>
                  <a:lnTo>
                    <a:pt x="716225" y="2595462"/>
                  </a:lnTo>
                  <a:lnTo>
                    <a:pt x="787847" y="2601489"/>
                  </a:lnTo>
                  <a:lnTo>
                    <a:pt x="859470" y="2607482"/>
                  </a:lnTo>
                  <a:lnTo>
                    <a:pt x="931092" y="2613441"/>
                  </a:lnTo>
                  <a:lnTo>
                    <a:pt x="1002715" y="2619365"/>
                  </a:lnTo>
                  <a:lnTo>
                    <a:pt x="1074337" y="2625256"/>
                  </a:lnTo>
                  <a:lnTo>
                    <a:pt x="1145960" y="2631113"/>
                  </a:lnTo>
                  <a:lnTo>
                    <a:pt x="1217582" y="2636937"/>
                  </a:lnTo>
                  <a:lnTo>
                    <a:pt x="1289205" y="2642728"/>
                  </a:lnTo>
                  <a:lnTo>
                    <a:pt x="1360827" y="2648485"/>
                  </a:lnTo>
                  <a:lnTo>
                    <a:pt x="1432450" y="2654210"/>
                  </a:lnTo>
                  <a:lnTo>
                    <a:pt x="1504073" y="2659902"/>
                  </a:lnTo>
                  <a:lnTo>
                    <a:pt x="1575695" y="2665562"/>
                  </a:lnTo>
                  <a:lnTo>
                    <a:pt x="1647318" y="2671189"/>
                  </a:lnTo>
                  <a:lnTo>
                    <a:pt x="1718940" y="2676785"/>
                  </a:lnTo>
                  <a:lnTo>
                    <a:pt x="1790563" y="2682348"/>
                  </a:lnTo>
                  <a:lnTo>
                    <a:pt x="1862185" y="2687880"/>
                  </a:lnTo>
                  <a:lnTo>
                    <a:pt x="1933808" y="2693380"/>
                  </a:lnTo>
                  <a:lnTo>
                    <a:pt x="2005430" y="2698849"/>
                  </a:lnTo>
                  <a:lnTo>
                    <a:pt x="2077053" y="2704287"/>
                  </a:lnTo>
                  <a:lnTo>
                    <a:pt x="2148675" y="2709693"/>
                  </a:lnTo>
                  <a:lnTo>
                    <a:pt x="2220298" y="2715069"/>
                  </a:lnTo>
                  <a:lnTo>
                    <a:pt x="2291920" y="2720414"/>
                  </a:lnTo>
                  <a:lnTo>
                    <a:pt x="2363543" y="2725729"/>
                  </a:lnTo>
                  <a:lnTo>
                    <a:pt x="2435165" y="2731014"/>
                  </a:lnTo>
                  <a:lnTo>
                    <a:pt x="2506788" y="2736268"/>
                  </a:lnTo>
                  <a:lnTo>
                    <a:pt x="2578410" y="2741492"/>
                  </a:lnTo>
                  <a:lnTo>
                    <a:pt x="2650033" y="2746687"/>
                  </a:lnTo>
                  <a:lnTo>
                    <a:pt x="2721655" y="2751852"/>
                  </a:lnTo>
                  <a:lnTo>
                    <a:pt x="2793278" y="2756987"/>
                  </a:lnTo>
                  <a:lnTo>
                    <a:pt x="2864901" y="2762093"/>
                  </a:lnTo>
                  <a:lnTo>
                    <a:pt x="2936523" y="2767171"/>
                  </a:lnTo>
                  <a:lnTo>
                    <a:pt x="3008146" y="2772219"/>
                  </a:lnTo>
                  <a:lnTo>
                    <a:pt x="3079768" y="2777238"/>
                  </a:lnTo>
                  <a:lnTo>
                    <a:pt x="3151391" y="2782229"/>
                  </a:lnTo>
                  <a:lnTo>
                    <a:pt x="3223013" y="2735290"/>
                  </a:lnTo>
                  <a:lnTo>
                    <a:pt x="3294636" y="2675971"/>
                  </a:lnTo>
                  <a:lnTo>
                    <a:pt x="3366258" y="2612816"/>
                  </a:lnTo>
                  <a:lnTo>
                    <a:pt x="3437881" y="2545578"/>
                  </a:lnTo>
                  <a:lnTo>
                    <a:pt x="3509503" y="2473992"/>
                  </a:lnTo>
                  <a:lnTo>
                    <a:pt x="3581126" y="2397776"/>
                  </a:lnTo>
                  <a:lnTo>
                    <a:pt x="3652748" y="2316633"/>
                  </a:lnTo>
                  <a:lnTo>
                    <a:pt x="3724371" y="2230242"/>
                  </a:lnTo>
                  <a:lnTo>
                    <a:pt x="3795993" y="2138265"/>
                  </a:lnTo>
                  <a:lnTo>
                    <a:pt x="3867616" y="2040341"/>
                  </a:lnTo>
                  <a:lnTo>
                    <a:pt x="3939238" y="1936085"/>
                  </a:lnTo>
                  <a:lnTo>
                    <a:pt x="4010861" y="1825087"/>
                  </a:lnTo>
                  <a:lnTo>
                    <a:pt x="4082483" y="1706911"/>
                  </a:lnTo>
                  <a:lnTo>
                    <a:pt x="4154106" y="1581094"/>
                  </a:lnTo>
                  <a:lnTo>
                    <a:pt x="4225729" y="1447141"/>
                  </a:lnTo>
                  <a:lnTo>
                    <a:pt x="4297351" y="1304526"/>
                  </a:lnTo>
                  <a:lnTo>
                    <a:pt x="4368974" y="1152690"/>
                  </a:lnTo>
                  <a:lnTo>
                    <a:pt x="4440596" y="991035"/>
                  </a:lnTo>
                  <a:lnTo>
                    <a:pt x="4512219" y="818927"/>
                  </a:lnTo>
                  <a:lnTo>
                    <a:pt x="4583841" y="635690"/>
                  </a:lnTo>
                  <a:lnTo>
                    <a:pt x="4655464" y="440605"/>
                  </a:lnTo>
                  <a:lnTo>
                    <a:pt x="4727086" y="232904"/>
                  </a:lnTo>
                  <a:lnTo>
                    <a:pt x="4798709" y="11774"/>
                  </a:lnTo>
                  <a:lnTo>
                    <a:pt x="4802291" y="0"/>
                  </a:lnTo>
                  <a:lnTo>
                    <a:pt x="7090630" y="0"/>
                  </a:lnTo>
                  <a:lnTo>
                    <a:pt x="7090630" y="3017080"/>
                  </a:lnTo>
                  <a:lnTo>
                    <a:pt x="7019007" y="3013436"/>
                  </a:lnTo>
                  <a:lnTo>
                    <a:pt x="6947385" y="3009771"/>
                  </a:lnTo>
                  <a:lnTo>
                    <a:pt x="6875762" y="3006084"/>
                  </a:lnTo>
                  <a:lnTo>
                    <a:pt x="6804139" y="3002377"/>
                  </a:lnTo>
                  <a:lnTo>
                    <a:pt x="6732517" y="2998649"/>
                  </a:lnTo>
                  <a:lnTo>
                    <a:pt x="6660894" y="2994899"/>
                  </a:lnTo>
                  <a:lnTo>
                    <a:pt x="6589272" y="2991128"/>
                  </a:lnTo>
                  <a:lnTo>
                    <a:pt x="6517649" y="2987335"/>
                  </a:lnTo>
                  <a:lnTo>
                    <a:pt x="6446027" y="2983520"/>
                  </a:lnTo>
                  <a:lnTo>
                    <a:pt x="6374404" y="2979683"/>
                  </a:lnTo>
                  <a:lnTo>
                    <a:pt x="6302782" y="2975825"/>
                  </a:lnTo>
                  <a:lnTo>
                    <a:pt x="6231159" y="2971944"/>
                  </a:lnTo>
                  <a:lnTo>
                    <a:pt x="6159537" y="2968041"/>
                  </a:lnTo>
                  <a:lnTo>
                    <a:pt x="6087914" y="2964115"/>
                  </a:lnTo>
                  <a:lnTo>
                    <a:pt x="6016292" y="2960168"/>
                  </a:lnTo>
                  <a:lnTo>
                    <a:pt x="5944669" y="2956197"/>
                  </a:lnTo>
                  <a:lnTo>
                    <a:pt x="5873047" y="2952204"/>
                  </a:lnTo>
                  <a:lnTo>
                    <a:pt x="5801424" y="2948188"/>
                  </a:lnTo>
                  <a:lnTo>
                    <a:pt x="5729802" y="2944148"/>
                  </a:lnTo>
                  <a:lnTo>
                    <a:pt x="5658179" y="2940086"/>
                  </a:lnTo>
                  <a:lnTo>
                    <a:pt x="5586557" y="2936000"/>
                  </a:lnTo>
                  <a:lnTo>
                    <a:pt x="5514934" y="2931891"/>
                  </a:lnTo>
                  <a:lnTo>
                    <a:pt x="5443311" y="2927759"/>
                  </a:lnTo>
                  <a:lnTo>
                    <a:pt x="5371689" y="2923602"/>
                  </a:lnTo>
                  <a:lnTo>
                    <a:pt x="5300066" y="2919422"/>
                  </a:lnTo>
                  <a:lnTo>
                    <a:pt x="5228444" y="2915218"/>
                  </a:lnTo>
                  <a:lnTo>
                    <a:pt x="5156821" y="2910990"/>
                  </a:lnTo>
                  <a:lnTo>
                    <a:pt x="5085199" y="2906737"/>
                  </a:lnTo>
                  <a:lnTo>
                    <a:pt x="5013576" y="2902461"/>
                  </a:lnTo>
                  <a:lnTo>
                    <a:pt x="4941954" y="2898159"/>
                  </a:lnTo>
                  <a:lnTo>
                    <a:pt x="4870331" y="2893833"/>
                  </a:lnTo>
                  <a:lnTo>
                    <a:pt x="4798709" y="2889482"/>
                  </a:lnTo>
                  <a:lnTo>
                    <a:pt x="4727086" y="2885106"/>
                  </a:lnTo>
                  <a:lnTo>
                    <a:pt x="4655464" y="2880706"/>
                  </a:lnTo>
                  <a:lnTo>
                    <a:pt x="4583841" y="2876279"/>
                  </a:lnTo>
                  <a:lnTo>
                    <a:pt x="4512219" y="2871828"/>
                  </a:lnTo>
                  <a:lnTo>
                    <a:pt x="4440596" y="2867351"/>
                  </a:lnTo>
                  <a:lnTo>
                    <a:pt x="4368974" y="2862848"/>
                  </a:lnTo>
                  <a:lnTo>
                    <a:pt x="4297351" y="2858320"/>
                  </a:lnTo>
                  <a:lnTo>
                    <a:pt x="4225729" y="2853765"/>
                  </a:lnTo>
                  <a:lnTo>
                    <a:pt x="4154106" y="2849185"/>
                  </a:lnTo>
                  <a:lnTo>
                    <a:pt x="4082483" y="2844578"/>
                  </a:lnTo>
                  <a:lnTo>
                    <a:pt x="4010861" y="2839944"/>
                  </a:lnTo>
                  <a:lnTo>
                    <a:pt x="3939238" y="2835285"/>
                  </a:lnTo>
                  <a:lnTo>
                    <a:pt x="3867616" y="2830598"/>
                  </a:lnTo>
                  <a:lnTo>
                    <a:pt x="3795993" y="2825885"/>
                  </a:lnTo>
                  <a:lnTo>
                    <a:pt x="3724371" y="2821144"/>
                  </a:lnTo>
                  <a:lnTo>
                    <a:pt x="3652748" y="2816377"/>
                  </a:lnTo>
                  <a:lnTo>
                    <a:pt x="3581126" y="2811582"/>
                  </a:lnTo>
                  <a:lnTo>
                    <a:pt x="3509503" y="2806759"/>
                  </a:lnTo>
                  <a:lnTo>
                    <a:pt x="3437881" y="2801909"/>
                  </a:lnTo>
                  <a:lnTo>
                    <a:pt x="3366258" y="2797031"/>
                  </a:lnTo>
                  <a:lnTo>
                    <a:pt x="3294636" y="2792125"/>
                  </a:lnTo>
                  <a:lnTo>
                    <a:pt x="3223013" y="2787191"/>
                  </a:lnTo>
                  <a:lnTo>
                    <a:pt x="3151391" y="2791006"/>
                  </a:lnTo>
                  <a:lnTo>
                    <a:pt x="3079768" y="2843338"/>
                  </a:lnTo>
                  <a:lnTo>
                    <a:pt x="3008146" y="2892492"/>
                  </a:lnTo>
                  <a:lnTo>
                    <a:pt x="2936523" y="2938660"/>
                  </a:lnTo>
                  <a:lnTo>
                    <a:pt x="2864901" y="2982025"/>
                  </a:lnTo>
                  <a:lnTo>
                    <a:pt x="2793278" y="3022755"/>
                  </a:lnTo>
                  <a:lnTo>
                    <a:pt x="2721655" y="3061012"/>
                  </a:lnTo>
                  <a:lnTo>
                    <a:pt x="2650033" y="3096945"/>
                  </a:lnTo>
                  <a:lnTo>
                    <a:pt x="2578410" y="3130696"/>
                  </a:lnTo>
                  <a:lnTo>
                    <a:pt x="2506788" y="3162397"/>
                  </a:lnTo>
                  <a:lnTo>
                    <a:pt x="2435165" y="3192172"/>
                  </a:lnTo>
                  <a:lnTo>
                    <a:pt x="2363543" y="3220139"/>
                  </a:lnTo>
                  <a:lnTo>
                    <a:pt x="2291920" y="3246408"/>
                  </a:lnTo>
                  <a:lnTo>
                    <a:pt x="2220298" y="3271081"/>
                  </a:lnTo>
                  <a:lnTo>
                    <a:pt x="2148675" y="3294255"/>
                  </a:lnTo>
                  <a:lnTo>
                    <a:pt x="2077053" y="3316022"/>
                  </a:lnTo>
                  <a:lnTo>
                    <a:pt x="2005430" y="3336467"/>
                  </a:lnTo>
                  <a:lnTo>
                    <a:pt x="1933808" y="3355670"/>
                  </a:lnTo>
                  <a:lnTo>
                    <a:pt x="1862185" y="3373707"/>
                  </a:lnTo>
                  <a:lnTo>
                    <a:pt x="1790563" y="3390649"/>
                  </a:lnTo>
                  <a:lnTo>
                    <a:pt x="1718940" y="3406561"/>
                  </a:lnTo>
                  <a:lnTo>
                    <a:pt x="1647318" y="3421507"/>
                  </a:lnTo>
                  <a:lnTo>
                    <a:pt x="1575695" y="3435545"/>
                  </a:lnTo>
                  <a:lnTo>
                    <a:pt x="1504073" y="3448731"/>
                  </a:lnTo>
                  <a:lnTo>
                    <a:pt x="1432450" y="3461116"/>
                  </a:lnTo>
                  <a:lnTo>
                    <a:pt x="1360827" y="3472748"/>
                  </a:lnTo>
                  <a:lnTo>
                    <a:pt x="1289205" y="3483674"/>
                  </a:lnTo>
                  <a:lnTo>
                    <a:pt x="1217582" y="3493937"/>
                  </a:lnTo>
                  <a:lnTo>
                    <a:pt x="1145960" y="3503576"/>
                  </a:lnTo>
                  <a:lnTo>
                    <a:pt x="1074337" y="3512630"/>
                  </a:lnTo>
                  <a:lnTo>
                    <a:pt x="1002715" y="3521133"/>
                  </a:lnTo>
                  <a:lnTo>
                    <a:pt x="931092" y="3529121"/>
                  </a:lnTo>
                  <a:lnTo>
                    <a:pt x="859470" y="3536623"/>
                  </a:lnTo>
                  <a:lnTo>
                    <a:pt x="787847" y="3543670"/>
                  </a:lnTo>
                  <a:lnTo>
                    <a:pt x="716225" y="3550288"/>
                  </a:lnTo>
                  <a:lnTo>
                    <a:pt x="644602" y="3556505"/>
                  </a:lnTo>
                  <a:lnTo>
                    <a:pt x="572980" y="3562344"/>
                  </a:lnTo>
                  <a:lnTo>
                    <a:pt x="501357" y="3567828"/>
                  </a:lnTo>
                  <a:lnTo>
                    <a:pt x="429735" y="3572980"/>
                  </a:lnTo>
                  <a:lnTo>
                    <a:pt x="358112" y="3577818"/>
                  </a:lnTo>
                  <a:lnTo>
                    <a:pt x="286490" y="3582363"/>
                  </a:lnTo>
                  <a:lnTo>
                    <a:pt x="214867" y="3586631"/>
                  </a:lnTo>
                  <a:lnTo>
                    <a:pt x="143245" y="3590640"/>
                  </a:lnTo>
                  <a:lnTo>
                    <a:pt x="71622" y="3594406"/>
                  </a:lnTo>
                  <a:lnTo>
                    <a:pt x="0" y="3597943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1896563"/>
              <a:ext cx="4802291" cy="2782229"/>
            </a:xfrm>
            <a:custGeom>
              <a:avLst/>
              <a:pathLst>
                <a:path w="4802291" h="2782229">
                  <a:moveTo>
                    <a:pt x="0" y="2533257"/>
                  </a:moveTo>
                  <a:lnTo>
                    <a:pt x="71622" y="2539639"/>
                  </a:lnTo>
                  <a:lnTo>
                    <a:pt x="143245" y="2545985"/>
                  </a:lnTo>
                  <a:lnTo>
                    <a:pt x="214867" y="2552294"/>
                  </a:lnTo>
                  <a:lnTo>
                    <a:pt x="286490" y="2558567"/>
                  </a:lnTo>
                  <a:lnTo>
                    <a:pt x="358112" y="2564804"/>
                  </a:lnTo>
                  <a:lnTo>
                    <a:pt x="429735" y="2571006"/>
                  </a:lnTo>
                  <a:lnTo>
                    <a:pt x="501357" y="2577173"/>
                  </a:lnTo>
                  <a:lnTo>
                    <a:pt x="572980" y="2583304"/>
                  </a:lnTo>
                  <a:lnTo>
                    <a:pt x="644602" y="2589400"/>
                  </a:lnTo>
                  <a:lnTo>
                    <a:pt x="716225" y="2595462"/>
                  </a:lnTo>
                  <a:lnTo>
                    <a:pt x="787847" y="2601489"/>
                  </a:lnTo>
                  <a:lnTo>
                    <a:pt x="859470" y="2607482"/>
                  </a:lnTo>
                  <a:lnTo>
                    <a:pt x="931092" y="2613441"/>
                  </a:lnTo>
                  <a:lnTo>
                    <a:pt x="1002715" y="2619365"/>
                  </a:lnTo>
                  <a:lnTo>
                    <a:pt x="1074337" y="2625256"/>
                  </a:lnTo>
                  <a:lnTo>
                    <a:pt x="1145960" y="2631113"/>
                  </a:lnTo>
                  <a:lnTo>
                    <a:pt x="1217582" y="2636937"/>
                  </a:lnTo>
                  <a:lnTo>
                    <a:pt x="1289205" y="2642728"/>
                  </a:lnTo>
                  <a:lnTo>
                    <a:pt x="1360827" y="2648485"/>
                  </a:lnTo>
                  <a:lnTo>
                    <a:pt x="1432450" y="2654210"/>
                  </a:lnTo>
                  <a:lnTo>
                    <a:pt x="1504073" y="2659902"/>
                  </a:lnTo>
                  <a:lnTo>
                    <a:pt x="1575695" y="2665562"/>
                  </a:lnTo>
                  <a:lnTo>
                    <a:pt x="1647318" y="2671189"/>
                  </a:lnTo>
                  <a:lnTo>
                    <a:pt x="1718940" y="2676785"/>
                  </a:lnTo>
                  <a:lnTo>
                    <a:pt x="1790563" y="2682348"/>
                  </a:lnTo>
                  <a:lnTo>
                    <a:pt x="1862185" y="2687880"/>
                  </a:lnTo>
                  <a:lnTo>
                    <a:pt x="1933808" y="2693380"/>
                  </a:lnTo>
                  <a:lnTo>
                    <a:pt x="2005430" y="2698849"/>
                  </a:lnTo>
                  <a:lnTo>
                    <a:pt x="2077053" y="2704287"/>
                  </a:lnTo>
                  <a:lnTo>
                    <a:pt x="2148675" y="2709693"/>
                  </a:lnTo>
                  <a:lnTo>
                    <a:pt x="2220298" y="2715069"/>
                  </a:lnTo>
                  <a:lnTo>
                    <a:pt x="2291920" y="2720414"/>
                  </a:lnTo>
                  <a:lnTo>
                    <a:pt x="2363543" y="2725729"/>
                  </a:lnTo>
                  <a:lnTo>
                    <a:pt x="2435165" y="2731014"/>
                  </a:lnTo>
                  <a:lnTo>
                    <a:pt x="2506788" y="2736268"/>
                  </a:lnTo>
                  <a:lnTo>
                    <a:pt x="2578410" y="2741492"/>
                  </a:lnTo>
                  <a:lnTo>
                    <a:pt x="2650033" y="2746687"/>
                  </a:lnTo>
                  <a:lnTo>
                    <a:pt x="2721655" y="2751852"/>
                  </a:lnTo>
                  <a:lnTo>
                    <a:pt x="2793278" y="2756987"/>
                  </a:lnTo>
                  <a:lnTo>
                    <a:pt x="2864901" y="2762093"/>
                  </a:lnTo>
                  <a:lnTo>
                    <a:pt x="2936523" y="2767171"/>
                  </a:lnTo>
                  <a:lnTo>
                    <a:pt x="3008146" y="2772219"/>
                  </a:lnTo>
                  <a:lnTo>
                    <a:pt x="3079768" y="2777238"/>
                  </a:lnTo>
                  <a:lnTo>
                    <a:pt x="3151391" y="2782229"/>
                  </a:lnTo>
                  <a:lnTo>
                    <a:pt x="3223013" y="2735290"/>
                  </a:lnTo>
                  <a:lnTo>
                    <a:pt x="3294636" y="2675971"/>
                  </a:lnTo>
                  <a:lnTo>
                    <a:pt x="3366258" y="2612816"/>
                  </a:lnTo>
                  <a:lnTo>
                    <a:pt x="3437881" y="2545578"/>
                  </a:lnTo>
                  <a:lnTo>
                    <a:pt x="3509503" y="2473992"/>
                  </a:lnTo>
                  <a:lnTo>
                    <a:pt x="3581126" y="2397776"/>
                  </a:lnTo>
                  <a:lnTo>
                    <a:pt x="3652748" y="2316633"/>
                  </a:lnTo>
                  <a:lnTo>
                    <a:pt x="3724371" y="2230242"/>
                  </a:lnTo>
                  <a:lnTo>
                    <a:pt x="3795993" y="2138265"/>
                  </a:lnTo>
                  <a:lnTo>
                    <a:pt x="3867616" y="2040341"/>
                  </a:lnTo>
                  <a:lnTo>
                    <a:pt x="3939238" y="1936085"/>
                  </a:lnTo>
                  <a:lnTo>
                    <a:pt x="4010861" y="1825087"/>
                  </a:lnTo>
                  <a:lnTo>
                    <a:pt x="4082483" y="1706911"/>
                  </a:lnTo>
                  <a:lnTo>
                    <a:pt x="4154106" y="1581094"/>
                  </a:lnTo>
                  <a:lnTo>
                    <a:pt x="4225729" y="1447141"/>
                  </a:lnTo>
                  <a:lnTo>
                    <a:pt x="4297351" y="1304526"/>
                  </a:lnTo>
                  <a:lnTo>
                    <a:pt x="4368974" y="1152690"/>
                  </a:lnTo>
                  <a:lnTo>
                    <a:pt x="4440596" y="991035"/>
                  </a:lnTo>
                  <a:lnTo>
                    <a:pt x="4512219" y="818927"/>
                  </a:lnTo>
                  <a:lnTo>
                    <a:pt x="4583841" y="635690"/>
                  </a:lnTo>
                  <a:lnTo>
                    <a:pt x="4655464" y="440605"/>
                  </a:lnTo>
                  <a:lnTo>
                    <a:pt x="4727086" y="232904"/>
                  </a:lnTo>
                  <a:lnTo>
                    <a:pt x="4798709" y="11774"/>
                  </a:lnTo>
                  <a:lnTo>
                    <a:pt x="4802291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683755"/>
              <a:ext cx="7090630" cy="810752"/>
            </a:xfrm>
            <a:custGeom>
              <a:avLst/>
              <a:pathLst>
                <a:path w="7090630" h="810752">
                  <a:moveTo>
                    <a:pt x="7090630" y="229888"/>
                  </a:moveTo>
                  <a:lnTo>
                    <a:pt x="7019007" y="226244"/>
                  </a:lnTo>
                  <a:lnTo>
                    <a:pt x="6947385" y="222579"/>
                  </a:lnTo>
                  <a:lnTo>
                    <a:pt x="6875762" y="218893"/>
                  </a:lnTo>
                  <a:lnTo>
                    <a:pt x="6804139" y="215186"/>
                  </a:lnTo>
                  <a:lnTo>
                    <a:pt x="6732517" y="211457"/>
                  </a:lnTo>
                  <a:lnTo>
                    <a:pt x="6660894" y="207707"/>
                  </a:lnTo>
                  <a:lnTo>
                    <a:pt x="6589272" y="203936"/>
                  </a:lnTo>
                  <a:lnTo>
                    <a:pt x="6517649" y="200143"/>
                  </a:lnTo>
                  <a:lnTo>
                    <a:pt x="6446027" y="196328"/>
                  </a:lnTo>
                  <a:lnTo>
                    <a:pt x="6374404" y="192492"/>
                  </a:lnTo>
                  <a:lnTo>
                    <a:pt x="6302782" y="188633"/>
                  </a:lnTo>
                  <a:lnTo>
                    <a:pt x="6231159" y="184752"/>
                  </a:lnTo>
                  <a:lnTo>
                    <a:pt x="6159537" y="180849"/>
                  </a:lnTo>
                  <a:lnTo>
                    <a:pt x="6087914" y="176924"/>
                  </a:lnTo>
                  <a:lnTo>
                    <a:pt x="6016292" y="172976"/>
                  </a:lnTo>
                  <a:lnTo>
                    <a:pt x="5944669" y="169005"/>
                  </a:lnTo>
                  <a:lnTo>
                    <a:pt x="5873047" y="165012"/>
                  </a:lnTo>
                  <a:lnTo>
                    <a:pt x="5801424" y="160996"/>
                  </a:lnTo>
                  <a:lnTo>
                    <a:pt x="5729802" y="156957"/>
                  </a:lnTo>
                  <a:lnTo>
                    <a:pt x="5658179" y="152894"/>
                  </a:lnTo>
                  <a:lnTo>
                    <a:pt x="5586557" y="148809"/>
                  </a:lnTo>
                  <a:lnTo>
                    <a:pt x="5514934" y="144700"/>
                  </a:lnTo>
                  <a:lnTo>
                    <a:pt x="5443311" y="140567"/>
                  </a:lnTo>
                  <a:lnTo>
                    <a:pt x="5371689" y="136411"/>
                  </a:lnTo>
                  <a:lnTo>
                    <a:pt x="5300066" y="132231"/>
                  </a:lnTo>
                  <a:lnTo>
                    <a:pt x="5228444" y="128026"/>
                  </a:lnTo>
                  <a:lnTo>
                    <a:pt x="5156821" y="123798"/>
                  </a:lnTo>
                  <a:lnTo>
                    <a:pt x="5085199" y="119546"/>
                  </a:lnTo>
                  <a:lnTo>
                    <a:pt x="5013576" y="115269"/>
                  </a:lnTo>
                  <a:lnTo>
                    <a:pt x="4941954" y="110967"/>
                  </a:lnTo>
                  <a:lnTo>
                    <a:pt x="4870331" y="106641"/>
                  </a:lnTo>
                  <a:lnTo>
                    <a:pt x="4798709" y="102291"/>
                  </a:lnTo>
                  <a:lnTo>
                    <a:pt x="4727086" y="97915"/>
                  </a:lnTo>
                  <a:lnTo>
                    <a:pt x="4655464" y="93514"/>
                  </a:lnTo>
                  <a:lnTo>
                    <a:pt x="4583841" y="89088"/>
                  </a:lnTo>
                  <a:lnTo>
                    <a:pt x="4512219" y="84636"/>
                  </a:lnTo>
                  <a:lnTo>
                    <a:pt x="4440596" y="80159"/>
                  </a:lnTo>
                  <a:lnTo>
                    <a:pt x="4368974" y="75657"/>
                  </a:lnTo>
                  <a:lnTo>
                    <a:pt x="4297351" y="71128"/>
                  </a:lnTo>
                  <a:lnTo>
                    <a:pt x="4225729" y="66574"/>
                  </a:lnTo>
                  <a:lnTo>
                    <a:pt x="4154106" y="61993"/>
                  </a:lnTo>
                  <a:lnTo>
                    <a:pt x="4082483" y="57386"/>
                  </a:lnTo>
                  <a:lnTo>
                    <a:pt x="4010861" y="52753"/>
                  </a:lnTo>
                  <a:lnTo>
                    <a:pt x="3939238" y="48093"/>
                  </a:lnTo>
                  <a:lnTo>
                    <a:pt x="3867616" y="43406"/>
                  </a:lnTo>
                  <a:lnTo>
                    <a:pt x="3795993" y="38693"/>
                  </a:lnTo>
                  <a:lnTo>
                    <a:pt x="3724371" y="33953"/>
                  </a:lnTo>
                  <a:lnTo>
                    <a:pt x="3652748" y="29185"/>
                  </a:lnTo>
                  <a:lnTo>
                    <a:pt x="3581126" y="24390"/>
                  </a:lnTo>
                  <a:lnTo>
                    <a:pt x="3509503" y="19567"/>
                  </a:lnTo>
                  <a:lnTo>
                    <a:pt x="3437881" y="14717"/>
                  </a:lnTo>
                  <a:lnTo>
                    <a:pt x="3366258" y="9839"/>
                  </a:lnTo>
                  <a:lnTo>
                    <a:pt x="3294636" y="4934"/>
                  </a:lnTo>
                  <a:lnTo>
                    <a:pt x="3223013" y="0"/>
                  </a:lnTo>
                  <a:lnTo>
                    <a:pt x="3151391" y="3814"/>
                  </a:lnTo>
                  <a:lnTo>
                    <a:pt x="3079768" y="56147"/>
                  </a:lnTo>
                  <a:lnTo>
                    <a:pt x="3008146" y="105300"/>
                  </a:lnTo>
                  <a:lnTo>
                    <a:pt x="2936523" y="151469"/>
                  </a:lnTo>
                  <a:lnTo>
                    <a:pt x="2864901" y="194833"/>
                  </a:lnTo>
                  <a:lnTo>
                    <a:pt x="2793278" y="235564"/>
                  </a:lnTo>
                  <a:lnTo>
                    <a:pt x="2721655" y="273820"/>
                  </a:lnTo>
                  <a:lnTo>
                    <a:pt x="2650033" y="309753"/>
                  </a:lnTo>
                  <a:lnTo>
                    <a:pt x="2578410" y="343504"/>
                  </a:lnTo>
                  <a:lnTo>
                    <a:pt x="2506788" y="375205"/>
                  </a:lnTo>
                  <a:lnTo>
                    <a:pt x="2435165" y="404981"/>
                  </a:lnTo>
                  <a:lnTo>
                    <a:pt x="2363543" y="432948"/>
                  </a:lnTo>
                  <a:lnTo>
                    <a:pt x="2291920" y="459216"/>
                  </a:lnTo>
                  <a:lnTo>
                    <a:pt x="2220298" y="483889"/>
                  </a:lnTo>
                  <a:lnTo>
                    <a:pt x="2148675" y="507064"/>
                  </a:lnTo>
                  <a:lnTo>
                    <a:pt x="2077053" y="528831"/>
                  </a:lnTo>
                  <a:lnTo>
                    <a:pt x="2005430" y="549275"/>
                  </a:lnTo>
                  <a:lnTo>
                    <a:pt x="1933808" y="568479"/>
                  </a:lnTo>
                  <a:lnTo>
                    <a:pt x="1862185" y="586516"/>
                  </a:lnTo>
                  <a:lnTo>
                    <a:pt x="1790563" y="603457"/>
                  </a:lnTo>
                  <a:lnTo>
                    <a:pt x="1718940" y="619369"/>
                  </a:lnTo>
                  <a:lnTo>
                    <a:pt x="1647318" y="634315"/>
                  </a:lnTo>
                  <a:lnTo>
                    <a:pt x="1575695" y="648354"/>
                  </a:lnTo>
                  <a:lnTo>
                    <a:pt x="1504073" y="661539"/>
                  </a:lnTo>
                  <a:lnTo>
                    <a:pt x="1432450" y="673924"/>
                  </a:lnTo>
                  <a:lnTo>
                    <a:pt x="1360827" y="685557"/>
                  </a:lnTo>
                  <a:lnTo>
                    <a:pt x="1289205" y="696483"/>
                  </a:lnTo>
                  <a:lnTo>
                    <a:pt x="1217582" y="706745"/>
                  </a:lnTo>
                  <a:lnTo>
                    <a:pt x="1145960" y="716384"/>
                  </a:lnTo>
                  <a:lnTo>
                    <a:pt x="1074337" y="725438"/>
                  </a:lnTo>
                  <a:lnTo>
                    <a:pt x="1002715" y="733942"/>
                  </a:lnTo>
                  <a:lnTo>
                    <a:pt x="931092" y="741929"/>
                  </a:lnTo>
                  <a:lnTo>
                    <a:pt x="859470" y="749431"/>
                  </a:lnTo>
                  <a:lnTo>
                    <a:pt x="787847" y="756478"/>
                  </a:lnTo>
                  <a:lnTo>
                    <a:pt x="716225" y="763097"/>
                  </a:lnTo>
                  <a:lnTo>
                    <a:pt x="644602" y="769313"/>
                  </a:lnTo>
                  <a:lnTo>
                    <a:pt x="572980" y="775152"/>
                  </a:lnTo>
                  <a:lnTo>
                    <a:pt x="501357" y="780637"/>
                  </a:lnTo>
                  <a:lnTo>
                    <a:pt x="429735" y="785788"/>
                  </a:lnTo>
                  <a:lnTo>
                    <a:pt x="358112" y="790626"/>
                  </a:lnTo>
                  <a:lnTo>
                    <a:pt x="286490" y="795171"/>
                  </a:lnTo>
                  <a:lnTo>
                    <a:pt x="214867" y="799439"/>
                  </a:lnTo>
                  <a:lnTo>
                    <a:pt x="143245" y="803449"/>
                  </a:lnTo>
                  <a:lnTo>
                    <a:pt x="71622" y="807215"/>
                  </a:lnTo>
                  <a:lnTo>
                    <a:pt x="0" y="81075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1896563"/>
              <a:ext cx="6771961" cy="3405196"/>
            </a:xfrm>
            <a:custGeom>
              <a:avLst/>
              <a:pathLst>
                <a:path w="6771961" h="3405196">
                  <a:moveTo>
                    <a:pt x="0" y="3405196"/>
                  </a:moveTo>
                  <a:lnTo>
                    <a:pt x="71622" y="3398049"/>
                  </a:lnTo>
                  <a:lnTo>
                    <a:pt x="143245" y="3390697"/>
                  </a:lnTo>
                  <a:lnTo>
                    <a:pt x="214867" y="3383132"/>
                  </a:lnTo>
                  <a:lnTo>
                    <a:pt x="286490" y="3375348"/>
                  </a:lnTo>
                  <a:lnTo>
                    <a:pt x="358112" y="3367340"/>
                  </a:lnTo>
                  <a:lnTo>
                    <a:pt x="429735" y="3359101"/>
                  </a:lnTo>
                  <a:lnTo>
                    <a:pt x="501357" y="3350623"/>
                  </a:lnTo>
                  <a:lnTo>
                    <a:pt x="572980" y="3341901"/>
                  </a:lnTo>
                  <a:lnTo>
                    <a:pt x="644602" y="3332927"/>
                  </a:lnTo>
                  <a:lnTo>
                    <a:pt x="716225" y="3323694"/>
                  </a:lnTo>
                  <a:lnTo>
                    <a:pt x="787847" y="3314194"/>
                  </a:lnTo>
                  <a:lnTo>
                    <a:pt x="859470" y="3304419"/>
                  </a:lnTo>
                  <a:lnTo>
                    <a:pt x="931092" y="3294363"/>
                  </a:lnTo>
                  <a:lnTo>
                    <a:pt x="1002715" y="3284016"/>
                  </a:lnTo>
                  <a:lnTo>
                    <a:pt x="1074337" y="3273370"/>
                  </a:lnTo>
                  <a:lnTo>
                    <a:pt x="1145960" y="3262417"/>
                  </a:lnTo>
                  <a:lnTo>
                    <a:pt x="1217582" y="3251147"/>
                  </a:lnTo>
                  <a:lnTo>
                    <a:pt x="1289205" y="3239552"/>
                  </a:lnTo>
                  <a:lnTo>
                    <a:pt x="1360827" y="3227622"/>
                  </a:lnTo>
                  <a:lnTo>
                    <a:pt x="1432450" y="3215348"/>
                  </a:lnTo>
                  <a:lnTo>
                    <a:pt x="1504073" y="3202719"/>
                  </a:lnTo>
                  <a:lnTo>
                    <a:pt x="1575695" y="3189725"/>
                  </a:lnTo>
                  <a:lnTo>
                    <a:pt x="1647318" y="3176356"/>
                  </a:lnTo>
                  <a:lnTo>
                    <a:pt x="1718940" y="3162601"/>
                  </a:lnTo>
                  <a:lnTo>
                    <a:pt x="1790563" y="3148449"/>
                  </a:lnTo>
                  <a:lnTo>
                    <a:pt x="1862185" y="3133888"/>
                  </a:lnTo>
                  <a:lnTo>
                    <a:pt x="1933808" y="3118906"/>
                  </a:lnTo>
                  <a:lnTo>
                    <a:pt x="2005430" y="3103492"/>
                  </a:lnTo>
                  <a:lnTo>
                    <a:pt x="2077053" y="3087633"/>
                  </a:lnTo>
                  <a:lnTo>
                    <a:pt x="2148675" y="3071316"/>
                  </a:lnTo>
                  <a:lnTo>
                    <a:pt x="2220298" y="3054527"/>
                  </a:lnTo>
                  <a:lnTo>
                    <a:pt x="2291920" y="3037254"/>
                  </a:lnTo>
                  <a:lnTo>
                    <a:pt x="2363543" y="3019481"/>
                  </a:lnTo>
                  <a:lnTo>
                    <a:pt x="2435165" y="3001196"/>
                  </a:lnTo>
                  <a:lnTo>
                    <a:pt x="2506788" y="2982382"/>
                  </a:lnTo>
                  <a:lnTo>
                    <a:pt x="2578410" y="2963025"/>
                  </a:lnTo>
                  <a:lnTo>
                    <a:pt x="2650033" y="2943109"/>
                  </a:lnTo>
                  <a:lnTo>
                    <a:pt x="2721655" y="2922618"/>
                  </a:lnTo>
                  <a:lnTo>
                    <a:pt x="2793278" y="2901535"/>
                  </a:lnTo>
                  <a:lnTo>
                    <a:pt x="2864901" y="2879844"/>
                  </a:lnTo>
                  <a:lnTo>
                    <a:pt x="2936523" y="2857525"/>
                  </a:lnTo>
                  <a:lnTo>
                    <a:pt x="3008146" y="2834563"/>
                  </a:lnTo>
                  <a:lnTo>
                    <a:pt x="3079768" y="2810937"/>
                  </a:lnTo>
                  <a:lnTo>
                    <a:pt x="3151391" y="2786629"/>
                  </a:lnTo>
                  <a:lnTo>
                    <a:pt x="3223013" y="2761618"/>
                  </a:lnTo>
                  <a:lnTo>
                    <a:pt x="3294636" y="2735886"/>
                  </a:lnTo>
                  <a:lnTo>
                    <a:pt x="3366258" y="2709410"/>
                  </a:lnTo>
                  <a:lnTo>
                    <a:pt x="3437881" y="2682170"/>
                  </a:lnTo>
                  <a:lnTo>
                    <a:pt x="3509503" y="2654143"/>
                  </a:lnTo>
                  <a:lnTo>
                    <a:pt x="3581126" y="2625307"/>
                  </a:lnTo>
                  <a:lnTo>
                    <a:pt x="3652748" y="2595638"/>
                  </a:lnTo>
                  <a:lnTo>
                    <a:pt x="3724371" y="2565112"/>
                  </a:lnTo>
                  <a:lnTo>
                    <a:pt x="3795993" y="2533704"/>
                  </a:lnTo>
                  <a:lnTo>
                    <a:pt x="3867616" y="2501389"/>
                  </a:lnTo>
                  <a:lnTo>
                    <a:pt x="3939238" y="2468142"/>
                  </a:lnTo>
                  <a:lnTo>
                    <a:pt x="4010861" y="2433934"/>
                  </a:lnTo>
                  <a:lnTo>
                    <a:pt x="4082483" y="2398738"/>
                  </a:lnTo>
                  <a:lnTo>
                    <a:pt x="4154106" y="2362525"/>
                  </a:lnTo>
                  <a:lnTo>
                    <a:pt x="4225729" y="2325267"/>
                  </a:lnTo>
                  <a:lnTo>
                    <a:pt x="4297351" y="2286933"/>
                  </a:lnTo>
                  <a:lnTo>
                    <a:pt x="4368974" y="2247492"/>
                  </a:lnTo>
                  <a:lnTo>
                    <a:pt x="4440596" y="2206911"/>
                  </a:lnTo>
                  <a:lnTo>
                    <a:pt x="4512219" y="2165159"/>
                  </a:lnTo>
                  <a:lnTo>
                    <a:pt x="4583841" y="2122201"/>
                  </a:lnTo>
                  <a:lnTo>
                    <a:pt x="4655464" y="2078002"/>
                  </a:lnTo>
                  <a:lnTo>
                    <a:pt x="4727086" y="2032527"/>
                  </a:lnTo>
                  <a:lnTo>
                    <a:pt x="4798709" y="1985739"/>
                  </a:lnTo>
                  <a:lnTo>
                    <a:pt x="4870331" y="1937599"/>
                  </a:lnTo>
                  <a:lnTo>
                    <a:pt x="4941954" y="1888069"/>
                  </a:lnTo>
                  <a:lnTo>
                    <a:pt x="5013576" y="1837109"/>
                  </a:lnTo>
                  <a:lnTo>
                    <a:pt x="5085199" y="1784677"/>
                  </a:lnTo>
                  <a:lnTo>
                    <a:pt x="5156821" y="1730731"/>
                  </a:lnTo>
                  <a:lnTo>
                    <a:pt x="5228444" y="1675227"/>
                  </a:lnTo>
                  <a:lnTo>
                    <a:pt x="5300066" y="1618120"/>
                  </a:lnTo>
                  <a:lnTo>
                    <a:pt x="5371689" y="1559363"/>
                  </a:lnTo>
                  <a:lnTo>
                    <a:pt x="5443311" y="1498910"/>
                  </a:lnTo>
                  <a:lnTo>
                    <a:pt x="5514934" y="1436711"/>
                  </a:lnTo>
                  <a:lnTo>
                    <a:pt x="5586557" y="1372716"/>
                  </a:lnTo>
                  <a:lnTo>
                    <a:pt x="5658179" y="1306872"/>
                  </a:lnTo>
                  <a:lnTo>
                    <a:pt x="5729802" y="1239127"/>
                  </a:lnTo>
                  <a:lnTo>
                    <a:pt x="5801424" y="1169425"/>
                  </a:lnTo>
                  <a:lnTo>
                    <a:pt x="5873047" y="1097711"/>
                  </a:lnTo>
                  <a:lnTo>
                    <a:pt x="5944669" y="1023925"/>
                  </a:lnTo>
                  <a:lnTo>
                    <a:pt x="6016292" y="948009"/>
                  </a:lnTo>
                  <a:lnTo>
                    <a:pt x="6087914" y="869900"/>
                  </a:lnTo>
                  <a:lnTo>
                    <a:pt x="6159537" y="789535"/>
                  </a:lnTo>
                  <a:lnTo>
                    <a:pt x="6231159" y="706850"/>
                  </a:lnTo>
                  <a:lnTo>
                    <a:pt x="6302782" y="621776"/>
                  </a:lnTo>
                  <a:lnTo>
                    <a:pt x="6374404" y="534246"/>
                  </a:lnTo>
                  <a:lnTo>
                    <a:pt x="6446027" y="444187"/>
                  </a:lnTo>
                  <a:lnTo>
                    <a:pt x="6517649" y="351528"/>
                  </a:lnTo>
                  <a:lnTo>
                    <a:pt x="6589272" y="256193"/>
                  </a:lnTo>
                  <a:lnTo>
                    <a:pt x="6660894" y="158105"/>
                  </a:lnTo>
                  <a:lnTo>
                    <a:pt x="6732517" y="57184"/>
                  </a:lnTo>
                  <a:lnTo>
                    <a:pt x="6771961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334057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3947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7698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290012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03044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008892" y="5785772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36973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587619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3987536" y="5925448"/>
              <a:ext cx="14596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(mg)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75974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669789"/>
              <a:ext cx="349968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3 AEs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2026-10-09T15:12:24Z</dcterms:modified>
  <cp:category/>
</cp:coreProperties>
</file>