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99071"/>
            </a:xfrm>
            <a:custGeom>
              <a:avLst/>
              <a:pathLst>
                <a:path w="7090630" h="3599071">
                  <a:moveTo>
                    <a:pt x="0" y="2544861"/>
                  </a:moveTo>
                  <a:lnTo>
                    <a:pt x="71622" y="2550840"/>
                  </a:lnTo>
                  <a:lnTo>
                    <a:pt x="143245" y="2556787"/>
                  </a:lnTo>
                  <a:lnTo>
                    <a:pt x="214867" y="2562702"/>
                  </a:lnTo>
                  <a:lnTo>
                    <a:pt x="286490" y="2568585"/>
                  </a:lnTo>
                  <a:lnTo>
                    <a:pt x="358112" y="2574436"/>
                  </a:lnTo>
                  <a:lnTo>
                    <a:pt x="429735" y="2580255"/>
                  </a:lnTo>
                  <a:lnTo>
                    <a:pt x="501357" y="2586044"/>
                  </a:lnTo>
                  <a:lnTo>
                    <a:pt x="572980" y="2591801"/>
                  </a:lnTo>
                  <a:lnTo>
                    <a:pt x="644602" y="2597526"/>
                  </a:lnTo>
                  <a:lnTo>
                    <a:pt x="716225" y="2603221"/>
                  </a:lnTo>
                  <a:lnTo>
                    <a:pt x="787847" y="2608886"/>
                  </a:lnTo>
                  <a:lnTo>
                    <a:pt x="859470" y="2614519"/>
                  </a:lnTo>
                  <a:lnTo>
                    <a:pt x="931092" y="2620123"/>
                  </a:lnTo>
                  <a:lnTo>
                    <a:pt x="1002715" y="2625696"/>
                  </a:lnTo>
                  <a:lnTo>
                    <a:pt x="1074337" y="2631239"/>
                  </a:lnTo>
                  <a:lnTo>
                    <a:pt x="1145960" y="2636752"/>
                  </a:lnTo>
                  <a:lnTo>
                    <a:pt x="1217582" y="2642235"/>
                  </a:lnTo>
                  <a:lnTo>
                    <a:pt x="1289205" y="2647689"/>
                  </a:lnTo>
                  <a:lnTo>
                    <a:pt x="1360827" y="2653113"/>
                  </a:lnTo>
                  <a:lnTo>
                    <a:pt x="1432450" y="2658508"/>
                  </a:lnTo>
                  <a:lnTo>
                    <a:pt x="1504073" y="2663874"/>
                  </a:lnTo>
                  <a:lnTo>
                    <a:pt x="1575695" y="2669210"/>
                  </a:lnTo>
                  <a:lnTo>
                    <a:pt x="1647318" y="2674519"/>
                  </a:lnTo>
                  <a:lnTo>
                    <a:pt x="1718940" y="2679798"/>
                  </a:lnTo>
                  <a:lnTo>
                    <a:pt x="1790563" y="2685049"/>
                  </a:lnTo>
                  <a:lnTo>
                    <a:pt x="1862185" y="2690271"/>
                  </a:lnTo>
                  <a:lnTo>
                    <a:pt x="1933808" y="2695466"/>
                  </a:lnTo>
                  <a:lnTo>
                    <a:pt x="2005430" y="2700632"/>
                  </a:lnTo>
                  <a:lnTo>
                    <a:pt x="2077053" y="2705771"/>
                  </a:lnTo>
                  <a:lnTo>
                    <a:pt x="2148675" y="2710881"/>
                  </a:lnTo>
                  <a:lnTo>
                    <a:pt x="2220298" y="2715965"/>
                  </a:lnTo>
                  <a:lnTo>
                    <a:pt x="2291920" y="2721020"/>
                  </a:lnTo>
                  <a:lnTo>
                    <a:pt x="2363543" y="2726049"/>
                  </a:lnTo>
                  <a:lnTo>
                    <a:pt x="2435165" y="2731050"/>
                  </a:lnTo>
                  <a:lnTo>
                    <a:pt x="2506788" y="2736024"/>
                  </a:lnTo>
                  <a:lnTo>
                    <a:pt x="2578410" y="2740972"/>
                  </a:lnTo>
                  <a:lnTo>
                    <a:pt x="2650033" y="2745892"/>
                  </a:lnTo>
                  <a:lnTo>
                    <a:pt x="2721655" y="2750787"/>
                  </a:lnTo>
                  <a:lnTo>
                    <a:pt x="2793278" y="2755654"/>
                  </a:lnTo>
                  <a:lnTo>
                    <a:pt x="2864901" y="2760496"/>
                  </a:lnTo>
                  <a:lnTo>
                    <a:pt x="2936523" y="2765311"/>
                  </a:lnTo>
                  <a:lnTo>
                    <a:pt x="3008146" y="2770101"/>
                  </a:lnTo>
                  <a:lnTo>
                    <a:pt x="3079768" y="2774864"/>
                  </a:lnTo>
                  <a:lnTo>
                    <a:pt x="3151391" y="2779602"/>
                  </a:lnTo>
                  <a:lnTo>
                    <a:pt x="3223013" y="2767291"/>
                  </a:lnTo>
                  <a:lnTo>
                    <a:pt x="3294636" y="2710348"/>
                  </a:lnTo>
                  <a:lnTo>
                    <a:pt x="3366258" y="2649744"/>
                  </a:lnTo>
                  <a:lnTo>
                    <a:pt x="3437881" y="2585241"/>
                  </a:lnTo>
                  <a:lnTo>
                    <a:pt x="3509503" y="2516590"/>
                  </a:lnTo>
                  <a:lnTo>
                    <a:pt x="3581126" y="2443524"/>
                  </a:lnTo>
                  <a:lnTo>
                    <a:pt x="3652748" y="2365758"/>
                  </a:lnTo>
                  <a:lnTo>
                    <a:pt x="3724371" y="2282991"/>
                  </a:lnTo>
                  <a:lnTo>
                    <a:pt x="3795993" y="2194900"/>
                  </a:lnTo>
                  <a:lnTo>
                    <a:pt x="3867616" y="2101144"/>
                  </a:lnTo>
                  <a:lnTo>
                    <a:pt x="3939238" y="2001358"/>
                  </a:lnTo>
                  <a:lnTo>
                    <a:pt x="4010861" y="1895154"/>
                  </a:lnTo>
                  <a:lnTo>
                    <a:pt x="4082483" y="1782119"/>
                  </a:lnTo>
                  <a:lnTo>
                    <a:pt x="4154106" y="1661815"/>
                  </a:lnTo>
                  <a:lnTo>
                    <a:pt x="4225729" y="1533773"/>
                  </a:lnTo>
                  <a:lnTo>
                    <a:pt x="4297351" y="1397495"/>
                  </a:lnTo>
                  <a:lnTo>
                    <a:pt x="4368974" y="1252453"/>
                  </a:lnTo>
                  <a:lnTo>
                    <a:pt x="4440596" y="1098083"/>
                  </a:lnTo>
                  <a:lnTo>
                    <a:pt x="4512219" y="933784"/>
                  </a:lnTo>
                  <a:lnTo>
                    <a:pt x="4583841" y="758918"/>
                  </a:lnTo>
                  <a:lnTo>
                    <a:pt x="4655464" y="572805"/>
                  </a:lnTo>
                  <a:lnTo>
                    <a:pt x="4727086" y="374722"/>
                  </a:lnTo>
                  <a:lnTo>
                    <a:pt x="4798709" y="163899"/>
                  </a:lnTo>
                  <a:lnTo>
                    <a:pt x="4851025" y="0"/>
                  </a:lnTo>
                  <a:lnTo>
                    <a:pt x="7090630" y="0"/>
                  </a:lnTo>
                  <a:lnTo>
                    <a:pt x="7090630" y="3004367"/>
                  </a:lnTo>
                  <a:lnTo>
                    <a:pt x="7019007" y="3000849"/>
                  </a:lnTo>
                  <a:lnTo>
                    <a:pt x="6947385" y="2997312"/>
                  </a:lnTo>
                  <a:lnTo>
                    <a:pt x="6875762" y="2993755"/>
                  </a:lnTo>
                  <a:lnTo>
                    <a:pt x="6804139" y="2990180"/>
                  </a:lnTo>
                  <a:lnTo>
                    <a:pt x="6732517" y="2986585"/>
                  </a:lnTo>
                  <a:lnTo>
                    <a:pt x="6660894" y="2982970"/>
                  </a:lnTo>
                  <a:lnTo>
                    <a:pt x="6589272" y="2979336"/>
                  </a:lnTo>
                  <a:lnTo>
                    <a:pt x="6517649" y="2975682"/>
                  </a:lnTo>
                  <a:lnTo>
                    <a:pt x="6446027" y="2972008"/>
                  </a:lnTo>
                  <a:lnTo>
                    <a:pt x="6374404" y="2968315"/>
                  </a:lnTo>
                  <a:lnTo>
                    <a:pt x="6302782" y="2964601"/>
                  </a:lnTo>
                  <a:lnTo>
                    <a:pt x="6231159" y="2960867"/>
                  </a:lnTo>
                  <a:lnTo>
                    <a:pt x="6159537" y="2957113"/>
                  </a:lnTo>
                  <a:lnTo>
                    <a:pt x="6087914" y="2953339"/>
                  </a:lnTo>
                  <a:lnTo>
                    <a:pt x="6016292" y="2949544"/>
                  </a:lnTo>
                  <a:lnTo>
                    <a:pt x="5944669" y="2945728"/>
                  </a:lnTo>
                  <a:lnTo>
                    <a:pt x="5873047" y="2941892"/>
                  </a:lnTo>
                  <a:lnTo>
                    <a:pt x="5801424" y="2938035"/>
                  </a:lnTo>
                  <a:lnTo>
                    <a:pt x="5729802" y="2934157"/>
                  </a:lnTo>
                  <a:lnTo>
                    <a:pt x="5658179" y="2930258"/>
                  </a:lnTo>
                  <a:lnTo>
                    <a:pt x="5586557" y="2926337"/>
                  </a:lnTo>
                  <a:lnTo>
                    <a:pt x="5514934" y="2922396"/>
                  </a:lnTo>
                  <a:lnTo>
                    <a:pt x="5443311" y="2918433"/>
                  </a:lnTo>
                  <a:lnTo>
                    <a:pt x="5371689" y="2914449"/>
                  </a:lnTo>
                  <a:lnTo>
                    <a:pt x="5300066" y="2910443"/>
                  </a:lnTo>
                  <a:lnTo>
                    <a:pt x="5228444" y="2906415"/>
                  </a:lnTo>
                  <a:lnTo>
                    <a:pt x="5156821" y="2902365"/>
                  </a:lnTo>
                  <a:lnTo>
                    <a:pt x="5085199" y="2898294"/>
                  </a:lnTo>
                  <a:lnTo>
                    <a:pt x="5013576" y="2894200"/>
                  </a:lnTo>
                  <a:lnTo>
                    <a:pt x="4941954" y="2890084"/>
                  </a:lnTo>
                  <a:lnTo>
                    <a:pt x="4870331" y="2885946"/>
                  </a:lnTo>
                  <a:lnTo>
                    <a:pt x="4798709" y="2881785"/>
                  </a:lnTo>
                  <a:lnTo>
                    <a:pt x="4727086" y="2877602"/>
                  </a:lnTo>
                  <a:lnTo>
                    <a:pt x="4655464" y="2873396"/>
                  </a:lnTo>
                  <a:lnTo>
                    <a:pt x="4583841" y="2869167"/>
                  </a:lnTo>
                  <a:lnTo>
                    <a:pt x="4512219" y="2864915"/>
                  </a:lnTo>
                  <a:lnTo>
                    <a:pt x="4440596" y="2860640"/>
                  </a:lnTo>
                  <a:lnTo>
                    <a:pt x="4368974" y="2856342"/>
                  </a:lnTo>
                  <a:lnTo>
                    <a:pt x="4297351" y="2852021"/>
                  </a:lnTo>
                  <a:lnTo>
                    <a:pt x="4225729" y="2847676"/>
                  </a:lnTo>
                  <a:lnTo>
                    <a:pt x="4154106" y="2843308"/>
                  </a:lnTo>
                  <a:lnTo>
                    <a:pt x="4082483" y="2838916"/>
                  </a:lnTo>
                  <a:lnTo>
                    <a:pt x="4010861" y="2834500"/>
                  </a:lnTo>
                  <a:lnTo>
                    <a:pt x="3939238" y="2830060"/>
                  </a:lnTo>
                  <a:lnTo>
                    <a:pt x="3867616" y="2825596"/>
                  </a:lnTo>
                  <a:lnTo>
                    <a:pt x="3795993" y="2821108"/>
                  </a:lnTo>
                  <a:lnTo>
                    <a:pt x="3724371" y="2816595"/>
                  </a:lnTo>
                  <a:lnTo>
                    <a:pt x="3652748" y="2812058"/>
                  </a:lnTo>
                  <a:lnTo>
                    <a:pt x="3581126" y="2807496"/>
                  </a:lnTo>
                  <a:lnTo>
                    <a:pt x="3509503" y="2802910"/>
                  </a:lnTo>
                  <a:lnTo>
                    <a:pt x="3437881" y="2798299"/>
                  </a:lnTo>
                  <a:lnTo>
                    <a:pt x="3366258" y="2793662"/>
                  </a:lnTo>
                  <a:lnTo>
                    <a:pt x="3294636" y="2789001"/>
                  </a:lnTo>
                  <a:lnTo>
                    <a:pt x="3223013" y="2784314"/>
                  </a:lnTo>
                  <a:lnTo>
                    <a:pt x="3151391" y="2820792"/>
                  </a:lnTo>
                  <a:lnTo>
                    <a:pt x="3079768" y="2871060"/>
                  </a:lnTo>
                  <a:lnTo>
                    <a:pt x="3008146" y="2918291"/>
                  </a:lnTo>
                  <a:lnTo>
                    <a:pt x="2936523" y="2962667"/>
                  </a:lnTo>
                  <a:lnTo>
                    <a:pt x="2864901" y="3004362"/>
                  </a:lnTo>
                  <a:lnTo>
                    <a:pt x="2793278" y="3043537"/>
                  </a:lnTo>
                  <a:lnTo>
                    <a:pt x="2721655" y="3080345"/>
                  </a:lnTo>
                  <a:lnTo>
                    <a:pt x="2650033" y="3114929"/>
                  </a:lnTo>
                  <a:lnTo>
                    <a:pt x="2578410" y="3147423"/>
                  </a:lnTo>
                  <a:lnTo>
                    <a:pt x="2506788" y="3177953"/>
                  </a:lnTo>
                  <a:lnTo>
                    <a:pt x="2435165" y="3206638"/>
                  </a:lnTo>
                  <a:lnTo>
                    <a:pt x="2363543" y="3233590"/>
                  </a:lnTo>
                  <a:lnTo>
                    <a:pt x="2291920" y="3258913"/>
                  </a:lnTo>
                  <a:lnTo>
                    <a:pt x="2220298" y="3282706"/>
                  </a:lnTo>
                  <a:lnTo>
                    <a:pt x="2148675" y="3305061"/>
                  </a:lnTo>
                  <a:lnTo>
                    <a:pt x="2077053" y="3326065"/>
                  </a:lnTo>
                  <a:lnTo>
                    <a:pt x="2005430" y="3345800"/>
                  </a:lnTo>
                  <a:lnTo>
                    <a:pt x="1933808" y="3364343"/>
                  </a:lnTo>
                  <a:lnTo>
                    <a:pt x="1862185" y="3381764"/>
                  </a:lnTo>
                  <a:lnTo>
                    <a:pt x="1790563" y="3398133"/>
                  </a:lnTo>
                  <a:lnTo>
                    <a:pt x="1718940" y="3413513"/>
                  </a:lnTo>
                  <a:lnTo>
                    <a:pt x="1647318" y="3427964"/>
                  </a:lnTo>
                  <a:lnTo>
                    <a:pt x="1575695" y="3441541"/>
                  </a:lnTo>
                  <a:lnTo>
                    <a:pt x="1504073" y="3454298"/>
                  </a:lnTo>
                  <a:lnTo>
                    <a:pt x="1432450" y="3466284"/>
                  </a:lnTo>
                  <a:lnTo>
                    <a:pt x="1360827" y="3477545"/>
                  </a:lnTo>
                  <a:lnTo>
                    <a:pt x="1289205" y="3488126"/>
                  </a:lnTo>
                  <a:lnTo>
                    <a:pt x="1217582" y="3498068"/>
                  </a:lnTo>
                  <a:lnTo>
                    <a:pt x="1145960" y="3507409"/>
                  </a:lnTo>
                  <a:lnTo>
                    <a:pt x="1074337" y="3516185"/>
                  </a:lnTo>
                  <a:lnTo>
                    <a:pt x="1002715" y="3524431"/>
                  </a:lnTo>
                  <a:lnTo>
                    <a:pt x="931092" y="3532179"/>
                  </a:lnTo>
                  <a:lnTo>
                    <a:pt x="859470" y="3539459"/>
                  </a:lnTo>
                  <a:lnTo>
                    <a:pt x="787847" y="3546298"/>
                  </a:lnTo>
                  <a:lnTo>
                    <a:pt x="716225" y="3552725"/>
                  </a:lnTo>
                  <a:lnTo>
                    <a:pt x="644602" y="3558763"/>
                  </a:lnTo>
                  <a:lnTo>
                    <a:pt x="572980" y="3564436"/>
                  </a:lnTo>
                  <a:lnTo>
                    <a:pt x="501357" y="3569766"/>
                  </a:lnTo>
                  <a:lnTo>
                    <a:pt x="429735" y="3574774"/>
                  </a:lnTo>
                  <a:lnTo>
                    <a:pt x="358112" y="3579480"/>
                  </a:lnTo>
                  <a:lnTo>
                    <a:pt x="286490" y="3583901"/>
                  </a:lnTo>
                  <a:lnTo>
                    <a:pt x="214867" y="3588055"/>
                  </a:lnTo>
                  <a:lnTo>
                    <a:pt x="143245" y="3591958"/>
                  </a:lnTo>
                  <a:lnTo>
                    <a:pt x="71622" y="3595625"/>
                  </a:lnTo>
                  <a:lnTo>
                    <a:pt x="0" y="359907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851025" cy="2779602"/>
            </a:xfrm>
            <a:custGeom>
              <a:avLst/>
              <a:pathLst>
                <a:path w="4851025" h="2779602">
                  <a:moveTo>
                    <a:pt x="0" y="2544861"/>
                  </a:moveTo>
                  <a:lnTo>
                    <a:pt x="71622" y="2550840"/>
                  </a:lnTo>
                  <a:lnTo>
                    <a:pt x="143245" y="2556787"/>
                  </a:lnTo>
                  <a:lnTo>
                    <a:pt x="214867" y="2562702"/>
                  </a:lnTo>
                  <a:lnTo>
                    <a:pt x="286490" y="2568585"/>
                  </a:lnTo>
                  <a:lnTo>
                    <a:pt x="358112" y="2574436"/>
                  </a:lnTo>
                  <a:lnTo>
                    <a:pt x="429735" y="2580255"/>
                  </a:lnTo>
                  <a:lnTo>
                    <a:pt x="501357" y="2586044"/>
                  </a:lnTo>
                  <a:lnTo>
                    <a:pt x="572980" y="2591801"/>
                  </a:lnTo>
                  <a:lnTo>
                    <a:pt x="644602" y="2597526"/>
                  </a:lnTo>
                  <a:lnTo>
                    <a:pt x="716225" y="2603221"/>
                  </a:lnTo>
                  <a:lnTo>
                    <a:pt x="787847" y="2608886"/>
                  </a:lnTo>
                  <a:lnTo>
                    <a:pt x="859470" y="2614519"/>
                  </a:lnTo>
                  <a:lnTo>
                    <a:pt x="931092" y="2620123"/>
                  </a:lnTo>
                  <a:lnTo>
                    <a:pt x="1002715" y="2625696"/>
                  </a:lnTo>
                  <a:lnTo>
                    <a:pt x="1074337" y="2631239"/>
                  </a:lnTo>
                  <a:lnTo>
                    <a:pt x="1145960" y="2636752"/>
                  </a:lnTo>
                  <a:lnTo>
                    <a:pt x="1217582" y="2642235"/>
                  </a:lnTo>
                  <a:lnTo>
                    <a:pt x="1289205" y="2647689"/>
                  </a:lnTo>
                  <a:lnTo>
                    <a:pt x="1360827" y="2653113"/>
                  </a:lnTo>
                  <a:lnTo>
                    <a:pt x="1432450" y="2658508"/>
                  </a:lnTo>
                  <a:lnTo>
                    <a:pt x="1504073" y="2663874"/>
                  </a:lnTo>
                  <a:lnTo>
                    <a:pt x="1575695" y="2669210"/>
                  </a:lnTo>
                  <a:lnTo>
                    <a:pt x="1647318" y="2674519"/>
                  </a:lnTo>
                  <a:lnTo>
                    <a:pt x="1718940" y="2679798"/>
                  </a:lnTo>
                  <a:lnTo>
                    <a:pt x="1790563" y="2685049"/>
                  </a:lnTo>
                  <a:lnTo>
                    <a:pt x="1862185" y="2690271"/>
                  </a:lnTo>
                  <a:lnTo>
                    <a:pt x="1933808" y="2695466"/>
                  </a:lnTo>
                  <a:lnTo>
                    <a:pt x="2005430" y="2700632"/>
                  </a:lnTo>
                  <a:lnTo>
                    <a:pt x="2077053" y="2705771"/>
                  </a:lnTo>
                  <a:lnTo>
                    <a:pt x="2148675" y="2710881"/>
                  </a:lnTo>
                  <a:lnTo>
                    <a:pt x="2220298" y="2715965"/>
                  </a:lnTo>
                  <a:lnTo>
                    <a:pt x="2291920" y="2721020"/>
                  </a:lnTo>
                  <a:lnTo>
                    <a:pt x="2363543" y="2726049"/>
                  </a:lnTo>
                  <a:lnTo>
                    <a:pt x="2435165" y="2731050"/>
                  </a:lnTo>
                  <a:lnTo>
                    <a:pt x="2506788" y="2736024"/>
                  </a:lnTo>
                  <a:lnTo>
                    <a:pt x="2578410" y="2740972"/>
                  </a:lnTo>
                  <a:lnTo>
                    <a:pt x="2650033" y="2745892"/>
                  </a:lnTo>
                  <a:lnTo>
                    <a:pt x="2721655" y="2750787"/>
                  </a:lnTo>
                  <a:lnTo>
                    <a:pt x="2793278" y="2755654"/>
                  </a:lnTo>
                  <a:lnTo>
                    <a:pt x="2864901" y="2760496"/>
                  </a:lnTo>
                  <a:lnTo>
                    <a:pt x="2936523" y="2765311"/>
                  </a:lnTo>
                  <a:lnTo>
                    <a:pt x="3008146" y="2770101"/>
                  </a:lnTo>
                  <a:lnTo>
                    <a:pt x="3079768" y="2774864"/>
                  </a:lnTo>
                  <a:lnTo>
                    <a:pt x="3151391" y="2779602"/>
                  </a:lnTo>
                  <a:lnTo>
                    <a:pt x="3223013" y="2767291"/>
                  </a:lnTo>
                  <a:lnTo>
                    <a:pt x="3294636" y="2710348"/>
                  </a:lnTo>
                  <a:lnTo>
                    <a:pt x="3366258" y="2649744"/>
                  </a:lnTo>
                  <a:lnTo>
                    <a:pt x="3437881" y="2585241"/>
                  </a:lnTo>
                  <a:lnTo>
                    <a:pt x="3509503" y="2516590"/>
                  </a:lnTo>
                  <a:lnTo>
                    <a:pt x="3581126" y="2443524"/>
                  </a:lnTo>
                  <a:lnTo>
                    <a:pt x="3652748" y="2365758"/>
                  </a:lnTo>
                  <a:lnTo>
                    <a:pt x="3724371" y="2282991"/>
                  </a:lnTo>
                  <a:lnTo>
                    <a:pt x="3795993" y="2194900"/>
                  </a:lnTo>
                  <a:lnTo>
                    <a:pt x="3867616" y="2101144"/>
                  </a:lnTo>
                  <a:lnTo>
                    <a:pt x="3939238" y="2001358"/>
                  </a:lnTo>
                  <a:lnTo>
                    <a:pt x="4010861" y="1895154"/>
                  </a:lnTo>
                  <a:lnTo>
                    <a:pt x="4082483" y="1782119"/>
                  </a:lnTo>
                  <a:lnTo>
                    <a:pt x="4154106" y="1661815"/>
                  </a:lnTo>
                  <a:lnTo>
                    <a:pt x="4225729" y="1533773"/>
                  </a:lnTo>
                  <a:lnTo>
                    <a:pt x="4297351" y="1397495"/>
                  </a:lnTo>
                  <a:lnTo>
                    <a:pt x="4368974" y="1252453"/>
                  </a:lnTo>
                  <a:lnTo>
                    <a:pt x="4440596" y="1098083"/>
                  </a:lnTo>
                  <a:lnTo>
                    <a:pt x="4512219" y="933784"/>
                  </a:lnTo>
                  <a:lnTo>
                    <a:pt x="4583841" y="758918"/>
                  </a:lnTo>
                  <a:lnTo>
                    <a:pt x="4655464" y="572805"/>
                  </a:lnTo>
                  <a:lnTo>
                    <a:pt x="4727086" y="374722"/>
                  </a:lnTo>
                  <a:lnTo>
                    <a:pt x="4798709" y="163899"/>
                  </a:lnTo>
                  <a:lnTo>
                    <a:pt x="485102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0878"/>
              <a:ext cx="7090630" cy="814756"/>
            </a:xfrm>
            <a:custGeom>
              <a:avLst/>
              <a:pathLst>
                <a:path w="7090630" h="814756">
                  <a:moveTo>
                    <a:pt x="7090630" y="220052"/>
                  </a:moveTo>
                  <a:lnTo>
                    <a:pt x="7019007" y="216534"/>
                  </a:lnTo>
                  <a:lnTo>
                    <a:pt x="6947385" y="212997"/>
                  </a:lnTo>
                  <a:lnTo>
                    <a:pt x="6875762" y="209441"/>
                  </a:lnTo>
                  <a:lnTo>
                    <a:pt x="6804139" y="205865"/>
                  </a:lnTo>
                  <a:lnTo>
                    <a:pt x="6732517" y="202270"/>
                  </a:lnTo>
                  <a:lnTo>
                    <a:pt x="6660894" y="198656"/>
                  </a:lnTo>
                  <a:lnTo>
                    <a:pt x="6589272" y="195021"/>
                  </a:lnTo>
                  <a:lnTo>
                    <a:pt x="6517649" y="191367"/>
                  </a:lnTo>
                  <a:lnTo>
                    <a:pt x="6446027" y="187694"/>
                  </a:lnTo>
                  <a:lnTo>
                    <a:pt x="6374404" y="184000"/>
                  </a:lnTo>
                  <a:lnTo>
                    <a:pt x="6302782" y="180286"/>
                  </a:lnTo>
                  <a:lnTo>
                    <a:pt x="6231159" y="176553"/>
                  </a:lnTo>
                  <a:lnTo>
                    <a:pt x="6159537" y="172798"/>
                  </a:lnTo>
                  <a:lnTo>
                    <a:pt x="6087914" y="169024"/>
                  </a:lnTo>
                  <a:lnTo>
                    <a:pt x="6016292" y="165229"/>
                  </a:lnTo>
                  <a:lnTo>
                    <a:pt x="5944669" y="161413"/>
                  </a:lnTo>
                  <a:lnTo>
                    <a:pt x="5873047" y="157577"/>
                  </a:lnTo>
                  <a:lnTo>
                    <a:pt x="5801424" y="153720"/>
                  </a:lnTo>
                  <a:lnTo>
                    <a:pt x="5729802" y="149842"/>
                  </a:lnTo>
                  <a:lnTo>
                    <a:pt x="5658179" y="145943"/>
                  </a:lnTo>
                  <a:lnTo>
                    <a:pt x="5586557" y="142023"/>
                  </a:lnTo>
                  <a:lnTo>
                    <a:pt x="5514934" y="138081"/>
                  </a:lnTo>
                  <a:lnTo>
                    <a:pt x="5443311" y="134118"/>
                  </a:lnTo>
                  <a:lnTo>
                    <a:pt x="5371689" y="130134"/>
                  </a:lnTo>
                  <a:lnTo>
                    <a:pt x="5300066" y="126128"/>
                  </a:lnTo>
                  <a:lnTo>
                    <a:pt x="5228444" y="122100"/>
                  </a:lnTo>
                  <a:lnTo>
                    <a:pt x="5156821" y="118051"/>
                  </a:lnTo>
                  <a:lnTo>
                    <a:pt x="5085199" y="113979"/>
                  </a:lnTo>
                  <a:lnTo>
                    <a:pt x="5013576" y="109885"/>
                  </a:lnTo>
                  <a:lnTo>
                    <a:pt x="4941954" y="105769"/>
                  </a:lnTo>
                  <a:lnTo>
                    <a:pt x="4870331" y="101631"/>
                  </a:lnTo>
                  <a:lnTo>
                    <a:pt x="4798709" y="97470"/>
                  </a:lnTo>
                  <a:lnTo>
                    <a:pt x="4727086" y="93287"/>
                  </a:lnTo>
                  <a:lnTo>
                    <a:pt x="4655464" y="89081"/>
                  </a:lnTo>
                  <a:lnTo>
                    <a:pt x="4583841" y="84852"/>
                  </a:lnTo>
                  <a:lnTo>
                    <a:pt x="4512219" y="80601"/>
                  </a:lnTo>
                  <a:lnTo>
                    <a:pt x="4440596" y="76326"/>
                  </a:lnTo>
                  <a:lnTo>
                    <a:pt x="4368974" y="72028"/>
                  </a:lnTo>
                  <a:lnTo>
                    <a:pt x="4297351" y="67706"/>
                  </a:lnTo>
                  <a:lnTo>
                    <a:pt x="4225729" y="63362"/>
                  </a:lnTo>
                  <a:lnTo>
                    <a:pt x="4154106" y="58993"/>
                  </a:lnTo>
                  <a:lnTo>
                    <a:pt x="4082483" y="54601"/>
                  </a:lnTo>
                  <a:lnTo>
                    <a:pt x="4010861" y="50185"/>
                  </a:lnTo>
                  <a:lnTo>
                    <a:pt x="3939238" y="45745"/>
                  </a:lnTo>
                  <a:lnTo>
                    <a:pt x="3867616" y="41281"/>
                  </a:lnTo>
                  <a:lnTo>
                    <a:pt x="3795993" y="36793"/>
                  </a:lnTo>
                  <a:lnTo>
                    <a:pt x="3724371" y="32281"/>
                  </a:lnTo>
                  <a:lnTo>
                    <a:pt x="3652748" y="27744"/>
                  </a:lnTo>
                  <a:lnTo>
                    <a:pt x="3581126" y="23182"/>
                  </a:lnTo>
                  <a:lnTo>
                    <a:pt x="3509503" y="18595"/>
                  </a:lnTo>
                  <a:lnTo>
                    <a:pt x="3437881" y="13984"/>
                  </a:lnTo>
                  <a:lnTo>
                    <a:pt x="3366258" y="9348"/>
                  </a:lnTo>
                  <a:lnTo>
                    <a:pt x="3294636" y="4686"/>
                  </a:lnTo>
                  <a:lnTo>
                    <a:pt x="3223013" y="0"/>
                  </a:lnTo>
                  <a:lnTo>
                    <a:pt x="3151391" y="36477"/>
                  </a:lnTo>
                  <a:lnTo>
                    <a:pt x="3079768" y="86746"/>
                  </a:lnTo>
                  <a:lnTo>
                    <a:pt x="3008146" y="133976"/>
                  </a:lnTo>
                  <a:lnTo>
                    <a:pt x="2936523" y="178353"/>
                  </a:lnTo>
                  <a:lnTo>
                    <a:pt x="2864901" y="220048"/>
                  </a:lnTo>
                  <a:lnTo>
                    <a:pt x="2793278" y="259223"/>
                  </a:lnTo>
                  <a:lnTo>
                    <a:pt x="2721655" y="296031"/>
                  </a:lnTo>
                  <a:lnTo>
                    <a:pt x="2650033" y="330614"/>
                  </a:lnTo>
                  <a:lnTo>
                    <a:pt x="2578410" y="363108"/>
                  </a:lnTo>
                  <a:lnTo>
                    <a:pt x="2506788" y="393638"/>
                  </a:lnTo>
                  <a:lnTo>
                    <a:pt x="2435165" y="422324"/>
                  </a:lnTo>
                  <a:lnTo>
                    <a:pt x="2363543" y="449275"/>
                  </a:lnTo>
                  <a:lnTo>
                    <a:pt x="2291920" y="474599"/>
                  </a:lnTo>
                  <a:lnTo>
                    <a:pt x="2220298" y="498391"/>
                  </a:lnTo>
                  <a:lnTo>
                    <a:pt x="2148675" y="520747"/>
                  </a:lnTo>
                  <a:lnTo>
                    <a:pt x="2077053" y="541751"/>
                  </a:lnTo>
                  <a:lnTo>
                    <a:pt x="2005430" y="561486"/>
                  </a:lnTo>
                  <a:lnTo>
                    <a:pt x="1933808" y="580028"/>
                  </a:lnTo>
                  <a:lnTo>
                    <a:pt x="1862185" y="597450"/>
                  </a:lnTo>
                  <a:lnTo>
                    <a:pt x="1790563" y="613819"/>
                  </a:lnTo>
                  <a:lnTo>
                    <a:pt x="1718940" y="629199"/>
                  </a:lnTo>
                  <a:lnTo>
                    <a:pt x="1647318" y="643649"/>
                  </a:lnTo>
                  <a:lnTo>
                    <a:pt x="1575695" y="657226"/>
                  </a:lnTo>
                  <a:lnTo>
                    <a:pt x="1504073" y="669983"/>
                  </a:lnTo>
                  <a:lnTo>
                    <a:pt x="1432450" y="681969"/>
                  </a:lnTo>
                  <a:lnTo>
                    <a:pt x="1360827" y="693231"/>
                  </a:lnTo>
                  <a:lnTo>
                    <a:pt x="1289205" y="703812"/>
                  </a:lnTo>
                  <a:lnTo>
                    <a:pt x="1217582" y="713753"/>
                  </a:lnTo>
                  <a:lnTo>
                    <a:pt x="1145960" y="723094"/>
                  </a:lnTo>
                  <a:lnTo>
                    <a:pt x="1074337" y="731871"/>
                  </a:lnTo>
                  <a:lnTo>
                    <a:pt x="1002715" y="740117"/>
                  </a:lnTo>
                  <a:lnTo>
                    <a:pt x="931092" y="747865"/>
                  </a:lnTo>
                  <a:lnTo>
                    <a:pt x="859470" y="755144"/>
                  </a:lnTo>
                  <a:lnTo>
                    <a:pt x="787847" y="761984"/>
                  </a:lnTo>
                  <a:lnTo>
                    <a:pt x="716225" y="768410"/>
                  </a:lnTo>
                  <a:lnTo>
                    <a:pt x="644602" y="774448"/>
                  </a:lnTo>
                  <a:lnTo>
                    <a:pt x="572980" y="780121"/>
                  </a:lnTo>
                  <a:lnTo>
                    <a:pt x="501357" y="785452"/>
                  </a:lnTo>
                  <a:lnTo>
                    <a:pt x="429735" y="790460"/>
                  </a:lnTo>
                  <a:lnTo>
                    <a:pt x="358112" y="795165"/>
                  </a:lnTo>
                  <a:lnTo>
                    <a:pt x="286490" y="799587"/>
                  </a:lnTo>
                  <a:lnTo>
                    <a:pt x="214867" y="803741"/>
                  </a:lnTo>
                  <a:lnTo>
                    <a:pt x="143245" y="807644"/>
                  </a:lnTo>
                  <a:lnTo>
                    <a:pt x="71622" y="811311"/>
                  </a:lnTo>
                  <a:lnTo>
                    <a:pt x="0" y="8147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6813891" cy="3409032"/>
            </a:xfrm>
            <a:custGeom>
              <a:avLst/>
              <a:pathLst>
                <a:path w="6813891" h="3409032">
                  <a:moveTo>
                    <a:pt x="0" y="3409032"/>
                  </a:moveTo>
                  <a:lnTo>
                    <a:pt x="71622" y="3401999"/>
                  </a:lnTo>
                  <a:lnTo>
                    <a:pt x="143245" y="3394763"/>
                  </a:lnTo>
                  <a:lnTo>
                    <a:pt x="214867" y="3387319"/>
                  </a:lnTo>
                  <a:lnTo>
                    <a:pt x="286490" y="3379659"/>
                  </a:lnTo>
                  <a:lnTo>
                    <a:pt x="358112" y="3371778"/>
                  </a:lnTo>
                  <a:lnTo>
                    <a:pt x="429735" y="3363670"/>
                  </a:lnTo>
                  <a:lnTo>
                    <a:pt x="501357" y="3355328"/>
                  </a:lnTo>
                  <a:lnTo>
                    <a:pt x="572980" y="3346744"/>
                  </a:lnTo>
                  <a:lnTo>
                    <a:pt x="644602" y="3337913"/>
                  </a:lnTo>
                  <a:lnTo>
                    <a:pt x="716225" y="3328828"/>
                  </a:lnTo>
                  <a:lnTo>
                    <a:pt x="787847" y="3319479"/>
                  </a:lnTo>
                  <a:lnTo>
                    <a:pt x="859470" y="3309861"/>
                  </a:lnTo>
                  <a:lnTo>
                    <a:pt x="931092" y="3299965"/>
                  </a:lnTo>
                  <a:lnTo>
                    <a:pt x="1002715" y="3289784"/>
                  </a:lnTo>
                  <a:lnTo>
                    <a:pt x="1074337" y="3279309"/>
                  </a:lnTo>
                  <a:lnTo>
                    <a:pt x="1145960" y="3268531"/>
                  </a:lnTo>
                  <a:lnTo>
                    <a:pt x="1217582" y="3257442"/>
                  </a:lnTo>
                  <a:lnTo>
                    <a:pt x="1289205" y="3246033"/>
                  </a:lnTo>
                  <a:lnTo>
                    <a:pt x="1360827" y="3234294"/>
                  </a:lnTo>
                  <a:lnTo>
                    <a:pt x="1432450" y="3222217"/>
                  </a:lnTo>
                  <a:lnTo>
                    <a:pt x="1504073" y="3209791"/>
                  </a:lnTo>
                  <a:lnTo>
                    <a:pt x="1575695" y="3197007"/>
                  </a:lnTo>
                  <a:lnTo>
                    <a:pt x="1647318" y="3183853"/>
                  </a:lnTo>
                  <a:lnTo>
                    <a:pt x="1718940" y="3170319"/>
                  </a:lnTo>
                  <a:lnTo>
                    <a:pt x="1790563" y="3156395"/>
                  </a:lnTo>
                  <a:lnTo>
                    <a:pt x="1862185" y="3142069"/>
                  </a:lnTo>
                  <a:lnTo>
                    <a:pt x="1933808" y="3127329"/>
                  </a:lnTo>
                  <a:lnTo>
                    <a:pt x="2005430" y="3112164"/>
                  </a:lnTo>
                  <a:lnTo>
                    <a:pt x="2077053" y="3096561"/>
                  </a:lnTo>
                  <a:lnTo>
                    <a:pt x="2148675" y="3080507"/>
                  </a:lnTo>
                  <a:lnTo>
                    <a:pt x="2220298" y="3063990"/>
                  </a:lnTo>
                  <a:lnTo>
                    <a:pt x="2291920" y="3046996"/>
                  </a:lnTo>
                  <a:lnTo>
                    <a:pt x="2363543" y="3029512"/>
                  </a:lnTo>
                  <a:lnTo>
                    <a:pt x="2435165" y="3011523"/>
                  </a:lnTo>
                  <a:lnTo>
                    <a:pt x="2506788" y="2993014"/>
                  </a:lnTo>
                  <a:lnTo>
                    <a:pt x="2578410" y="2973972"/>
                  </a:lnTo>
                  <a:lnTo>
                    <a:pt x="2650033" y="2954379"/>
                  </a:lnTo>
                  <a:lnTo>
                    <a:pt x="2721655" y="2934221"/>
                  </a:lnTo>
                  <a:lnTo>
                    <a:pt x="2793278" y="2913481"/>
                  </a:lnTo>
                  <a:lnTo>
                    <a:pt x="2864901" y="2892142"/>
                  </a:lnTo>
                  <a:lnTo>
                    <a:pt x="2936523" y="2870187"/>
                  </a:lnTo>
                  <a:lnTo>
                    <a:pt x="3008146" y="2847598"/>
                  </a:lnTo>
                  <a:lnTo>
                    <a:pt x="3079768" y="2824358"/>
                  </a:lnTo>
                  <a:lnTo>
                    <a:pt x="3151391" y="2800446"/>
                  </a:lnTo>
                  <a:lnTo>
                    <a:pt x="3223013" y="2775844"/>
                  </a:lnTo>
                  <a:lnTo>
                    <a:pt x="3294636" y="2750531"/>
                  </a:lnTo>
                  <a:lnTo>
                    <a:pt x="3366258" y="2724488"/>
                  </a:lnTo>
                  <a:lnTo>
                    <a:pt x="3437881" y="2697693"/>
                  </a:lnTo>
                  <a:lnTo>
                    <a:pt x="3509503" y="2670125"/>
                  </a:lnTo>
                  <a:lnTo>
                    <a:pt x="3581126" y="2641761"/>
                  </a:lnTo>
                  <a:lnTo>
                    <a:pt x="3652748" y="2612578"/>
                  </a:lnTo>
                  <a:lnTo>
                    <a:pt x="3724371" y="2582552"/>
                  </a:lnTo>
                  <a:lnTo>
                    <a:pt x="3795993" y="2551660"/>
                  </a:lnTo>
                  <a:lnTo>
                    <a:pt x="3867616" y="2519875"/>
                  </a:lnTo>
                  <a:lnTo>
                    <a:pt x="3939238" y="2487174"/>
                  </a:lnTo>
                  <a:lnTo>
                    <a:pt x="4010861" y="2453528"/>
                  </a:lnTo>
                  <a:lnTo>
                    <a:pt x="4082483" y="2418910"/>
                  </a:lnTo>
                  <a:lnTo>
                    <a:pt x="4154106" y="2383294"/>
                  </a:lnTo>
                  <a:lnTo>
                    <a:pt x="4225729" y="2346649"/>
                  </a:lnTo>
                  <a:lnTo>
                    <a:pt x="4297351" y="2308946"/>
                  </a:lnTo>
                  <a:lnTo>
                    <a:pt x="4368974" y="2270155"/>
                  </a:lnTo>
                  <a:lnTo>
                    <a:pt x="4440596" y="2230244"/>
                  </a:lnTo>
                  <a:lnTo>
                    <a:pt x="4512219" y="2189181"/>
                  </a:lnTo>
                  <a:lnTo>
                    <a:pt x="4583841" y="2146932"/>
                  </a:lnTo>
                  <a:lnTo>
                    <a:pt x="4655464" y="2103464"/>
                  </a:lnTo>
                  <a:lnTo>
                    <a:pt x="4727086" y="2058741"/>
                  </a:lnTo>
                  <a:lnTo>
                    <a:pt x="4798709" y="2012726"/>
                  </a:lnTo>
                  <a:lnTo>
                    <a:pt x="4870331" y="1965384"/>
                  </a:lnTo>
                  <a:lnTo>
                    <a:pt x="4941954" y="1916674"/>
                  </a:lnTo>
                  <a:lnTo>
                    <a:pt x="5013576" y="1866559"/>
                  </a:lnTo>
                  <a:lnTo>
                    <a:pt x="5085199" y="1814996"/>
                  </a:lnTo>
                  <a:lnTo>
                    <a:pt x="5156821" y="1761945"/>
                  </a:lnTo>
                  <a:lnTo>
                    <a:pt x="5228444" y="1707363"/>
                  </a:lnTo>
                  <a:lnTo>
                    <a:pt x="5300066" y="1651205"/>
                  </a:lnTo>
                  <a:lnTo>
                    <a:pt x="5371689" y="1593425"/>
                  </a:lnTo>
                  <a:lnTo>
                    <a:pt x="5443311" y="1533978"/>
                  </a:lnTo>
                  <a:lnTo>
                    <a:pt x="5514934" y="1472814"/>
                  </a:lnTo>
                  <a:lnTo>
                    <a:pt x="5586557" y="1409884"/>
                  </a:lnTo>
                  <a:lnTo>
                    <a:pt x="5658179" y="1345138"/>
                  </a:lnTo>
                  <a:lnTo>
                    <a:pt x="5729802" y="1278523"/>
                  </a:lnTo>
                  <a:lnTo>
                    <a:pt x="5801424" y="1209985"/>
                  </a:lnTo>
                  <a:lnTo>
                    <a:pt x="5873047" y="1139468"/>
                  </a:lnTo>
                  <a:lnTo>
                    <a:pt x="5944669" y="1066915"/>
                  </a:lnTo>
                  <a:lnTo>
                    <a:pt x="6016292" y="992268"/>
                  </a:lnTo>
                  <a:lnTo>
                    <a:pt x="6087914" y="915465"/>
                  </a:lnTo>
                  <a:lnTo>
                    <a:pt x="6159537" y="836446"/>
                  </a:lnTo>
                  <a:lnTo>
                    <a:pt x="6231159" y="755145"/>
                  </a:lnTo>
                  <a:lnTo>
                    <a:pt x="6302782" y="671497"/>
                  </a:lnTo>
                  <a:lnTo>
                    <a:pt x="6374404" y="585435"/>
                  </a:lnTo>
                  <a:lnTo>
                    <a:pt x="6446027" y="496887"/>
                  </a:lnTo>
                  <a:lnTo>
                    <a:pt x="6517649" y="405784"/>
                  </a:lnTo>
                  <a:lnTo>
                    <a:pt x="6589272" y="312051"/>
                  </a:lnTo>
                  <a:lnTo>
                    <a:pt x="6660894" y="215611"/>
                  </a:lnTo>
                  <a:lnTo>
                    <a:pt x="6732517" y="116388"/>
                  </a:lnTo>
                  <a:lnTo>
                    <a:pt x="6804139" y="14300"/>
                  </a:lnTo>
                  <a:lnTo>
                    <a:pt x="6813891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2026-08-17T08:02:08Z</dcterms:modified>
  <cp:category/>
</cp:coreProperties>
</file>