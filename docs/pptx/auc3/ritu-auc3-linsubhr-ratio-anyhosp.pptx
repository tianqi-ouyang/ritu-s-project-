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20293"/>
            </a:xfrm>
            <a:custGeom>
              <a:avLst/>
              <a:pathLst>
                <a:path w="7090630" h="3420293">
                  <a:moveTo>
                    <a:pt x="705286" y="0"/>
                  </a:moveTo>
                  <a:lnTo>
                    <a:pt x="716225" y="24279"/>
                  </a:lnTo>
                  <a:lnTo>
                    <a:pt x="787847" y="176265"/>
                  </a:lnTo>
                  <a:lnTo>
                    <a:pt x="859470" y="321573"/>
                  </a:lnTo>
                  <a:lnTo>
                    <a:pt x="931092" y="460498"/>
                  </a:lnTo>
                  <a:lnTo>
                    <a:pt x="1002715" y="593320"/>
                  </a:lnTo>
                  <a:lnTo>
                    <a:pt x="1074337" y="720306"/>
                  </a:lnTo>
                  <a:lnTo>
                    <a:pt x="1145960" y="841713"/>
                  </a:lnTo>
                  <a:lnTo>
                    <a:pt x="1217582" y="957786"/>
                  </a:lnTo>
                  <a:lnTo>
                    <a:pt x="1289205" y="1068760"/>
                  </a:lnTo>
                  <a:lnTo>
                    <a:pt x="1360827" y="1174859"/>
                  </a:lnTo>
                  <a:lnTo>
                    <a:pt x="1432450" y="1276296"/>
                  </a:lnTo>
                  <a:lnTo>
                    <a:pt x="1504073" y="1373277"/>
                  </a:lnTo>
                  <a:lnTo>
                    <a:pt x="1575695" y="1465997"/>
                  </a:lnTo>
                  <a:lnTo>
                    <a:pt x="1647318" y="1554643"/>
                  </a:lnTo>
                  <a:lnTo>
                    <a:pt x="1718940" y="1639395"/>
                  </a:lnTo>
                  <a:lnTo>
                    <a:pt x="1790563" y="1720424"/>
                  </a:lnTo>
                  <a:lnTo>
                    <a:pt x="1862185" y="1797892"/>
                  </a:lnTo>
                  <a:lnTo>
                    <a:pt x="1933808" y="1871957"/>
                  </a:lnTo>
                  <a:lnTo>
                    <a:pt x="2005430" y="1942769"/>
                  </a:lnTo>
                  <a:lnTo>
                    <a:pt x="2077053" y="2010469"/>
                  </a:lnTo>
                  <a:lnTo>
                    <a:pt x="2148675" y="2075195"/>
                  </a:lnTo>
                  <a:lnTo>
                    <a:pt x="2220298" y="2137077"/>
                  </a:lnTo>
                  <a:lnTo>
                    <a:pt x="2291920" y="2196241"/>
                  </a:lnTo>
                  <a:lnTo>
                    <a:pt x="2363543" y="2252806"/>
                  </a:lnTo>
                  <a:lnTo>
                    <a:pt x="2435165" y="2306885"/>
                  </a:lnTo>
                  <a:lnTo>
                    <a:pt x="2506788" y="2358588"/>
                  </a:lnTo>
                  <a:lnTo>
                    <a:pt x="2578410" y="2408020"/>
                  </a:lnTo>
                  <a:lnTo>
                    <a:pt x="2650033" y="2455281"/>
                  </a:lnTo>
                  <a:lnTo>
                    <a:pt x="2721655" y="2500464"/>
                  </a:lnTo>
                  <a:lnTo>
                    <a:pt x="2793278" y="2543663"/>
                  </a:lnTo>
                  <a:lnTo>
                    <a:pt x="2864901" y="2584964"/>
                  </a:lnTo>
                  <a:lnTo>
                    <a:pt x="2936523" y="2624451"/>
                  </a:lnTo>
                  <a:lnTo>
                    <a:pt x="3008146" y="2647889"/>
                  </a:lnTo>
                  <a:lnTo>
                    <a:pt x="3079768" y="2617285"/>
                  </a:lnTo>
                  <a:lnTo>
                    <a:pt x="3151391" y="2585560"/>
                  </a:lnTo>
                  <a:lnTo>
                    <a:pt x="3223013" y="2552674"/>
                  </a:lnTo>
                  <a:lnTo>
                    <a:pt x="3294636" y="2518584"/>
                  </a:lnTo>
                  <a:lnTo>
                    <a:pt x="3366258" y="2483245"/>
                  </a:lnTo>
                  <a:lnTo>
                    <a:pt x="3437881" y="2446613"/>
                  </a:lnTo>
                  <a:lnTo>
                    <a:pt x="3509503" y="2408639"/>
                  </a:lnTo>
                  <a:lnTo>
                    <a:pt x="3581126" y="2369275"/>
                  </a:lnTo>
                  <a:lnTo>
                    <a:pt x="3652748" y="2328470"/>
                  </a:lnTo>
                  <a:lnTo>
                    <a:pt x="3724371" y="2286170"/>
                  </a:lnTo>
                  <a:lnTo>
                    <a:pt x="3795993" y="2242322"/>
                  </a:lnTo>
                  <a:lnTo>
                    <a:pt x="3867616" y="2196869"/>
                  </a:lnTo>
                  <a:lnTo>
                    <a:pt x="3939238" y="2149751"/>
                  </a:lnTo>
                  <a:lnTo>
                    <a:pt x="4010861" y="2100908"/>
                  </a:lnTo>
                  <a:lnTo>
                    <a:pt x="4082483" y="2050277"/>
                  </a:lnTo>
                  <a:lnTo>
                    <a:pt x="4154106" y="1997791"/>
                  </a:lnTo>
                  <a:lnTo>
                    <a:pt x="4225729" y="1943385"/>
                  </a:lnTo>
                  <a:lnTo>
                    <a:pt x="4297351" y="1886986"/>
                  </a:lnTo>
                  <a:lnTo>
                    <a:pt x="4368974" y="1828522"/>
                  </a:lnTo>
                  <a:lnTo>
                    <a:pt x="4440596" y="1767917"/>
                  </a:lnTo>
                  <a:lnTo>
                    <a:pt x="4512219" y="1705094"/>
                  </a:lnTo>
                  <a:lnTo>
                    <a:pt x="4583841" y="1639970"/>
                  </a:lnTo>
                  <a:lnTo>
                    <a:pt x="4655464" y="1572462"/>
                  </a:lnTo>
                  <a:lnTo>
                    <a:pt x="4727086" y="1502482"/>
                  </a:lnTo>
                  <a:lnTo>
                    <a:pt x="4798709" y="1429940"/>
                  </a:lnTo>
                  <a:lnTo>
                    <a:pt x="4870331" y="1354742"/>
                  </a:lnTo>
                  <a:lnTo>
                    <a:pt x="4941954" y="1276791"/>
                  </a:lnTo>
                  <a:lnTo>
                    <a:pt x="5013576" y="1195985"/>
                  </a:lnTo>
                  <a:lnTo>
                    <a:pt x="5085199" y="1112221"/>
                  </a:lnTo>
                  <a:lnTo>
                    <a:pt x="5156821" y="1025390"/>
                  </a:lnTo>
                  <a:lnTo>
                    <a:pt x="5228444" y="935379"/>
                  </a:lnTo>
                  <a:lnTo>
                    <a:pt x="5300066" y="842073"/>
                  </a:lnTo>
                  <a:lnTo>
                    <a:pt x="5371689" y="745351"/>
                  </a:lnTo>
                  <a:lnTo>
                    <a:pt x="5443311" y="645087"/>
                  </a:lnTo>
                  <a:lnTo>
                    <a:pt x="5514934" y="541152"/>
                  </a:lnTo>
                  <a:lnTo>
                    <a:pt x="5586557" y="433412"/>
                  </a:lnTo>
                  <a:lnTo>
                    <a:pt x="5658179" y="321727"/>
                  </a:lnTo>
                  <a:lnTo>
                    <a:pt x="5729802" y="205952"/>
                  </a:lnTo>
                  <a:lnTo>
                    <a:pt x="5801424" y="85939"/>
                  </a:lnTo>
                  <a:lnTo>
                    <a:pt x="5850900" y="0"/>
                  </a:lnTo>
                  <a:lnTo>
                    <a:pt x="7090630" y="0"/>
                  </a:lnTo>
                  <a:lnTo>
                    <a:pt x="7090630" y="3420293"/>
                  </a:lnTo>
                  <a:lnTo>
                    <a:pt x="7019007" y="3417377"/>
                  </a:lnTo>
                  <a:lnTo>
                    <a:pt x="6947385" y="3414327"/>
                  </a:lnTo>
                  <a:lnTo>
                    <a:pt x="6875762" y="3411137"/>
                  </a:lnTo>
                  <a:lnTo>
                    <a:pt x="6804139" y="3407801"/>
                  </a:lnTo>
                  <a:lnTo>
                    <a:pt x="6732517" y="3404311"/>
                  </a:lnTo>
                  <a:lnTo>
                    <a:pt x="6660894" y="3400660"/>
                  </a:lnTo>
                  <a:lnTo>
                    <a:pt x="6589272" y="3396843"/>
                  </a:lnTo>
                  <a:lnTo>
                    <a:pt x="6517649" y="3392849"/>
                  </a:lnTo>
                  <a:lnTo>
                    <a:pt x="6446027" y="3388672"/>
                  </a:lnTo>
                  <a:lnTo>
                    <a:pt x="6374404" y="3384303"/>
                  </a:lnTo>
                  <a:lnTo>
                    <a:pt x="6302782" y="3379734"/>
                  </a:lnTo>
                  <a:lnTo>
                    <a:pt x="6231159" y="3374954"/>
                  </a:lnTo>
                  <a:lnTo>
                    <a:pt x="6159537" y="3369955"/>
                  </a:lnTo>
                  <a:lnTo>
                    <a:pt x="6087914" y="3364726"/>
                  </a:lnTo>
                  <a:lnTo>
                    <a:pt x="6016292" y="3359257"/>
                  </a:lnTo>
                  <a:lnTo>
                    <a:pt x="5944669" y="3353536"/>
                  </a:lnTo>
                  <a:lnTo>
                    <a:pt x="5873047" y="3347553"/>
                  </a:lnTo>
                  <a:lnTo>
                    <a:pt x="5801424" y="3341294"/>
                  </a:lnTo>
                  <a:lnTo>
                    <a:pt x="5729802" y="3334748"/>
                  </a:lnTo>
                  <a:lnTo>
                    <a:pt x="5658179" y="3327901"/>
                  </a:lnTo>
                  <a:lnTo>
                    <a:pt x="5586557" y="3320740"/>
                  </a:lnTo>
                  <a:lnTo>
                    <a:pt x="5514934" y="3313249"/>
                  </a:lnTo>
                  <a:lnTo>
                    <a:pt x="5443311" y="3305415"/>
                  </a:lnTo>
                  <a:lnTo>
                    <a:pt x="5371689" y="3297220"/>
                  </a:lnTo>
                  <a:lnTo>
                    <a:pt x="5300066" y="3288649"/>
                  </a:lnTo>
                  <a:lnTo>
                    <a:pt x="5228444" y="3279684"/>
                  </a:lnTo>
                  <a:lnTo>
                    <a:pt x="5156821" y="3270306"/>
                  </a:lnTo>
                  <a:lnTo>
                    <a:pt x="5085199" y="3260498"/>
                  </a:lnTo>
                  <a:lnTo>
                    <a:pt x="5013576" y="3250240"/>
                  </a:lnTo>
                  <a:lnTo>
                    <a:pt x="4941954" y="3239509"/>
                  </a:lnTo>
                  <a:lnTo>
                    <a:pt x="4870331" y="3228286"/>
                  </a:lnTo>
                  <a:lnTo>
                    <a:pt x="4798709" y="3216547"/>
                  </a:lnTo>
                  <a:lnTo>
                    <a:pt x="4727086" y="3204269"/>
                  </a:lnTo>
                  <a:lnTo>
                    <a:pt x="4655464" y="3191426"/>
                  </a:lnTo>
                  <a:lnTo>
                    <a:pt x="4583841" y="3177994"/>
                  </a:lnTo>
                  <a:lnTo>
                    <a:pt x="4512219" y="3163944"/>
                  </a:lnTo>
                  <a:lnTo>
                    <a:pt x="4440596" y="3149248"/>
                  </a:lnTo>
                  <a:lnTo>
                    <a:pt x="4368974" y="3133877"/>
                  </a:lnTo>
                  <a:lnTo>
                    <a:pt x="4297351" y="3117800"/>
                  </a:lnTo>
                  <a:lnTo>
                    <a:pt x="4225729" y="3100984"/>
                  </a:lnTo>
                  <a:lnTo>
                    <a:pt x="4154106" y="3083395"/>
                  </a:lnTo>
                  <a:lnTo>
                    <a:pt x="4082483" y="3064998"/>
                  </a:lnTo>
                  <a:lnTo>
                    <a:pt x="4010861" y="3045755"/>
                  </a:lnTo>
                  <a:lnTo>
                    <a:pt x="3939238" y="3025629"/>
                  </a:lnTo>
                  <a:lnTo>
                    <a:pt x="3867616" y="3004577"/>
                  </a:lnTo>
                  <a:lnTo>
                    <a:pt x="3795993" y="2982558"/>
                  </a:lnTo>
                  <a:lnTo>
                    <a:pt x="3724371" y="2959528"/>
                  </a:lnTo>
                  <a:lnTo>
                    <a:pt x="3652748" y="2935439"/>
                  </a:lnTo>
                  <a:lnTo>
                    <a:pt x="3581126" y="2910243"/>
                  </a:lnTo>
                  <a:lnTo>
                    <a:pt x="3509503" y="2883889"/>
                  </a:lnTo>
                  <a:lnTo>
                    <a:pt x="3437881" y="2856324"/>
                  </a:lnTo>
                  <a:lnTo>
                    <a:pt x="3366258" y="2827493"/>
                  </a:lnTo>
                  <a:lnTo>
                    <a:pt x="3294636" y="2797337"/>
                  </a:lnTo>
                  <a:lnTo>
                    <a:pt x="3223013" y="2765795"/>
                  </a:lnTo>
                  <a:lnTo>
                    <a:pt x="3151391" y="2732803"/>
                  </a:lnTo>
                  <a:lnTo>
                    <a:pt x="3079768" y="2698296"/>
                  </a:lnTo>
                  <a:lnTo>
                    <a:pt x="3008146" y="2662203"/>
                  </a:lnTo>
                  <a:lnTo>
                    <a:pt x="2936523" y="2677412"/>
                  </a:lnTo>
                  <a:lnTo>
                    <a:pt x="2864901" y="2705893"/>
                  </a:lnTo>
                  <a:lnTo>
                    <a:pt x="2793278" y="2733367"/>
                  </a:lnTo>
                  <a:lnTo>
                    <a:pt x="2721655" y="2759871"/>
                  </a:lnTo>
                  <a:lnTo>
                    <a:pt x="2650033" y="2785439"/>
                  </a:lnTo>
                  <a:lnTo>
                    <a:pt x="2578410" y="2810104"/>
                  </a:lnTo>
                  <a:lnTo>
                    <a:pt x="2506788" y="2833897"/>
                  </a:lnTo>
                  <a:lnTo>
                    <a:pt x="2435165" y="2856850"/>
                  </a:lnTo>
                  <a:lnTo>
                    <a:pt x="2363543" y="2878993"/>
                  </a:lnTo>
                  <a:lnTo>
                    <a:pt x="2291920" y="2900353"/>
                  </a:lnTo>
                  <a:lnTo>
                    <a:pt x="2220298" y="2920959"/>
                  </a:lnTo>
                  <a:lnTo>
                    <a:pt x="2148675" y="2940837"/>
                  </a:lnTo>
                  <a:lnTo>
                    <a:pt x="2077053" y="2960013"/>
                  </a:lnTo>
                  <a:lnTo>
                    <a:pt x="2005430" y="2978512"/>
                  </a:lnTo>
                  <a:lnTo>
                    <a:pt x="1933808" y="2996357"/>
                  </a:lnTo>
                  <a:lnTo>
                    <a:pt x="1862185" y="3013572"/>
                  </a:lnTo>
                  <a:lnTo>
                    <a:pt x="1790563" y="3030179"/>
                  </a:lnTo>
                  <a:lnTo>
                    <a:pt x="1718940" y="3046200"/>
                  </a:lnTo>
                  <a:lnTo>
                    <a:pt x="1647318" y="3061654"/>
                  </a:lnTo>
                  <a:lnTo>
                    <a:pt x="1575695" y="3076563"/>
                  </a:lnTo>
                  <a:lnTo>
                    <a:pt x="1504073" y="3090945"/>
                  </a:lnTo>
                  <a:lnTo>
                    <a:pt x="1432450" y="3104819"/>
                  </a:lnTo>
                  <a:lnTo>
                    <a:pt x="1360827" y="3118203"/>
                  </a:lnTo>
                  <a:lnTo>
                    <a:pt x="1289205" y="3131114"/>
                  </a:lnTo>
                  <a:lnTo>
                    <a:pt x="1217582" y="3143569"/>
                  </a:lnTo>
                  <a:lnTo>
                    <a:pt x="1145960" y="3155585"/>
                  </a:lnTo>
                  <a:lnTo>
                    <a:pt x="1074337" y="3167176"/>
                  </a:lnTo>
                  <a:lnTo>
                    <a:pt x="1002715" y="3178357"/>
                  </a:lnTo>
                  <a:lnTo>
                    <a:pt x="931092" y="3189144"/>
                  </a:lnTo>
                  <a:lnTo>
                    <a:pt x="859470" y="3199549"/>
                  </a:lnTo>
                  <a:lnTo>
                    <a:pt x="787847" y="3209587"/>
                  </a:lnTo>
                  <a:lnTo>
                    <a:pt x="716225" y="3219271"/>
                  </a:lnTo>
                  <a:lnTo>
                    <a:pt x="644602" y="3228612"/>
                  </a:lnTo>
                  <a:lnTo>
                    <a:pt x="572980" y="3237624"/>
                  </a:lnTo>
                  <a:lnTo>
                    <a:pt x="501357" y="3246317"/>
                  </a:lnTo>
                  <a:lnTo>
                    <a:pt x="429735" y="3254703"/>
                  </a:lnTo>
                  <a:lnTo>
                    <a:pt x="358112" y="3262793"/>
                  </a:lnTo>
                  <a:lnTo>
                    <a:pt x="286490" y="3270598"/>
                  </a:lnTo>
                  <a:lnTo>
                    <a:pt x="214867" y="3278126"/>
                  </a:lnTo>
                  <a:lnTo>
                    <a:pt x="143245" y="3285389"/>
                  </a:lnTo>
                  <a:lnTo>
                    <a:pt x="71622" y="3292395"/>
                  </a:lnTo>
                  <a:lnTo>
                    <a:pt x="0" y="329915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77335" y="2073503"/>
              <a:ext cx="5145614" cy="2647889"/>
            </a:xfrm>
            <a:custGeom>
              <a:avLst/>
              <a:pathLst>
                <a:path w="5145614" h="2647889">
                  <a:moveTo>
                    <a:pt x="0" y="0"/>
                  </a:moveTo>
                  <a:lnTo>
                    <a:pt x="10938" y="24279"/>
                  </a:lnTo>
                  <a:lnTo>
                    <a:pt x="82561" y="176265"/>
                  </a:lnTo>
                  <a:lnTo>
                    <a:pt x="154183" y="321573"/>
                  </a:lnTo>
                  <a:lnTo>
                    <a:pt x="225806" y="460498"/>
                  </a:lnTo>
                  <a:lnTo>
                    <a:pt x="297428" y="593320"/>
                  </a:lnTo>
                  <a:lnTo>
                    <a:pt x="369051" y="720306"/>
                  </a:lnTo>
                  <a:lnTo>
                    <a:pt x="440673" y="841713"/>
                  </a:lnTo>
                  <a:lnTo>
                    <a:pt x="512296" y="957786"/>
                  </a:lnTo>
                  <a:lnTo>
                    <a:pt x="583918" y="1068760"/>
                  </a:lnTo>
                  <a:lnTo>
                    <a:pt x="655541" y="1174859"/>
                  </a:lnTo>
                  <a:lnTo>
                    <a:pt x="727164" y="1276296"/>
                  </a:lnTo>
                  <a:lnTo>
                    <a:pt x="798786" y="1373277"/>
                  </a:lnTo>
                  <a:lnTo>
                    <a:pt x="870409" y="1465997"/>
                  </a:lnTo>
                  <a:lnTo>
                    <a:pt x="942031" y="1554643"/>
                  </a:lnTo>
                  <a:lnTo>
                    <a:pt x="1013654" y="1639395"/>
                  </a:lnTo>
                  <a:lnTo>
                    <a:pt x="1085276" y="1720424"/>
                  </a:lnTo>
                  <a:lnTo>
                    <a:pt x="1156899" y="1797892"/>
                  </a:lnTo>
                  <a:lnTo>
                    <a:pt x="1228521" y="1871957"/>
                  </a:lnTo>
                  <a:lnTo>
                    <a:pt x="1300144" y="1942769"/>
                  </a:lnTo>
                  <a:lnTo>
                    <a:pt x="1371766" y="2010469"/>
                  </a:lnTo>
                  <a:lnTo>
                    <a:pt x="1443389" y="2075195"/>
                  </a:lnTo>
                  <a:lnTo>
                    <a:pt x="1515011" y="2137077"/>
                  </a:lnTo>
                  <a:lnTo>
                    <a:pt x="1586634" y="2196241"/>
                  </a:lnTo>
                  <a:lnTo>
                    <a:pt x="1658256" y="2252806"/>
                  </a:lnTo>
                  <a:lnTo>
                    <a:pt x="1729879" y="2306885"/>
                  </a:lnTo>
                  <a:lnTo>
                    <a:pt x="1801501" y="2358588"/>
                  </a:lnTo>
                  <a:lnTo>
                    <a:pt x="1873124" y="2408020"/>
                  </a:lnTo>
                  <a:lnTo>
                    <a:pt x="1944746" y="2455281"/>
                  </a:lnTo>
                  <a:lnTo>
                    <a:pt x="2016369" y="2500464"/>
                  </a:lnTo>
                  <a:lnTo>
                    <a:pt x="2087992" y="2543663"/>
                  </a:lnTo>
                  <a:lnTo>
                    <a:pt x="2159614" y="2584964"/>
                  </a:lnTo>
                  <a:lnTo>
                    <a:pt x="2231237" y="2624451"/>
                  </a:lnTo>
                  <a:lnTo>
                    <a:pt x="2302859" y="2647889"/>
                  </a:lnTo>
                  <a:lnTo>
                    <a:pt x="2374482" y="2617285"/>
                  </a:lnTo>
                  <a:lnTo>
                    <a:pt x="2446104" y="2585560"/>
                  </a:lnTo>
                  <a:lnTo>
                    <a:pt x="2517727" y="2552674"/>
                  </a:lnTo>
                  <a:lnTo>
                    <a:pt x="2589349" y="2518584"/>
                  </a:lnTo>
                  <a:lnTo>
                    <a:pt x="2660972" y="2483245"/>
                  </a:lnTo>
                  <a:lnTo>
                    <a:pt x="2732594" y="2446613"/>
                  </a:lnTo>
                  <a:lnTo>
                    <a:pt x="2804217" y="2408639"/>
                  </a:lnTo>
                  <a:lnTo>
                    <a:pt x="2875839" y="2369275"/>
                  </a:lnTo>
                  <a:lnTo>
                    <a:pt x="2947462" y="2328470"/>
                  </a:lnTo>
                  <a:lnTo>
                    <a:pt x="3019084" y="2286170"/>
                  </a:lnTo>
                  <a:lnTo>
                    <a:pt x="3090707" y="2242322"/>
                  </a:lnTo>
                  <a:lnTo>
                    <a:pt x="3162329" y="2196869"/>
                  </a:lnTo>
                  <a:lnTo>
                    <a:pt x="3233952" y="2149751"/>
                  </a:lnTo>
                  <a:lnTo>
                    <a:pt x="3305574" y="2100908"/>
                  </a:lnTo>
                  <a:lnTo>
                    <a:pt x="3377197" y="2050277"/>
                  </a:lnTo>
                  <a:lnTo>
                    <a:pt x="3448820" y="1997791"/>
                  </a:lnTo>
                  <a:lnTo>
                    <a:pt x="3520442" y="1943385"/>
                  </a:lnTo>
                  <a:lnTo>
                    <a:pt x="3592065" y="1886986"/>
                  </a:lnTo>
                  <a:lnTo>
                    <a:pt x="3663687" y="1828522"/>
                  </a:lnTo>
                  <a:lnTo>
                    <a:pt x="3735310" y="1767917"/>
                  </a:lnTo>
                  <a:lnTo>
                    <a:pt x="3806932" y="1705094"/>
                  </a:lnTo>
                  <a:lnTo>
                    <a:pt x="3878555" y="1639970"/>
                  </a:lnTo>
                  <a:lnTo>
                    <a:pt x="3950177" y="1572462"/>
                  </a:lnTo>
                  <a:lnTo>
                    <a:pt x="4021800" y="1502482"/>
                  </a:lnTo>
                  <a:lnTo>
                    <a:pt x="4093422" y="1429940"/>
                  </a:lnTo>
                  <a:lnTo>
                    <a:pt x="4165045" y="1354742"/>
                  </a:lnTo>
                  <a:lnTo>
                    <a:pt x="4236667" y="1276791"/>
                  </a:lnTo>
                  <a:lnTo>
                    <a:pt x="4308290" y="1195985"/>
                  </a:lnTo>
                  <a:lnTo>
                    <a:pt x="4379912" y="1112221"/>
                  </a:lnTo>
                  <a:lnTo>
                    <a:pt x="4451535" y="1025390"/>
                  </a:lnTo>
                  <a:lnTo>
                    <a:pt x="4523157" y="935379"/>
                  </a:lnTo>
                  <a:lnTo>
                    <a:pt x="4594780" y="842073"/>
                  </a:lnTo>
                  <a:lnTo>
                    <a:pt x="4666402" y="745351"/>
                  </a:lnTo>
                  <a:lnTo>
                    <a:pt x="4738025" y="645087"/>
                  </a:lnTo>
                  <a:lnTo>
                    <a:pt x="4809648" y="541152"/>
                  </a:lnTo>
                  <a:lnTo>
                    <a:pt x="4881270" y="433412"/>
                  </a:lnTo>
                  <a:lnTo>
                    <a:pt x="4952893" y="321727"/>
                  </a:lnTo>
                  <a:lnTo>
                    <a:pt x="5024515" y="205952"/>
                  </a:lnTo>
                  <a:lnTo>
                    <a:pt x="5096138" y="85939"/>
                  </a:lnTo>
                  <a:lnTo>
                    <a:pt x="514561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5706"/>
              <a:ext cx="7090630" cy="758090"/>
            </a:xfrm>
            <a:custGeom>
              <a:avLst/>
              <a:pathLst>
                <a:path w="7090630" h="758090">
                  <a:moveTo>
                    <a:pt x="7090630" y="758090"/>
                  </a:moveTo>
                  <a:lnTo>
                    <a:pt x="7019007" y="755174"/>
                  </a:lnTo>
                  <a:lnTo>
                    <a:pt x="6947385" y="752124"/>
                  </a:lnTo>
                  <a:lnTo>
                    <a:pt x="6875762" y="748934"/>
                  </a:lnTo>
                  <a:lnTo>
                    <a:pt x="6804139" y="745598"/>
                  </a:lnTo>
                  <a:lnTo>
                    <a:pt x="6732517" y="742108"/>
                  </a:lnTo>
                  <a:lnTo>
                    <a:pt x="6660894" y="738457"/>
                  </a:lnTo>
                  <a:lnTo>
                    <a:pt x="6589272" y="734639"/>
                  </a:lnTo>
                  <a:lnTo>
                    <a:pt x="6517649" y="730646"/>
                  </a:lnTo>
                  <a:lnTo>
                    <a:pt x="6446027" y="726469"/>
                  </a:lnTo>
                  <a:lnTo>
                    <a:pt x="6374404" y="722100"/>
                  </a:lnTo>
                  <a:lnTo>
                    <a:pt x="6302782" y="717531"/>
                  </a:lnTo>
                  <a:lnTo>
                    <a:pt x="6231159" y="712751"/>
                  </a:lnTo>
                  <a:lnTo>
                    <a:pt x="6159537" y="707752"/>
                  </a:lnTo>
                  <a:lnTo>
                    <a:pt x="6087914" y="702523"/>
                  </a:lnTo>
                  <a:lnTo>
                    <a:pt x="6016292" y="697053"/>
                  </a:lnTo>
                  <a:lnTo>
                    <a:pt x="5944669" y="691333"/>
                  </a:lnTo>
                  <a:lnTo>
                    <a:pt x="5873047" y="685349"/>
                  </a:lnTo>
                  <a:lnTo>
                    <a:pt x="5801424" y="679091"/>
                  </a:lnTo>
                  <a:lnTo>
                    <a:pt x="5729802" y="672545"/>
                  </a:lnTo>
                  <a:lnTo>
                    <a:pt x="5658179" y="665698"/>
                  </a:lnTo>
                  <a:lnTo>
                    <a:pt x="5586557" y="658537"/>
                  </a:lnTo>
                  <a:lnTo>
                    <a:pt x="5514934" y="651046"/>
                  </a:lnTo>
                  <a:lnTo>
                    <a:pt x="5443311" y="643212"/>
                  </a:lnTo>
                  <a:lnTo>
                    <a:pt x="5371689" y="635017"/>
                  </a:lnTo>
                  <a:lnTo>
                    <a:pt x="5300066" y="626446"/>
                  </a:lnTo>
                  <a:lnTo>
                    <a:pt x="5228444" y="617480"/>
                  </a:lnTo>
                  <a:lnTo>
                    <a:pt x="5156821" y="608103"/>
                  </a:lnTo>
                  <a:lnTo>
                    <a:pt x="5085199" y="598295"/>
                  </a:lnTo>
                  <a:lnTo>
                    <a:pt x="5013576" y="588037"/>
                  </a:lnTo>
                  <a:lnTo>
                    <a:pt x="4941954" y="577306"/>
                  </a:lnTo>
                  <a:lnTo>
                    <a:pt x="4870331" y="566083"/>
                  </a:lnTo>
                  <a:lnTo>
                    <a:pt x="4798709" y="554344"/>
                  </a:lnTo>
                  <a:lnTo>
                    <a:pt x="4727086" y="542066"/>
                  </a:lnTo>
                  <a:lnTo>
                    <a:pt x="4655464" y="529223"/>
                  </a:lnTo>
                  <a:lnTo>
                    <a:pt x="4583841" y="515790"/>
                  </a:lnTo>
                  <a:lnTo>
                    <a:pt x="4512219" y="501740"/>
                  </a:lnTo>
                  <a:lnTo>
                    <a:pt x="4440596" y="487045"/>
                  </a:lnTo>
                  <a:lnTo>
                    <a:pt x="4368974" y="471674"/>
                  </a:lnTo>
                  <a:lnTo>
                    <a:pt x="4297351" y="455597"/>
                  </a:lnTo>
                  <a:lnTo>
                    <a:pt x="4225729" y="438781"/>
                  </a:lnTo>
                  <a:lnTo>
                    <a:pt x="4154106" y="421192"/>
                  </a:lnTo>
                  <a:lnTo>
                    <a:pt x="4082483" y="402795"/>
                  </a:lnTo>
                  <a:lnTo>
                    <a:pt x="4010861" y="383552"/>
                  </a:lnTo>
                  <a:lnTo>
                    <a:pt x="3939238" y="363426"/>
                  </a:lnTo>
                  <a:lnTo>
                    <a:pt x="3867616" y="342374"/>
                  </a:lnTo>
                  <a:lnTo>
                    <a:pt x="3795993" y="320355"/>
                  </a:lnTo>
                  <a:lnTo>
                    <a:pt x="3724371" y="297325"/>
                  </a:lnTo>
                  <a:lnTo>
                    <a:pt x="3652748" y="273236"/>
                  </a:lnTo>
                  <a:lnTo>
                    <a:pt x="3581126" y="248040"/>
                  </a:lnTo>
                  <a:lnTo>
                    <a:pt x="3509503" y="221686"/>
                  </a:lnTo>
                  <a:lnTo>
                    <a:pt x="3437881" y="194121"/>
                  </a:lnTo>
                  <a:lnTo>
                    <a:pt x="3366258" y="165290"/>
                  </a:lnTo>
                  <a:lnTo>
                    <a:pt x="3294636" y="135134"/>
                  </a:lnTo>
                  <a:lnTo>
                    <a:pt x="3223013" y="103592"/>
                  </a:lnTo>
                  <a:lnTo>
                    <a:pt x="3151391" y="70600"/>
                  </a:lnTo>
                  <a:lnTo>
                    <a:pt x="3079768" y="36093"/>
                  </a:lnTo>
                  <a:lnTo>
                    <a:pt x="3008146" y="0"/>
                  </a:lnTo>
                  <a:lnTo>
                    <a:pt x="2936523" y="15209"/>
                  </a:lnTo>
                  <a:lnTo>
                    <a:pt x="2864901" y="43689"/>
                  </a:lnTo>
                  <a:lnTo>
                    <a:pt x="2793278" y="71164"/>
                  </a:lnTo>
                  <a:lnTo>
                    <a:pt x="2721655" y="97668"/>
                  </a:lnTo>
                  <a:lnTo>
                    <a:pt x="2650033" y="123236"/>
                  </a:lnTo>
                  <a:lnTo>
                    <a:pt x="2578410" y="147901"/>
                  </a:lnTo>
                  <a:lnTo>
                    <a:pt x="2506788" y="171694"/>
                  </a:lnTo>
                  <a:lnTo>
                    <a:pt x="2435165" y="194647"/>
                  </a:lnTo>
                  <a:lnTo>
                    <a:pt x="2363543" y="216790"/>
                  </a:lnTo>
                  <a:lnTo>
                    <a:pt x="2291920" y="238150"/>
                  </a:lnTo>
                  <a:lnTo>
                    <a:pt x="2220298" y="258756"/>
                  </a:lnTo>
                  <a:lnTo>
                    <a:pt x="2148675" y="278634"/>
                  </a:lnTo>
                  <a:lnTo>
                    <a:pt x="2077053" y="297810"/>
                  </a:lnTo>
                  <a:lnTo>
                    <a:pt x="2005430" y="316309"/>
                  </a:lnTo>
                  <a:lnTo>
                    <a:pt x="1933808" y="334154"/>
                  </a:lnTo>
                  <a:lnTo>
                    <a:pt x="1862185" y="351369"/>
                  </a:lnTo>
                  <a:lnTo>
                    <a:pt x="1790563" y="367976"/>
                  </a:lnTo>
                  <a:lnTo>
                    <a:pt x="1718940" y="383996"/>
                  </a:lnTo>
                  <a:lnTo>
                    <a:pt x="1647318" y="399451"/>
                  </a:lnTo>
                  <a:lnTo>
                    <a:pt x="1575695" y="414360"/>
                  </a:lnTo>
                  <a:lnTo>
                    <a:pt x="1504073" y="428742"/>
                  </a:lnTo>
                  <a:lnTo>
                    <a:pt x="1432450" y="442616"/>
                  </a:lnTo>
                  <a:lnTo>
                    <a:pt x="1360827" y="456000"/>
                  </a:lnTo>
                  <a:lnTo>
                    <a:pt x="1289205" y="468911"/>
                  </a:lnTo>
                  <a:lnTo>
                    <a:pt x="1217582" y="481366"/>
                  </a:lnTo>
                  <a:lnTo>
                    <a:pt x="1145960" y="493382"/>
                  </a:lnTo>
                  <a:lnTo>
                    <a:pt x="1074337" y="504973"/>
                  </a:lnTo>
                  <a:lnTo>
                    <a:pt x="1002715" y="516154"/>
                  </a:lnTo>
                  <a:lnTo>
                    <a:pt x="931092" y="526941"/>
                  </a:lnTo>
                  <a:lnTo>
                    <a:pt x="859470" y="537346"/>
                  </a:lnTo>
                  <a:lnTo>
                    <a:pt x="787847" y="547384"/>
                  </a:lnTo>
                  <a:lnTo>
                    <a:pt x="716225" y="557068"/>
                  </a:lnTo>
                  <a:lnTo>
                    <a:pt x="644602" y="566409"/>
                  </a:lnTo>
                  <a:lnTo>
                    <a:pt x="572980" y="575421"/>
                  </a:lnTo>
                  <a:lnTo>
                    <a:pt x="501357" y="584114"/>
                  </a:lnTo>
                  <a:lnTo>
                    <a:pt x="429735" y="592500"/>
                  </a:lnTo>
                  <a:lnTo>
                    <a:pt x="358112" y="600590"/>
                  </a:lnTo>
                  <a:lnTo>
                    <a:pt x="286490" y="608395"/>
                  </a:lnTo>
                  <a:lnTo>
                    <a:pt x="214867" y="615923"/>
                  </a:lnTo>
                  <a:lnTo>
                    <a:pt x="143245" y="623186"/>
                  </a:lnTo>
                  <a:lnTo>
                    <a:pt x="71622" y="630192"/>
                  </a:lnTo>
                  <a:lnTo>
                    <a:pt x="0" y="6369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6856"/>
              <a:ext cx="7090630" cy="358620"/>
            </a:xfrm>
            <a:custGeom>
              <a:avLst/>
              <a:pathLst>
                <a:path w="7090630" h="358620">
                  <a:moveTo>
                    <a:pt x="0" y="0"/>
                  </a:moveTo>
                  <a:lnTo>
                    <a:pt x="71622" y="4475"/>
                  </a:lnTo>
                  <a:lnTo>
                    <a:pt x="143245" y="8931"/>
                  </a:lnTo>
                  <a:lnTo>
                    <a:pt x="214867" y="13367"/>
                  </a:lnTo>
                  <a:lnTo>
                    <a:pt x="286490" y="17783"/>
                  </a:lnTo>
                  <a:lnTo>
                    <a:pt x="358112" y="22179"/>
                  </a:lnTo>
                  <a:lnTo>
                    <a:pt x="429735" y="26555"/>
                  </a:lnTo>
                  <a:lnTo>
                    <a:pt x="501357" y="30912"/>
                  </a:lnTo>
                  <a:lnTo>
                    <a:pt x="572980" y="35249"/>
                  </a:lnTo>
                  <a:lnTo>
                    <a:pt x="644602" y="39567"/>
                  </a:lnTo>
                  <a:lnTo>
                    <a:pt x="716225" y="43866"/>
                  </a:lnTo>
                  <a:lnTo>
                    <a:pt x="787847" y="48146"/>
                  </a:lnTo>
                  <a:lnTo>
                    <a:pt x="859470" y="52406"/>
                  </a:lnTo>
                  <a:lnTo>
                    <a:pt x="931092" y="56647"/>
                  </a:lnTo>
                  <a:lnTo>
                    <a:pt x="1002715" y="60869"/>
                  </a:lnTo>
                  <a:lnTo>
                    <a:pt x="1074337" y="65073"/>
                  </a:lnTo>
                  <a:lnTo>
                    <a:pt x="1145960" y="69257"/>
                  </a:lnTo>
                  <a:lnTo>
                    <a:pt x="1217582" y="73423"/>
                  </a:lnTo>
                  <a:lnTo>
                    <a:pt x="1289205" y="77570"/>
                  </a:lnTo>
                  <a:lnTo>
                    <a:pt x="1360827" y="81699"/>
                  </a:lnTo>
                  <a:lnTo>
                    <a:pt x="1432450" y="85809"/>
                  </a:lnTo>
                  <a:lnTo>
                    <a:pt x="1504073" y="89901"/>
                  </a:lnTo>
                  <a:lnTo>
                    <a:pt x="1575695" y="93975"/>
                  </a:lnTo>
                  <a:lnTo>
                    <a:pt x="1647318" y="98030"/>
                  </a:lnTo>
                  <a:lnTo>
                    <a:pt x="1718940" y="102067"/>
                  </a:lnTo>
                  <a:lnTo>
                    <a:pt x="1790563" y="106086"/>
                  </a:lnTo>
                  <a:lnTo>
                    <a:pt x="1862185" y="110087"/>
                  </a:lnTo>
                  <a:lnTo>
                    <a:pt x="1933808" y="114070"/>
                  </a:lnTo>
                  <a:lnTo>
                    <a:pt x="2005430" y="118036"/>
                  </a:lnTo>
                  <a:lnTo>
                    <a:pt x="2077053" y="121983"/>
                  </a:lnTo>
                  <a:lnTo>
                    <a:pt x="2148675" y="125913"/>
                  </a:lnTo>
                  <a:lnTo>
                    <a:pt x="2220298" y="129826"/>
                  </a:lnTo>
                  <a:lnTo>
                    <a:pt x="2291920" y="133720"/>
                  </a:lnTo>
                  <a:lnTo>
                    <a:pt x="2363543" y="137598"/>
                  </a:lnTo>
                  <a:lnTo>
                    <a:pt x="2435165" y="141458"/>
                  </a:lnTo>
                  <a:lnTo>
                    <a:pt x="2506788" y="145301"/>
                  </a:lnTo>
                  <a:lnTo>
                    <a:pt x="2578410" y="149126"/>
                  </a:lnTo>
                  <a:lnTo>
                    <a:pt x="2650033" y="152935"/>
                  </a:lnTo>
                  <a:lnTo>
                    <a:pt x="2721655" y="156726"/>
                  </a:lnTo>
                  <a:lnTo>
                    <a:pt x="2793278" y="160501"/>
                  </a:lnTo>
                  <a:lnTo>
                    <a:pt x="2864901" y="164259"/>
                  </a:lnTo>
                  <a:lnTo>
                    <a:pt x="2936523" y="167999"/>
                  </a:lnTo>
                  <a:lnTo>
                    <a:pt x="3008146" y="171724"/>
                  </a:lnTo>
                  <a:lnTo>
                    <a:pt x="3079768" y="175431"/>
                  </a:lnTo>
                  <a:lnTo>
                    <a:pt x="3151391" y="179122"/>
                  </a:lnTo>
                  <a:lnTo>
                    <a:pt x="3223013" y="182796"/>
                  </a:lnTo>
                  <a:lnTo>
                    <a:pt x="3294636" y="186454"/>
                  </a:lnTo>
                  <a:lnTo>
                    <a:pt x="3366258" y="190096"/>
                  </a:lnTo>
                  <a:lnTo>
                    <a:pt x="3437881" y="193721"/>
                  </a:lnTo>
                  <a:lnTo>
                    <a:pt x="3509503" y="197330"/>
                  </a:lnTo>
                  <a:lnTo>
                    <a:pt x="3581126" y="200923"/>
                  </a:lnTo>
                  <a:lnTo>
                    <a:pt x="3652748" y="204499"/>
                  </a:lnTo>
                  <a:lnTo>
                    <a:pt x="3724371" y="208060"/>
                  </a:lnTo>
                  <a:lnTo>
                    <a:pt x="3795993" y="211605"/>
                  </a:lnTo>
                  <a:lnTo>
                    <a:pt x="3867616" y="215134"/>
                  </a:lnTo>
                  <a:lnTo>
                    <a:pt x="3939238" y="218647"/>
                  </a:lnTo>
                  <a:lnTo>
                    <a:pt x="4010861" y="222145"/>
                  </a:lnTo>
                  <a:lnTo>
                    <a:pt x="4082483" y="225627"/>
                  </a:lnTo>
                  <a:lnTo>
                    <a:pt x="4154106" y="229093"/>
                  </a:lnTo>
                  <a:lnTo>
                    <a:pt x="4225729" y="232544"/>
                  </a:lnTo>
                  <a:lnTo>
                    <a:pt x="4297351" y="235979"/>
                  </a:lnTo>
                  <a:lnTo>
                    <a:pt x="4368974" y="239399"/>
                  </a:lnTo>
                  <a:lnTo>
                    <a:pt x="4440596" y="242804"/>
                  </a:lnTo>
                  <a:lnTo>
                    <a:pt x="4512219" y="246193"/>
                  </a:lnTo>
                  <a:lnTo>
                    <a:pt x="4583841" y="249567"/>
                  </a:lnTo>
                  <a:lnTo>
                    <a:pt x="4655464" y="252926"/>
                  </a:lnTo>
                  <a:lnTo>
                    <a:pt x="4727086" y="256270"/>
                  </a:lnTo>
                  <a:lnTo>
                    <a:pt x="4798709" y="259600"/>
                  </a:lnTo>
                  <a:lnTo>
                    <a:pt x="4870331" y="262914"/>
                  </a:lnTo>
                  <a:lnTo>
                    <a:pt x="4941954" y="266213"/>
                  </a:lnTo>
                  <a:lnTo>
                    <a:pt x="5013576" y="269498"/>
                  </a:lnTo>
                  <a:lnTo>
                    <a:pt x="5085199" y="272768"/>
                  </a:lnTo>
                  <a:lnTo>
                    <a:pt x="5156821" y="276023"/>
                  </a:lnTo>
                  <a:lnTo>
                    <a:pt x="5228444" y="279264"/>
                  </a:lnTo>
                  <a:lnTo>
                    <a:pt x="5300066" y="282490"/>
                  </a:lnTo>
                  <a:lnTo>
                    <a:pt x="5371689" y="285702"/>
                  </a:lnTo>
                  <a:lnTo>
                    <a:pt x="5443311" y="288900"/>
                  </a:lnTo>
                  <a:lnTo>
                    <a:pt x="5514934" y="292083"/>
                  </a:lnTo>
                  <a:lnTo>
                    <a:pt x="5586557" y="295252"/>
                  </a:lnTo>
                  <a:lnTo>
                    <a:pt x="5658179" y="298407"/>
                  </a:lnTo>
                  <a:lnTo>
                    <a:pt x="5729802" y="301547"/>
                  </a:lnTo>
                  <a:lnTo>
                    <a:pt x="5801424" y="304674"/>
                  </a:lnTo>
                  <a:lnTo>
                    <a:pt x="5873047" y="307787"/>
                  </a:lnTo>
                  <a:lnTo>
                    <a:pt x="5944669" y="310885"/>
                  </a:lnTo>
                  <a:lnTo>
                    <a:pt x="6016292" y="313970"/>
                  </a:lnTo>
                  <a:lnTo>
                    <a:pt x="6087914" y="317041"/>
                  </a:lnTo>
                  <a:lnTo>
                    <a:pt x="6159537" y="320098"/>
                  </a:lnTo>
                  <a:lnTo>
                    <a:pt x="6231159" y="323142"/>
                  </a:lnTo>
                  <a:lnTo>
                    <a:pt x="6302782" y="326172"/>
                  </a:lnTo>
                  <a:lnTo>
                    <a:pt x="6374404" y="329188"/>
                  </a:lnTo>
                  <a:lnTo>
                    <a:pt x="6446027" y="332191"/>
                  </a:lnTo>
                  <a:lnTo>
                    <a:pt x="6517649" y="335181"/>
                  </a:lnTo>
                  <a:lnTo>
                    <a:pt x="6589272" y="338157"/>
                  </a:lnTo>
                  <a:lnTo>
                    <a:pt x="6660894" y="341120"/>
                  </a:lnTo>
                  <a:lnTo>
                    <a:pt x="6732517" y="344069"/>
                  </a:lnTo>
                  <a:lnTo>
                    <a:pt x="6804139" y="347006"/>
                  </a:lnTo>
                  <a:lnTo>
                    <a:pt x="6875762" y="349929"/>
                  </a:lnTo>
                  <a:lnTo>
                    <a:pt x="6947385" y="352839"/>
                  </a:lnTo>
                  <a:lnTo>
                    <a:pt x="7019007" y="355736"/>
                  </a:lnTo>
                  <a:lnTo>
                    <a:pt x="7090630" y="35862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1.06 (0.64-1.76), p_Bonf = 1.000 (n = 6)  |  per IQR decline (Δ = 27.4 %): 1.17 (0.29-4.73)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2026-08-19T20:32:06Z</dcterms:modified>
  <cp:category/>
</cp:coreProperties>
</file>