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9142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82330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7323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6875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778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539050"/>
              <a:ext cx="124717" cy="19206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277080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53905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2770806"/>
              <a:ext cx="124717" cy="26888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539050"/>
              <a:ext cx="124717" cy="192061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31777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2268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-8.2 %; 64 of 142 (45.1 %)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2026-10-27T15:37:09Z</dcterms:modified>
  <cp:category/>
</cp:coreProperties>
</file>