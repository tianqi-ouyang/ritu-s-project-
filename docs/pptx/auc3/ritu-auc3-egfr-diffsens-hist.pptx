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491420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382330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273239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0249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608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966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7325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684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2042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4401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6760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9118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81477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43836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6194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545966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436875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32778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1428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3787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6146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8504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00863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3222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5580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87939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298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12656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75015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37374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264853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389570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14288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639005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763722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888440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01315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37874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262592" y="4691417"/>
              <a:ext cx="124717" cy="7682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87309" y="4691417"/>
              <a:ext cx="124717" cy="7682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512026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36744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761461" y="4307295"/>
              <a:ext cx="124717" cy="115236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886178" y="4691417"/>
              <a:ext cx="124717" cy="7682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010896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135613" y="4691417"/>
              <a:ext cx="124717" cy="7682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260330" y="4691417"/>
              <a:ext cx="124717" cy="7682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385048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509765" y="4307295"/>
              <a:ext cx="124717" cy="115236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34482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759200" y="5075539"/>
              <a:ext cx="124717" cy="3841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883917" y="3154928"/>
              <a:ext cx="124717" cy="230473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008634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133351" y="3539050"/>
              <a:ext cx="124717" cy="192061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258069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382786" y="2770806"/>
              <a:ext cx="124717" cy="268885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507503" y="2386684"/>
              <a:ext cx="124717" cy="30729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632221" y="2770806"/>
              <a:ext cx="124717" cy="268885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4756938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881655" y="2770806"/>
              <a:ext cx="124717" cy="268885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5006373" y="3154928"/>
              <a:ext cx="124717" cy="230473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131090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5255807" y="238668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380525" y="2770806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505242" y="4691417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629959" y="3539050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754677" y="3923173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879394" y="4691417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004111" y="4307295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128829" y="4691417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253546" y="4307295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378263" y="4307295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502981" y="4691417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627698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752415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877133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7001850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712656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251285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376002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500719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762543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750154" y="4691417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874871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999588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8124306" y="507553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26485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38957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51428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63900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76372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88844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01315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13787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26259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38730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51202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63674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76146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88617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01089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13561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26033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38504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50976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63448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75920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88391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400863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13335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25806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438278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450750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463222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475693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488165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00637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13109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255807" y="2386684"/>
              <a:ext cx="124717" cy="307297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380525" y="2770806"/>
              <a:ext cx="124717" cy="26888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505242" y="4691417"/>
              <a:ext cx="124717" cy="76824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629959" y="3539050"/>
              <a:ext cx="124717" cy="192061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754677" y="3923173"/>
              <a:ext cx="124717" cy="15364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879394" y="4691417"/>
              <a:ext cx="124717" cy="76824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004111" y="4307295"/>
              <a:ext cx="124717" cy="115236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128829" y="4691417"/>
              <a:ext cx="124717" cy="76824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253546" y="4307295"/>
              <a:ext cx="124717" cy="115236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378263" y="4307295"/>
              <a:ext cx="124717" cy="115236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502981" y="4691417"/>
              <a:ext cx="124717" cy="76824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627698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752415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877133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001850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12656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25128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376002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50071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62543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750154" y="4691417"/>
              <a:ext cx="124717" cy="76824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87487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999588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8124306" y="5075539"/>
              <a:ext cx="124717" cy="3841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25580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3222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756929" y="540868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56929" y="431777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56929" y="32268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41164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03523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658820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328240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390599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452957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21630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0039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04756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767115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829473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690016" y="5870717"/>
              <a:ext cx="213384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(sens, %)</a:t>
              </a:r>
            </a:p>
          </p:txBody>
        </p:sp>
        <p:sp>
          <p:nvSpPr>
            <p:cNvPr id="164" name="tx164"/>
            <p:cNvSpPr/>
            <p:nvPr/>
          </p:nvSpPr>
          <p:spPr>
            <a:xfrm rot="-5400000">
              <a:off x="-304395" y="3859393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915645" y="1977589"/>
              <a:ext cx="401165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Median -8.2 %; 64 of 142 (45.1 %) fall below -10 %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915645" y="1688767"/>
              <a:ext cx="58669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(sens): 100 × (CysC − Cr) / Cr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2026-10-27T09:56:08Z</dcterms:modified>
  <cp:category/>
</cp:coreProperties>
</file>