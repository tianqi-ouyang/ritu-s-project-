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49142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382330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273239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20249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2608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9668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7325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69684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32042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94401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556760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19118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681477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43836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06194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15645" y="545966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915645" y="436875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15645" y="327784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14288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13787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76146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385048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00863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63222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25580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87939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650298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712656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775015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8373740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1264853" y="5075539"/>
              <a:ext cx="124717" cy="38412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1389570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1514288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1639005" y="5075539"/>
              <a:ext cx="124717" cy="38412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1763722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888440" y="5075539"/>
              <a:ext cx="124717" cy="38412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013157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2137874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2262592" y="4691417"/>
              <a:ext cx="124717" cy="76824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387309" y="4691417"/>
              <a:ext cx="124717" cy="76824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512026" y="5075539"/>
              <a:ext cx="124717" cy="38412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2636744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2761461" y="4307295"/>
              <a:ext cx="124717" cy="115236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2886178" y="4691417"/>
              <a:ext cx="124717" cy="76824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3010896" y="3923173"/>
              <a:ext cx="124717" cy="15364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3135613" y="4691417"/>
              <a:ext cx="124717" cy="76824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3260330" y="4691417"/>
              <a:ext cx="124717" cy="76824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3385048" y="3923173"/>
              <a:ext cx="124717" cy="15364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3509765" y="4307295"/>
              <a:ext cx="124717" cy="115236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3634482" y="5075539"/>
              <a:ext cx="124717" cy="38412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3759200" y="5075539"/>
              <a:ext cx="124717" cy="38412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3883917" y="3154928"/>
              <a:ext cx="124717" cy="230473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4008634" y="3923173"/>
              <a:ext cx="124717" cy="15364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4133351" y="3539050"/>
              <a:ext cx="124717" cy="192061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4258069" y="3923173"/>
              <a:ext cx="124717" cy="15364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4382786" y="2770806"/>
              <a:ext cx="124717" cy="268885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4507503" y="2386684"/>
              <a:ext cx="124717" cy="307297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4632221" y="2770806"/>
              <a:ext cx="124717" cy="268885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4756938" y="3923173"/>
              <a:ext cx="124717" cy="15364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4881655" y="2770806"/>
              <a:ext cx="124717" cy="268885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5006373" y="3154928"/>
              <a:ext cx="124717" cy="230473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5131090" y="3923173"/>
              <a:ext cx="124717" cy="15364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5255807" y="2386684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5380525" y="2770806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5505242" y="4691417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5629959" y="3539050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5754677" y="3923173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5879394" y="4691417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6004111" y="4307295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6128829" y="4691417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6253546" y="4307295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6378263" y="4307295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6502981" y="4691417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6627698" y="5075539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6752415" y="5075539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6877133" y="5075539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7001850" y="5075539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7126567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7251285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7376002" y="5075539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7500719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7625437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7750154" y="4691417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7874871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7999588" y="5075539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8124306" y="5075539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1264853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1389570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1514288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1639005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1763722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1888440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2013157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2137874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2262592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2387309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2512026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2636744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2761461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2886178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3010896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3135613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3260330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3385048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3509765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3634482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3759200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3883917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4008634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4133351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4258069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4382786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4507503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4632221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4756938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4881655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5006373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" name="rc121"/>
            <p:cNvSpPr/>
            <p:nvPr/>
          </p:nvSpPr>
          <p:spPr>
            <a:xfrm>
              <a:off x="5131090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2" name="rc122"/>
            <p:cNvSpPr/>
            <p:nvPr/>
          </p:nvSpPr>
          <p:spPr>
            <a:xfrm>
              <a:off x="5255807" y="2386684"/>
              <a:ext cx="124717" cy="307297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3" name="rc123"/>
            <p:cNvSpPr/>
            <p:nvPr/>
          </p:nvSpPr>
          <p:spPr>
            <a:xfrm>
              <a:off x="5380525" y="2770806"/>
              <a:ext cx="124717" cy="268885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4" name="rc124"/>
            <p:cNvSpPr/>
            <p:nvPr/>
          </p:nvSpPr>
          <p:spPr>
            <a:xfrm>
              <a:off x="5505242" y="4691417"/>
              <a:ext cx="124717" cy="76824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5" name="rc125"/>
            <p:cNvSpPr/>
            <p:nvPr/>
          </p:nvSpPr>
          <p:spPr>
            <a:xfrm>
              <a:off x="5629959" y="3539050"/>
              <a:ext cx="124717" cy="192061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6" name="rc126"/>
            <p:cNvSpPr/>
            <p:nvPr/>
          </p:nvSpPr>
          <p:spPr>
            <a:xfrm>
              <a:off x="5754677" y="3923173"/>
              <a:ext cx="124717" cy="15364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7" name="rc127"/>
            <p:cNvSpPr/>
            <p:nvPr/>
          </p:nvSpPr>
          <p:spPr>
            <a:xfrm>
              <a:off x="5879394" y="4691417"/>
              <a:ext cx="124717" cy="76824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8" name="rc128"/>
            <p:cNvSpPr/>
            <p:nvPr/>
          </p:nvSpPr>
          <p:spPr>
            <a:xfrm>
              <a:off x="6004111" y="4307295"/>
              <a:ext cx="124717" cy="115236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9" name="rc129"/>
            <p:cNvSpPr/>
            <p:nvPr/>
          </p:nvSpPr>
          <p:spPr>
            <a:xfrm>
              <a:off x="6128829" y="4691417"/>
              <a:ext cx="124717" cy="76824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0" name="rc130"/>
            <p:cNvSpPr/>
            <p:nvPr/>
          </p:nvSpPr>
          <p:spPr>
            <a:xfrm>
              <a:off x="6253546" y="4307295"/>
              <a:ext cx="124717" cy="115236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1" name="rc131"/>
            <p:cNvSpPr/>
            <p:nvPr/>
          </p:nvSpPr>
          <p:spPr>
            <a:xfrm>
              <a:off x="6378263" y="4307295"/>
              <a:ext cx="124717" cy="115236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2" name="rc132"/>
            <p:cNvSpPr/>
            <p:nvPr/>
          </p:nvSpPr>
          <p:spPr>
            <a:xfrm>
              <a:off x="6502981" y="4691417"/>
              <a:ext cx="124717" cy="76824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3" name="rc133"/>
            <p:cNvSpPr/>
            <p:nvPr/>
          </p:nvSpPr>
          <p:spPr>
            <a:xfrm>
              <a:off x="6627698" y="5075539"/>
              <a:ext cx="124717" cy="38412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4" name="rc134"/>
            <p:cNvSpPr/>
            <p:nvPr/>
          </p:nvSpPr>
          <p:spPr>
            <a:xfrm>
              <a:off x="6752415" y="5075539"/>
              <a:ext cx="124717" cy="38412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5" name="rc135"/>
            <p:cNvSpPr/>
            <p:nvPr/>
          </p:nvSpPr>
          <p:spPr>
            <a:xfrm>
              <a:off x="6877133" y="5075539"/>
              <a:ext cx="124717" cy="38412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6" name="rc136"/>
            <p:cNvSpPr/>
            <p:nvPr/>
          </p:nvSpPr>
          <p:spPr>
            <a:xfrm>
              <a:off x="7001850" y="5075539"/>
              <a:ext cx="124717" cy="38412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7" name="rc137"/>
            <p:cNvSpPr/>
            <p:nvPr/>
          </p:nvSpPr>
          <p:spPr>
            <a:xfrm>
              <a:off x="7126567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8" name="rc138"/>
            <p:cNvSpPr/>
            <p:nvPr/>
          </p:nvSpPr>
          <p:spPr>
            <a:xfrm>
              <a:off x="7251285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" name="rc139"/>
            <p:cNvSpPr/>
            <p:nvPr/>
          </p:nvSpPr>
          <p:spPr>
            <a:xfrm>
              <a:off x="7376002" y="5075539"/>
              <a:ext cx="124717" cy="38412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7500719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1" name="rc141"/>
            <p:cNvSpPr/>
            <p:nvPr/>
          </p:nvSpPr>
          <p:spPr>
            <a:xfrm>
              <a:off x="7625437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7750154" y="4691417"/>
              <a:ext cx="124717" cy="76824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3" name="rc143"/>
            <p:cNvSpPr/>
            <p:nvPr/>
          </p:nvSpPr>
          <p:spPr>
            <a:xfrm>
              <a:off x="7874871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7999588" y="5075539"/>
              <a:ext cx="124717" cy="38412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5" name="rc145"/>
            <p:cNvSpPr/>
            <p:nvPr/>
          </p:nvSpPr>
          <p:spPr>
            <a:xfrm>
              <a:off x="8124306" y="5075539"/>
              <a:ext cx="124717" cy="38412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" name="pl146"/>
            <p:cNvSpPr/>
            <p:nvPr/>
          </p:nvSpPr>
          <p:spPr>
            <a:xfrm>
              <a:off x="525580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47" name="pl147"/>
            <p:cNvSpPr/>
            <p:nvPr/>
          </p:nvSpPr>
          <p:spPr>
            <a:xfrm>
              <a:off x="463222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148" name="tx148"/>
            <p:cNvSpPr/>
            <p:nvPr/>
          </p:nvSpPr>
          <p:spPr>
            <a:xfrm>
              <a:off x="756929" y="540868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49" name="tx149"/>
            <p:cNvSpPr/>
            <p:nvPr/>
          </p:nvSpPr>
          <p:spPr>
            <a:xfrm>
              <a:off x="756929" y="4317777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50" name="tx150"/>
            <p:cNvSpPr/>
            <p:nvPr/>
          </p:nvSpPr>
          <p:spPr>
            <a:xfrm>
              <a:off x="756929" y="322686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51" name="tx151"/>
            <p:cNvSpPr/>
            <p:nvPr/>
          </p:nvSpPr>
          <p:spPr>
            <a:xfrm>
              <a:off x="1411646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152" name="tx152"/>
            <p:cNvSpPr/>
            <p:nvPr/>
          </p:nvSpPr>
          <p:spPr>
            <a:xfrm>
              <a:off x="203523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153" name="tx153"/>
            <p:cNvSpPr/>
            <p:nvPr/>
          </p:nvSpPr>
          <p:spPr>
            <a:xfrm>
              <a:off x="2658820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154" name="tx154"/>
            <p:cNvSpPr/>
            <p:nvPr/>
          </p:nvSpPr>
          <p:spPr>
            <a:xfrm>
              <a:off x="3282406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155" name="tx155"/>
            <p:cNvSpPr/>
            <p:nvPr/>
          </p:nvSpPr>
          <p:spPr>
            <a:xfrm>
              <a:off x="390599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156" name="tx156"/>
            <p:cNvSpPr/>
            <p:nvPr/>
          </p:nvSpPr>
          <p:spPr>
            <a:xfrm>
              <a:off x="4529579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157" name="tx157"/>
            <p:cNvSpPr/>
            <p:nvPr/>
          </p:nvSpPr>
          <p:spPr>
            <a:xfrm>
              <a:off x="5216305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58" name="tx158"/>
            <p:cNvSpPr/>
            <p:nvPr/>
          </p:nvSpPr>
          <p:spPr>
            <a:xfrm>
              <a:off x="580039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59" name="tx159"/>
            <p:cNvSpPr/>
            <p:nvPr/>
          </p:nvSpPr>
          <p:spPr>
            <a:xfrm>
              <a:off x="642397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60" name="tx160"/>
            <p:cNvSpPr/>
            <p:nvPr/>
          </p:nvSpPr>
          <p:spPr>
            <a:xfrm>
              <a:off x="7047563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61" name="tx161"/>
            <p:cNvSpPr/>
            <p:nvPr/>
          </p:nvSpPr>
          <p:spPr>
            <a:xfrm>
              <a:off x="767115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62" name="tx162"/>
            <p:cNvSpPr/>
            <p:nvPr/>
          </p:nvSpPr>
          <p:spPr>
            <a:xfrm>
              <a:off x="829473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63" name="tx163"/>
            <p:cNvSpPr/>
            <p:nvPr/>
          </p:nvSpPr>
          <p:spPr>
            <a:xfrm>
              <a:off x="3690016" y="5870717"/>
              <a:ext cx="2133843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(sens, %)</a:t>
              </a:r>
            </a:p>
          </p:txBody>
        </p:sp>
        <p:sp>
          <p:nvSpPr>
            <p:cNvPr id="164" name="tx164"/>
            <p:cNvSpPr/>
            <p:nvPr/>
          </p:nvSpPr>
          <p:spPr>
            <a:xfrm rot="-5400000">
              <a:off x="-304395" y="3859393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165" name="tx165"/>
            <p:cNvSpPr/>
            <p:nvPr/>
          </p:nvSpPr>
          <p:spPr>
            <a:xfrm>
              <a:off x="915645" y="1977589"/>
              <a:ext cx="401165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Median -8.2 %; 64 of 142 (45.1 %) fall below -10 %</a:t>
              </a:r>
            </a:p>
          </p:txBody>
        </p:sp>
        <p:sp>
          <p:nvSpPr>
            <p:cNvPr id="166" name="tx166"/>
            <p:cNvSpPr/>
            <p:nvPr/>
          </p:nvSpPr>
          <p:spPr>
            <a:xfrm>
              <a:off x="915645" y="1688767"/>
              <a:ext cx="586697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Difference (sens): 100 × (CysC − Cr) / Cr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2026-10-30T13:19:28Z</dcterms:modified>
  <cp:category/>
</cp:coreProperties>
</file>