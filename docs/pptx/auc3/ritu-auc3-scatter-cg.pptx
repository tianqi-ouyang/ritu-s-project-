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65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67870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3320091"/>
              <a:ext cx="6943744" cy="1810732"/>
            </a:xfrm>
            <a:custGeom>
              <a:avLst/>
              <a:pathLst>
                <a:path w="6943744" h="1810732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  <a:lnTo>
                    <a:pt x="6943744" y="651569"/>
                  </a:lnTo>
                  <a:lnTo>
                    <a:pt x="6855848" y="662169"/>
                  </a:lnTo>
                  <a:lnTo>
                    <a:pt x="6767953" y="672776"/>
                  </a:lnTo>
                  <a:lnTo>
                    <a:pt x="6680057" y="683393"/>
                  </a:lnTo>
                  <a:lnTo>
                    <a:pt x="6592162" y="694018"/>
                  </a:lnTo>
                  <a:lnTo>
                    <a:pt x="6504266" y="704654"/>
                  </a:lnTo>
                  <a:lnTo>
                    <a:pt x="6416371" y="715300"/>
                  </a:lnTo>
                  <a:lnTo>
                    <a:pt x="6328475" y="725957"/>
                  </a:lnTo>
                  <a:lnTo>
                    <a:pt x="6240580" y="736627"/>
                  </a:lnTo>
                  <a:lnTo>
                    <a:pt x="6152684" y="747308"/>
                  </a:lnTo>
                  <a:lnTo>
                    <a:pt x="6064789" y="758003"/>
                  </a:lnTo>
                  <a:lnTo>
                    <a:pt x="5976893" y="768713"/>
                  </a:lnTo>
                  <a:lnTo>
                    <a:pt x="5888998" y="779437"/>
                  </a:lnTo>
                  <a:lnTo>
                    <a:pt x="5801102" y="790178"/>
                  </a:lnTo>
                  <a:lnTo>
                    <a:pt x="5713207" y="800936"/>
                  </a:lnTo>
                  <a:lnTo>
                    <a:pt x="5625311" y="811713"/>
                  </a:lnTo>
                  <a:lnTo>
                    <a:pt x="5537416" y="822510"/>
                  </a:lnTo>
                  <a:lnTo>
                    <a:pt x="5449520" y="833328"/>
                  </a:lnTo>
                  <a:lnTo>
                    <a:pt x="5361625" y="844169"/>
                  </a:lnTo>
                  <a:lnTo>
                    <a:pt x="5273729" y="855036"/>
                  </a:lnTo>
                  <a:lnTo>
                    <a:pt x="5185834" y="865929"/>
                  </a:lnTo>
                  <a:lnTo>
                    <a:pt x="5097938" y="876851"/>
                  </a:lnTo>
                  <a:lnTo>
                    <a:pt x="5010043" y="887805"/>
                  </a:lnTo>
                  <a:lnTo>
                    <a:pt x="4922147" y="898792"/>
                  </a:lnTo>
                  <a:lnTo>
                    <a:pt x="4834252" y="909817"/>
                  </a:lnTo>
                  <a:lnTo>
                    <a:pt x="4746356" y="920882"/>
                  </a:lnTo>
                  <a:lnTo>
                    <a:pt x="4658461" y="931991"/>
                  </a:lnTo>
                  <a:lnTo>
                    <a:pt x="4570565" y="943148"/>
                  </a:lnTo>
                  <a:lnTo>
                    <a:pt x="4482670" y="954358"/>
                  </a:lnTo>
                  <a:lnTo>
                    <a:pt x="4394774" y="965625"/>
                  </a:lnTo>
                  <a:lnTo>
                    <a:pt x="4306879" y="976955"/>
                  </a:lnTo>
                  <a:lnTo>
                    <a:pt x="4218983" y="988355"/>
                  </a:lnTo>
                  <a:lnTo>
                    <a:pt x="4131088" y="999832"/>
                  </a:lnTo>
                  <a:lnTo>
                    <a:pt x="4043192" y="1011393"/>
                  </a:lnTo>
                  <a:lnTo>
                    <a:pt x="3955297" y="1023048"/>
                  </a:lnTo>
                  <a:lnTo>
                    <a:pt x="3867401" y="1034807"/>
                  </a:lnTo>
                  <a:lnTo>
                    <a:pt x="3779506" y="1046681"/>
                  </a:lnTo>
                  <a:lnTo>
                    <a:pt x="3691610" y="1058682"/>
                  </a:lnTo>
                  <a:lnTo>
                    <a:pt x="3603715" y="1070825"/>
                  </a:lnTo>
                  <a:lnTo>
                    <a:pt x="3515819" y="1083126"/>
                  </a:lnTo>
                  <a:lnTo>
                    <a:pt x="3427924" y="1095602"/>
                  </a:lnTo>
                  <a:lnTo>
                    <a:pt x="3340028" y="1108272"/>
                  </a:lnTo>
                  <a:lnTo>
                    <a:pt x="3252133" y="1121157"/>
                  </a:lnTo>
                  <a:lnTo>
                    <a:pt x="3164237" y="1134281"/>
                  </a:lnTo>
                  <a:lnTo>
                    <a:pt x="3076342" y="1147666"/>
                  </a:lnTo>
                  <a:lnTo>
                    <a:pt x="2988446" y="1161337"/>
                  </a:lnTo>
                  <a:lnTo>
                    <a:pt x="2900551" y="1175322"/>
                  </a:lnTo>
                  <a:lnTo>
                    <a:pt x="2812655" y="1189644"/>
                  </a:lnTo>
                  <a:lnTo>
                    <a:pt x="2724760" y="1204329"/>
                  </a:lnTo>
                  <a:lnTo>
                    <a:pt x="2636864" y="1219397"/>
                  </a:lnTo>
                  <a:lnTo>
                    <a:pt x="2548969" y="1234866"/>
                  </a:lnTo>
                  <a:lnTo>
                    <a:pt x="2461073" y="1250751"/>
                  </a:lnTo>
                  <a:lnTo>
                    <a:pt x="2373178" y="1267059"/>
                  </a:lnTo>
                  <a:lnTo>
                    <a:pt x="2285282" y="1283793"/>
                  </a:lnTo>
                  <a:lnTo>
                    <a:pt x="2197387" y="1300948"/>
                  </a:lnTo>
                  <a:lnTo>
                    <a:pt x="2109491" y="1318513"/>
                  </a:lnTo>
                  <a:lnTo>
                    <a:pt x="2021596" y="1336474"/>
                  </a:lnTo>
                  <a:lnTo>
                    <a:pt x="1933700" y="1354811"/>
                  </a:lnTo>
                  <a:lnTo>
                    <a:pt x="1845805" y="1373501"/>
                  </a:lnTo>
                  <a:lnTo>
                    <a:pt x="1757909" y="1392519"/>
                  </a:lnTo>
                  <a:lnTo>
                    <a:pt x="1670014" y="1411841"/>
                  </a:lnTo>
                  <a:lnTo>
                    <a:pt x="1582118" y="1431440"/>
                  </a:lnTo>
                  <a:lnTo>
                    <a:pt x="1494223" y="1451291"/>
                  </a:lnTo>
                  <a:lnTo>
                    <a:pt x="1406327" y="1471372"/>
                  </a:lnTo>
                  <a:lnTo>
                    <a:pt x="1318432" y="1491660"/>
                  </a:lnTo>
                  <a:lnTo>
                    <a:pt x="1230536" y="1512135"/>
                  </a:lnTo>
                  <a:lnTo>
                    <a:pt x="1142641" y="1532778"/>
                  </a:lnTo>
                  <a:lnTo>
                    <a:pt x="1054745" y="1553573"/>
                  </a:lnTo>
                  <a:lnTo>
                    <a:pt x="966850" y="1574504"/>
                  </a:lnTo>
                  <a:lnTo>
                    <a:pt x="878954" y="1595558"/>
                  </a:lnTo>
                  <a:lnTo>
                    <a:pt x="791059" y="1616722"/>
                  </a:lnTo>
                  <a:lnTo>
                    <a:pt x="703163" y="1637986"/>
                  </a:lnTo>
                  <a:lnTo>
                    <a:pt x="615268" y="1659341"/>
                  </a:lnTo>
                  <a:lnTo>
                    <a:pt x="527372" y="1680777"/>
                  </a:lnTo>
                  <a:lnTo>
                    <a:pt x="439477" y="1702287"/>
                  </a:lnTo>
                  <a:lnTo>
                    <a:pt x="351581" y="1723864"/>
                  </a:lnTo>
                  <a:lnTo>
                    <a:pt x="263686" y="1745502"/>
                  </a:lnTo>
                  <a:lnTo>
                    <a:pt x="175790" y="1767196"/>
                  </a:lnTo>
                  <a:lnTo>
                    <a:pt x="87895" y="1788941"/>
                  </a:lnTo>
                  <a:lnTo>
                    <a:pt x="0" y="181073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320091"/>
              <a:ext cx="6943744" cy="1438609"/>
            </a:xfrm>
            <a:custGeom>
              <a:avLst/>
              <a:pathLst>
                <a:path w="6943744" h="1438609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971661"/>
              <a:ext cx="6943744" cy="1159162"/>
            </a:xfrm>
            <a:custGeom>
              <a:avLst/>
              <a:pathLst>
                <a:path w="6943744" h="1159162">
                  <a:moveTo>
                    <a:pt x="6943744" y="0"/>
                  </a:moveTo>
                  <a:lnTo>
                    <a:pt x="6855848" y="10599"/>
                  </a:lnTo>
                  <a:lnTo>
                    <a:pt x="6767953" y="21206"/>
                  </a:lnTo>
                  <a:lnTo>
                    <a:pt x="6680057" y="31823"/>
                  </a:lnTo>
                  <a:lnTo>
                    <a:pt x="6592162" y="42448"/>
                  </a:lnTo>
                  <a:lnTo>
                    <a:pt x="6504266" y="53084"/>
                  </a:lnTo>
                  <a:lnTo>
                    <a:pt x="6416371" y="63730"/>
                  </a:lnTo>
                  <a:lnTo>
                    <a:pt x="6328475" y="74388"/>
                  </a:lnTo>
                  <a:lnTo>
                    <a:pt x="6240580" y="85057"/>
                  </a:lnTo>
                  <a:lnTo>
                    <a:pt x="6152684" y="95738"/>
                  </a:lnTo>
                  <a:lnTo>
                    <a:pt x="6064789" y="106433"/>
                  </a:lnTo>
                  <a:lnTo>
                    <a:pt x="5976893" y="117143"/>
                  </a:lnTo>
                  <a:lnTo>
                    <a:pt x="5888998" y="127867"/>
                  </a:lnTo>
                  <a:lnTo>
                    <a:pt x="5801102" y="138608"/>
                  </a:lnTo>
                  <a:lnTo>
                    <a:pt x="5713207" y="149366"/>
                  </a:lnTo>
                  <a:lnTo>
                    <a:pt x="5625311" y="160143"/>
                  </a:lnTo>
                  <a:lnTo>
                    <a:pt x="5537416" y="170940"/>
                  </a:lnTo>
                  <a:lnTo>
                    <a:pt x="5449520" y="181758"/>
                  </a:lnTo>
                  <a:lnTo>
                    <a:pt x="5361625" y="192599"/>
                  </a:lnTo>
                  <a:lnTo>
                    <a:pt x="5273729" y="203466"/>
                  </a:lnTo>
                  <a:lnTo>
                    <a:pt x="5185834" y="214359"/>
                  </a:lnTo>
                  <a:lnTo>
                    <a:pt x="5097938" y="225281"/>
                  </a:lnTo>
                  <a:lnTo>
                    <a:pt x="5010043" y="236235"/>
                  </a:lnTo>
                  <a:lnTo>
                    <a:pt x="4922147" y="247222"/>
                  </a:lnTo>
                  <a:lnTo>
                    <a:pt x="4834252" y="258247"/>
                  </a:lnTo>
                  <a:lnTo>
                    <a:pt x="4746356" y="269312"/>
                  </a:lnTo>
                  <a:lnTo>
                    <a:pt x="4658461" y="280421"/>
                  </a:lnTo>
                  <a:lnTo>
                    <a:pt x="4570565" y="291578"/>
                  </a:lnTo>
                  <a:lnTo>
                    <a:pt x="4482670" y="302788"/>
                  </a:lnTo>
                  <a:lnTo>
                    <a:pt x="4394774" y="314055"/>
                  </a:lnTo>
                  <a:lnTo>
                    <a:pt x="4306879" y="325385"/>
                  </a:lnTo>
                  <a:lnTo>
                    <a:pt x="4218983" y="336785"/>
                  </a:lnTo>
                  <a:lnTo>
                    <a:pt x="4131088" y="348262"/>
                  </a:lnTo>
                  <a:lnTo>
                    <a:pt x="4043192" y="359823"/>
                  </a:lnTo>
                  <a:lnTo>
                    <a:pt x="3955297" y="371478"/>
                  </a:lnTo>
                  <a:lnTo>
                    <a:pt x="3867401" y="383237"/>
                  </a:lnTo>
                  <a:lnTo>
                    <a:pt x="3779506" y="395111"/>
                  </a:lnTo>
                  <a:lnTo>
                    <a:pt x="3691610" y="407112"/>
                  </a:lnTo>
                  <a:lnTo>
                    <a:pt x="3603715" y="419255"/>
                  </a:lnTo>
                  <a:lnTo>
                    <a:pt x="3515819" y="431556"/>
                  </a:lnTo>
                  <a:lnTo>
                    <a:pt x="3427924" y="444032"/>
                  </a:lnTo>
                  <a:lnTo>
                    <a:pt x="3340028" y="456702"/>
                  </a:lnTo>
                  <a:lnTo>
                    <a:pt x="3252133" y="469587"/>
                  </a:lnTo>
                  <a:lnTo>
                    <a:pt x="3164237" y="482711"/>
                  </a:lnTo>
                  <a:lnTo>
                    <a:pt x="3076342" y="496096"/>
                  </a:lnTo>
                  <a:lnTo>
                    <a:pt x="2988446" y="509768"/>
                  </a:lnTo>
                  <a:lnTo>
                    <a:pt x="2900551" y="523752"/>
                  </a:lnTo>
                  <a:lnTo>
                    <a:pt x="2812655" y="538074"/>
                  </a:lnTo>
                  <a:lnTo>
                    <a:pt x="2724760" y="552759"/>
                  </a:lnTo>
                  <a:lnTo>
                    <a:pt x="2636864" y="567827"/>
                  </a:lnTo>
                  <a:lnTo>
                    <a:pt x="2548969" y="583296"/>
                  </a:lnTo>
                  <a:lnTo>
                    <a:pt x="2461073" y="599181"/>
                  </a:lnTo>
                  <a:lnTo>
                    <a:pt x="2373178" y="615489"/>
                  </a:lnTo>
                  <a:lnTo>
                    <a:pt x="2285282" y="632223"/>
                  </a:lnTo>
                  <a:lnTo>
                    <a:pt x="2197387" y="649378"/>
                  </a:lnTo>
                  <a:lnTo>
                    <a:pt x="2109491" y="666943"/>
                  </a:lnTo>
                  <a:lnTo>
                    <a:pt x="2021596" y="684904"/>
                  </a:lnTo>
                  <a:lnTo>
                    <a:pt x="1933700" y="703241"/>
                  </a:lnTo>
                  <a:lnTo>
                    <a:pt x="1845805" y="721931"/>
                  </a:lnTo>
                  <a:lnTo>
                    <a:pt x="1757909" y="740949"/>
                  </a:lnTo>
                  <a:lnTo>
                    <a:pt x="1670014" y="760271"/>
                  </a:lnTo>
                  <a:lnTo>
                    <a:pt x="1582118" y="779870"/>
                  </a:lnTo>
                  <a:lnTo>
                    <a:pt x="1494223" y="799721"/>
                  </a:lnTo>
                  <a:lnTo>
                    <a:pt x="1406327" y="819802"/>
                  </a:lnTo>
                  <a:lnTo>
                    <a:pt x="1318432" y="840090"/>
                  </a:lnTo>
                  <a:lnTo>
                    <a:pt x="1230536" y="860565"/>
                  </a:lnTo>
                  <a:lnTo>
                    <a:pt x="1142641" y="881208"/>
                  </a:lnTo>
                  <a:lnTo>
                    <a:pt x="1054745" y="902003"/>
                  </a:lnTo>
                  <a:lnTo>
                    <a:pt x="966850" y="922934"/>
                  </a:lnTo>
                  <a:lnTo>
                    <a:pt x="878954" y="943988"/>
                  </a:lnTo>
                  <a:lnTo>
                    <a:pt x="791059" y="965152"/>
                  </a:lnTo>
                  <a:lnTo>
                    <a:pt x="703163" y="986416"/>
                  </a:lnTo>
                  <a:lnTo>
                    <a:pt x="615268" y="1007771"/>
                  </a:lnTo>
                  <a:lnTo>
                    <a:pt x="527372" y="1029207"/>
                  </a:lnTo>
                  <a:lnTo>
                    <a:pt x="439477" y="1050717"/>
                  </a:lnTo>
                  <a:lnTo>
                    <a:pt x="351581" y="1072294"/>
                  </a:lnTo>
                  <a:lnTo>
                    <a:pt x="263686" y="1093932"/>
                  </a:lnTo>
                  <a:lnTo>
                    <a:pt x="175790" y="1115626"/>
                  </a:lnTo>
                  <a:lnTo>
                    <a:pt x="87895" y="1137371"/>
                  </a:lnTo>
                  <a:lnTo>
                    <a:pt x="0" y="11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3645876"/>
              <a:ext cx="6943744" cy="1298885"/>
            </a:xfrm>
            <a:custGeom>
              <a:avLst/>
              <a:pathLst>
                <a:path w="6943744" h="1298885">
                  <a:moveTo>
                    <a:pt x="0" y="1298885"/>
                  </a:moveTo>
                  <a:lnTo>
                    <a:pt x="87895" y="1282444"/>
                  </a:lnTo>
                  <a:lnTo>
                    <a:pt x="175790" y="1266002"/>
                  </a:lnTo>
                  <a:lnTo>
                    <a:pt x="263686" y="1249560"/>
                  </a:lnTo>
                  <a:lnTo>
                    <a:pt x="351581" y="1233119"/>
                  </a:lnTo>
                  <a:lnTo>
                    <a:pt x="439477" y="1216677"/>
                  </a:lnTo>
                  <a:lnTo>
                    <a:pt x="527372" y="1200236"/>
                  </a:lnTo>
                  <a:lnTo>
                    <a:pt x="615268" y="1183794"/>
                  </a:lnTo>
                  <a:lnTo>
                    <a:pt x="703163" y="1167352"/>
                  </a:lnTo>
                  <a:lnTo>
                    <a:pt x="791059" y="1150911"/>
                  </a:lnTo>
                  <a:lnTo>
                    <a:pt x="878954" y="1134469"/>
                  </a:lnTo>
                  <a:lnTo>
                    <a:pt x="966850" y="1118028"/>
                  </a:lnTo>
                  <a:lnTo>
                    <a:pt x="1054745" y="1101586"/>
                  </a:lnTo>
                  <a:lnTo>
                    <a:pt x="1142641" y="1085144"/>
                  </a:lnTo>
                  <a:lnTo>
                    <a:pt x="1230536" y="1068703"/>
                  </a:lnTo>
                  <a:lnTo>
                    <a:pt x="1318432" y="1052261"/>
                  </a:lnTo>
                  <a:lnTo>
                    <a:pt x="1406327" y="1035820"/>
                  </a:lnTo>
                  <a:lnTo>
                    <a:pt x="1494223" y="1019378"/>
                  </a:lnTo>
                  <a:lnTo>
                    <a:pt x="1582118" y="1002937"/>
                  </a:lnTo>
                  <a:lnTo>
                    <a:pt x="1670014" y="986495"/>
                  </a:lnTo>
                  <a:lnTo>
                    <a:pt x="1757909" y="970053"/>
                  </a:lnTo>
                  <a:lnTo>
                    <a:pt x="1845805" y="953612"/>
                  </a:lnTo>
                  <a:lnTo>
                    <a:pt x="1933700" y="937170"/>
                  </a:lnTo>
                  <a:lnTo>
                    <a:pt x="2021596" y="920729"/>
                  </a:lnTo>
                  <a:lnTo>
                    <a:pt x="2109491" y="904287"/>
                  </a:lnTo>
                  <a:lnTo>
                    <a:pt x="2197387" y="887845"/>
                  </a:lnTo>
                  <a:lnTo>
                    <a:pt x="2285282" y="871404"/>
                  </a:lnTo>
                  <a:lnTo>
                    <a:pt x="2373178" y="854962"/>
                  </a:lnTo>
                  <a:lnTo>
                    <a:pt x="2461073" y="838521"/>
                  </a:lnTo>
                  <a:lnTo>
                    <a:pt x="2548969" y="822079"/>
                  </a:lnTo>
                  <a:lnTo>
                    <a:pt x="2636864" y="805637"/>
                  </a:lnTo>
                  <a:lnTo>
                    <a:pt x="2724760" y="789196"/>
                  </a:lnTo>
                  <a:lnTo>
                    <a:pt x="2812655" y="772754"/>
                  </a:lnTo>
                  <a:lnTo>
                    <a:pt x="2900551" y="756313"/>
                  </a:lnTo>
                  <a:lnTo>
                    <a:pt x="2988446" y="739871"/>
                  </a:lnTo>
                  <a:lnTo>
                    <a:pt x="3076342" y="723429"/>
                  </a:lnTo>
                  <a:lnTo>
                    <a:pt x="3164237" y="706988"/>
                  </a:lnTo>
                  <a:lnTo>
                    <a:pt x="3252133" y="690546"/>
                  </a:lnTo>
                  <a:lnTo>
                    <a:pt x="3340028" y="674105"/>
                  </a:lnTo>
                  <a:lnTo>
                    <a:pt x="3427924" y="657663"/>
                  </a:lnTo>
                  <a:lnTo>
                    <a:pt x="3515819" y="641222"/>
                  </a:lnTo>
                  <a:lnTo>
                    <a:pt x="3603715" y="624780"/>
                  </a:lnTo>
                  <a:lnTo>
                    <a:pt x="3691610" y="608338"/>
                  </a:lnTo>
                  <a:lnTo>
                    <a:pt x="3779506" y="591897"/>
                  </a:lnTo>
                  <a:lnTo>
                    <a:pt x="3867401" y="575455"/>
                  </a:lnTo>
                  <a:lnTo>
                    <a:pt x="3955297" y="559014"/>
                  </a:lnTo>
                  <a:lnTo>
                    <a:pt x="4043192" y="542572"/>
                  </a:lnTo>
                  <a:lnTo>
                    <a:pt x="4131088" y="526130"/>
                  </a:lnTo>
                  <a:lnTo>
                    <a:pt x="4218983" y="509689"/>
                  </a:lnTo>
                  <a:lnTo>
                    <a:pt x="4306879" y="493247"/>
                  </a:lnTo>
                  <a:lnTo>
                    <a:pt x="4394774" y="476806"/>
                  </a:lnTo>
                  <a:lnTo>
                    <a:pt x="4482670" y="460364"/>
                  </a:lnTo>
                  <a:lnTo>
                    <a:pt x="4570565" y="443922"/>
                  </a:lnTo>
                  <a:lnTo>
                    <a:pt x="4658461" y="427481"/>
                  </a:lnTo>
                  <a:lnTo>
                    <a:pt x="4746356" y="411039"/>
                  </a:lnTo>
                  <a:lnTo>
                    <a:pt x="4834252" y="394598"/>
                  </a:lnTo>
                  <a:lnTo>
                    <a:pt x="4922147" y="378156"/>
                  </a:lnTo>
                  <a:lnTo>
                    <a:pt x="5010043" y="361714"/>
                  </a:lnTo>
                  <a:lnTo>
                    <a:pt x="5097938" y="345273"/>
                  </a:lnTo>
                  <a:lnTo>
                    <a:pt x="5185834" y="328831"/>
                  </a:lnTo>
                  <a:lnTo>
                    <a:pt x="5273729" y="312390"/>
                  </a:lnTo>
                  <a:lnTo>
                    <a:pt x="5361625" y="295948"/>
                  </a:lnTo>
                  <a:lnTo>
                    <a:pt x="5449520" y="279507"/>
                  </a:lnTo>
                  <a:lnTo>
                    <a:pt x="5537416" y="263065"/>
                  </a:lnTo>
                  <a:lnTo>
                    <a:pt x="5625311" y="246623"/>
                  </a:lnTo>
                  <a:lnTo>
                    <a:pt x="5713207" y="230182"/>
                  </a:lnTo>
                  <a:lnTo>
                    <a:pt x="5801102" y="213740"/>
                  </a:lnTo>
                  <a:lnTo>
                    <a:pt x="5888998" y="197299"/>
                  </a:lnTo>
                  <a:lnTo>
                    <a:pt x="5976893" y="180857"/>
                  </a:lnTo>
                  <a:lnTo>
                    <a:pt x="6064789" y="164415"/>
                  </a:lnTo>
                  <a:lnTo>
                    <a:pt x="6152684" y="147974"/>
                  </a:lnTo>
                  <a:lnTo>
                    <a:pt x="6240580" y="131532"/>
                  </a:lnTo>
                  <a:lnTo>
                    <a:pt x="6328475" y="115091"/>
                  </a:lnTo>
                  <a:lnTo>
                    <a:pt x="6416371" y="98649"/>
                  </a:lnTo>
                  <a:lnTo>
                    <a:pt x="6504266" y="82207"/>
                  </a:lnTo>
                  <a:lnTo>
                    <a:pt x="6592162" y="65766"/>
                  </a:lnTo>
                  <a:lnTo>
                    <a:pt x="6680057" y="49324"/>
                  </a:lnTo>
                  <a:lnTo>
                    <a:pt x="6767953" y="32883"/>
                  </a:lnTo>
                  <a:lnTo>
                    <a:pt x="6855848" y="16441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2026-10-08T10:13:07Z</dcterms:modified>
  <cp:category/>
</cp:coreProperties>
</file>