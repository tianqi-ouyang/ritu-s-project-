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48090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80740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413391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346041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7869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79092" y="211341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3918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01354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8790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96227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514415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447065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79716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312366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9092" y="245016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02636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0072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509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494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895251" y="3261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928739" y="520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934904" y="4791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62802" y="4414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971348" y="3999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825199" y="45030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536515" y="4639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710313" y="5204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849170" y="44919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476178" y="4918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846062" y="4178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934055" y="477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909517" y="392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968926" y="4413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008994" y="5128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493172" y="4439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979258" y="5467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20246" y="4539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53535" y="4943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149771" y="4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213918" y="4749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251748" y="399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760863" y="4687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708714" y="4476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782466" y="5214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173509" y="43385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094015" y="432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943962" y="539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625771" y="4231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103544" y="5377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19757" y="4627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472391" y="4382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372402" y="48554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394543" y="41485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49184" y="45733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441468" y="4840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52642" y="3989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922648" y="48344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952033" y="4261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301453" y="5082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552740" y="449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730663" y="48629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976536" y="34568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793964" y="47759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19167" y="4932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20232" y="4149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904013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461779" y="4931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187423" y="483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878757" y="4484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519258" y="5251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383131" y="434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580442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418347" y="4058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212797" y="398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150306" y="4700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063242" y="5216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863438" y="4299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724950" y="5186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759174" y="4369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334805" y="3950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229130" y="4171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403458" y="44958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593819" y="4642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340203" y="368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281711" y="44032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600921" y="5246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82362" y="445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211687" y="5352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931704" y="49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03202" y="45377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27478" y="5144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976327" y="4534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868083" y="3884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158976" y="3857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586458" y="5401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797684" y="5002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557490" y="51232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325280" y="418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415664" y="4166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623493" y="5107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174146" y="42184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013824" y="43037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18506" y="5355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552509" y="5409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240252" y="5288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44320" y="478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675946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875287" y="4890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775922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913507" y="4881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299268" y="41929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569534" y="4499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476763" y="3855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31471" y="4410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54821" y="4264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758976" y="3344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73166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19583" y="3646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243443" y="4433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093208" y="4353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122794" y="4501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209753" y="4926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331802" y="41211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416857" y="4959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027229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5919685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6160233" y="3748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931984" y="4217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994553" y="4335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501007" y="3427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532390" y="4624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887315" y="46251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498660" y="3033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005923" y="4446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450423" y="4723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158328" y="288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7357762" y="3517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974829" y="3974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972040" y="472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708023" y="3715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491273" y="4181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33535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253350" y="38310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280909" y="3898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602983" y="5038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918939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551300" y="3528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990333" y="46543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343281" y="52371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824519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268595" y="34309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475229" y="4772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420777" y="5367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576795" y="39013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497693" y="4533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464655" y="481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365613" y="4849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947306" y="46621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107720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343137" y="4445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364410" y="3821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1326279" y="3312485"/>
              <a:ext cx="6943744" cy="1830472"/>
            </a:xfrm>
            <a:custGeom>
              <a:avLst/>
              <a:pathLst>
                <a:path w="6943744" h="1830472">
                  <a:moveTo>
                    <a:pt x="0" y="1457742"/>
                  </a:moveTo>
                  <a:lnTo>
                    <a:pt x="87895" y="1446392"/>
                  </a:lnTo>
                  <a:lnTo>
                    <a:pt x="175790" y="1434996"/>
                  </a:lnTo>
                  <a:lnTo>
                    <a:pt x="263686" y="1423549"/>
                  </a:lnTo>
                  <a:lnTo>
                    <a:pt x="351581" y="1412048"/>
                  </a:lnTo>
                  <a:lnTo>
                    <a:pt x="439477" y="1400485"/>
                  </a:lnTo>
                  <a:lnTo>
                    <a:pt x="527372" y="1388856"/>
                  </a:lnTo>
                  <a:lnTo>
                    <a:pt x="615268" y="1377153"/>
                  </a:lnTo>
                  <a:lnTo>
                    <a:pt x="703163" y="1365369"/>
                  </a:lnTo>
                  <a:lnTo>
                    <a:pt x="791059" y="1353496"/>
                  </a:lnTo>
                  <a:lnTo>
                    <a:pt x="878954" y="1341524"/>
                  </a:lnTo>
                  <a:lnTo>
                    <a:pt x="966850" y="1329441"/>
                  </a:lnTo>
                  <a:lnTo>
                    <a:pt x="1054745" y="1317237"/>
                  </a:lnTo>
                  <a:lnTo>
                    <a:pt x="1142641" y="1304898"/>
                  </a:lnTo>
                  <a:lnTo>
                    <a:pt x="1230536" y="1292408"/>
                  </a:lnTo>
                  <a:lnTo>
                    <a:pt x="1318432" y="1279751"/>
                  </a:lnTo>
                  <a:lnTo>
                    <a:pt x="1406327" y="1266909"/>
                  </a:lnTo>
                  <a:lnTo>
                    <a:pt x="1494223" y="1253862"/>
                  </a:lnTo>
                  <a:lnTo>
                    <a:pt x="1582118" y="1240587"/>
                  </a:lnTo>
                  <a:lnTo>
                    <a:pt x="1670014" y="1227061"/>
                  </a:lnTo>
                  <a:lnTo>
                    <a:pt x="1757909" y="1213260"/>
                  </a:lnTo>
                  <a:lnTo>
                    <a:pt x="1845805" y="1199159"/>
                  </a:lnTo>
                  <a:lnTo>
                    <a:pt x="1933700" y="1184731"/>
                  </a:lnTo>
                  <a:lnTo>
                    <a:pt x="2021596" y="1169953"/>
                  </a:lnTo>
                  <a:lnTo>
                    <a:pt x="2109491" y="1154801"/>
                  </a:lnTo>
                  <a:lnTo>
                    <a:pt x="2197387" y="1139256"/>
                  </a:lnTo>
                  <a:lnTo>
                    <a:pt x="2285282" y="1123302"/>
                  </a:lnTo>
                  <a:lnTo>
                    <a:pt x="2373178" y="1106928"/>
                  </a:lnTo>
                  <a:lnTo>
                    <a:pt x="2461073" y="1090130"/>
                  </a:lnTo>
                  <a:lnTo>
                    <a:pt x="2548969" y="1072910"/>
                  </a:lnTo>
                  <a:lnTo>
                    <a:pt x="2636864" y="1055275"/>
                  </a:lnTo>
                  <a:lnTo>
                    <a:pt x="2724760" y="1037237"/>
                  </a:lnTo>
                  <a:lnTo>
                    <a:pt x="2812655" y="1018815"/>
                  </a:lnTo>
                  <a:lnTo>
                    <a:pt x="2900551" y="1000031"/>
                  </a:lnTo>
                  <a:lnTo>
                    <a:pt x="2988446" y="980907"/>
                  </a:lnTo>
                  <a:lnTo>
                    <a:pt x="3076342" y="961469"/>
                  </a:lnTo>
                  <a:lnTo>
                    <a:pt x="3164237" y="941743"/>
                  </a:lnTo>
                  <a:lnTo>
                    <a:pt x="3252133" y="921753"/>
                  </a:lnTo>
                  <a:lnTo>
                    <a:pt x="3340028" y="901524"/>
                  </a:lnTo>
                  <a:lnTo>
                    <a:pt x="3427924" y="881079"/>
                  </a:lnTo>
                  <a:lnTo>
                    <a:pt x="3515819" y="860438"/>
                  </a:lnTo>
                  <a:lnTo>
                    <a:pt x="3603715" y="839620"/>
                  </a:lnTo>
                  <a:lnTo>
                    <a:pt x="3691610" y="818644"/>
                  </a:lnTo>
                  <a:lnTo>
                    <a:pt x="3779506" y="797524"/>
                  </a:lnTo>
                  <a:lnTo>
                    <a:pt x="3867401" y="776276"/>
                  </a:lnTo>
                  <a:lnTo>
                    <a:pt x="3955297" y="754913"/>
                  </a:lnTo>
                  <a:lnTo>
                    <a:pt x="4043192" y="733444"/>
                  </a:lnTo>
                  <a:lnTo>
                    <a:pt x="4131088" y="711881"/>
                  </a:lnTo>
                  <a:lnTo>
                    <a:pt x="4218983" y="690233"/>
                  </a:lnTo>
                  <a:lnTo>
                    <a:pt x="4306879" y="668507"/>
                  </a:lnTo>
                  <a:lnTo>
                    <a:pt x="4394774" y="646711"/>
                  </a:lnTo>
                  <a:lnTo>
                    <a:pt x="4482670" y="624852"/>
                  </a:lnTo>
                  <a:lnTo>
                    <a:pt x="4570565" y="602934"/>
                  </a:lnTo>
                  <a:lnTo>
                    <a:pt x="4658461" y="580964"/>
                  </a:lnTo>
                  <a:lnTo>
                    <a:pt x="4746356" y="558945"/>
                  </a:lnTo>
                  <a:lnTo>
                    <a:pt x="4834252" y="536882"/>
                  </a:lnTo>
                  <a:lnTo>
                    <a:pt x="4922147" y="514778"/>
                  </a:lnTo>
                  <a:lnTo>
                    <a:pt x="5010043" y="492637"/>
                  </a:lnTo>
                  <a:lnTo>
                    <a:pt x="5097938" y="470462"/>
                  </a:lnTo>
                  <a:lnTo>
                    <a:pt x="5185834" y="448255"/>
                  </a:lnTo>
                  <a:lnTo>
                    <a:pt x="5273729" y="426018"/>
                  </a:lnTo>
                  <a:lnTo>
                    <a:pt x="5361625" y="403755"/>
                  </a:lnTo>
                  <a:lnTo>
                    <a:pt x="5449520" y="381466"/>
                  </a:lnTo>
                  <a:lnTo>
                    <a:pt x="5537416" y="359155"/>
                  </a:lnTo>
                  <a:lnTo>
                    <a:pt x="5625311" y="336821"/>
                  </a:lnTo>
                  <a:lnTo>
                    <a:pt x="5713207" y="314468"/>
                  </a:lnTo>
                  <a:lnTo>
                    <a:pt x="5801102" y="292095"/>
                  </a:lnTo>
                  <a:lnTo>
                    <a:pt x="5888998" y="269706"/>
                  </a:lnTo>
                  <a:lnTo>
                    <a:pt x="5976893" y="247299"/>
                  </a:lnTo>
                  <a:lnTo>
                    <a:pt x="6064789" y="224878"/>
                  </a:lnTo>
                  <a:lnTo>
                    <a:pt x="6152684" y="202442"/>
                  </a:lnTo>
                  <a:lnTo>
                    <a:pt x="6240580" y="179993"/>
                  </a:lnTo>
                  <a:lnTo>
                    <a:pt x="6328475" y="157531"/>
                  </a:lnTo>
                  <a:lnTo>
                    <a:pt x="6416371" y="135057"/>
                  </a:lnTo>
                  <a:lnTo>
                    <a:pt x="6504266" y="112572"/>
                  </a:lnTo>
                  <a:lnTo>
                    <a:pt x="6592162" y="90076"/>
                  </a:lnTo>
                  <a:lnTo>
                    <a:pt x="6680057" y="67571"/>
                  </a:lnTo>
                  <a:lnTo>
                    <a:pt x="6767953" y="45056"/>
                  </a:lnTo>
                  <a:lnTo>
                    <a:pt x="6855848" y="22532"/>
                  </a:lnTo>
                  <a:lnTo>
                    <a:pt x="6943744" y="0"/>
                  </a:lnTo>
                  <a:lnTo>
                    <a:pt x="6943744" y="650228"/>
                  </a:lnTo>
                  <a:lnTo>
                    <a:pt x="6855848" y="661088"/>
                  </a:lnTo>
                  <a:lnTo>
                    <a:pt x="6767953" y="671956"/>
                  </a:lnTo>
                  <a:lnTo>
                    <a:pt x="6680057" y="682833"/>
                  </a:lnTo>
                  <a:lnTo>
                    <a:pt x="6592162" y="693720"/>
                  </a:lnTo>
                  <a:lnTo>
                    <a:pt x="6504266" y="704617"/>
                  </a:lnTo>
                  <a:lnTo>
                    <a:pt x="6416371" y="715524"/>
                  </a:lnTo>
                  <a:lnTo>
                    <a:pt x="6328475" y="726442"/>
                  </a:lnTo>
                  <a:lnTo>
                    <a:pt x="6240580" y="737372"/>
                  </a:lnTo>
                  <a:lnTo>
                    <a:pt x="6152684" y="748315"/>
                  </a:lnTo>
                  <a:lnTo>
                    <a:pt x="6064789" y="759272"/>
                  </a:lnTo>
                  <a:lnTo>
                    <a:pt x="5976893" y="770242"/>
                  </a:lnTo>
                  <a:lnTo>
                    <a:pt x="5888998" y="781228"/>
                  </a:lnTo>
                  <a:lnTo>
                    <a:pt x="5801102" y="792231"/>
                  </a:lnTo>
                  <a:lnTo>
                    <a:pt x="5713207" y="803251"/>
                  </a:lnTo>
                  <a:lnTo>
                    <a:pt x="5625311" y="814290"/>
                  </a:lnTo>
                  <a:lnTo>
                    <a:pt x="5537416" y="825348"/>
                  </a:lnTo>
                  <a:lnTo>
                    <a:pt x="5449520" y="836429"/>
                  </a:lnTo>
                  <a:lnTo>
                    <a:pt x="5361625" y="847533"/>
                  </a:lnTo>
                  <a:lnTo>
                    <a:pt x="5273729" y="858661"/>
                  </a:lnTo>
                  <a:lnTo>
                    <a:pt x="5185834" y="869817"/>
                  </a:lnTo>
                  <a:lnTo>
                    <a:pt x="5097938" y="881002"/>
                  </a:lnTo>
                  <a:lnTo>
                    <a:pt x="5010043" y="892219"/>
                  </a:lnTo>
                  <a:lnTo>
                    <a:pt x="4922147" y="903470"/>
                  </a:lnTo>
                  <a:lnTo>
                    <a:pt x="4834252" y="914759"/>
                  </a:lnTo>
                  <a:lnTo>
                    <a:pt x="4746356" y="926088"/>
                  </a:lnTo>
                  <a:lnTo>
                    <a:pt x="4658461" y="937461"/>
                  </a:lnTo>
                  <a:lnTo>
                    <a:pt x="4570565" y="948883"/>
                  </a:lnTo>
                  <a:lnTo>
                    <a:pt x="4482670" y="960358"/>
                  </a:lnTo>
                  <a:lnTo>
                    <a:pt x="4394774" y="971890"/>
                  </a:lnTo>
                  <a:lnTo>
                    <a:pt x="4306879" y="983487"/>
                  </a:lnTo>
                  <a:lnTo>
                    <a:pt x="4218983" y="995154"/>
                  </a:lnTo>
                  <a:lnTo>
                    <a:pt x="4131088" y="1006897"/>
                  </a:lnTo>
                  <a:lnTo>
                    <a:pt x="4043192" y="1018727"/>
                  </a:lnTo>
                  <a:lnTo>
                    <a:pt x="3955297" y="1030651"/>
                  </a:lnTo>
                  <a:lnTo>
                    <a:pt x="3867401" y="1042679"/>
                  </a:lnTo>
                  <a:lnTo>
                    <a:pt x="3779506" y="1054823"/>
                  </a:lnTo>
                  <a:lnTo>
                    <a:pt x="3691610" y="1067096"/>
                  </a:lnTo>
                  <a:lnTo>
                    <a:pt x="3603715" y="1079512"/>
                  </a:lnTo>
                  <a:lnTo>
                    <a:pt x="3515819" y="1092087"/>
                  </a:lnTo>
                  <a:lnTo>
                    <a:pt x="3427924" y="1104838"/>
                  </a:lnTo>
                  <a:lnTo>
                    <a:pt x="3340028" y="1117784"/>
                  </a:lnTo>
                  <a:lnTo>
                    <a:pt x="3252133" y="1130948"/>
                  </a:lnTo>
                  <a:lnTo>
                    <a:pt x="3164237" y="1144350"/>
                  </a:lnTo>
                  <a:lnTo>
                    <a:pt x="3076342" y="1158016"/>
                  </a:lnTo>
                  <a:lnTo>
                    <a:pt x="2988446" y="1171971"/>
                  </a:lnTo>
                  <a:lnTo>
                    <a:pt x="2900551" y="1186239"/>
                  </a:lnTo>
                  <a:lnTo>
                    <a:pt x="2812655" y="1200847"/>
                  </a:lnTo>
                  <a:lnTo>
                    <a:pt x="2724760" y="1215817"/>
                  </a:lnTo>
                  <a:lnTo>
                    <a:pt x="2636864" y="1231172"/>
                  </a:lnTo>
                  <a:lnTo>
                    <a:pt x="2548969" y="1246929"/>
                  </a:lnTo>
                  <a:lnTo>
                    <a:pt x="2461073" y="1263100"/>
                  </a:lnTo>
                  <a:lnTo>
                    <a:pt x="2373178" y="1279695"/>
                  </a:lnTo>
                  <a:lnTo>
                    <a:pt x="2285282" y="1296714"/>
                  </a:lnTo>
                  <a:lnTo>
                    <a:pt x="2197387" y="1314152"/>
                  </a:lnTo>
                  <a:lnTo>
                    <a:pt x="2109491" y="1331999"/>
                  </a:lnTo>
                  <a:lnTo>
                    <a:pt x="2021596" y="1350239"/>
                  </a:lnTo>
                  <a:lnTo>
                    <a:pt x="1933700" y="1368853"/>
                  </a:lnTo>
                  <a:lnTo>
                    <a:pt x="1845805" y="1387818"/>
                  </a:lnTo>
                  <a:lnTo>
                    <a:pt x="1757909" y="1407108"/>
                  </a:lnTo>
                  <a:lnTo>
                    <a:pt x="1670014" y="1426700"/>
                  </a:lnTo>
                  <a:lnTo>
                    <a:pt x="1582118" y="1446566"/>
                  </a:lnTo>
                  <a:lnTo>
                    <a:pt x="1494223" y="1466684"/>
                  </a:lnTo>
                  <a:lnTo>
                    <a:pt x="1406327" y="1487028"/>
                  </a:lnTo>
                  <a:lnTo>
                    <a:pt x="1318432" y="1507579"/>
                  </a:lnTo>
                  <a:lnTo>
                    <a:pt x="1230536" y="1528314"/>
                  </a:lnTo>
                  <a:lnTo>
                    <a:pt x="1142641" y="1549217"/>
                  </a:lnTo>
                  <a:lnTo>
                    <a:pt x="1054745" y="1570269"/>
                  </a:lnTo>
                  <a:lnTo>
                    <a:pt x="966850" y="1591457"/>
                  </a:lnTo>
                  <a:lnTo>
                    <a:pt x="878954" y="1612767"/>
                  </a:lnTo>
                  <a:lnTo>
                    <a:pt x="791059" y="1634187"/>
                  </a:lnTo>
                  <a:lnTo>
                    <a:pt x="703163" y="1655706"/>
                  </a:lnTo>
                  <a:lnTo>
                    <a:pt x="615268" y="1677314"/>
                  </a:lnTo>
                  <a:lnTo>
                    <a:pt x="527372" y="1699004"/>
                  </a:lnTo>
                  <a:lnTo>
                    <a:pt x="439477" y="1720767"/>
                  </a:lnTo>
                  <a:lnTo>
                    <a:pt x="351581" y="1742597"/>
                  </a:lnTo>
                  <a:lnTo>
                    <a:pt x="263686" y="1764487"/>
                  </a:lnTo>
                  <a:lnTo>
                    <a:pt x="175790" y="1786433"/>
                  </a:lnTo>
                  <a:lnTo>
                    <a:pt x="87895" y="1808429"/>
                  </a:lnTo>
                  <a:lnTo>
                    <a:pt x="0" y="183047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326279" y="3312485"/>
              <a:ext cx="6943744" cy="1457742"/>
            </a:xfrm>
            <a:custGeom>
              <a:avLst/>
              <a:pathLst>
                <a:path w="6943744" h="1457742">
                  <a:moveTo>
                    <a:pt x="0" y="1457742"/>
                  </a:moveTo>
                  <a:lnTo>
                    <a:pt x="87895" y="1446392"/>
                  </a:lnTo>
                  <a:lnTo>
                    <a:pt x="175790" y="1434996"/>
                  </a:lnTo>
                  <a:lnTo>
                    <a:pt x="263686" y="1423549"/>
                  </a:lnTo>
                  <a:lnTo>
                    <a:pt x="351581" y="1412048"/>
                  </a:lnTo>
                  <a:lnTo>
                    <a:pt x="439477" y="1400485"/>
                  </a:lnTo>
                  <a:lnTo>
                    <a:pt x="527372" y="1388856"/>
                  </a:lnTo>
                  <a:lnTo>
                    <a:pt x="615268" y="1377153"/>
                  </a:lnTo>
                  <a:lnTo>
                    <a:pt x="703163" y="1365369"/>
                  </a:lnTo>
                  <a:lnTo>
                    <a:pt x="791059" y="1353496"/>
                  </a:lnTo>
                  <a:lnTo>
                    <a:pt x="878954" y="1341524"/>
                  </a:lnTo>
                  <a:lnTo>
                    <a:pt x="966850" y="1329441"/>
                  </a:lnTo>
                  <a:lnTo>
                    <a:pt x="1054745" y="1317237"/>
                  </a:lnTo>
                  <a:lnTo>
                    <a:pt x="1142641" y="1304898"/>
                  </a:lnTo>
                  <a:lnTo>
                    <a:pt x="1230536" y="1292408"/>
                  </a:lnTo>
                  <a:lnTo>
                    <a:pt x="1318432" y="1279751"/>
                  </a:lnTo>
                  <a:lnTo>
                    <a:pt x="1406327" y="1266909"/>
                  </a:lnTo>
                  <a:lnTo>
                    <a:pt x="1494223" y="1253862"/>
                  </a:lnTo>
                  <a:lnTo>
                    <a:pt x="1582118" y="1240587"/>
                  </a:lnTo>
                  <a:lnTo>
                    <a:pt x="1670014" y="1227061"/>
                  </a:lnTo>
                  <a:lnTo>
                    <a:pt x="1757909" y="1213260"/>
                  </a:lnTo>
                  <a:lnTo>
                    <a:pt x="1845805" y="1199159"/>
                  </a:lnTo>
                  <a:lnTo>
                    <a:pt x="1933700" y="1184731"/>
                  </a:lnTo>
                  <a:lnTo>
                    <a:pt x="2021596" y="1169953"/>
                  </a:lnTo>
                  <a:lnTo>
                    <a:pt x="2109491" y="1154801"/>
                  </a:lnTo>
                  <a:lnTo>
                    <a:pt x="2197387" y="1139256"/>
                  </a:lnTo>
                  <a:lnTo>
                    <a:pt x="2285282" y="1123302"/>
                  </a:lnTo>
                  <a:lnTo>
                    <a:pt x="2373178" y="1106928"/>
                  </a:lnTo>
                  <a:lnTo>
                    <a:pt x="2461073" y="1090130"/>
                  </a:lnTo>
                  <a:lnTo>
                    <a:pt x="2548969" y="1072910"/>
                  </a:lnTo>
                  <a:lnTo>
                    <a:pt x="2636864" y="1055275"/>
                  </a:lnTo>
                  <a:lnTo>
                    <a:pt x="2724760" y="1037237"/>
                  </a:lnTo>
                  <a:lnTo>
                    <a:pt x="2812655" y="1018815"/>
                  </a:lnTo>
                  <a:lnTo>
                    <a:pt x="2900551" y="1000031"/>
                  </a:lnTo>
                  <a:lnTo>
                    <a:pt x="2988446" y="980907"/>
                  </a:lnTo>
                  <a:lnTo>
                    <a:pt x="3076342" y="961469"/>
                  </a:lnTo>
                  <a:lnTo>
                    <a:pt x="3164237" y="941743"/>
                  </a:lnTo>
                  <a:lnTo>
                    <a:pt x="3252133" y="921753"/>
                  </a:lnTo>
                  <a:lnTo>
                    <a:pt x="3340028" y="901524"/>
                  </a:lnTo>
                  <a:lnTo>
                    <a:pt x="3427924" y="881079"/>
                  </a:lnTo>
                  <a:lnTo>
                    <a:pt x="3515819" y="860438"/>
                  </a:lnTo>
                  <a:lnTo>
                    <a:pt x="3603715" y="839620"/>
                  </a:lnTo>
                  <a:lnTo>
                    <a:pt x="3691610" y="818644"/>
                  </a:lnTo>
                  <a:lnTo>
                    <a:pt x="3779506" y="797524"/>
                  </a:lnTo>
                  <a:lnTo>
                    <a:pt x="3867401" y="776276"/>
                  </a:lnTo>
                  <a:lnTo>
                    <a:pt x="3955297" y="754913"/>
                  </a:lnTo>
                  <a:lnTo>
                    <a:pt x="4043192" y="733444"/>
                  </a:lnTo>
                  <a:lnTo>
                    <a:pt x="4131088" y="711881"/>
                  </a:lnTo>
                  <a:lnTo>
                    <a:pt x="4218983" y="690233"/>
                  </a:lnTo>
                  <a:lnTo>
                    <a:pt x="4306879" y="668507"/>
                  </a:lnTo>
                  <a:lnTo>
                    <a:pt x="4394774" y="646711"/>
                  </a:lnTo>
                  <a:lnTo>
                    <a:pt x="4482670" y="624852"/>
                  </a:lnTo>
                  <a:lnTo>
                    <a:pt x="4570565" y="602934"/>
                  </a:lnTo>
                  <a:lnTo>
                    <a:pt x="4658461" y="580964"/>
                  </a:lnTo>
                  <a:lnTo>
                    <a:pt x="4746356" y="558945"/>
                  </a:lnTo>
                  <a:lnTo>
                    <a:pt x="4834252" y="536882"/>
                  </a:lnTo>
                  <a:lnTo>
                    <a:pt x="4922147" y="514778"/>
                  </a:lnTo>
                  <a:lnTo>
                    <a:pt x="5010043" y="492637"/>
                  </a:lnTo>
                  <a:lnTo>
                    <a:pt x="5097938" y="470462"/>
                  </a:lnTo>
                  <a:lnTo>
                    <a:pt x="5185834" y="448255"/>
                  </a:lnTo>
                  <a:lnTo>
                    <a:pt x="5273729" y="426018"/>
                  </a:lnTo>
                  <a:lnTo>
                    <a:pt x="5361625" y="403755"/>
                  </a:lnTo>
                  <a:lnTo>
                    <a:pt x="5449520" y="381466"/>
                  </a:lnTo>
                  <a:lnTo>
                    <a:pt x="5537416" y="359155"/>
                  </a:lnTo>
                  <a:lnTo>
                    <a:pt x="5625311" y="336821"/>
                  </a:lnTo>
                  <a:lnTo>
                    <a:pt x="5713207" y="314468"/>
                  </a:lnTo>
                  <a:lnTo>
                    <a:pt x="5801102" y="292095"/>
                  </a:lnTo>
                  <a:lnTo>
                    <a:pt x="5888998" y="269706"/>
                  </a:lnTo>
                  <a:lnTo>
                    <a:pt x="5976893" y="247299"/>
                  </a:lnTo>
                  <a:lnTo>
                    <a:pt x="6064789" y="224878"/>
                  </a:lnTo>
                  <a:lnTo>
                    <a:pt x="6152684" y="202442"/>
                  </a:lnTo>
                  <a:lnTo>
                    <a:pt x="6240580" y="179993"/>
                  </a:lnTo>
                  <a:lnTo>
                    <a:pt x="6328475" y="157531"/>
                  </a:lnTo>
                  <a:lnTo>
                    <a:pt x="6416371" y="135057"/>
                  </a:lnTo>
                  <a:lnTo>
                    <a:pt x="6504266" y="112572"/>
                  </a:lnTo>
                  <a:lnTo>
                    <a:pt x="6592162" y="90076"/>
                  </a:lnTo>
                  <a:lnTo>
                    <a:pt x="6680057" y="67571"/>
                  </a:lnTo>
                  <a:lnTo>
                    <a:pt x="6767953" y="45056"/>
                  </a:lnTo>
                  <a:lnTo>
                    <a:pt x="6855848" y="22532"/>
                  </a:lnTo>
                  <a:lnTo>
                    <a:pt x="69437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326279" y="3962713"/>
              <a:ext cx="6943744" cy="1180243"/>
            </a:xfrm>
            <a:custGeom>
              <a:avLst/>
              <a:pathLst>
                <a:path w="6943744" h="1180243">
                  <a:moveTo>
                    <a:pt x="6943744" y="0"/>
                  </a:moveTo>
                  <a:lnTo>
                    <a:pt x="6855848" y="10859"/>
                  </a:lnTo>
                  <a:lnTo>
                    <a:pt x="6767953" y="21728"/>
                  </a:lnTo>
                  <a:lnTo>
                    <a:pt x="6680057" y="32605"/>
                  </a:lnTo>
                  <a:lnTo>
                    <a:pt x="6592162" y="43492"/>
                  </a:lnTo>
                  <a:lnTo>
                    <a:pt x="6504266" y="54388"/>
                  </a:lnTo>
                  <a:lnTo>
                    <a:pt x="6416371" y="65295"/>
                  </a:lnTo>
                  <a:lnTo>
                    <a:pt x="6328475" y="76214"/>
                  </a:lnTo>
                  <a:lnTo>
                    <a:pt x="6240580" y="87144"/>
                  </a:lnTo>
                  <a:lnTo>
                    <a:pt x="6152684" y="98087"/>
                  </a:lnTo>
                  <a:lnTo>
                    <a:pt x="6064789" y="109043"/>
                  </a:lnTo>
                  <a:lnTo>
                    <a:pt x="5976893" y="120014"/>
                  </a:lnTo>
                  <a:lnTo>
                    <a:pt x="5888998" y="131000"/>
                  </a:lnTo>
                  <a:lnTo>
                    <a:pt x="5801102" y="142003"/>
                  </a:lnTo>
                  <a:lnTo>
                    <a:pt x="5713207" y="153023"/>
                  </a:lnTo>
                  <a:lnTo>
                    <a:pt x="5625311" y="164061"/>
                  </a:lnTo>
                  <a:lnTo>
                    <a:pt x="5537416" y="175120"/>
                  </a:lnTo>
                  <a:lnTo>
                    <a:pt x="5449520" y="186201"/>
                  </a:lnTo>
                  <a:lnTo>
                    <a:pt x="5361625" y="197304"/>
                  </a:lnTo>
                  <a:lnTo>
                    <a:pt x="5273729" y="208433"/>
                  </a:lnTo>
                  <a:lnTo>
                    <a:pt x="5185834" y="219589"/>
                  </a:lnTo>
                  <a:lnTo>
                    <a:pt x="5097938" y="230774"/>
                  </a:lnTo>
                  <a:lnTo>
                    <a:pt x="5010043" y="241991"/>
                  </a:lnTo>
                  <a:lnTo>
                    <a:pt x="4922147" y="253242"/>
                  </a:lnTo>
                  <a:lnTo>
                    <a:pt x="4834252" y="264530"/>
                  </a:lnTo>
                  <a:lnTo>
                    <a:pt x="4746356" y="275860"/>
                  </a:lnTo>
                  <a:lnTo>
                    <a:pt x="4658461" y="287233"/>
                  </a:lnTo>
                  <a:lnTo>
                    <a:pt x="4570565" y="298655"/>
                  </a:lnTo>
                  <a:lnTo>
                    <a:pt x="4482670" y="310129"/>
                  </a:lnTo>
                  <a:lnTo>
                    <a:pt x="4394774" y="321662"/>
                  </a:lnTo>
                  <a:lnTo>
                    <a:pt x="4306879" y="333259"/>
                  </a:lnTo>
                  <a:lnTo>
                    <a:pt x="4218983" y="344925"/>
                  </a:lnTo>
                  <a:lnTo>
                    <a:pt x="4131088" y="356669"/>
                  </a:lnTo>
                  <a:lnTo>
                    <a:pt x="4043192" y="368499"/>
                  </a:lnTo>
                  <a:lnTo>
                    <a:pt x="3955297" y="380422"/>
                  </a:lnTo>
                  <a:lnTo>
                    <a:pt x="3867401" y="392451"/>
                  </a:lnTo>
                  <a:lnTo>
                    <a:pt x="3779506" y="404595"/>
                  </a:lnTo>
                  <a:lnTo>
                    <a:pt x="3691610" y="416868"/>
                  </a:lnTo>
                  <a:lnTo>
                    <a:pt x="3603715" y="429284"/>
                  </a:lnTo>
                  <a:lnTo>
                    <a:pt x="3515819" y="441858"/>
                  </a:lnTo>
                  <a:lnTo>
                    <a:pt x="3427924" y="454609"/>
                  </a:lnTo>
                  <a:lnTo>
                    <a:pt x="3340028" y="467556"/>
                  </a:lnTo>
                  <a:lnTo>
                    <a:pt x="3252133" y="480719"/>
                  </a:lnTo>
                  <a:lnTo>
                    <a:pt x="3164237" y="494122"/>
                  </a:lnTo>
                  <a:lnTo>
                    <a:pt x="3076342" y="507788"/>
                  </a:lnTo>
                  <a:lnTo>
                    <a:pt x="2988446" y="521742"/>
                  </a:lnTo>
                  <a:lnTo>
                    <a:pt x="2900551" y="536011"/>
                  </a:lnTo>
                  <a:lnTo>
                    <a:pt x="2812655" y="550618"/>
                  </a:lnTo>
                  <a:lnTo>
                    <a:pt x="2724760" y="565589"/>
                  </a:lnTo>
                  <a:lnTo>
                    <a:pt x="2636864" y="580944"/>
                  </a:lnTo>
                  <a:lnTo>
                    <a:pt x="2548969" y="596700"/>
                  </a:lnTo>
                  <a:lnTo>
                    <a:pt x="2461073" y="612872"/>
                  </a:lnTo>
                  <a:lnTo>
                    <a:pt x="2373178" y="629467"/>
                  </a:lnTo>
                  <a:lnTo>
                    <a:pt x="2285282" y="646485"/>
                  </a:lnTo>
                  <a:lnTo>
                    <a:pt x="2197387" y="663924"/>
                  </a:lnTo>
                  <a:lnTo>
                    <a:pt x="2109491" y="681771"/>
                  </a:lnTo>
                  <a:lnTo>
                    <a:pt x="2021596" y="700011"/>
                  </a:lnTo>
                  <a:lnTo>
                    <a:pt x="1933700" y="718625"/>
                  </a:lnTo>
                  <a:lnTo>
                    <a:pt x="1845805" y="737590"/>
                  </a:lnTo>
                  <a:lnTo>
                    <a:pt x="1757909" y="756880"/>
                  </a:lnTo>
                  <a:lnTo>
                    <a:pt x="1670014" y="776471"/>
                  </a:lnTo>
                  <a:lnTo>
                    <a:pt x="1582118" y="796338"/>
                  </a:lnTo>
                  <a:lnTo>
                    <a:pt x="1494223" y="816455"/>
                  </a:lnTo>
                  <a:lnTo>
                    <a:pt x="1406327" y="836800"/>
                  </a:lnTo>
                  <a:lnTo>
                    <a:pt x="1318432" y="857350"/>
                  </a:lnTo>
                  <a:lnTo>
                    <a:pt x="1230536" y="878086"/>
                  </a:lnTo>
                  <a:lnTo>
                    <a:pt x="1142641" y="898988"/>
                  </a:lnTo>
                  <a:lnTo>
                    <a:pt x="1054745" y="920041"/>
                  </a:lnTo>
                  <a:lnTo>
                    <a:pt x="966850" y="941229"/>
                  </a:lnTo>
                  <a:lnTo>
                    <a:pt x="878954" y="962539"/>
                  </a:lnTo>
                  <a:lnTo>
                    <a:pt x="791059" y="983959"/>
                  </a:lnTo>
                  <a:lnTo>
                    <a:pt x="703163" y="1005478"/>
                  </a:lnTo>
                  <a:lnTo>
                    <a:pt x="615268" y="1027086"/>
                  </a:lnTo>
                  <a:lnTo>
                    <a:pt x="527372" y="1048776"/>
                  </a:lnTo>
                  <a:lnTo>
                    <a:pt x="439477" y="1070539"/>
                  </a:lnTo>
                  <a:lnTo>
                    <a:pt x="351581" y="1092369"/>
                  </a:lnTo>
                  <a:lnTo>
                    <a:pt x="263686" y="1114259"/>
                  </a:lnTo>
                  <a:lnTo>
                    <a:pt x="175790" y="1136205"/>
                  </a:lnTo>
                  <a:lnTo>
                    <a:pt x="87895" y="1158201"/>
                  </a:lnTo>
                  <a:lnTo>
                    <a:pt x="0" y="11802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326279" y="3637599"/>
              <a:ext cx="6943744" cy="1318993"/>
            </a:xfrm>
            <a:custGeom>
              <a:avLst/>
              <a:pathLst>
                <a:path w="6943744" h="1318993">
                  <a:moveTo>
                    <a:pt x="0" y="1318993"/>
                  </a:moveTo>
                  <a:lnTo>
                    <a:pt x="87895" y="1302296"/>
                  </a:lnTo>
                  <a:lnTo>
                    <a:pt x="175790" y="1285600"/>
                  </a:lnTo>
                  <a:lnTo>
                    <a:pt x="263686" y="1268904"/>
                  </a:lnTo>
                  <a:lnTo>
                    <a:pt x="351581" y="1252208"/>
                  </a:lnTo>
                  <a:lnTo>
                    <a:pt x="439477" y="1235512"/>
                  </a:lnTo>
                  <a:lnTo>
                    <a:pt x="527372" y="1218816"/>
                  </a:lnTo>
                  <a:lnTo>
                    <a:pt x="615268" y="1202120"/>
                  </a:lnTo>
                  <a:lnTo>
                    <a:pt x="703163" y="1185424"/>
                  </a:lnTo>
                  <a:lnTo>
                    <a:pt x="791059" y="1168727"/>
                  </a:lnTo>
                  <a:lnTo>
                    <a:pt x="878954" y="1152031"/>
                  </a:lnTo>
                  <a:lnTo>
                    <a:pt x="966850" y="1135335"/>
                  </a:lnTo>
                  <a:lnTo>
                    <a:pt x="1054745" y="1118639"/>
                  </a:lnTo>
                  <a:lnTo>
                    <a:pt x="1142641" y="1101943"/>
                  </a:lnTo>
                  <a:lnTo>
                    <a:pt x="1230536" y="1085247"/>
                  </a:lnTo>
                  <a:lnTo>
                    <a:pt x="1318432" y="1068551"/>
                  </a:lnTo>
                  <a:lnTo>
                    <a:pt x="1406327" y="1051855"/>
                  </a:lnTo>
                  <a:lnTo>
                    <a:pt x="1494223" y="1035159"/>
                  </a:lnTo>
                  <a:lnTo>
                    <a:pt x="1582118" y="1018462"/>
                  </a:lnTo>
                  <a:lnTo>
                    <a:pt x="1670014" y="1001766"/>
                  </a:lnTo>
                  <a:lnTo>
                    <a:pt x="1757909" y="985070"/>
                  </a:lnTo>
                  <a:lnTo>
                    <a:pt x="1845805" y="968374"/>
                  </a:lnTo>
                  <a:lnTo>
                    <a:pt x="1933700" y="951678"/>
                  </a:lnTo>
                  <a:lnTo>
                    <a:pt x="2021596" y="934982"/>
                  </a:lnTo>
                  <a:lnTo>
                    <a:pt x="2109491" y="918286"/>
                  </a:lnTo>
                  <a:lnTo>
                    <a:pt x="2197387" y="901590"/>
                  </a:lnTo>
                  <a:lnTo>
                    <a:pt x="2285282" y="884894"/>
                  </a:lnTo>
                  <a:lnTo>
                    <a:pt x="2373178" y="868197"/>
                  </a:lnTo>
                  <a:lnTo>
                    <a:pt x="2461073" y="851501"/>
                  </a:lnTo>
                  <a:lnTo>
                    <a:pt x="2548969" y="834805"/>
                  </a:lnTo>
                  <a:lnTo>
                    <a:pt x="2636864" y="818109"/>
                  </a:lnTo>
                  <a:lnTo>
                    <a:pt x="2724760" y="801413"/>
                  </a:lnTo>
                  <a:lnTo>
                    <a:pt x="2812655" y="784717"/>
                  </a:lnTo>
                  <a:lnTo>
                    <a:pt x="2900551" y="768021"/>
                  </a:lnTo>
                  <a:lnTo>
                    <a:pt x="2988446" y="751325"/>
                  </a:lnTo>
                  <a:lnTo>
                    <a:pt x="3076342" y="734629"/>
                  </a:lnTo>
                  <a:lnTo>
                    <a:pt x="3164237" y="717932"/>
                  </a:lnTo>
                  <a:lnTo>
                    <a:pt x="3252133" y="701236"/>
                  </a:lnTo>
                  <a:lnTo>
                    <a:pt x="3340028" y="684540"/>
                  </a:lnTo>
                  <a:lnTo>
                    <a:pt x="3427924" y="667844"/>
                  </a:lnTo>
                  <a:lnTo>
                    <a:pt x="3515819" y="651148"/>
                  </a:lnTo>
                  <a:lnTo>
                    <a:pt x="3603715" y="634452"/>
                  </a:lnTo>
                  <a:lnTo>
                    <a:pt x="3691610" y="617756"/>
                  </a:lnTo>
                  <a:lnTo>
                    <a:pt x="3779506" y="601060"/>
                  </a:lnTo>
                  <a:lnTo>
                    <a:pt x="3867401" y="584363"/>
                  </a:lnTo>
                  <a:lnTo>
                    <a:pt x="3955297" y="567667"/>
                  </a:lnTo>
                  <a:lnTo>
                    <a:pt x="4043192" y="550971"/>
                  </a:lnTo>
                  <a:lnTo>
                    <a:pt x="4131088" y="534275"/>
                  </a:lnTo>
                  <a:lnTo>
                    <a:pt x="4218983" y="517579"/>
                  </a:lnTo>
                  <a:lnTo>
                    <a:pt x="4306879" y="500883"/>
                  </a:lnTo>
                  <a:lnTo>
                    <a:pt x="4394774" y="484187"/>
                  </a:lnTo>
                  <a:lnTo>
                    <a:pt x="4482670" y="467491"/>
                  </a:lnTo>
                  <a:lnTo>
                    <a:pt x="4570565" y="450795"/>
                  </a:lnTo>
                  <a:lnTo>
                    <a:pt x="4658461" y="434098"/>
                  </a:lnTo>
                  <a:lnTo>
                    <a:pt x="4746356" y="417402"/>
                  </a:lnTo>
                  <a:lnTo>
                    <a:pt x="4834252" y="400706"/>
                  </a:lnTo>
                  <a:lnTo>
                    <a:pt x="4922147" y="384010"/>
                  </a:lnTo>
                  <a:lnTo>
                    <a:pt x="5010043" y="367314"/>
                  </a:lnTo>
                  <a:lnTo>
                    <a:pt x="5097938" y="350618"/>
                  </a:lnTo>
                  <a:lnTo>
                    <a:pt x="5185834" y="333922"/>
                  </a:lnTo>
                  <a:lnTo>
                    <a:pt x="5273729" y="317226"/>
                  </a:lnTo>
                  <a:lnTo>
                    <a:pt x="5361625" y="300530"/>
                  </a:lnTo>
                  <a:lnTo>
                    <a:pt x="5449520" y="283833"/>
                  </a:lnTo>
                  <a:lnTo>
                    <a:pt x="5537416" y="267137"/>
                  </a:lnTo>
                  <a:lnTo>
                    <a:pt x="5625311" y="250441"/>
                  </a:lnTo>
                  <a:lnTo>
                    <a:pt x="5713207" y="233745"/>
                  </a:lnTo>
                  <a:lnTo>
                    <a:pt x="5801102" y="217049"/>
                  </a:lnTo>
                  <a:lnTo>
                    <a:pt x="5888998" y="200353"/>
                  </a:lnTo>
                  <a:lnTo>
                    <a:pt x="5976893" y="183657"/>
                  </a:lnTo>
                  <a:lnTo>
                    <a:pt x="6064789" y="166961"/>
                  </a:lnTo>
                  <a:lnTo>
                    <a:pt x="6152684" y="150265"/>
                  </a:lnTo>
                  <a:lnTo>
                    <a:pt x="6240580" y="133568"/>
                  </a:lnTo>
                  <a:lnTo>
                    <a:pt x="6328475" y="116872"/>
                  </a:lnTo>
                  <a:lnTo>
                    <a:pt x="6416371" y="100176"/>
                  </a:lnTo>
                  <a:lnTo>
                    <a:pt x="6504266" y="83480"/>
                  </a:lnTo>
                  <a:lnTo>
                    <a:pt x="6592162" y="66784"/>
                  </a:lnTo>
                  <a:lnTo>
                    <a:pt x="6680057" y="50088"/>
                  </a:lnTo>
                  <a:lnTo>
                    <a:pt x="6767953" y="33392"/>
                  </a:lnTo>
                  <a:lnTo>
                    <a:pt x="6855848" y="16696"/>
                  </a:lnTo>
                  <a:lnTo>
                    <a:pt x="6943744" y="0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692708" y="5104106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854283" y="44306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729924" y="37571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729924" y="308361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29924" y="241011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9641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907458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5881822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85618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3812382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179" name="tx179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79092" y="1669789"/>
              <a:ext cx="49702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Cockcroft-Gault eGFR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2026-10-16T11:39:14Z</dcterms:modified>
  <cp:category/>
</cp:coreProperties>
</file>