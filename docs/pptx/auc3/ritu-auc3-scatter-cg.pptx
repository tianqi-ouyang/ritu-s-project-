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391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01354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8790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622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0263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00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509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49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895251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928739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4904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6280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971348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825199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36515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10313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49165" y="4491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47617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46062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93405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09517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68926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08994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493172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979258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024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5353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49771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13918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5174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76086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08714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82466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73509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94015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4396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625771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10354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975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472391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72402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394543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767870" y="395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849184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4146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052642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22648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952033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301453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55274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730663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976536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79396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19167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520232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90401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461779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18742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87875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519258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83131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58044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18347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212797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150306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63242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863438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24950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75917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33480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2913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403458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593819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340203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28171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60092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82362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211687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93170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6032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527478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76327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868083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158976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586458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797684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557490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325280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41566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623493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174146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013824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118506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552509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240252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44320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67594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75287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77592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91350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99268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569534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476763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31471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554821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75897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7316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19583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24344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09320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122794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209753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3180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416857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02722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591968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616023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4931984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994553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5010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532390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88731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498660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005923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450423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158328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35776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97482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972040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708023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49127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63353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253350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280909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02983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91893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51300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90333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343281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268595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475229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420777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576795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497693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464655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365613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947306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10772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634313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36441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1326279" y="3320091"/>
              <a:ext cx="6943744" cy="1810732"/>
            </a:xfrm>
            <a:custGeom>
              <a:avLst/>
              <a:pathLst>
                <a:path w="6943744" h="1810732">
                  <a:moveTo>
                    <a:pt x="0" y="1438609"/>
                  </a:moveTo>
                  <a:lnTo>
                    <a:pt x="87895" y="1427516"/>
                  </a:lnTo>
                  <a:lnTo>
                    <a:pt x="175790" y="1416378"/>
                  </a:lnTo>
                  <a:lnTo>
                    <a:pt x="263686" y="1405188"/>
                  </a:lnTo>
                  <a:lnTo>
                    <a:pt x="351581" y="1393943"/>
                  </a:lnTo>
                  <a:lnTo>
                    <a:pt x="439477" y="1382637"/>
                  </a:lnTo>
                  <a:lnTo>
                    <a:pt x="527372" y="1371264"/>
                  </a:lnTo>
                  <a:lnTo>
                    <a:pt x="615268" y="1359817"/>
                  </a:lnTo>
                  <a:lnTo>
                    <a:pt x="703163" y="1348288"/>
                  </a:lnTo>
                  <a:lnTo>
                    <a:pt x="791059" y="1336670"/>
                  </a:lnTo>
                  <a:lnTo>
                    <a:pt x="878954" y="1324951"/>
                  </a:lnTo>
                  <a:lnTo>
                    <a:pt x="966850" y="1313121"/>
                  </a:lnTo>
                  <a:lnTo>
                    <a:pt x="1054745" y="1301169"/>
                  </a:lnTo>
                  <a:lnTo>
                    <a:pt x="1142641" y="1289081"/>
                  </a:lnTo>
                  <a:lnTo>
                    <a:pt x="1230536" y="1276841"/>
                  </a:lnTo>
                  <a:lnTo>
                    <a:pt x="1318432" y="1264432"/>
                  </a:lnTo>
                  <a:lnTo>
                    <a:pt x="1406327" y="1251837"/>
                  </a:lnTo>
                  <a:lnTo>
                    <a:pt x="1494223" y="1239035"/>
                  </a:lnTo>
                  <a:lnTo>
                    <a:pt x="1582118" y="1226003"/>
                  </a:lnTo>
                  <a:lnTo>
                    <a:pt x="1670014" y="1212719"/>
                  </a:lnTo>
                  <a:lnTo>
                    <a:pt x="1757909" y="1199157"/>
                  </a:lnTo>
                  <a:lnTo>
                    <a:pt x="1845805" y="1185293"/>
                  </a:lnTo>
                  <a:lnTo>
                    <a:pt x="1933700" y="1171099"/>
                  </a:lnTo>
                  <a:lnTo>
                    <a:pt x="2021596" y="1156553"/>
                  </a:lnTo>
                  <a:lnTo>
                    <a:pt x="2109491" y="1141631"/>
                  </a:lnTo>
                  <a:lnTo>
                    <a:pt x="2197387" y="1126313"/>
                  </a:lnTo>
                  <a:lnTo>
                    <a:pt x="2285282" y="1110585"/>
                  </a:lnTo>
                  <a:lnTo>
                    <a:pt x="2373178" y="1094435"/>
                  </a:lnTo>
                  <a:lnTo>
                    <a:pt x="2461073" y="1077860"/>
                  </a:lnTo>
                  <a:lnTo>
                    <a:pt x="2548969" y="1060862"/>
                  </a:lnTo>
                  <a:lnTo>
                    <a:pt x="2636864" y="1043448"/>
                  </a:lnTo>
                  <a:lnTo>
                    <a:pt x="2724760" y="1025633"/>
                  </a:lnTo>
                  <a:lnTo>
                    <a:pt x="2812655" y="1007434"/>
                  </a:lnTo>
                  <a:lnTo>
                    <a:pt x="2900551" y="988873"/>
                  </a:lnTo>
                  <a:lnTo>
                    <a:pt x="2988446" y="969975"/>
                  </a:lnTo>
                  <a:lnTo>
                    <a:pt x="3076342" y="950763"/>
                  </a:lnTo>
                  <a:lnTo>
                    <a:pt x="3164237" y="931265"/>
                  </a:lnTo>
                  <a:lnTo>
                    <a:pt x="3252133" y="911505"/>
                  </a:lnTo>
                  <a:lnTo>
                    <a:pt x="3340028" y="891507"/>
                  </a:lnTo>
                  <a:lnTo>
                    <a:pt x="3427924" y="871294"/>
                  </a:lnTo>
                  <a:lnTo>
                    <a:pt x="3515819" y="850887"/>
                  </a:lnTo>
                  <a:lnTo>
                    <a:pt x="3603715" y="830304"/>
                  </a:lnTo>
                  <a:lnTo>
                    <a:pt x="3691610" y="809564"/>
                  </a:lnTo>
                  <a:lnTo>
                    <a:pt x="3779506" y="788683"/>
                  </a:lnTo>
                  <a:lnTo>
                    <a:pt x="3867401" y="767673"/>
                  </a:lnTo>
                  <a:lnTo>
                    <a:pt x="3955297" y="746549"/>
                  </a:lnTo>
                  <a:lnTo>
                    <a:pt x="4043192" y="725321"/>
                  </a:lnTo>
                  <a:lnTo>
                    <a:pt x="4131088" y="703999"/>
                  </a:lnTo>
                  <a:lnTo>
                    <a:pt x="4218983" y="682592"/>
                  </a:lnTo>
                  <a:lnTo>
                    <a:pt x="4306879" y="661109"/>
                  </a:lnTo>
                  <a:lnTo>
                    <a:pt x="4394774" y="639556"/>
                  </a:lnTo>
                  <a:lnTo>
                    <a:pt x="4482670" y="617940"/>
                  </a:lnTo>
                  <a:lnTo>
                    <a:pt x="4570565" y="596267"/>
                  </a:lnTo>
                  <a:lnTo>
                    <a:pt x="4658461" y="574540"/>
                  </a:lnTo>
                  <a:lnTo>
                    <a:pt x="4746356" y="552766"/>
                  </a:lnTo>
                  <a:lnTo>
                    <a:pt x="4834252" y="530948"/>
                  </a:lnTo>
                  <a:lnTo>
                    <a:pt x="4922147" y="509090"/>
                  </a:lnTo>
                  <a:lnTo>
                    <a:pt x="5010043" y="487194"/>
                  </a:lnTo>
                  <a:lnTo>
                    <a:pt x="5097938" y="465265"/>
                  </a:lnTo>
                  <a:lnTo>
                    <a:pt x="5185834" y="443304"/>
                  </a:lnTo>
                  <a:lnTo>
                    <a:pt x="5273729" y="421314"/>
                  </a:lnTo>
                  <a:lnTo>
                    <a:pt x="5361625" y="399297"/>
                  </a:lnTo>
                  <a:lnTo>
                    <a:pt x="5449520" y="377255"/>
                  </a:lnTo>
                  <a:lnTo>
                    <a:pt x="5537416" y="355190"/>
                  </a:lnTo>
                  <a:lnTo>
                    <a:pt x="5625311" y="333104"/>
                  </a:lnTo>
                  <a:lnTo>
                    <a:pt x="5713207" y="310997"/>
                  </a:lnTo>
                  <a:lnTo>
                    <a:pt x="5801102" y="288872"/>
                  </a:lnTo>
                  <a:lnTo>
                    <a:pt x="5888998" y="266730"/>
                  </a:lnTo>
                  <a:lnTo>
                    <a:pt x="5976893" y="244571"/>
                  </a:lnTo>
                  <a:lnTo>
                    <a:pt x="6064789" y="222397"/>
                  </a:lnTo>
                  <a:lnTo>
                    <a:pt x="6152684" y="200209"/>
                  </a:lnTo>
                  <a:lnTo>
                    <a:pt x="6240580" y="178008"/>
                  </a:lnTo>
                  <a:lnTo>
                    <a:pt x="6328475" y="155794"/>
                  </a:lnTo>
                  <a:lnTo>
                    <a:pt x="6416371" y="133568"/>
                  </a:lnTo>
                  <a:lnTo>
                    <a:pt x="6504266" y="111331"/>
                  </a:lnTo>
                  <a:lnTo>
                    <a:pt x="6592162" y="89083"/>
                  </a:lnTo>
                  <a:lnTo>
                    <a:pt x="6680057" y="66826"/>
                  </a:lnTo>
                  <a:lnTo>
                    <a:pt x="6767953" y="44559"/>
                  </a:lnTo>
                  <a:lnTo>
                    <a:pt x="6855848" y="22283"/>
                  </a:lnTo>
                  <a:lnTo>
                    <a:pt x="6943744" y="0"/>
                  </a:lnTo>
                  <a:lnTo>
                    <a:pt x="6943744" y="651569"/>
                  </a:lnTo>
                  <a:lnTo>
                    <a:pt x="6855848" y="662169"/>
                  </a:lnTo>
                  <a:lnTo>
                    <a:pt x="6767953" y="672776"/>
                  </a:lnTo>
                  <a:lnTo>
                    <a:pt x="6680057" y="683393"/>
                  </a:lnTo>
                  <a:lnTo>
                    <a:pt x="6592162" y="694018"/>
                  </a:lnTo>
                  <a:lnTo>
                    <a:pt x="6504266" y="704654"/>
                  </a:lnTo>
                  <a:lnTo>
                    <a:pt x="6416371" y="715300"/>
                  </a:lnTo>
                  <a:lnTo>
                    <a:pt x="6328475" y="725957"/>
                  </a:lnTo>
                  <a:lnTo>
                    <a:pt x="6240580" y="736627"/>
                  </a:lnTo>
                  <a:lnTo>
                    <a:pt x="6152684" y="747308"/>
                  </a:lnTo>
                  <a:lnTo>
                    <a:pt x="6064789" y="758003"/>
                  </a:lnTo>
                  <a:lnTo>
                    <a:pt x="5976893" y="768713"/>
                  </a:lnTo>
                  <a:lnTo>
                    <a:pt x="5888998" y="779437"/>
                  </a:lnTo>
                  <a:lnTo>
                    <a:pt x="5801102" y="790178"/>
                  </a:lnTo>
                  <a:lnTo>
                    <a:pt x="5713207" y="800936"/>
                  </a:lnTo>
                  <a:lnTo>
                    <a:pt x="5625311" y="811713"/>
                  </a:lnTo>
                  <a:lnTo>
                    <a:pt x="5537416" y="822510"/>
                  </a:lnTo>
                  <a:lnTo>
                    <a:pt x="5449520" y="833328"/>
                  </a:lnTo>
                  <a:lnTo>
                    <a:pt x="5361625" y="844169"/>
                  </a:lnTo>
                  <a:lnTo>
                    <a:pt x="5273729" y="855036"/>
                  </a:lnTo>
                  <a:lnTo>
                    <a:pt x="5185834" y="865929"/>
                  </a:lnTo>
                  <a:lnTo>
                    <a:pt x="5097938" y="876851"/>
                  </a:lnTo>
                  <a:lnTo>
                    <a:pt x="5010043" y="887805"/>
                  </a:lnTo>
                  <a:lnTo>
                    <a:pt x="4922147" y="898792"/>
                  </a:lnTo>
                  <a:lnTo>
                    <a:pt x="4834252" y="909817"/>
                  </a:lnTo>
                  <a:lnTo>
                    <a:pt x="4746356" y="920882"/>
                  </a:lnTo>
                  <a:lnTo>
                    <a:pt x="4658461" y="931991"/>
                  </a:lnTo>
                  <a:lnTo>
                    <a:pt x="4570565" y="943148"/>
                  </a:lnTo>
                  <a:lnTo>
                    <a:pt x="4482670" y="954358"/>
                  </a:lnTo>
                  <a:lnTo>
                    <a:pt x="4394774" y="965625"/>
                  </a:lnTo>
                  <a:lnTo>
                    <a:pt x="4306879" y="976955"/>
                  </a:lnTo>
                  <a:lnTo>
                    <a:pt x="4218983" y="988355"/>
                  </a:lnTo>
                  <a:lnTo>
                    <a:pt x="4131088" y="999832"/>
                  </a:lnTo>
                  <a:lnTo>
                    <a:pt x="4043192" y="1011393"/>
                  </a:lnTo>
                  <a:lnTo>
                    <a:pt x="3955297" y="1023048"/>
                  </a:lnTo>
                  <a:lnTo>
                    <a:pt x="3867401" y="1034807"/>
                  </a:lnTo>
                  <a:lnTo>
                    <a:pt x="3779506" y="1046681"/>
                  </a:lnTo>
                  <a:lnTo>
                    <a:pt x="3691610" y="1058682"/>
                  </a:lnTo>
                  <a:lnTo>
                    <a:pt x="3603715" y="1070825"/>
                  </a:lnTo>
                  <a:lnTo>
                    <a:pt x="3515819" y="1083126"/>
                  </a:lnTo>
                  <a:lnTo>
                    <a:pt x="3427924" y="1095602"/>
                  </a:lnTo>
                  <a:lnTo>
                    <a:pt x="3340028" y="1108272"/>
                  </a:lnTo>
                  <a:lnTo>
                    <a:pt x="3252133" y="1121157"/>
                  </a:lnTo>
                  <a:lnTo>
                    <a:pt x="3164237" y="1134281"/>
                  </a:lnTo>
                  <a:lnTo>
                    <a:pt x="3076342" y="1147666"/>
                  </a:lnTo>
                  <a:lnTo>
                    <a:pt x="2988446" y="1161337"/>
                  </a:lnTo>
                  <a:lnTo>
                    <a:pt x="2900551" y="1175322"/>
                  </a:lnTo>
                  <a:lnTo>
                    <a:pt x="2812655" y="1189644"/>
                  </a:lnTo>
                  <a:lnTo>
                    <a:pt x="2724760" y="1204329"/>
                  </a:lnTo>
                  <a:lnTo>
                    <a:pt x="2636864" y="1219397"/>
                  </a:lnTo>
                  <a:lnTo>
                    <a:pt x="2548969" y="1234866"/>
                  </a:lnTo>
                  <a:lnTo>
                    <a:pt x="2461073" y="1250751"/>
                  </a:lnTo>
                  <a:lnTo>
                    <a:pt x="2373178" y="1267059"/>
                  </a:lnTo>
                  <a:lnTo>
                    <a:pt x="2285282" y="1283793"/>
                  </a:lnTo>
                  <a:lnTo>
                    <a:pt x="2197387" y="1300948"/>
                  </a:lnTo>
                  <a:lnTo>
                    <a:pt x="2109491" y="1318513"/>
                  </a:lnTo>
                  <a:lnTo>
                    <a:pt x="2021596" y="1336474"/>
                  </a:lnTo>
                  <a:lnTo>
                    <a:pt x="1933700" y="1354811"/>
                  </a:lnTo>
                  <a:lnTo>
                    <a:pt x="1845805" y="1373501"/>
                  </a:lnTo>
                  <a:lnTo>
                    <a:pt x="1757909" y="1392519"/>
                  </a:lnTo>
                  <a:lnTo>
                    <a:pt x="1670014" y="1411841"/>
                  </a:lnTo>
                  <a:lnTo>
                    <a:pt x="1582118" y="1431440"/>
                  </a:lnTo>
                  <a:lnTo>
                    <a:pt x="1494223" y="1451291"/>
                  </a:lnTo>
                  <a:lnTo>
                    <a:pt x="1406327" y="1471372"/>
                  </a:lnTo>
                  <a:lnTo>
                    <a:pt x="1318432" y="1491660"/>
                  </a:lnTo>
                  <a:lnTo>
                    <a:pt x="1230536" y="1512135"/>
                  </a:lnTo>
                  <a:lnTo>
                    <a:pt x="1142641" y="1532778"/>
                  </a:lnTo>
                  <a:lnTo>
                    <a:pt x="1054745" y="1553573"/>
                  </a:lnTo>
                  <a:lnTo>
                    <a:pt x="966850" y="1574504"/>
                  </a:lnTo>
                  <a:lnTo>
                    <a:pt x="878954" y="1595558"/>
                  </a:lnTo>
                  <a:lnTo>
                    <a:pt x="791059" y="1616722"/>
                  </a:lnTo>
                  <a:lnTo>
                    <a:pt x="703163" y="1637986"/>
                  </a:lnTo>
                  <a:lnTo>
                    <a:pt x="615268" y="1659341"/>
                  </a:lnTo>
                  <a:lnTo>
                    <a:pt x="527372" y="1680777"/>
                  </a:lnTo>
                  <a:lnTo>
                    <a:pt x="439477" y="1702287"/>
                  </a:lnTo>
                  <a:lnTo>
                    <a:pt x="351581" y="1723864"/>
                  </a:lnTo>
                  <a:lnTo>
                    <a:pt x="263686" y="1745502"/>
                  </a:lnTo>
                  <a:lnTo>
                    <a:pt x="175790" y="1767196"/>
                  </a:lnTo>
                  <a:lnTo>
                    <a:pt x="87895" y="1788941"/>
                  </a:lnTo>
                  <a:lnTo>
                    <a:pt x="0" y="181073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3320091"/>
              <a:ext cx="6943744" cy="1438609"/>
            </a:xfrm>
            <a:custGeom>
              <a:avLst/>
              <a:pathLst>
                <a:path w="6943744" h="1438609">
                  <a:moveTo>
                    <a:pt x="0" y="1438609"/>
                  </a:moveTo>
                  <a:lnTo>
                    <a:pt x="87895" y="1427516"/>
                  </a:lnTo>
                  <a:lnTo>
                    <a:pt x="175790" y="1416378"/>
                  </a:lnTo>
                  <a:lnTo>
                    <a:pt x="263686" y="1405188"/>
                  </a:lnTo>
                  <a:lnTo>
                    <a:pt x="351581" y="1393943"/>
                  </a:lnTo>
                  <a:lnTo>
                    <a:pt x="439477" y="1382637"/>
                  </a:lnTo>
                  <a:lnTo>
                    <a:pt x="527372" y="1371264"/>
                  </a:lnTo>
                  <a:lnTo>
                    <a:pt x="615268" y="1359817"/>
                  </a:lnTo>
                  <a:lnTo>
                    <a:pt x="703163" y="1348288"/>
                  </a:lnTo>
                  <a:lnTo>
                    <a:pt x="791059" y="1336670"/>
                  </a:lnTo>
                  <a:lnTo>
                    <a:pt x="878954" y="1324951"/>
                  </a:lnTo>
                  <a:lnTo>
                    <a:pt x="966850" y="1313121"/>
                  </a:lnTo>
                  <a:lnTo>
                    <a:pt x="1054745" y="1301169"/>
                  </a:lnTo>
                  <a:lnTo>
                    <a:pt x="1142641" y="1289081"/>
                  </a:lnTo>
                  <a:lnTo>
                    <a:pt x="1230536" y="1276841"/>
                  </a:lnTo>
                  <a:lnTo>
                    <a:pt x="1318432" y="1264432"/>
                  </a:lnTo>
                  <a:lnTo>
                    <a:pt x="1406327" y="1251837"/>
                  </a:lnTo>
                  <a:lnTo>
                    <a:pt x="1494223" y="1239035"/>
                  </a:lnTo>
                  <a:lnTo>
                    <a:pt x="1582118" y="1226003"/>
                  </a:lnTo>
                  <a:lnTo>
                    <a:pt x="1670014" y="1212719"/>
                  </a:lnTo>
                  <a:lnTo>
                    <a:pt x="1757909" y="1199157"/>
                  </a:lnTo>
                  <a:lnTo>
                    <a:pt x="1845805" y="1185293"/>
                  </a:lnTo>
                  <a:lnTo>
                    <a:pt x="1933700" y="1171099"/>
                  </a:lnTo>
                  <a:lnTo>
                    <a:pt x="2021596" y="1156553"/>
                  </a:lnTo>
                  <a:lnTo>
                    <a:pt x="2109491" y="1141631"/>
                  </a:lnTo>
                  <a:lnTo>
                    <a:pt x="2197387" y="1126313"/>
                  </a:lnTo>
                  <a:lnTo>
                    <a:pt x="2285282" y="1110585"/>
                  </a:lnTo>
                  <a:lnTo>
                    <a:pt x="2373178" y="1094435"/>
                  </a:lnTo>
                  <a:lnTo>
                    <a:pt x="2461073" y="1077860"/>
                  </a:lnTo>
                  <a:lnTo>
                    <a:pt x="2548969" y="1060862"/>
                  </a:lnTo>
                  <a:lnTo>
                    <a:pt x="2636864" y="1043448"/>
                  </a:lnTo>
                  <a:lnTo>
                    <a:pt x="2724760" y="1025633"/>
                  </a:lnTo>
                  <a:lnTo>
                    <a:pt x="2812655" y="1007434"/>
                  </a:lnTo>
                  <a:lnTo>
                    <a:pt x="2900551" y="988873"/>
                  </a:lnTo>
                  <a:lnTo>
                    <a:pt x="2988446" y="969975"/>
                  </a:lnTo>
                  <a:lnTo>
                    <a:pt x="3076342" y="950763"/>
                  </a:lnTo>
                  <a:lnTo>
                    <a:pt x="3164237" y="931265"/>
                  </a:lnTo>
                  <a:lnTo>
                    <a:pt x="3252133" y="911505"/>
                  </a:lnTo>
                  <a:lnTo>
                    <a:pt x="3340028" y="891507"/>
                  </a:lnTo>
                  <a:lnTo>
                    <a:pt x="3427924" y="871294"/>
                  </a:lnTo>
                  <a:lnTo>
                    <a:pt x="3515819" y="850887"/>
                  </a:lnTo>
                  <a:lnTo>
                    <a:pt x="3603715" y="830304"/>
                  </a:lnTo>
                  <a:lnTo>
                    <a:pt x="3691610" y="809564"/>
                  </a:lnTo>
                  <a:lnTo>
                    <a:pt x="3779506" y="788683"/>
                  </a:lnTo>
                  <a:lnTo>
                    <a:pt x="3867401" y="767673"/>
                  </a:lnTo>
                  <a:lnTo>
                    <a:pt x="3955297" y="746549"/>
                  </a:lnTo>
                  <a:lnTo>
                    <a:pt x="4043192" y="725321"/>
                  </a:lnTo>
                  <a:lnTo>
                    <a:pt x="4131088" y="703999"/>
                  </a:lnTo>
                  <a:lnTo>
                    <a:pt x="4218983" y="682592"/>
                  </a:lnTo>
                  <a:lnTo>
                    <a:pt x="4306879" y="661109"/>
                  </a:lnTo>
                  <a:lnTo>
                    <a:pt x="4394774" y="639556"/>
                  </a:lnTo>
                  <a:lnTo>
                    <a:pt x="4482670" y="617940"/>
                  </a:lnTo>
                  <a:lnTo>
                    <a:pt x="4570565" y="596267"/>
                  </a:lnTo>
                  <a:lnTo>
                    <a:pt x="4658461" y="574540"/>
                  </a:lnTo>
                  <a:lnTo>
                    <a:pt x="4746356" y="552766"/>
                  </a:lnTo>
                  <a:lnTo>
                    <a:pt x="4834252" y="530948"/>
                  </a:lnTo>
                  <a:lnTo>
                    <a:pt x="4922147" y="509090"/>
                  </a:lnTo>
                  <a:lnTo>
                    <a:pt x="5010043" y="487194"/>
                  </a:lnTo>
                  <a:lnTo>
                    <a:pt x="5097938" y="465265"/>
                  </a:lnTo>
                  <a:lnTo>
                    <a:pt x="5185834" y="443304"/>
                  </a:lnTo>
                  <a:lnTo>
                    <a:pt x="5273729" y="421314"/>
                  </a:lnTo>
                  <a:lnTo>
                    <a:pt x="5361625" y="399297"/>
                  </a:lnTo>
                  <a:lnTo>
                    <a:pt x="5449520" y="377255"/>
                  </a:lnTo>
                  <a:lnTo>
                    <a:pt x="5537416" y="355190"/>
                  </a:lnTo>
                  <a:lnTo>
                    <a:pt x="5625311" y="333104"/>
                  </a:lnTo>
                  <a:lnTo>
                    <a:pt x="5713207" y="310997"/>
                  </a:lnTo>
                  <a:lnTo>
                    <a:pt x="5801102" y="288872"/>
                  </a:lnTo>
                  <a:lnTo>
                    <a:pt x="5888998" y="266730"/>
                  </a:lnTo>
                  <a:lnTo>
                    <a:pt x="5976893" y="244571"/>
                  </a:lnTo>
                  <a:lnTo>
                    <a:pt x="6064789" y="222397"/>
                  </a:lnTo>
                  <a:lnTo>
                    <a:pt x="6152684" y="200209"/>
                  </a:lnTo>
                  <a:lnTo>
                    <a:pt x="6240580" y="178008"/>
                  </a:lnTo>
                  <a:lnTo>
                    <a:pt x="6328475" y="155794"/>
                  </a:lnTo>
                  <a:lnTo>
                    <a:pt x="6416371" y="133568"/>
                  </a:lnTo>
                  <a:lnTo>
                    <a:pt x="6504266" y="111331"/>
                  </a:lnTo>
                  <a:lnTo>
                    <a:pt x="6592162" y="89083"/>
                  </a:lnTo>
                  <a:lnTo>
                    <a:pt x="6680057" y="66826"/>
                  </a:lnTo>
                  <a:lnTo>
                    <a:pt x="6767953" y="44559"/>
                  </a:lnTo>
                  <a:lnTo>
                    <a:pt x="6855848" y="22283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3971661"/>
              <a:ext cx="6943744" cy="1159162"/>
            </a:xfrm>
            <a:custGeom>
              <a:avLst/>
              <a:pathLst>
                <a:path w="6943744" h="1159162">
                  <a:moveTo>
                    <a:pt x="6943744" y="0"/>
                  </a:moveTo>
                  <a:lnTo>
                    <a:pt x="6855848" y="10599"/>
                  </a:lnTo>
                  <a:lnTo>
                    <a:pt x="6767953" y="21206"/>
                  </a:lnTo>
                  <a:lnTo>
                    <a:pt x="6680057" y="31823"/>
                  </a:lnTo>
                  <a:lnTo>
                    <a:pt x="6592162" y="42448"/>
                  </a:lnTo>
                  <a:lnTo>
                    <a:pt x="6504266" y="53084"/>
                  </a:lnTo>
                  <a:lnTo>
                    <a:pt x="6416371" y="63730"/>
                  </a:lnTo>
                  <a:lnTo>
                    <a:pt x="6328475" y="74388"/>
                  </a:lnTo>
                  <a:lnTo>
                    <a:pt x="6240580" y="85057"/>
                  </a:lnTo>
                  <a:lnTo>
                    <a:pt x="6152684" y="95738"/>
                  </a:lnTo>
                  <a:lnTo>
                    <a:pt x="6064789" y="106433"/>
                  </a:lnTo>
                  <a:lnTo>
                    <a:pt x="5976893" y="117143"/>
                  </a:lnTo>
                  <a:lnTo>
                    <a:pt x="5888998" y="127867"/>
                  </a:lnTo>
                  <a:lnTo>
                    <a:pt x="5801102" y="138608"/>
                  </a:lnTo>
                  <a:lnTo>
                    <a:pt x="5713207" y="149366"/>
                  </a:lnTo>
                  <a:lnTo>
                    <a:pt x="5625311" y="160143"/>
                  </a:lnTo>
                  <a:lnTo>
                    <a:pt x="5537416" y="170940"/>
                  </a:lnTo>
                  <a:lnTo>
                    <a:pt x="5449520" y="181758"/>
                  </a:lnTo>
                  <a:lnTo>
                    <a:pt x="5361625" y="192599"/>
                  </a:lnTo>
                  <a:lnTo>
                    <a:pt x="5273729" y="203466"/>
                  </a:lnTo>
                  <a:lnTo>
                    <a:pt x="5185834" y="214359"/>
                  </a:lnTo>
                  <a:lnTo>
                    <a:pt x="5097938" y="225281"/>
                  </a:lnTo>
                  <a:lnTo>
                    <a:pt x="5010043" y="236235"/>
                  </a:lnTo>
                  <a:lnTo>
                    <a:pt x="4922147" y="247222"/>
                  </a:lnTo>
                  <a:lnTo>
                    <a:pt x="4834252" y="258247"/>
                  </a:lnTo>
                  <a:lnTo>
                    <a:pt x="4746356" y="269312"/>
                  </a:lnTo>
                  <a:lnTo>
                    <a:pt x="4658461" y="280421"/>
                  </a:lnTo>
                  <a:lnTo>
                    <a:pt x="4570565" y="291578"/>
                  </a:lnTo>
                  <a:lnTo>
                    <a:pt x="4482670" y="302788"/>
                  </a:lnTo>
                  <a:lnTo>
                    <a:pt x="4394774" y="314055"/>
                  </a:lnTo>
                  <a:lnTo>
                    <a:pt x="4306879" y="325385"/>
                  </a:lnTo>
                  <a:lnTo>
                    <a:pt x="4218983" y="336785"/>
                  </a:lnTo>
                  <a:lnTo>
                    <a:pt x="4131088" y="348262"/>
                  </a:lnTo>
                  <a:lnTo>
                    <a:pt x="4043192" y="359823"/>
                  </a:lnTo>
                  <a:lnTo>
                    <a:pt x="3955297" y="371478"/>
                  </a:lnTo>
                  <a:lnTo>
                    <a:pt x="3867401" y="383237"/>
                  </a:lnTo>
                  <a:lnTo>
                    <a:pt x="3779506" y="395111"/>
                  </a:lnTo>
                  <a:lnTo>
                    <a:pt x="3691610" y="407112"/>
                  </a:lnTo>
                  <a:lnTo>
                    <a:pt x="3603715" y="419255"/>
                  </a:lnTo>
                  <a:lnTo>
                    <a:pt x="3515819" y="431556"/>
                  </a:lnTo>
                  <a:lnTo>
                    <a:pt x="3427924" y="444032"/>
                  </a:lnTo>
                  <a:lnTo>
                    <a:pt x="3340028" y="456702"/>
                  </a:lnTo>
                  <a:lnTo>
                    <a:pt x="3252133" y="469587"/>
                  </a:lnTo>
                  <a:lnTo>
                    <a:pt x="3164237" y="482711"/>
                  </a:lnTo>
                  <a:lnTo>
                    <a:pt x="3076342" y="496096"/>
                  </a:lnTo>
                  <a:lnTo>
                    <a:pt x="2988446" y="509768"/>
                  </a:lnTo>
                  <a:lnTo>
                    <a:pt x="2900551" y="523752"/>
                  </a:lnTo>
                  <a:lnTo>
                    <a:pt x="2812655" y="538074"/>
                  </a:lnTo>
                  <a:lnTo>
                    <a:pt x="2724760" y="552759"/>
                  </a:lnTo>
                  <a:lnTo>
                    <a:pt x="2636864" y="567827"/>
                  </a:lnTo>
                  <a:lnTo>
                    <a:pt x="2548969" y="583296"/>
                  </a:lnTo>
                  <a:lnTo>
                    <a:pt x="2461073" y="599181"/>
                  </a:lnTo>
                  <a:lnTo>
                    <a:pt x="2373178" y="615489"/>
                  </a:lnTo>
                  <a:lnTo>
                    <a:pt x="2285282" y="632223"/>
                  </a:lnTo>
                  <a:lnTo>
                    <a:pt x="2197387" y="649378"/>
                  </a:lnTo>
                  <a:lnTo>
                    <a:pt x="2109491" y="666943"/>
                  </a:lnTo>
                  <a:lnTo>
                    <a:pt x="2021596" y="684904"/>
                  </a:lnTo>
                  <a:lnTo>
                    <a:pt x="1933700" y="703241"/>
                  </a:lnTo>
                  <a:lnTo>
                    <a:pt x="1845805" y="721931"/>
                  </a:lnTo>
                  <a:lnTo>
                    <a:pt x="1757909" y="740949"/>
                  </a:lnTo>
                  <a:lnTo>
                    <a:pt x="1670014" y="760271"/>
                  </a:lnTo>
                  <a:lnTo>
                    <a:pt x="1582118" y="779870"/>
                  </a:lnTo>
                  <a:lnTo>
                    <a:pt x="1494223" y="799721"/>
                  </a:lnTo>
                  <a:lnTo>
                    <a:pt x="1406327" y="819802"/>
                  </a:lnTo>
                  <a:lnTo>
                    <a:pt x="1318432" y="840090"/>
                  </a:lnTo>
                  <a:lnTo>
                    <a:pt x="1230536" y="860565"/>
                  </a:lnTo>
                  <a:lnTo>
                    <a:pt x="1142641" y="881208"/>
                  </a:lnTo>
                  <a:lnTo>
                    <a:pt x="1054745" y="902003"/>
                  </a:lnTo>
                  <a:lnTo>
                    <a:pt x="966850" y="922934"/>
                  </a:lnTo>
                  <a:lnTo>
                    <a:pt x="878954" y="943988"/>
                  </a:lnTo>
                  <a:lnTo>
                    <a:pt x="791059" y="965152"/>
                  </a:lnTo>
                  <a:lnTo>
                    <a:pt x="703163" y="986416"/>
                  </a:lnTo>
                  <a:lnTo>
                    <a:pt x="615268" y="1007771"/>
                  </a:lnTo>
                  <a:lnTo>
                    <a:pt x="527372" y="1029207"/>
                  </a:lnTo>
                  <a:lnTo>
                    <a:pt x="439477" y="1050717"/>
                  </a:lnTo>
                  <a:lnTo>
                    <a:pt x="351581" y="1072294"/>
                  </a:lnTo>
                  <a:lnTo>
                    <a:pt x="263686" y="1093932"/>
                  </a:lnTo>
                  <a:lnTo>
                    <a:pt x="175790" y="1115626"/>
                  </a:lnTo>
                  <a:lnTo>
                    <a:pt x="87895" y="1137371"/>
                  </a:lnTo>
                  <a:lnTo>
                    <a:pt x="0" y="11591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3645876"/>
              <a:ext cx="6943744" cy="1298885"/>
            </a:xfrm>
            <a:custGeom>
              <a:avLst/>
              <a:pathLst>
                <a:path w="6943744" h="1298885">
                  <a:moveTo>
                    <a:pt x="0" y="1298885"/>
                  </a:moveTo>
                  <a:lnTo>
                    <a:pt x="87895" y="1282444"/>
                  </a:lnTo>
                  <a:lnTo>
                    <a:pt x="175790" y="1266002"/>
                  </a:lnTo>
                  <a:lnTo>
                    <a:pt x="263686" y="1249560"/>
                  </a:lnTo>
                  <a:lnTo>
                    <a:pt x="351581" y="1233119"/>
                  </a:lnTo>
                  <a:lnTo>
                    <a:pt x="439477" y="1216677"/>
                  </a:lnTo>
                  <a:lnTo>
                    <a:pt x="527372" y="1200236"/>
                  </a:lnTo>
                  <a:lnTo>
                    <a:pt x="615268" y="1183794"/>
                  </a:lnTo>
                  <a:lnTo>
                    <a:pt x="703163" y="1167352"/>
                  </a:lnTo>
                  <a:lnTo>
                    <a:pt x="791059" y="1150911"/>
                  </a:lnTo>
                  <a:lnTo>
                    <a:pt x="878954" y="1134469"/>
                  </a:lnTo>
                  <a:lnTo>
                    <a:pt x="966850" y="1118028"/>
                  </a:lnTo>
                  <a:lnTo>
                    <a:pt x="1054745" y="1101586"/>
                  </a:lnTo>
                  <a:lnTo>
                    <a:pt x="1142641" y="1085144"/>
                  </a:lnTo>
                  <a:lnTo>
                    <a:pt x="1230536" y="1068703"/>
                  </a:lnTo>
                  <a:lnTo>
                    <a:pt x="1318432" y="1052261"/>
                  </a:lnTo>
                  <a:lnTo>
                    <a:pt x="1406327" y="1035820"/>
                  </a:lnTo>
                  <a:lnTo>
                    <a:pt x="1494223" y="1019378"/>
                  </a:lnTo>
                  <a:lnTo>
                    <a:pt x="1582118" y="1002937"/>
                  </a:lnTo>
                  <a:lnTo>
                    <a:pt x="1670014" y="986495"/>
                  </a:lnTo>
                  <a:lnTo>
                    <a:pt x="1757909" y="970053"/>
                  </a:lnTo>
                  <a:lnTo>
                    <a:pt x="1845805" y="953612"/>
                  </a:lnTo>
                  <a:lnTo>
                    <a:pt x="1933700" y="937170"/>
                  </a:lnTo>
                  <a:lnTo>
                    <a:pt x="2021596" y="920729"/>
                  </a:lnTo>
                  <a:lnTo>
                    <a:pt x="2109491" y="904287"/>
                  </a:lnTo>
                  <a:lnTo>
                    <a:pt x="2197387" y="887845"/>
                  </a:lnTo>
                  <a:lnTo>
                    <a:pt x="2285282" y="871404"/>
                  </a:lnTo>
                  <a:lnTo>
                    <a:pt x="2373178" y="854962"/>
                  </a:lnTo>
                  <a:lnTo>
                    <a:pt x="2461073" y="838521"/>
                  </a:lnTo>
                  <a:lnTo>
                    <a:pt x="2548969" y="822079"/>
                  </a:lnTo>
                  <a:lnTo>
                    <a:pt x="2636864" y="805637"/>
                  </a:lnTo>
                  <a:lnTo>
                    <a:pt x="2724760" y="789196"/>
                  </a:lnTo>
                  <a:lnTo>
                    <a:pt x="2812655" y="772754"/>
                  </a:lnTo>
                  <a:lnTo>
                    <a:pt x="2900551" y="756313"/>
                  </a:lnTo>
                  <a:lnTo>
                    <a:pt x="2988446" y="739871"/>
                  </a:lnTo>
                  <a:lnTo>
                    <a:pt x="3076342" y="723429"/>
                  </a:lnTo>
                  <a:lnTo>
                    <a:pt x="3164237" y="706988"/>
                  </a:lnTo>
                  <a:lnTo>
                    <a:pt x="3252133" y="690546"/>
                  </a:lnTo>
                  <a:lnTo>
                    <a:pt x="3340028" y="674105"/>
                  </a:lnTo>
                  <a:lnTo>
                    <a:pt x="3427924" y="657663"/>
                  </a:lnTo>
                  <a:lnTo>
                    <a:pt x="3515819" y="641222"/>
                  </a:lnTo>
                  <a:lnTo>
                    <a:pt x="3603715" y="624780"/>
                  </a:lnTo>
                  <a:lnTo>
                    <a:pt x="3691610" y="608338"/>
                  </a:lnTo>
                  <a:lnTo>
                    <a:pt x="3779506" y="591897"/>
                  </a:lnTo>
                  <a:lnTo>
                    <a:pt x="3867401" y="575455"/>
                  </a:lnTo>
                  <a:lnTo>
                    <a:pt x="3955297" y="559014"/>
                  </a:lnTo>
                  <a:lnTo>
                    <a:pt x="4043192" y="542572"/>
                  </a:lnTo>
                  <a:lnTo>
                    <a:pt x="4131088" y="526130"/>
                  </a:lnTo>
                  <a:lnTo>
                    <a:pt x="4218983" y="509689"/>
                  </a:lnTo>
                  <a:lnTo>
                    <a:pt x="4306879" y="493247"/>
                  </a:lnTo>
                  <a:lnTo>
                    <a:pt x="4394774" y="476806"/>
                  </a:lnTo>
                  <a:lnTo>
                    <a:pt x="4482670" y="460364"/>
                  </a:lnTo>
                  <a:lnTo>
                    <a:pt x="4570565" y="443922"/>
                  </a:lnTo>
                  <a:lnTo>
                    <a:pt x="4658461" y="427481"/>
                  </a:lnTo>
                  <a:lnTo>
                    <a:pt x="4746356" y="411039"/>
                  </a:lnTo>
                  <a:lnTo>
                    <a:pt x="4834252" y="394598"/>
                  </a:lnTo>
                  <a:lnTo>
                    <a:pt x="4922147" y="378156"/>
                  </a:lnTo>
                  <a:lnTo>
                    <a:pt x="5010043" y="361714"/>
                  </a:lnTo>
                  <a:lnTo>
                    <a:pt x="5097938" y="345273"/>
                  </a:lnTo>
                  <a:lnTo>
                    <a:pt x="5185834" y="328831"/>
                  </a:lnTo>
                  <a:lnTo>
                    <a:pt x="5273729" y="312390"/>
                  </a:lnTo>
                  <a:lnTo>
                    <a:pt x="5361625" y="295948"/>
                  </a:lnTo>
                  <a:lnTo>
                    <a:pt x="5449520" y="279507"/>
                  </a:lnTo>
                  <a:lnTo>
                    <a:pt x="5537416" y="263065"/>
                  </a:lnTo>
                  <a:lnTo>
                    <a:pt x="5625311" y="246623"/>
                  </a:lnTo>
                  <a:lnTo>
                    <a:pt x="5713207" y="230182"/>
                  </a:lnTo>
                  <a:lnTo>
                    <a:pt x="5801102" y="213740"/>
                  </a:lnTo>
                  <a:lnTo>
                    <a:pt x="5888998" y="197299"/>
                  </a:lnTo>
                  <a:lnTo>
                    <a:pt x="5976893" y="180857"/>
                  </a:lnTo>
                  <a:lnTo>
                    <a:pt x="6064789" y="164415"/>
                  </a:lnTo>
                  <a:lnTo>
                    <a:pt x="6152684" y="147974"/>
                  </a:lnTo>
                  <a:lnTo>
                    <a:pt x="6240580" y="131532"/>
                  </a:lnTo>
                  <a:lnTo>
                    <a:pt x="6328475" y="115091"/>
                  </a:lnTo>
                  <a:lnTo>
                    <a:pt x="6416371" y="98649"/>
                  </a:lnTo>
                  <a:lnTo>
                    <a:pt x="6504266" y="82207"/>
                  </a:lnTo>
                  <a:lnTo>
                    <a:pt x="6592162" y="65766"/>
                  </a:lnTo>
                  <a:lnTo>
                    <a:pt x="6680057" y="49324"/>
                  </a:lnTo>
                  <a:lnTo>
                    <a:pt x="6767953" y="32883"/>
                  </a:lnTo>
                  <a:lnTo>
                    <a:pt x="6855848" y="16441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9641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390745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588182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785618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80" name="tx180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2026-08-17T08:02:12Z</dcterms:modified>
  <cp:category/>
</cp:coreProperties>
</file>