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391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01354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8790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622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0263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00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509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49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895251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928739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4904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6280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971348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825199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536515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710313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49170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47617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46062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93405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09517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968926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08994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493172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979258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024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5353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49771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13918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25174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76086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708714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82466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73509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094015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4396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625771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10354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1975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472391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372402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394543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849184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44146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52642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922648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52033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301453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55274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730663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76536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79396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19167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520232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90401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461779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8742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87875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519258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383131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58044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418347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212797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150306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063242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863438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24950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75917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33480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22913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03458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593819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40203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8171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60092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82362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211687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3170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032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527478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76327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8083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158976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586458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797684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557490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325280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41566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623493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74146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013824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118506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552509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40252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44320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67594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875287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77592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91350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299268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69534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476763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31471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554821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5897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7316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19583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4344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09320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122794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209753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3180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416857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02722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91968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16023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31984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994553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5010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532390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88731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498660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005923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450423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158328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735776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97482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972040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708023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49127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63353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253350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280909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602983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91893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551300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1990333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343281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68595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475229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20777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576795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497693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64655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365613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47306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10772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34313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6441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1326279" y="3312485"/>
              <a:ext cx="6943744" cy="1830472"/>
            </a:xfrm>
            <a:custGeom>
              <a:avLst/>
              <a:pathLst>
                <a:path w="6943744" h="183047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  <a:lnTo>
                    <a:pt x="6943744" y="650228"/>
                  </a:lnTo>
                  <a:lnTo>
                    <a:pt x="6855848" y="661088"/>
                  </a:lnTo>
                  <a:lnTo>
                    <a:pt x="6767953" y="671956"/>
                  </a:lnTo>
                  <a:lnTo>
                    <a:pt x="6680057" y="682833"/>
                  </a:lnTo>
                  <a:lnTo>
                    <a:pt x="6592162" y="693720"/>
                  </a:lnTo>
                  <a:lnTo>
                    <a:pt x="6504266" y="704617"/>
                  </a:lnTo>
                  <a:lnTo>
                    <a:pt x="6416371" y="715524"/>
                  </a:lnTo>
                  <a:lnTo>
                    <a:pt x="6328475" y="726442"/>
                  </a:lnTo>
                  <a:lnTo>
                    <a:pt x="6240580" y="737372"/>
                  </a:lnTo>
                  <a:lnTo>
                    <a:pt x="6152684" y="748315"/>
                  </a:lnTo>
                  <a:lnTo>
                    <a:pt x="6064789" y="759272"/>
                  </a:lnTo>
                  <a:lnTo>
                    <a:pt x="5976893" y="770242"/>
                  </a:lnTo>
                  <a:lnTo>
                    <a:pt x="5888998" y="781228"/>
                  </a:lnTo>
                  <a:lnTo>
                    <a:pt x="5801102" y="792231"/>
                  </a:lnTo>
                  <a:lnTo>
                    <a:pt x="5713207" y="803251"/>
                  </a:lnTo>
                  <a:lnTo>
                    <a:pt x="5625311" y="814290"/>
                  </a:lnTo>
                  <a:lnTo>
                    <a:pt x="5537416" y="825348"/>
                  </a:lnTo>
                  <a:lnTo>
                    <a:pt x="5449520" y="836429"/>
                  </a:lnTo>
                  <a:lnTo>
                    <a:pt x="5361625" y="847533"/>
                  </a:lnTo>
                  <a:lnTo>
                    <a:pt x="5273729" y="858661"/>
                  </a:lnTo>
                  <a:lnTo>
                    <a:pt x="5185834" y="869817"/>
                  </a:lnTo>
                  <a:lnTo>
                    <a:pt x="5097938" y="881002"/>
                  </a:lnTo>
                  <a:lnTo>
                    <a:pt x="5010043" y="892219"/>
                  </a:lnTo>
                  <a:lnTo>
                    <a:pt x="4922147" y="903470"/>
                  </a:lnTo>
                  <a:lnTo>
                    <a:pt x="4834252" y="914759"/>
                  </a:lnTo>
                  <a:lnTo>
                    <a:pt x="4746356" y="926088"/>
                  </a:lnTo>
                  <a:lnTo>
                    <a:pt x="4658461" y="937461"/>
                  </a:lnTo>
                  <a:lnTo>
                    <a:pt x="4570565" y="948883"/>
                  </a:lnTo>
                  <a:lnTo>
                    <a:pt x="4482670" y="960358"/>
                  </a:lnTo>
                  <a:lnTo>
                    <a:pt x="4394774" y="971890"/>
                  </a:lnTo>
                  <a:lnTo>
                    <a:pt x="4306879" y="983487"/>
                  </a:lnTo>
                  <a:lnTo>
                    <a:pt x="4218983" y="995154"/>
                  </a:lnTo>
                  <a:lnTo>
                    <a:pt x="4131088" y="1006897"/>
                  </a:lnTo>
                  <a:lnTo>
                    <a:pt x="4043192" y="1018727"/>
                  </a:lnTo>
                  <a:lnTo>
                    <a:pt x="3955297" y="1030651"/>
                  </a:lnTo>
                  <a:lnTo>
                    <a:pt x="3867401" y="1042679"/>
                  </a:lnTo>
                  <a:lnTo>
                    <a:pt x="3779506" y="1054823"/>
                  </a:lnTo>
                  <a:lnTo>
                    <a:pt x="3691610" y="1067096"/>
                  </a:lnTo>
                  <a:lnTo>
                    <a:pt x="3603715" y="1079512"/>
                  </a:lnTo>
                  <a:lnTo>
                    <a:pt x="3515819" y="1092087"/>
                  </a:lnTo>
                  <a:lnTo>
                    <a:pt x="3427924" y="1104838"/>
                  </a:lnTo>
                  <a:lnTo>
                    <a:pt x="3340028" y="1117784"/>
                  </a:lnTo>
                  <a:lnTo>
                    <a:pt x="3252133" y="1130948"/>
                  </a:lnTo>
                  <a:lnTo>
                    <a:pt x="3164237" y="1144350"/>
                  </a:lnTo>
                  <a:lnTo>
                    <a:pt x="3076342" y="1158016"/>
                  </a:lnTo>
                  <a:lnTo>
                    <a:pt x="2988446" y="1171971"/>
                  </a:lnTo>
                  <a:lnTo>
                    <a:pt x="2900551" y="1186239"/>
                  </a:lnTo>
                  <a:lnTo>
                    <a:pt x="2812655" y="1200847"/>
                  </a:lnTo>
                  <a:lnTo>
                    <a:pt x="2724760" y="1215817"/>
                  </a:lnTo>
                  <a:lnTo>
                    <a:pt x="2636864" y="1231172"/>
                  </a:lnTo>
                  <a:lnTo>
                    <a:pt x="2548969" y="1246929"/>
                  </a:lnTo>
                  <a:lnTo>
                    <a:pt x="2461073" y="1263100"/>
                  </a:lnTo>
                  <a:lnTo>
                    <a:pt x="2373178" y="1279695"/>
                  </a:lnTo>
                  <a:lnTo>
                    <a:pt x="2285282" y="1296714"/>
                  </a:lnTo>
                  <a:lnTo>
                    <a:pt x="2197387" y="1314152"/>
                  </a:lnTo>
                  <a:lnTo>
                    <a:pt x="2109491" y="1331999"/>
                  </a:lnTo>
                  <a:lnTo>
                    <a:pt x="2021596" y="1350239"/>
                  </a:lnTo>
                  <a:lnTo>
                    <a:pt x="1933700" y="1368853"/>
                  </a:lnTo>
                  <a:lnTo>
                    <a:pt x="1845805" y="1387818"/>
                  </a:lnTo>
                  <a:lnTo>
                    <a:pt x="1757909" y="1407108"/>
                  </a:lnTo>
                  <a:lnTo>
                    <a:pt x="1670014" y="1426700"/>
                  </a:lnTo>
                  <a:lnTo>
                    <a:pt x="1582118" y="1446566"/>
                  </a:lnTo>
                  <a:lnTo>
                    <a:pt x="1494223" y="1466684"/>
                  </a:lnTo>
                  <a:lnTo>
                    <a:pt x="1406327" y="1487028"/>
                  </a:lnTo>
                  <a:lnTo>
                    <a:pt x="1318432" y="1507579"/>
                  </a:lnTo>
                  <a:lnTo>
                    <a:pt x="1230536" y="1528314"/>
                  </a:lnTo>
                  <a:lnTo>
                    <a:pt x="1142641" y="1549217"/>
                  </a:lnTo>
                  <a:lnTo>
                    <a:pt x="1054745" y="1570269"/>
                  </a:lnTo>
                  <a:lnTo>
                    <a:pt x="966850" y="1591457"/>
                  </a:lnTo>
                  <a:lnTo>
                    <a:pt x="878954" y="1612767"/>
                  </a:lnTo>
                  <a:lnTo>
                    <a:pt x="791059" y="1634187"/>
                  </a:lnTo>
                  <a:lnTo>
                    <a:pt x="703163" y="1655706"/>
                  </a:lnTo>
                  <a:lnTo>
                    <a:pt x="615268" y="1677314"/>
                  </a:lnTo>
                  <a:lnTo>
                    <a:pt x="527372" y="1699004"/>
                  </a:lnTo>
                  <a:lnTo>
                    <a:pt x="439477" y="1720767"/>
                  </a:lnTo>
                  <a:lnTo>
                    <a:pt x="351581" y="1742597"/>
                  </a:lnTo>
                  <a:lnTo>
                    <a:pt x="263686" y="1764487"/>
                  </a:lnTo>
                  <a:lnTo>
                    <a:pt x="175790" y="1786433"/>
                  </a:lnTo>
                  <a:lnTo>
                    <a:pt x="87895" y="1808429"/>
                  </a:lnTo>
                  <a:lnTo>
                    <a:pt x="0" y="183047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1326279" y="3312485"/>
              <a:ext cx="6943744" cy="1457742"/>
            </a:xfrm>
            <a:custGeom>
              <a:avLst/>
              <a:pathLst>
                <a:path w="6943744" h="145774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3962713"/>
              <a:ext cx="6943744" cy="1180243"/>
            </a:xfrm>
            <a:custGeom>
              <a:avLst/>
              <a:pathLst>
                <a:path w="6943744" h="1180243">
                  <a:moveTo>
                    <a:pt x="6943744" y="0"/>
                  </a:moveTo>
                  <a:lnTo>
                    <a:pt x="6855848" y="10859"/>
                  </a:lnTo>
                  <a:lnTo>
                    <a:pt x="6767953" y="21728"/>
                  </a:lnTo>
                  <a:lnTo>
                    <a:pt x="6680057" y="32605"/>
                  </a:lnTo>
                  <a:lnTo>
                    <a:pt x="6592162" y="43492"/>
                  </a:lnTo>
                  <a:lnTo>
                    <a:pt x="6504266" y="54388"/>
                  </a:lnTo>
                  <a:lnTo>
                    <a:pt x="6416371" y="65295"/>
                  </a:lnTo>
                  <a:lnTo>
                    <a:pt x="6328475" y="76214"/>
                  </a:lnTo>
                  <a:lnTo>
                    <a:pt x="6240580" y="87144"/>
                  </a:lnTo>
                  <a:lnTo>
                    <a:pt x="6152684" y="98087"/>
                  </a:lnTo>
                  <a:lnTo>
                    <a:pt x="6064789" y="109043"/>
                  </a:lnTo>
                  <a:lnTo>
                    <a:pt x="5976893" y="120014"/>
                  </a:lnTo>
                  <a:lnTo>
                    <a:pt x="5888998" y="131000"/>
                  </a:lnTo>
                  <a:lnTo>
                    <a:pt x="5801102" y="142003"/>
                  </a:lnTo>
                  <a:lnTo>
                    <a:pt x="5713207" y="153023"/>
                  </a:lnTo>
                  <a:lnTo>
                    <a:pt x="5625311" y="164061"/>
                  </a:lnTo>
                  <a:lnTo>
                    <a:pt x="5537416" y="175120"/>
                  </a:lnTo>
                  <a:lnTo>
                    <a:pt x="5449520" y="186201"/>
                  </a:lnTo>
                  <a:lnTo>
                    <a:pt x="5361625" y="197304"/>
                  </a:lnTo>
                  <a:lnTo>
                    <a:pt x="5273729" y="208433"/>
                  </a:lnTo>
                  <a:lnTo>
                    <a:pt x="5185834" y="219589"/>
                  </a:lnTo>
                  <a:lnTo>
                    <a:pt x="5097938" y="230774"/>
                  </a:lnTo>
                  <a:lnTo>
                    <a:pt x="5010043" y="241991"/>
                  </a:lnTo>
                  <a:lnTo>
                    <a:pt x="4922147" y="253242"/>
                  </a:lnTo>
                  <a:lnTo>
                    <a:pt x="4834252" y="264530"/>
                  </a:lnTo>
                  <a:lnTo>
                    <a:pt x="4746356" y="275860"/>
                  </a:lnTo>
                  <a:lnTo>
                    <a:pt x="4658461" y="287233"/>
                  </a:lnTo>
                  <a:lnTo>
                    <a:pt x="4570565" y="298655"/>
                  </a:lnTo>
                  <a:lnTo>
                    <a:pt x="4482670" y="310129"/>
                  </a:lnTo>
                  <a:lnTo>
                    <a:pt x="4394774" y="321662"/>
                  </a:lnTo>
                  <a:lnTo>
                    <a:pt x="4306879" y="333259"/>
                  </a:lnTo>
                  <a:lnTo>
                    <a:pt x="4218983" y="344925"/>
                  </a:lnTo>
                  <a:lnTo>
                    <a:pt x="4131088" y="356669"/>
                  </a:lnTo>
                  <a:lnTo>
                    <a:pt x="4043192" y="368499"/>
                  </a:lnTo>
                  <a:lnTo>
                    <a:pt x="3955297" y="380422"/>
                  </a:lnTo>
                  <a:lnTo>
                    <a:pt x="3867401" y="392451"/>
                  </a:lnTo>
                  <a:lnTo>
                    <a:pt x="3779506" y="404595"/>
                  </a:lnTo>
                  <a:lnTo>
                    <a:pt x="3691610" y="416868"/>
                  </a:lnTo>
                  <a:lnTo>
                    <a:pt x="3603715" y="429284"/>
                  </a:lnTo>
                  <a:lnTo>
                    <a:pt x="3515819" y="441858"/>
                  </a:lnTo>
                  <a:lnTo>
                    <a:pt x="3427924" y="454609"/>
                  </a:lnTo>
                  <a:lnTo>
                    <a:pt x="3340028" y="467556"/>
                  </a:lnTo>
                  <a:lnTo>
                    <a:pt x="3252133" y="480719"/>
                  </a:lnTo>
                  <a:lnTo>
                    <a:pt x="3164237" y="494122"/>
                  </a:lnTo>
                  <a:lnTo>
                    <a:pt x="3076342" y="507788"/>
                  </a:lnTo>
                  <a:lnTo>
                    <a:pt x="2988446" y="521742"/>
                  </a:lnTo>
                  <a:lnTo>
                    <a:pt x="2900551" y="536011"/>
                  </a:lnTo>
                  <a:lnTo>
                    <a:pt x="2812655" y="550618"/>
                  </a:lnTo>
                  <a:lnTo>
                    <a:pt x="2724760" y="565589"/>
                  </a:lnTo>
                  <a:lnTo>
                    <a:pt x="2636864" y="580944"/>
                  </a:lnTo>
                  <a:lnTo>
                    <a:pt x="2548969" y="596700"/>
                  </a:lnTo>
                  <a:lnTo>
                    <a:pt x="2461073" y="612872"/>
                  </a:lnTo>
                  <a:lnTo>
                    <a:pt x="2373178" y="629467"/>
                  </a:lnTo>
                  <a:lnTo>
                    <a:pt x="2285282" y="646485"/>
                  </a:lnTo>
                  <a:lnTo>
                    <a:pt x="2197387" y="663924"/>
                  </a:lnTo>
                  <a:lnTo>
                    <a:pt x="2109491" y="681771"/>
                  </a:lnTo>
                  <a:lnTo>
                    <a:pt x="2021596" y="700011"/>
                  </a:lnTo>
                  <a:lnTo>
                    <a:pt x="1933700" y="718625"/>
                  </a:lnTo>
                  <a:lnTo>
                    <a:pt x="1845805" y="737590"/>
                  </a:lnTo>
                  <a:lnTo>
                    <a:pt x="1757909" y="756880"/>
                  </a:lnTo>
                  <a:lnTo>
                    <a:pt x="1670014" y="776471"/>
                  </a:lnTo>
                  <a:lnTo>
                    <a:pt x="1582118" y="796338"/>
                  </a:lnTo>
                  <a:lnTo>
                    <a:pt x="1494223" y="816455"/>
                  </a:lnTo>
                  <a:lnTo>
                    <a:pt x="1406327" y="836800"/>
                  </a:lnTo>
                  <a:lnTo>
                    <a:pt x="1318432" y="857350"/>
                  </a:lnTo>
                  <a:lnTo>
                    <a:pt x="1230536" y="878086"/>
                  </a:lnTo>
                  <a:lnTo>
                    <a:pt x="1142641" y="898988"/>
                  </a:lnTo>
                  <a:lnTo>
                    <a:pt x="1054745" y="920041"/>
                  </a:lnTo>
                  <a:lnTo>
                    <a:pt x="966850" y="941229"/>
                  </a:lnTo>
                  <a:lnTo>
                    <a:pt x="878954" y="962539"/>
                  </a:lnTo>
                  <a:lnTo>
                    <a:pt x="791059" y="983959"/>
                  </a:lnTo>
                  <a:lnTo>
                    <a:pt x="703163" y="1005478"/>
                  </a:lnTo>
                  <a:lnTo>
                    <a:pt x="615268" y="1027086"/>
                  </a:lnTo>
                  <a:lnTo>
                    <a:pt x="527372" y="1048776"/>
                  </a:lnTo>
                  <a:lnTo>
                    <a:pt x="439477" y="1070539"/>
                  </a:lnTo>
                  <a:lnTo>
                    <a:pt x="351581" y="1092369"/>
                  </a:lnTo>
                  <a:lnTo>
                    <a:pt x="263686" y="1114259"/>
                  </a:lnTo>
                  <a:lnTo>
                    <a:pt x="175790" y="1136205"/>
                  </a:lnTo>
                  <a:lnTo>
                    <a:pt x="87895" y="1158201"/>
                  </a:lnTo>
                  <a:lnTo>
                    <a:pt x="0" y="118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3637599"/>
              <a:ext cx="6943744" cy="1318993"/>
            </a:xfrm>
            <a:custGeom>
              <a:avLst/>
              <a:pathLst>
                <a:path w="6943744" h="1318993">
                  <a:moveTo>
                    <a:pt x="0" y="1318993"/>
                  </a:moveTo>
                  <a:lnTo>
                    <a:pt x="87895" y="1302296"/>
                  </a:lnTo>
                  <a:lnTo>
                    <a:pt x="175790" y="1285600"/>
                  </a:lnTo>
                  <a:lnTo>
                    <a:pt x="263686" y="1268904"/>
                  </a:lnTo>
                  <a:lnTo>
                    <a:pt x="351581" y="1252208"/>
                  </a:lnTo>
                  <a:lnTo>
                    <a:pt x="439477" y="1235512"/>
                  </a:lnTo>
                  <a:lnTo>
                    <a:pt x="527372" y="1218816"/>
                  </a:lnTo>
                  <a:lnTo>
                    <a:pt x="615268" y="1202120"/>
                  </a:lnTo>
                  <a:lnTo>
                    <a:pt x="703163" y="1185424"/>
                  </a:lnTo>
                  <a:lnTo>
                    <a:pt x="791059" y="1168727"/>
                  </a:lnTo>
                  <a:lnTo>
                    <a:pt x="878954" y="1152031"/>
                  </a:lnTo>
                  <a:lnTo>
                    <a:pt x="966850" y="1135335"/>
                  </a:lnTo>
                  <a:lnTo>
                    <a:pt x="1054745" y="1118639"/>
                  </a:lnTo>
                  <a:lnTo>
                    <a:pt x="1142641" y="1101943"/>
                  </a:lnTo>
                  <a:lnTo>
                    <a:pt x="1230536" y="1085247"/>
                  </a:lnTo>
                  <a:lnTo>
                    <a:pt x="1318432" y="1068551"/>
                  </a:lnTo>
                  <a:lnTo>
                    <a:pt x="1406327" y="1051855"/>
                  </a:lnTo>
                  <a:lnTo>
                    <a:pt x="1494223" y="1035159"/>
                  </a:lnTo>
                  <a:lnTo>
                    <a:pt x="1582118" y="1018462"/>
                  </a:lnTo>
                  <a:lnTo>
                    <a:pt x="1670014" y="1001766"/>
                  </a:lnTo>
                  <a:lnTo>
                    <a:pt x="1757909" y="985070"/>
                  </a:lnTo>
                  <a:lnTo>
                    <a:pt x="1845805" y="968374"/>
                  </a:lnTo>
                  <a:lnTo>
                    <a:pt x="1933700" y="951678"/>
                  </a:lnTo>
                  <a:lnTo>
                    <a:pt x="2021596" y="934982"/>
                  </a:lnTo>
                  <a:lnTo>
                    <a:pt x="2109491" y="918286"/>
                  </a:lnTo>
                  <a:lnTo>
                    <a:pt x="2197387" y="901590"/>
                  </a:lnTo>
                  <a:lnTo>
                    <a:pt x="2285282" y="884894"/>
                  </a:lnTo>
                  <a:lnTo>
                    <a:pt x="2373178" y="868197"/>
                  </a:lnTo>
                  <a:lnTo>
                    <a:pt x="2461073" y="851501"/>
                  </a:lnTo>
                  <a:lnTo>
                    <a:pt x="2548969" y="834805"/>
                  </a:lnTo>
                  <a:lnTo>
                    <a:pt x="2636864" y="818109"/>
                  </a:lnTo>
                  <a:lnTo>
                    <a:pt x="2724760" y="801413"/>
                  </a:lnTo>
                  <a:lnTo>
                    <a:pt x="2812655" y="784717"/>
                  </a:lnTo>
                  <a:lnTo>
                    <a:pt x="2900551" y="768021"/>
                  </a:lnTo>
                  <a:lnTo>
                    <a:pt x="2988446" y="751325"/>
                  </a:lnTo>
                  <a:lnTo>
                    <a:pt x="3076342" y="734629"/>
                  </a:lnTo>
                  <a:lnTo>
                    <a:pt x="3164237" y="717932"/>
                  </a:lnTo>
                  <a:lnTo>
                    <a:pt x="3252133" y="701236"/>
                  </a:lnTo>
                  <a:lnTo>
                    <a:pt x="3340028" y="684540"/>
                  </a:lnTo>
                  <a:lnTo>
                    <a:pt x="3427924" y="667844"/>
                  </a:lnTo>
                  <a:lnTo>
                    <a:pt x="3515819" y="651148"/>
                  </a:lnTo>
                  <a:lnTo>
                    <a:pt x="3603715" y="634452"/>
                  </a:lnTo>
                  <a:lnTo>
                    <a:pt x="3691610" y="617756"/>
                  </a:lnTo>
                  <a:lnTo>
                    <a:pt x="3779506" y="601060"/>
                  </a:lnTo>
                  <a:lnTo>
                    <a:pt x="3867401" y="584363"/>
                  </a:lnTo>
                  <a:lnTo>
                    <a:pt x="3955297" y="567667"/>
                  </a:lnTo>
                  <a:lnTo>
                    <a:pt x="4043192" y="550971"/>
                  </a:lnTo>
                  <a:lnTo>
                    <a:pt x="4131088" y="534275"/>
                  </a:lnTo>
                  <a:lnTo>
                    <a:pt x="4218983" y="517579"/>
                  </a:lnTo>
                  <a:lnTo>
                    <a:pt x="4306879" y="500883"/>
                  </a:lnTo>
                  <a:lnTo>
                    <a:pt x="4394774" y="484187"/>
                  </a:lnTo>
                  <a:lnTo>
                    <a:pt x="4482670" y="467491"/>
                  </a:lnTo>
                  <a:lnTo>
                    <a:pt x="4570565" y="450795"/>
                  </a:lnTo>
                  <a:lnTo>
                    <a:pt x="4658461" y="434098"/>
                  </a:lnTo>
                  <a:lnTo>
                    <a:pt x="4746356" y="417402"/>
                  </a:lnTo>
                  <a:lnTo>
                    <a:pt x="4834252" y="400706"/>
                  </a:lnTo>
                  <a:lnTo>
                    <a:pt x="4922147" y="384010"/>
                  </a:lnTo>
                  <a:lnTo>
                    <a:pt x="5010043" y="367314"/>
                  </a:lnTo>
                  <a:lnTo>
                    <a:pt x="5097938" y="350618"/>
                  </a:lnTo>
                  <a:lnTo>
                    <a:pt x="5185834" y="333922"/>
                  </a:lnTo>
                  <a:lnTo>
                    <a:pt x="5273729" y="317226"/>
                  </a:lnTo>
                  <a:lnTo>
                    <a:pt x="5361625" y="300530"/>
                  </a:lnTo>
                  <a:lnTo>
                    <a:pt x="5449520" y="283833"/>
                  </a:lnTo>
                  <a:lnTo>
                    <a:pt x="5537416" y="267137"/>
                  </a:lnTo>
                  <a:lnTo>
                    <a:pt x="5625311" y="250441"/>
                  </a:lnTo>
                  <a:lnTo>
                    <a:pt x="5713207" y="233745"/>
                  </a:lnTo>
                  <a:lnTo>
                    <a:pt x="5801102" y="217049"/>
                  </a:lnTo>
                  <a:lnTo>
                    <a:pt x="5888998" y="200353"/>
                  </a:lnTo>
                  <a:lnTo>
                    <a:pt x="5976893" y="183657"/>
                  </a:lnTo>
                  <a:lnTo>
                    <a:pt x="6064789" y="166961"/>
                  </a:lnTo>
                  <a:lnTo>
                    <a:pt x="6152684" y="150265"/>
                  </a:lnTo>
                  <a:lnTo>
                    <a:pt x="6240580" y="133568"/>
                  </a:lnTo>
                  <a:lnTo>
                    <a:pt x="6328475" y="116872"/>
                  </a:lnTo>
                  <a:lnTo>
                    <a:pt x="6416371" y="100176"/>
                  </a:lnTo>
                  <a:lnTo>
                    <a:pt x="6504266" y="83480"/>
                  </a:lnTo>
                  <a:lnTo>
                    <a:pt x="6592162" y="66784"/>
                  </a:lnTo>
                  <a:lnTo>
                    <a:pt x="6680057" y="50088"/>
                  </a:lnTo>
                  <a:lnTo>
                    <a:pt x="6767953" y="33392"/>
                  </a:lnTo>
                  <a:lnTo>
                    <a:pt x="6855848" y="1669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tx169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9641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390745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588182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85618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79" name="tx17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2026-10-12T12:38:53Z</dcterms:modified>
  <cp:category/>
</cp:coreProperties>
</file>