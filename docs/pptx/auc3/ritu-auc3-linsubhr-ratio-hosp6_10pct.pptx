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3167273" cy="3483746"/>
            </a:xfrm>
            <a:custGeom>
              <a:avLst/>
              <a:pathLst>
                <a:path w="3167273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5"/>
                  </a:lnTo>
                  <a:lnTo>
                    <a:pt x="1360827" y="3483745"/>
                  </a:lnTo>
                  <a:lnTo>
                    <a:pt x="1432450" y="3483743"/>
                  </a:lnTo>
                  <a:lnTo>
                    <a:pt x="1504073" y="3483741"/>
                  </a:lnTo>
                  <a:lnTo>
                    <a:pt x="1575695" y="3483737"/>
                  </a:lnTo>
                  <a:lnTo>
                    <a:pt x="1647318" y="3483730"/>
                  </a:lnTo>
                  <a:lnTo>
                    <a:pt x="1718940" y="3483717"/>
                  </a:lnTo>
                  <a:lnTo>
                    <a:pt x="1790563" y="3483694"/>
                  </a:lnTo>
                  <a:lnTo>
                    <a:pt x="1862185" y="3483654"/>
                  </a:lnTo>
                  <a:lnTo>
                    <a:pt x="1933808" y="3483581"/>
                  </a:lnTo>
                  <a:lnTo>
                    <a:pt x="2005430" y="3483452"/>
                  </a:lnTo>
                  <a:lnTo>
                    <a:pt x="2077053" y="3483223"/>
                  </a:lnTo>
                  <a:lnTo>
                    <a:pt x="2148675" y="3482816"/>
                  </a:lnTo>
                  <a:lnTo>
                    <a:pt x="2220298" y="3482090"/>
                  </a:lnTo>
                  <a:lnTo>
                    <a:pt x="2291920" y="3480799"/>
                  </a:lnTo>
                  <a:lnTo>
                    <a:pt x="2363543" y="3478502"/>
                  </a:lnTo>
                  <a:lnTo>
                    <a:pt x="2435165" y="3474414"/>
                  </a:lnTo>
                  <a:lnTo>
                    <a:pt x="2506788" y="3467141"/>
                  </a:lnTo>
                  <a:lnTo>
                    <a:pt x="2578410" y="3454197"/>
                  </a:lnTo>
                  <a:lnTo>
                    <a:pt x="2650033" y="3431166"/>
                  </a:lnTo>
                  <a:lnTo>
                    <a:pt x="2721655" y="3390182"/>
                  </a:lnTo>
                  <a:lnTo>
                    <a:pt x="2793278" y="3317254"/>
                  </a:lnTo>
                  <a:lnTo>
                    <a:pt x="2864901" y="3187484"/>
                  </a:lnTo>
                  <a:lnTo>
                    <a:pt x="2936523" y="2956565"/>
                  </a:lnTo>
                  <a:lnTo>
                    <a:pt x="3008146" y="2510956"/>
                  </a:lnTo>
                  <a:lnTo>
                    <a:pt x="3079768" y="1431726"/>
                  </a:lnTo>
                  <a:lnTo>
                    <a:pt x="3124812" y="0"/>
                  </a:lnTo>
                  <a:lnTo>
                    <a:pt x="3167273" y="0"/>
                  </a:lnTo>
                  <a:lnTo>
                    <a:pt x="3151391" y="513387"/>
                  </a:lnTo>
                  <a:lnTo>
                    <a:pt x="3079768" y="1814479"/>
                  </a:lnTo>
                  <a:lnTo>
                    <a:pt x="3008146" y="2545660"/>
                  </a:lnTo>
                  <a:lnTo>
                    <a:pt x="2936523" y="3022581"/>
                  </a:lnTo>
                  <a:lnTo>
                    <a:pt x="2864901" y="3265124"/>
                  </a:lnTo>
                  <a:lnTo>
                    <a:pt x="2793278" y="3380105"/>
                  </a:lnTo>
                  <a:lnTo>
                    <a:pt x="2721655" y="3434614"/>
                  </a:lnTo>
                  <a:lnTo>
                    <a:pt x="2650033" y="3460454"/>
                  </a:lnTo>
                  <a:lnTo>
                    <a:pt x="2578410" y="3472704"/>
                  </a:lnTo>
                  <a:lnTo>
                    <a:pt x="2506788" y="3478512"/>
                  </a:lnTo>
                  <a:lnTo>
                    <a:pt x="2435165" y="3481265"/>
                  </a:lnTo>
                  <a:lnTo>
                    <a:pt x="2363543" y="3482570"/>
                  </a:lnTo>
                  <a:lnTo>
                    <a:pt x="2291920" y="3483189"/>
                  </a:lnTo>
                  <a:lnTo>
                    <a:pt x="2220298" y="3483482"/>
                  </a:lnTo>
                  <a:lnTo>
                    <a:pt x="2148675" y="3483621"/>
                  </a:lnTo>
                  <a:lnTo>
                    <a:pt x="2077053" y="3483687"/>
                  </a:lnTo>
                  <a:lnTo>
                    <a:pt x="2005430" y="3483718"/>
                  </a:lnTo>
                  <a:lnTo>
                    <a:pt x="1933808" y="3483733"/>
                  </a:lnTo>
                  <a:lnTo>
                    <a:pt x="1862185" y="3483740"/>
                  </a:lnTo>
                  <a:lnTo>
                    <a:pt x="1790563" y="3483743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3124812" cy="3483746"/>
            </a:xfrm>
            <a:custGeom>
              <a:avLst/>
              <a:pathLst>
                <a:path w="3124812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5"/>
                  </a:lnTo>
                  <a:lnTo>
                    <a:pt x="1360827" y="3483745"/>
                  </a:lnTo>
                  <a:lnTo>
                    <a:pt x="1432450" y="3483743"/>
                  </a:lnTo>
                  <a:lnTo>
                    <a:pt x="1504073" y="3483741"/>
                  </a:lnTo>
                  <a:lnTo>
                    <a:pt x="1575695" y="3483737"/>
                  </a:lnTo>
                  <a:lnTo>
                    <a:pt x="1647318" y="3483730"/>
                  </a:lnTo>
                  <a:lnTo>
                    <a:pt x="1718940" y="3483717"/>
                  </a:lnTo>
                  <a:lnTo>
                    <a:pt x="1790563" y="3483694"/>
                  </a:lnTo>
                  <a:lnTo>
                    <a:pt x="1862185" y="3483654"/>
                  </a:lnTo>
                  <a:lnTo>
                    <a:pt x="1933808" y="3483581"/>
                  </a:lnTo>
                  <a:lnTo>
                    <a:pt x="2005430" y="3483452"/>
                  </a:lnTo>
                  <a:lnTo>
                    <a:pt x="2077053" y="3483223"/>
                  </a:lnTo>
                  <a:lnTo>
                    <a:pt x="2148675" y="3482816"/>
                  </a:lnTo>
                  <a:lnTo>
                    <a:pt x="2220298" y="3482090"/>
                  </a:lnTo>
                  <a:lnTo>
                    <a:pt x="2291920" y="3480799"/>
                  </a:lnTo>
                  <a:lnTo>
                    <a:pt x="2363543" y="3478502"/>
                  </a:lnTo>
                  <a:lnTo>
                    <a:pt x="2435165" y="3474414"/>
                  </a:lnTo>
                  <a:lnTo>
                    <a:pt x="2506788" y="3467141"/>
                  </a:lnTo>
                  <a:lnTo>
                    <a:pt x="2578410" y="3454197"/>
                  </a:lnTo>
                  <a:lnTo>
                    <a:pt x="2650033" y="3431166"/>
                  </a:lnTo>
                  <a:lnTo>
                    <a:pt x="2721655" y="3390182"/>
                  </a:lnTo>
                  <a:lnTo>
                    <a:pt x="2793278" y="3317254"/>
                  </a:lnTo>
                  <a:lnTo>
                    <a:pt x="2864901" y="3187484"/>
                  </a:lnTo>
                  <a:lnTo>
                    <a:pt x="2936523" y="2956565"/>
                  </a:lnTo>
                  <a:lnTo>
                    <a:pt x="3008146" y="2510956"/>
                  </a:lnTo>
                  <a:lnTo>
                    <a:pt x="3079768" y="1431726"/>
                  </a:lnTo>
                  <a:lnTo>
                    <a:pt x="31248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073503"/>
              <a:ext cx="3167273" cy="3483746"/>
            </a:xfrm>
            <a:custGeom>
              <a:avLst/>
              <a:pathLst>
                <a:path w="3167273" h="3483746">
                  <a:moveTo>
                    <a:pt x="3167273" y="0"/>
                  </a:moveTo>
                  <a:lnTo>
                    <a:pt x="3151391" y="513387"/>
                  </a:lnTo>
                  <a:lnTo>
                    <a:pt x="3079768" y="1814479"/>
                  </a:lnTo>
                  <a:lnTo>
                    <a:pt x="3008146" y="2545660"/>
                  </a:lnTo>
                  <a:lnTo>
                    <a:pt x="2936523" y="3022581"/>
                  </a:lnTo>
                  <a:lnTo>
                    <a:pt x="2864901" y="3265124"/>
                  </a:lnTo>
                  <a:lnTo>
                    <a:pt x="2793278" y="3380105"/>
                  </a:lnTo>
                  <a:lnTo>
                    <a:pt x="2721655" y="3434614"/>
                  </a:lnTo>
                  <a:lnTo>
                    <a:pt x="2650033" y="3460454"/>
                  </a:lnTo>
                  <a:lnTo>
                    <a:pt x="2578410" y="3472704"/>
                  </a:lnTo>
                  <a:lnTo>
                    <a:pt x="2506788" y="3478512"/>
                  </a:lnTo>
                  <a:lnTo>
                    <a:pt x="2435165" y="3481265"/>
                  </a:lnTo>
                  <a:lnTo>
                    <a:pt x="2363543" y="3482570"/>
                  </a:lnTo>
                  <a:lnTo>
                    <a:pt x="2291920" y="3483189"/>
                  </a:lnTo>
                  <a:lnTo>
                    <a:pt x="2220298" y="3483482"/>
                  </a:lnTo>
                  <a:lnTo>
                    <a:pt x="2148675" y="3483621"/>
                  </a:lnTo>
                  <a:lnTo>
                    <a:pt x="2077053" y="3483687"/>
                  </a:lnTo>
                  <a:lnTo>
                    <a:pt x="2005430" y="3483718"/>
                  </a:lnTo>
                  <a:lnTo>
                    <a:pt x="1933808" y="3483733"/>
                  </a:lnTo>
                  <a:lnTo>
                    <a:pt x="1862185" y="3483740"/>
                  </a:lnTo>
                  <a:lnTo>
                    <a:pt x="1790563" y="3483743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3147181" cy="3483746"/>
            </a:xfrm>
            <a:custGeom>
              <a:avLst/>
              <a:pathLst>
                <a:path w="3147181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6"/>
                  </a:lnTo>
                  <a:lnTo>
                    <a:pt x="1360827" y="3483746"/>
                  </a:lnTo>
                  <a:lnTo>
                    <a:pt x="1432450" y="3483746"/>
                  </a:lnTo>
                  <a:lnTo>
                    <a:pt x="1504073" y="3483746"/>
                  </a:lnTo>
                  <a:lnTo>
                    <a:pt x="1575695" y="3483745"/>
                  </a:lnTo>
                  <a:lnTo>
                    <a:pt x="1647318" y="3483743"/>
                  </a:lnTo>
                  <a:lnTo>
                    <a:pt x="1718940" y="3483740"/>
                  </a:lnTo>
                  <a:lnTo>
                    <a:pt x="1790563" y="3483734"/>
                  </a:lnTo>
                  <a:lnTo>
                    <a:pt x="1862185" y="3483722"/>
                  </a:lnTo>
                  <a:lnTo>
                    <a:pt x="1933808" y="3483699"/>
                  </a:lnTo>
                  <a:lnTo>
                    <a:pt x="2005430" y="3483655"/>
                  </a:lnTo>
                  <a:lnTo>
                    <a:pt x="2077053" y="3483570"/>
                  </a:lnTo>
                  <a:lnTo>
                    <a:pt x="2148675" y="3483405"/>
                  </a:lnTo>
                  <a:lnTo>
                    <a:pt x="2220298" y="3483085"/>
                  </a:lnTo>
                  <a:lnTo>
                    <a:pt x="2291920" y="3482464"/>
                  </a:lnTo>
                  <a:lnTo>
                    <a:pt x="2363543" y="3481263"/>
                  </a:lnTo>
                  <a:lnTo>
                    <a:pt x="2435165" y="3478934"/>
                  </a:lnTo>
                  <a:lnTo>
                    <a:pt x="2506788" y="3474423"/>
                  </a:lnTo>
                  <a:lnTo>
                    <a:pt x="2578410" y="3465683"/>
                  </a:lnTo>
                  <a:lnTo>
                    <a:pt x="2650033" y="3448750"/>
                  </a:lnTo>
                  <a:lnTo>
                    <a:pt x="2721655" y="3415945"/>
                  </a:lnTo>
                  <a:lnTo>
                    <a:pt x="2793278" y="3352386"/>
                  </a:lnTo>
                  <a:lnTo>
                    <a:pt x="2864901" y="3229248"/>
                  </a:lnTo>
                  <a:lnTo>
                    <a:pt x="2936523" y="2990677"/>
                  </a:lnTo>
                  <a:lnTo>
                    <a:pt x="3008146" y="2528466"/>
                  </a:lnTo>
                  <a:lnTo>
                    <a:pt x="3079768" y="1632971"/>
                  </a:lnTo>
                  <a:lnTo>
                    <a:pt x="3147181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0.00 (0.00-0.00), p = &lt;0.001  |  per IQR decline (Δ = 27.4 %): 0.00 (0.00-0.00)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2026-08-19T20:32:11Z</dcterms:modified>
  <cp:category/>
</cp:coreProperties>
</file>