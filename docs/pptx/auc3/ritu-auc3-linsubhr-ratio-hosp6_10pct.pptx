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  <a:lnTo>
                    <a:pt x="3171926" y="0"/>
                  </a:ln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30958" cy="3483746"/>
            </a:xfrm>
            <a:custGeom>
              <a:avLst/>
              <a:pathLst>
                <a:path w="3130958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3171926" y="0"/>
                  </a:move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52900" cy="3483746"/>
            </a:xfrm>
            <a:custGeom>
              <a:avLst/>
              <a:pathLst>
                <a:path w="3152900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5"/>
                  </a:lnTo>
                  <a:lnTo>
                    <a:pt x="1862185" y="3483723"/>
                  </a:lnTo>
                  <a:lnTo>
                    <a:pt x="1933808" y="3483702"/>
                  </a:lnTo>
                  <a:lnTo>
                    <a:pt x="2005430" y="3483660"/>
                  </a:lnTo>
                  <a:lnTo>
                    <a:pt x="2077053" y="3483579"/>
                  </a:lnTo>
                  <a:lnTo>
                    <a:pt x="2148675" y="3483422"/>
                  </a:lnTo>
                  <a:lnTo>
                    <a:pt x="2220298" y="3483117"/>
                  </a:lnTo>
                  <a:lnTo>
                    <a:pt x="2291920" y="3482527"/>
                  </a:lnTo>
                  <a:lnTo>
                    <a:pt x="2363543" y="3481383"/>
                  </a:lnTo>
                  <a:lnTo>
                    <a:pt x="2435165" y="3479167"/>
                  </a:lnTo>
                  <a:lnTo>
                    <a:pt x="2506788" y="3474873"/>
                  </a:lnTo>
                  <a:lnTo>
                    <a:pt x="2578410" y="3466553"/>
                  </a:lnTo>
                  <a:lnTo>
                    <a:pt x="2650033" y="3450432"/>
                  </a:lnTo>
                  <a:lnTo>
                    <a:pt x="2721655" y="3419195"/>
                  </a:lnTo>
                  <a:lnTo>
                    <a:pt x="2793278" y="3358668"/>
                  </a:lnTo>
                  <a:lnTo>
                    <a:pt x="2864901" y="3241389"/>
                  </a:lnTo>
                  <a:lnTo>
                    <a:pt x="2936523" y="3014145"/>
                  </a:lnTo>
                  <a:lnTo>
                    <a:pt x="3008146" y="2573826"/>
                  </a:lnTo>
                  <a:lnTo>
                    <a:pt x="3079768" y="1720646"/>
                  </a:lnTo>
                  <a:lnTo>
                    <a:pt x="3151391" y="67487"/>
                  </a:lnTo>
                  <a:lnTo>
                    <a:pt x="315290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27.2 %): 0.00 (0.00-0.00)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2026-10-09T13:21:34Z</dcterms:modified>
  <cp:category/>
</cp:coreProperties>
</file>