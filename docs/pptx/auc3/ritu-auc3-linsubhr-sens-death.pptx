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717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0668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16202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2571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242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193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511445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209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42373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4708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437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tx25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84341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-50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93854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8337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7147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22916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NA (NA-NA), p_Bonf = NA (n = 6)  |  per IQR decline (Δ = 23.5 %): NA (NA-NA)  |  IQR: [-19.6, 3.9]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430938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(Sensitivity, 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2026-10-09T15:12:33Z</dcterms:modified>
  <cp:category/>
</cp:coreProperties>
</file>