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9726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0717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1708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26992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231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222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1212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2203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4019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35075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4334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tx25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84232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94141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509020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15820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622916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10 % decline: NA (NA-NA), p_Bonf = NA (n = 6)  |  per IQR decline (Δ = 22.9 %): NA (NA-NA)  |  IQR: [-19.2, 3.7]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430938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(Sensitivity, 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2026-07-29T17:42:44Z</dcterms:modified>
  <cp:category/>
</cp:coreProperties>
</file>