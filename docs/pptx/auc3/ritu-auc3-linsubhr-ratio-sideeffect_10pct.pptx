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76058"/>
            </a:xfrm>
            <a:custGeom>
              <a:avLst/>
              <a:pathLst>
                <a:path w="7090630" h="3476058">
                  <a:moveTo>
                    <a:pt x="1744133" y="0"/>
                  </a:moveTo>
                  <a:lnTo>
                    <a:pt x="1790563" y="182689"/>
                  </a:lnTo>
                  <a:lnTo>
                    <a:pt x="1862185" y="442340"/>
                  </a:lnTo>
                  <a:lnTo>
                    <a:pt x="1933808" y="681567"/>
                  </a:lnTo>
                  <a:lnTo>
                    <a:pt x="2005430" y="901977"/>
                  </a:lnTo>
                  <a:lnTo>
                    <a:pt x="2077053" y="1105051"/>
                  </a:lnTo>
                  <a:lnTo>
                    <a:pt x="2148675" y="1292151"/>
                  </a:lnTo>
                  <a:lnTo>
                    <a:pt x="2220298" y="1464535"/>
                  </a:lnTo>
                  <a:lnTo>
                    <a:pt x="2291920" y="1623360"/>
                  </a:lnTo>
                  <a:lnTo>
                    <a:pt x="2363543" y="1769692"/>
                  </a:lnTo>
                  <a:lnTo>
                    <a:pt x="2435165" y="1904514"/>
                  </a:lnTo>
                  <a:lnTo>
                    <a:pt x="2506788" y="2028731"/>
                  </a:lnTo>
                  <a:lnTo>
                    <a:pt x="2578410" y="2143178"/>
                  </a:lnTo>
                  <a:lnTo>
                    <a:pt x="2650033" y="2248622"/>
                  </a:lnTo>
                  <a:lnTo>
                    <a:pt x="2721655" y="2345773"/>
                  </a:lnTo>
                  <a:lnTo>
                    <a:pt x="2793278" y="2435283"/>
                  </a:lnTo>
                  <a:lnTo>
                    <a:pt x="2864901" y="2517751"/>
                  </a:lnTo>
                  <a:lnTo>
                    <a:pt x="2936523" y="2593733"/>
                  </a:lnTo>
                  <a:lnTo>
                    <a:pt x="3008146" y="2649822"/>
                  </a:lnTo>
                  <a:lnTo>
                    <a:pt x="3079768" y="2617243"/>
                  </a:lnTo>
                  <a:lnTo>
                    <a:pt x="3151391" y="2583390"/>
                  </a:lnTo>
                  <a:lnTo>
                    <a:pt x="3223013" y="2548216"/>
                  </a:lnTo>
                  <a:lnTo>
                    <a:pt x="3294636" y="2511667"/>
                  </a:lnTo>
                  <a:lnTo>
                    <a:pt x="3366258" y="2473690"/>
                  </a:lnTo>
                  <a:lnTo>
                    <a:pt x="3437881" y="2434229"/>
                  </a:lnTo>
                  <a:lnTo>
                    <a:pt x="3509503" y="2393227"/>
                  </a:lnTo>
                  <a:lnTo>
                    <a:pt x="3581126" y="2350623"/>
                  </a:lnTo>
                  <a:lnTo>
                    <a:pt x="3652748" y="2306355"/>
                  </a:lnTo>
                  <a:lnTo>
                    <a:pt x="3724371" y="2260357"/>
                  </a:lnTo>
                  <a:lnTo>
                    <a:pt x="3795993" y="2212562"/>
                  </a:lnTo>
                  <a:lnTo>
                    <a:pt x="3867616" y="2162900"/>
                  </a:lnTo>
                  <a:lnTo>
                    <a:pt x="3939238" y="2111298"/>
                  </a:lnTo>
                  <a:lnTo>
                    <a:pt x="4010861" y="2057679"/>
                  </a:lnTo>
                  <a:lnTo>
                    <a:pt x="4082483" y="2001966"/>
                  </a:lnTo>
                  <a:lnTo>
                    <a:pt x="4154106" y="1944077"/>
                  </a:lnTo>
                  <a:lnTo>
                    <a:pt x="4225729" y="1883925"/>
                  </a:lnTo>
                  <a:lnTo>
                    <a:pt x="4297351" y="1821424"/>
                  </a:lnTo>
                  <a:lnTo>
                    <a:pt x="4368974" y="1756481"/>
                  </a:lnTo>
                  <a:lnTo>
                    <a:pt x="4440596" y="1689001"/>
                  </a:lnTo>
                  <a:lnTo>
                    <a:pt x="4512219" y="1618885"/>
                  </a:lnTo>
                  <a:lnTo>
                    <a:pt x="4583841" y="1546029"/>
                  </a:lnTo>
                  <a:lnTo>
                    <a:pt x="4655464" y="1470327"/>
                  </a:lnTo>
                  <a:lnTo>
                    <a:pt x="4727086" y="1391668"/>
                  </a:lnTo>
                  <a:lnTo>
                    <a:pt x="4798709" y="1309935"/>
                  </a:lnTo>
                  <a:lnTo>
                    <a:pt x="4870331" y="1225010"/>
                  </a:lnTo>
                  <a:lnTo>
                    <a:pt x="4941954" y="1136766"/>
                  </a:lnTo>
                  <a:lnTo>
                    <a:pt x="5013576" y="1045075"/>
                  </a:lnTo>
                  <a:lnTo>
                    <a:pt x="5085199" y="949802"/>
                  </a:lnTo>
                  <a:lnTo>
                    <a:pt x="5156821" y="850807"/>
                  </a:lnTo>
                  <a:lnTo>
                    <a:pt x="5228444" y="747945"/>
                  </a:lnTo>
                  <a:lnTo>
                    <a:pt x="5300066" y="641063"/>
                  </a:lnTo>
                  <a:lnTo>
                    <a:pt x="5371689" y="530007"/>
                  </a:lnTo>
                  <a:lnTo>
                    <a:pt x="5443311" y="414611"/>
                  </a:lnTo>
                  <a:lnTo>
                    <a:pt x="5514934" y="294707"/>
                  </a:lnTo>
                  <a:lnTo>
                    <a:pt x="5586557" y="170119"/>
                  </a:lnTo>
                  <a:lnTo>
                    <a:pt x="5658179" y="40664"/>
                  </a:lnTo>
                  <a:lnTo>
                    <a:pt x="5679831" y="0"/>
                  </a:lnTo>
                  <a:lnTo>
                    <a:pt x="7090630" y="0"/>
                  </a:lnTo>
                  <a:lnTo>
                    <a:pt x="7090630" y="3476058"/>
                  </a:lnTo>
                  <a:lnTo>
                    <a:pt x="7019007" y="3475402"/>
                  </a:lnTo>
                  <a:lnTo>
                    <a:pt x="6947385" y="3474689"/>
                  </a:lnTo>
                  <a:lnTo>
                    <a:pt x="6875762" y="3473916"/>
                  </a:lnTo>
                  <a:lnTo>
                    <a:pt x="6804139" y="3473077"/>
                  </a:lnTo>
                  <a:lnTo>
                    <a:pt x="6732517" y="3472166"/>
                  </a:lnTo>
                  <a:lnTo>
                    <a:pt x="6660894" y="3471177"/>
                  </a:lnTo>
                  <a:lnTo>
                    <a:pt x="6589272" y="3470104"/>
                  </a:lnTo>
                  <a:lnTo>
                    <a:pt x="6517649" y="3468939"/>
                  </a:lnTo>
                  <a:lnTo>
                    <a:pt x="6446027" y="3467675"/>
                  </a:lnTo>
                  <a:lnTo>
                    <a:pt x="6374404" y="3466303"/>
                  </a:lnTo>
                  <a:lnTo>
                    <a:pt x="6302782" y="3464814"/>
                  </a:lnTo>
                  <a:lnTo>
                    <a:pt x="6231159" y="3463198"/>
                  </a:lnTo>
                  <a:lnTo>
                    <a:pt x="6159537" y="3461443"/>
                  </a:lnTo>
                  <a:lnTo>
                    <a:pt x="6087914" y="3459539"/>
                  </a:lnTo>
                  <a:lnTo>
                    <a:pt x="6016292" y="3457473"/>
                  </a:lnTo>
                  <a:lnTo>
                    <a:pt x="5944669" y="3455230"/>
                  </a:lnTo>
                  <a:lnTo>
                    <a:pt x="5873047" y="3452795"/>
                  </a:lnTo>
                  <a:lnTo>
                    <a:pt x="5801424" y="3450153"/>
                  </a:lnTo>
                  <a:lnTo>
                    <a:pt x="5729802" y="3447285"/>
                  </a:lnTo>
                  <a:lnTo>
                    <a:pt x="5658179" y="3444172"/>
                  </a:lnTo>
                  <a:lnTo>
                    <a:pt x="5586557" y="3440794"/>
                  </a:lnTo>
                  <a:lnTo>
                    <a:pt x="5514934" y="3437127"/>
                  </a:lnTo>
                  <a:lnTo>
                    <a:pt x="5443311" y="3433147"/>
                  </a:lnTo>
                  <a:lnTo>
                    <a:pt x="5371689" y="3428827"/>
                  </a:lnTo>
                  <a:lnTo>
                    <a:pt x="5300066" y="3424138"/>
                  </a:lnTo>
                  <a:lnTo>
                    <a:pt x="5228444" y="3419050"/>
                  </a:lnTo>
                  <a:lnTo>
                    <a:pt x="5156821" y="3413526"/>
                  </a:lnTo>
                  <a:lnTo>
                    <a:pt x="5085199" y="3407531"/>
                  </a:lnTo>
                  <a:lnTo>
                    <a:pt x="5013576" y="3401025"/>
                  </a:lnTo>
                  <a:lnTo>
                    <a:pt x="4941954" y="3393963"/>
                  </a:lnTo>
                  <a:lnTo>
                    <a:pt x="4870331" y="3386298"/>
                  </a:lnTo>
                  <a:lnTo>
                    <a:pt x="4798709" y="3377978"/>
                  </a:lnTo>
                  <a:lnTo>
                    <a:pt x="4727086" y="3368949"/>
                  </a:lnTo>
                  <a:lnTo>
                    <a:pt x="4655464" y="3359148"/>
                  </a:lnTo>
                  <a:lnTo>
                    <a:pt x="4583841" y="3348511"/>
                  </a:lnTo>
                  <a:lnTo>
                    <a:pt x="4512219" y="3336966"/>
                  </a:lnTo>
                  <a:lnTo>
                    <a:pt x="4440596" y="3324435"/>
                  </a:lnTo>
                  <a:lnTo>
                    <a:pt x="4368974" y="3310834"/>
                  </a:lnTo>
                  <a:lnTo>
                    <a:pt x="4297351" y="3296072"/>
                  </a:lnTo>
                  <a:lnTo>
                    <a:pt x="4225729" y="3280050"/>
                  </a:lnTo>
                  <a:lnTo>
                    <a:pt x="4154106" y="3262660"/>
                  </a:lnTo>
                  <a:lnTo>
                    <a:pt x="4082483" y="3243786"/>
                  </a:lnTo>
                  <a:lnTo>
                    <a:pt x="4010861" y="3223300"/>
                  </a:lnTo>
                  <a:lnTo>
                    <a:pt x="3939238" y="3201065"/>
                  </a:lnTo>
                  <a:lnTo>
                    <a:pt x="3867616" y="3176932"/>
                  </a:lnTo>
                  <a:lnTo>
                    <a:pt x="3795993" y="3150739"/>
                  </a:lnTo>
                  <a:lnTo>
                    <a:pt x="3724371" y="3122310"/>
                  </a:lnTo>
                  <a:lnTo>
                    <a:pt x="3652748" y="3091453"/>
                  </a:lnTo>
                  <a:lnTo>
                    <a:pt x="3581126" y="3057962"/>
                  </a:lnTo>
                  <a:lnTo>
                    <a:pt x="3509503" y="3021612"/>
                  </a:lnTo>
                  <a:lnTo>
                    <a:pt x="3437881" y="2982159"/>
                  </a:lnTo>
                  <a:lnTo>
                    <a:pt x="3366258" y="2939338"/>
                  </a:lnTo>
                  <a:lnTo>
                    <a:pt x="3294636" y="2892860"/>
                  </a:lnTo>
                  <a:lnTo>
                    <a:pt x="3223013" y="2842415"/>
                  </a:lnTo>
                  <a:lnTo>
                    <a:pt x="3151391" y="2787664"/>
                  </a:lnTo>
                  <a:lnTo>
                    <a:pt x="3079768" y="2728238"/>
                  </a:lnTo>
                  <a:lnTo>
                    <a:pt x="3008146" y="2663739"/>
                  </a:lnTo>
                  <a:lnTo>
                    <a:pt x="2936523" y="2681176"/>
                  </a:lnTo>
                  <a:lnTo>
                    <a:pt x="2864901" y="2711352"/>
                  </a:lnTo>
                  <a:lnTo>
                    <a:pt x="2793278" y="2740393"/>
                  </a:lnTo>
                  <a:lnTo>
                    <a:pt x="2721655" y="2768342"/>
                  </a:lnTo>
                  <a:lnTo>
                    <a:pt x="2650033" y="2795240"/>
                  </a:lnTo>
                  <a:lnTo>
                    <a:pt x="2578410" y="2821127"/>
                  </a:lnTo>
                  <a:lnTo>
                    <a:pt x="2506788" y="2846041"/>
                  </a:lnTo>
                  <a:lnTo>
                    <a:pt x="2435165" y="2870018"/>
                  </a:lnTo>
                  <a:lnTo>
                    <a:pt x="2363543" y="2893093"/>
                  </a:lnTo>
                  <a:lnTo>
                    <a:pt x="2291920" y="2915301"/>
                  </a:lnTo>
                  <a:lnTo>
                    <a:pt x="2220298" y="2936674"/>
                  </a:lnTo>
                  <a:lnTo>
                    <a:pt x="2148675" y="2957243"/>
                  </a:lnTo>
                  <a:lnTo>
                    <a:pt x="2077053" y="2977039"/>
                  </a:lnTo>
                  <a:lnTo>
                    <a:pt x="2005430" y="2996091"/>
                  </a:lnTo>
                  <a:lnTo>
                    <a:pt x="1933808" y="3014426"/>
                  </a:lnTo>
                  <a:lnTo>
                    <a:pt x="1862185" y="3032072"/>
                  </a:lnTo>
                  <a:lnTo>
                    <a:pt x="1790563" y="3049054"/>
                  </a:lnTo>
                  <a:lnTo>
                    <a:pt x="1718940" y="3065398"/>
                  </a:lnTo>
                  <a:lnTo>
                    <a:pt x="1647318" y="3081127"/>
                  </a:lnTo>
                  <a:lnTo>
                    <a:pt x="1575695" y="3096265"/>
                  </a:lnTo>
                  <a:lnTo>
                    <a:pt x="1504073" y="3110834"/>
                  </a:lnTo>
                  <a:lnTo>
                    <a:pt x="1432450" y="3124855"/>
                  </a:lnTo>
                  <a:lnTo>
                    <a:pt x="1360827" y="3138349"/>
                  </a:lnTo>
                  <a:lnTo>
                    <a:pt x="1289205" y="3151335"/>
                  </a:lnTo>
                  <a:lnTo>
                    <a:pt x="1217582" y="3163834"/>
                  </a:lnTo>
                  <a:lnTo>
                    <a:pt x="1145960" y="3175862"/>
                  </a:lnTo>
                  <a:lnTo>
                    <a:pt x="1074337" y="3187438"/>
                  </a:lnTo>
                  <a:lnTo>
                    <a:pt x="1002715" y="3198579"/>
                  </a:lnTo>
                  <a:lnTo>
                    <a:pt x="931092" y="3209301"/>
                  </a:lnTo>
                  <a:lnTo>
                    <a:pt x="859470" y="3219620"/>
                  </a:lnTo>
                  <a:lnTo>
                    <a:pt x="787847" y="3229550"/>
                  </a:lnTo>
                  <a:lnTo>
                    <a:pt x="716225" y="3239108"/>
                  </a:lnTo>
                  <a:lnTo>
                    <a:pt x="644602" y="3248306"/>
                  </a:lnTo>
                  <a:lnTo>
                    <a:pt x="572980" y="3257158"/>
                  </a:lnTo>
                  <a:lnTo>
                    <a:pt x="501357" y="3265678"/>
                  </a:lnTo>
                  <a:lnTo>
                    <a:pt x="429735" y="3273877"/>
                  </a:lnTo>
                  <a:lnTo>
                    <a:pt x="358112" y="3281768"/>
                  </a:lnTo>
                  <a:lnTo>
                    <a:pt x="286490" y="3289362"/>
                  </a:lnTo>
                  <a:lnTo>
                    <a:pt x="214867" y="3296670"/>
                  </a:lnTo>
                  <a:lnTo>
                    <a:pt x="143245" y="3303704"/>
                  </a:lnTo>
                  <a:lnTo>
                    <a:pt x="71622" y="3310473"/>
                  </a:lnTo>
                  <a:lnTo>
                    <a:pt x="0" y="331698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916182" y="2073503"/>
              <a:ext cx="3935698" cy="2649822"/>
            </a:xfrm>
            <a:custGeom>
              <a:avLst/>
              <a:pathLst>
                <a:path w="3935698" h="2649822">
                  <a:moveTo>
                    <a:pt x="0" y="0"/>
                  </a:moveTo>
                  <a:lnTo>
                    <a:pt x="46429" y="182689"/>
                  </a:lnTo>
                  <a:lnTo>
                    <a:pt x="118052" y="442340"/>
                  </a:lnTo>
                  <a:lnTo>
                    <a:pt x="189674" y="681567"/>
                  </a:lnTo>
                  <a:lnTo>
                    <a:pt x="261297" y="901977"/>
                  </a:lnTo>
                  <a:lnTo>
                    <a:pt x="332919" y="1105051"/>
                  </a:lnTo>
                  <a:lnTo>
                    <a:pt x="404542" y="1292151"/>
                  </a:lnTo>
                  <a:lnTo>
                    <a:pt x="476164" y="1464535"/>
                  </a:lnTo>
                  <a:lnTo>
                    <a:pt x="547787" y="1623360"/>
                  </a:lnTo>
                  <a:lnTo>
                    <a:pt x="619409" y="1769692"/>
                  </a:lnTo>
                  <a:lnTo>
                    <a:pt x="691032" y="1904514"/>
                  </a:lnTo>
                  <a:lnTo>
                    <a:pt x="762654" y="2028731"/>
                  </a:lnTo>
                  <a:lnTo>
                    <a:pt x="834277" y="2143178"/>
                  </a:lnTo>
                  <a:lnTo>
                    <a:pt x="905900" y="2248622"/>
                  </a:lnTo>
                  <a:lnTo>
                    <a:pt x="977522" y="2345773"/>
                  </a:lnTo>
                  <a:lnTo>
                    <a:pt x="1049145" y="2435283"/>
                  </a:lnTo>
                  <a:lnTo>
                    <a:pt x="1120767" y="2517751"/>
                  </a:lnTo>
                  <a:lnTo>
                    <a:pt x="1192390" y="2593733"/>
                  </a:lnTo>
                  <a:lnTo>
                    <a:pt x="1264012" y="2649822"/>
                  </a:lnTo>
                  <a:lnTo>
                    <a:pt x="1335635" y="2617243"/>
                  </a:lnTo>
                  <a:lnTo>
                    <a:pt x="1407257" y="2583390"/>
                  </a:lnTo>
                  <a:lnTo>
                    <a:pt x="1478880" y="2548216"/>
                  </a:lnTo>
                  <a:lnTo>
                    <a:pt x="1550502" y="2511667"/>
                  </a:lnTo>
                  <a:lnTo>
                    <a:pt x="1622125" y="2473690"/>
                  </a:lnTo>
                  <a:lnTo>
                    <a:pt x="1693747" y="2434229"/>
                  </a:lnTo>
                  <a:lnTo>
                    <a:pt x="1765370" y="2393227"/>
                  </a:lnTo>
                  <a:lnTo>
                    <a:pt x="1836992" y="2350623"/>
                  </a:lnTo>
                  <a:lnTo>
                    <a:pt x="1908615" y="2306355"/>
                  </a:lnTo>
                  <a:lnTo>
                    <a:pt x="1980237" y="2260357"/>
                  </a:lnTo>
                  <a:lnTo>
                    <a:pt x="2051860" y="2212562"/>
                  </a:lnTo>
                  <a:lnTo>
                    <a:pt x="2123482" y="2162900"/>
                  </a:lnTo>
                  <a:lnTo>
                    <a:pt x="2195105" y="2111298"/>
                  </a:lnTo>
                  <a:lnTo>
                    <a:pt x="2266728" y="2057679"/>
                  </a:lnTo>
                  <a:lnTo>
                    <a:pt x="2338350" y="2001966"/>
                  </a:lnTo>
                  <a:lnTo>
                    <a:pt x="2409973" y="1944077"/>
                  </a:lnTo>
                  <a:lnTo>
                    <a:pt x="2481595" y="1883925"/>
                  </a:lnTo>
                  <a:lnTo>
                    <a:pt x="2553218" y="1821424"/>
                  </a:lnTo>
                  <a:lnTo>
                    <a:pt x="2624840" y="1756481"/>
                  </a:lnTo>
                  <a:lnTo>
                    <a:pt x="2696463" y="1689001"/>
                  </a:lnTo>
                  <a:lnTo>
                    <a:pt x="2768085" y="1618885"/>
                  </a:lnTo>
                  <a:lnTo>
                    <a:pt x="2839708" y="1546029"/>
                  </a:lnTo>
                  <a:lnTo>
                    <a:pt x="2911330" y="1470327"/>
                  </a:lnTo>
                  <a:lnTo>
                    <a:pt x="2982953" y="1391668"/>
                  </a:lnTo>
                  <a:lnTo>
                    <a:pt x="3054575" y="1309935"/>
                  </a:lnTo>
                  <a:lnTo>
                    <a:pt x="3126198" y="1225010"/>
                  </a:lnTo>
                  <a:lnTo>
                    <a:pt x="3197820" y="1136766"/>
                  </a:lnTo>
                  <a:lnTo>
                    <a:pt x="3269443" y="1045075"/>
                  </a:lnTo>
                  <a:lnTo>
                    <a:pt x="3341065" y="949802"/>
                  </a:lnTo>
                  <a:lnTo>
                    <a:pt x="3412688" y="850807"/>
                  </a:lnTo>
                  <a:lnTo>
                    <a:pt x="3484310" y="747945"/>
                  </a:lnTo>
                  <a:lnTo>
                    <a:pt x="3555933" y="641063"/>
                  </a:lnTo>
                  <a:lnTo>
                    <a:pt x="3627556" y="530007"/>
                  </a:lnTo>
                  <a:lnTo>
                    <a:pt x="3699178" y="414611"/>
                  </a:lnTo>
                  <a:lnTo>
                    <a:pt x="3770801" y="294707"/>
                  </a:lnTo>
                  <a:lnTo>
                    <a:pt x="3842423" y="170119"/>
                  </a:lnTo>
                  <a:lnTo>
                    <a:pt x="3914046" y="40664"/>
                  </a:lnTo>
                  <a:lnTo>
                    <a:pt x="393569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7242"/>
              <a:ext cx="7090630" cy="812319"/>
            </a:xfrm>
            <a:custGeom>
              <a:avLst/>
              <a:pathLst>
                <a:path w="7090630" h="812319">
                  <a:moveTo>
                    <a:pt x="7090630" y="812319"/>
                  </a:moveTo>
                  <a:lnTo>
                    <a:pt x="7019007" y="811662"/>
                  </a:lnTo>
                  <a:lnTo>
                    <a:pt x="6947385" y="810950"/>
                  </a:lnTo>
                  <a:lnTo>
                    <a:pt x="6875762" y="810177"/>
                  </a:lnTo>
                  <a:lnTo>
                    <a:pt x="6804139" y="809337"/>
                  </a:lnTo>
                  <a:lnTo>
                    <a:pt x="6732517" y="808426"/>
                  </a:lnTo>
                  <a:lnTo>
                    <a:pt x="6660894" y="807438"/>
                  </a:lnTo>
                  <a:lnTo>
                    <a:pt x="6589272" y="806365"/>
                  </a:lnTo>
                  <a:lnTo>
                    <a:pt x="6517649" y="805200"/>
                  </a:lnTo>
                  <a:lnTo>
                    <a:pt x="6446027" y="803936"/>
                  </a:lnTo>
                  <a:lnTo>
                    <a:pt x="6374404" y="802564"/>
                  </a:lnTo>
                  <a:lnTo>
                    <a:pt x="6302782" y="801075"/>
                  </a:lnTo>
                  <a:lnTo>
                    <a:pt x="6231159" y="799458"/>
                  </a:lnTo>
                  <a:lnTo>
                    <a:pt x="6159537" y="797704"/>
                  </a:lnTo>
                  <a:lnTo>
                    <a:pt x="6087914" y="795800"/>
                  </a:lnTo>
                  <a:lnTo>
                    <a:pt x="6016292" y="793733"/>
                  </a:lnTo>
                  <a:lnTo>
                    <a:pt x="5944669" y="791490"/>
                  </a:lnTo>
                  <a:lnTo>
                    <a:pt x="5873047" y="789056"/>
                  </a:lnTo>
                  <a:lnTo>
                    <a:pt x="5801424" y="786414"/>
                  </a:lnTo>
                  <a:lnTo>
                    <a:pt x="5729802" y="783546"/>
                  </a:lnTo>
                  <a:lnTo>
                    <a:pt x="5658179" y="780433"/>
                  </a:lnTo>
                  <a:lnTo>
                    <a:pt x="5586557" y="777054"/>
                  </a:lnTo>
                  <a:lnTo>
                    <a:pt x="5514934" y="773387"/>
                  </a:lnTo>
                  <a:lnTo>
                    <a:pt x="5443311" y="769407"/>
                  </a:lnTo>
                  <a:lnTo>
                    <a:pt x="5371689" y="765088"/>
                  </a:lnTo>
                  <a:lnTo>
                    <a:pt x="5300066" y="760399"/>
                  </a:lnTo>
                  <a:lnTo>
                    <a:pt x="5228444" y="755310"/>
                  </a:lnTo>
                  <a:lnTo>
                    <a:pt x="5156821" y="749787"/>
                  </a:lnTo>
                  <a:lnTo>
                    <a:pt x="5085199" y="743792"/>
                  </a:lnTo>
                  <a:lnTo>
                    <a:pt x="5013576" y="737285"/>
                  </a:lnTo>
                  <a:lnTo>
                    <a:pt x="4941954" y="730223"/>
                  </a:lnTo>
                  <a:lnTo>
                    <a:pt x="4870331" y="722558"/>
                  </a:lnTo>
                  <a:lnTo>
                    <a:pt x="4798709" y="714239"/>
                  </a:lnTo>
                  <a:lnTo>
                    <a:pt x="4727086" y="705209"/>
                  </a:lnTo>
                  <a:lnTo>
                    <a:pt x="4655464" y="695409"/>
                  </a:lnTo>
                  <a:lnTo>
                    <a:pt x="4583841" y="684772"/>
                  </a:lnTo>
                  <a:lnTo>
                    <a:pt x="4512219" y="673227"/>
                  </a:lnTo>
                  <a:lnTo>
                    <a:pt x="4440596" y="660696"/>
                  </a:lnTo>
                  <a:lnTo>
                    <a:pt x="4368974" y="647095"/>
                  </a:lnTo>
                  <a:lnTo>
                    <a:pt x="4297351" y="632333"/>
                  </a:lnTo>
                  <a:lnTo>
                    <a:pt x="4225729" y="616311"/>
                  </a:lnTo>
                  <a:lnTo>
                    <a:pt x="4154106" y="598921"/>
                  </a:lnTo>
                  <a:lnTo>
                    <a:pt x="4082483" y="580047"/>
                  </a:lnTo>
                  <a:lnTo>
                    <a:pt x="4010861" y="559561"/>
                  </a:lnTo>
                  <a:lnTo>
                    <a:pt x="3939238" y="537326"/>
                  </a:lnTo>
                  <a:lnTo>
                    <a:pt x="3867616" y="513193"/>
                  </a:lnTo>
                  <a:lnTo>
                    <a:pt x="3795993" y="487000"/>
                  </a:lnTo>
                  <a:lnTo>
                    <a:pt x="3724371" y="458570"/>
                  </a:lnTo>
                  <a:lnTo>
                    <a:pt x="3652748" y="427714"/>
                  </a:lnTo>
                  <a:lnTo>
                    <a:pt x="3581126" y="394223"/>
                  </a:lnTo>
                  <a:lnTo>
                    <a:pt x="3509503" y="357873"/>
                  </a:lnTo>
                  <a:lnTo>
                    <a:pt x="3437881" y="318420"/>
                  </a:lnTo>
                  <a:lnTo>
                    <a:pt x="3366258" y="275598"/>
                  </a:lnTo>
                  <a:lnTo>
                    <a:pt x="3294636" y="229121"/>
                  </a:lnTo>
                  <a:lnTo>
                    <a:pt x="3223013" y="178676"/>
                  </a:lnTo>
                  <a:lnTo>
                    <a:pt x="3151391" y="123924"/>
                  </a:lnTo>
                  <a:lnTo>
                    <a:pt x="3079768" y="64499"/>
                  </a:lnTo>
                  <a:lnTo>
                    <a:pt x="3008146" y="0"/>
                  </a:lnTo>
                  <a:lnTo>
                    <a:pt x="2936523" y="17437"/>
                  </a:lnTo>
                  <a:lnTo>
                    <a:pt x="2864901" y="47613"/>
                  </a:lnTo>
                  <a:lnTo>
                    <a:pt x="2793278" y="76654"/>
                  </a:lnTo>
                  <a:lnTo>
                    <a:pt x="2721655" y="104603"/>
                  </a:lnTo>
                  <a:lnTo>
                    <a:pt x="2650033" y="131501"/>
                  </a:lnTo>
                  <a:lnTo>
                    <a:pt x="2578410" y="157388"/>
                  </a:lnTo>
                  <a:lnTo>
                    <a:pt x="2506788" y="182302"/>
                  </a:lnTo>
                  <a:lnTo>
                    <a:pt x="2435165" y="206279"/>
                  </a:lnTo>
                  <a:lnTo>
                    <a:pt x="2363543" y="229354"/>
                  </a:lnTo>
                  <a:lnTo>
                    <a:pt x="2291920" y="251562"/>
                  </a:lnTo>
                  <a:lnTo>
                    <a:pt x="2220298" y="272935"/>
                  </a:lnTo>
                  <a:lnTo>
                    <a:pt x="2148675" y="293504"/>
                  </a:lnTo>
                  <a:lnTo>
                    <a:pt x="2077053" y="313300"/>
                  </a:lnTo>
                  <a:lnTo>
                    <a:pt x="2005430" y="332351"/>
                  </a:lnTo>
                  <a:lnTo>
                    <a:pt x="1933808" y="350686"/>
                  </a:lnTo>
                  <a:lnTo>
                    <a:pt x="1862185" y="368332"/>
                  </a:lnTo>
                  <a:lnTo>
                    <a:pt x="1790563" y="385315"/>
                  </a:lnTo>
                  <a:lnTo>
                    <a:pt x="1718940" y="401659"/>
                  </a:lnTo>
                  <a:lnTo>
                    <a:pt x="1647318" y="417388"/>
                  </a:lnTo>
                  <a:lnTo>
                    <a:pt x="1575695" y="432526"/>
                  </a:lnTo>
                  <a:lnTo>
                    <a:pt x="1504073" y="447095"/>
                  </a:lnTo>
                  <a:lnTo>
                    <a:pt x="1432450" y="461116"/>
                  </a:lnTo>
                  <a:lnTo>
                    <a:pt x="1360827" y="474610"/>
                  </a:lnTo>
                  <a:lnTo>
                    <a:pt x="1289205" y="487596"/>
                  </a:lnTo>
                  <a:lnTo>
                    <a:pt x="1217582" y="500094"/>
                  </a:lnTo>
                  <a:lnTo>
                    <a:pt x="1145960" y="512123"/>
                  </a:lnTo>
                  <a:lnTo>
                    <a:pt x="1074337" y="523699"/>
                  </a:lnTo>
                  <a:lnTo>
                    <a:pt x="1002715" y="534839"/>
                  </a:lnTo>
                  <a:lnTo>
                    <a:pt x="931092" y="545561"/>
                  </a:lnTo>
                  <a:lnTo>
                    <a:pt x="859470" y="555880"/>
                  </a:lnTo>
                  <a:lnTo>
                    <a:pt x="787847" y="565811"/>
                  </a:lnTo>
                  <a:lnTo>
                    <a:pt x="716225" y="575368"/>
                  </a:lnTo>
                  <a:lnTo>
                    <a:pt x="644602" y="584567"/>
                  </a:lnTo>
                  <a:lnTo>
                    <a:pt x="572980" y="593419"/>
                  </a:lnTo>
                  <a:lnTo>
                    <a:pt x="501357" y="601938"/>
                  </a:lnTo>
                  <a:lnTo>
                    <a:pt x="429735" y="610137"/>
                  </a:lnTo>
                  <a:lnTo>
                    <a:pt x="358112" y="618028"/>
                  </a:lnTo>
                  <a:lnTo>
                    <a:pt x="286490" y="625622"/>
                  </a:lnTo>
                  <a:lnTo>
                    <a:pt x="214867" y="632931"/>
                  </a:lnTo>
                  <a:lnTo>
                    <a:pt x="143245" y="639965"/>
                  </a:lnTo>
                  <a:lnTo>
                    <a:pt x="71622" y="646734"/>
                  </a:lnTo>
                  <a:lnTo>
                    <a:pt x="0" y="6532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491385"/>
              <a:ext cx="7090630" cy="1827175"/>
            </a:xfrm>
            <a:custGeom>
              <a:avLst/>
              <a:pathLst>
                <a:path w="7090630" h="1827175">
                  <a:moveTo>
                    <a:pt x="0" y="0"/>
                  </a:moveTo>
                  <a:lnTo>
                    <a:pt x="71622" y="44547"/>
                  </a:lnTo>
                  <a:lnTo>
                    <a:pt x="143245" y="88134"/>
                  </a:lnTo>
                  <a:lnTo>
                    <a:pt x="214867" y="130780"/>
                  </a:lnTo>
                  <a:lnTo>
                    <a:pt x="286490" y="172508"/>
                  </a:lnTo>
                  <a:lnTo>
                    <a:pt x="358112" y="213335"/>
                  </a:lnTo>
                  <a:lnTo>
                    <a:pt x="429735" y="253282"/>
                  </a:lnTo>
                  <a:lnTo>
                    <a:pt x="501357" y="292368"/>
                  </a:lnTo>
                  <a:lnTo>
                    <a:pt x="572980" y="330611"/>
                  </a:lnTo>
                  <a:lnTo>
                    <a:pt x="644602" y="368029"/>
                  </a:lnTo>
                  <a:lnTo>
                    <a:pt x="716225" y="404640"/>
                  </a:lnTo>
                  <a:lnTo>
                    <a:pt x="787847" y="440462"/>
                  </a:lnTo>
                  <a:lnTo>
                    <a:pt x="859470" y="475511"/>
                  </a:lnTo>
                  <a:lnTo>
                    <a:pt x="931092" y="509805"/>
                  </a:lnTo>
                  <a:lnTo>
                    <a:pt x="1002715" y="543359"/>
                  </a:lnTo>
                  <a:lnTo>
                    <a:pt x="1074337" y="576190"/>
                  </a:lnTo>
                  <a:lnTo>
                    <a:pt x="1145960" y="608312"/>
                  </a:lnTo>
                  <a:lnTo>
                    <a:pt x="1217582" y="639742"/>
                  </a:lnTo>
                  <a:lnTo>
                    <a:pt x="1289205" y="670495"/>
                  </a:lnTo>
                  <a:lnTo>
                    <a:pt x="1360827" y="700584"/>
                  </a:lnTo>
                  <a:lnTo>
                    <a:pt x="1432450" y="730024"/>
                  </a:lnTo>
                  <a:lnTo>
                    <a:pt x="1504073" y="758829"/>
                  </a:lnTo>
                  <a:lnTo>
                    <a:pt x="1575695" y="787014"/>
                  </a:lnTo>
                  <a:lnTo>
                    <a:pt x="1647318" y="814590"/>
                  </a:lnTo>
                  <a:lnTo>
                    <a:pt x="1718940" y="841572"/>
                  </a:lnTo>
                  <a:lnTo>
                    <a:pt x="1790563" y="867972"/>
                  </a:lnTo>
                  <a:lnTo>
                    <a:pt x="1862185" y="893803"/>
                  </a:lnTo>
                  <a:lnTo>
                    <a:pt x="1933808" y="919077"/>
                  </a:lnTo>
                  <a:lnTo>
                    <a:pt x="2005430" y="943805"/>
                  </a:lnTo>
                  <a:lnTo>
                    <a:pt x="2077053" y="968001"/>
                  </a:lnTo>
                  <a:lnTo>
                    <a:pt x="2148675" y="991675"/>
                  </a:lnTo>
                  <a:lnTo>
                    <a:pt x="2220298" y="1014838"/>
                  </a:lnTo>
                  <a:lnTo>
                    <a:pt x="2291920" y="1037502"/>
                  </a:lnTo>
                  <a:lnTo>
                    <a:pt x="2363543" y="1059677"/>
                  </a:lnTo>
                  <a:lnTo>
                    <a:pt x="2435165" y="1081374"/>
                  </a:lnTo>
                  <a:lnTo>
                    <a:pt x="2506788" y="1102603"/>
                  </a:lnTo>
                  <a:lnTo>
                    <a:pt x="2578410" y="1123374"/>
                  </a:lnTo>
                  <a:lnTo>
                    <a:pt x="2650033" y="1143698"/>
                  </a:lnTo>
                  <a:lnTo>
                    <a:pt x="2721655" y="1163583"/>
                  </a:lnTo>
                  <a:lnTo>
                    <a:pt x="2793278" y="1183039"/>
                  </a:lnTo>
                  <a:lnTo>
                    <a:pt x="2864901" y="1202076"/>
                  </a:lnTo>
                  <a:lnTo>
                    <a:pt x="2936523" y="1220702"/>
                  </a:lnTo>
                  <a:lnTo>
                    <a:pt x="3008146" y="1238927"/>
                  </a:lnTo>
                  <a:lnTo>
                    <a:pt x="3079768" y="1256759"/>
                  </a:lnTo>
                  <a:lnTo>
                    <a:pt x="3151391" y="1274206"/>
                  </a:lnTo>
                  <a:lnTo>
                    <a:pt x="3223013" y="1291277"/>
                  </a:lnTo>
                  <a:lnTo>
                    <a:pt x="3294636" y="1307980"/>
                  </a:lnTo>
                  <a:lnTo>
                    <a:pt x="3366258" y="1324322"/>
                  </a:lnTo>
                  <a:lnTo>
                    <a:pt x="3437881" y="1340312"/>
                  </a:lnTo>
                  <a:lnTo>
                    <a:pt x="3509503" y="1355958"/>
                  </a:lnTo>
                  <a:lnTo>
                    <a:pt x="3581126" y="1371266"/>
                  </a:lnTo>
                  <a:lnTo>
                    <a:pt x="3652748" y="1386244"/>
                  </a:lnTo>
                  <a:lnTo>
                    <a:pt x="3724371" y="1400899"/>
                  </a:lnTo>
                  <a:lnTo>
                    <a:pt x="3795993" y="1415238"/>
                  </a:lnTo>
                  <a:lnTo>
                    <a:pt x="3867616" y="1429268"/>
                  </a:lnTo>
                  <a:lnTo>
                    <a:pt x="3939238" y="1442995"/>
                  </a:lnTo>
                  <a:lnTo>
                    <a:pt x="4010861" y="1456426"/>
                  </a:lnTo>
                  <a:lnTo>
                    <a:pt x="4082483" y="1469568"/>
                  </a:lnTo>
                  <a:lnTo>
                    <a:pt x="4154106" y="1482426"/>
                  </a:lnTo>
                  <a:lnTo>
                    <a:pt x="4225729" y="1495007"/>
                  </a:lnTo>
                  <a:lnTo>
                    <a:pt x="4297351" y="1507317"/>
                  </a:lnTo>
                  <a:lnTo>
                    <a:pt x="4368974" y="1519361"/>
                  </a:lnTo>
                  <a:lnTo>
                    <a:pt x="4440596" y="1531146"/>
                  </a:lnTo>
                  <a:lnTo>
                    <a:pt x="4512219" y="1542676"/>
                  </a:lnTo>
                  <a:lnTo>
                    <a:pt x="4583841" y="1553958"/>
                  </a:lnTo>
                  <a:lnTo>
                    <a:pt x="4655464" y="1564996"/>
                  </a:lnTo>
                  <a:lnTo>
                    <a:pt x="4727086" y="1575797"/>
                  </a:lnTo>
                  <a:lnTo>
                    <a:pt x="4798709" y="1586364"/>
                  </a:lnTo>
                  <a:lnTo>
                    <a:pt x="4870331" y="1596704"/>
                  </a:lnTo>
                  <a:lnTo>
                    <a:pt x="4941954" y="1606821"/>
                  </a:lnTo>
                  <a:lnTo>
                    <a:pt x="5013576" y="1616719"/>
                  </a:lnTo>
                  <a:lnTo>
                    <a:pt x="5085199" y="1626404"/>
                  </a:lnTo>
                  <a:lnTo>
                    <a:pt x="5156821" y="1635881"/>
                  </a:lnTo>
                  <a:lnTo>
                    <a:pt x="5228444" y="1645153"/>
                  </a:lnTo>
                  <a:lnTo>
                    <a:pt x="5300066" y="1654225"/>
                  </a:lnTo>
                  <a:lnTo>
                    <a:pt x="5371689" y="1663101"/>
                  </a:lnTo>
                  <a:lnTo>
                    <a:pt x="5443311" y="1671786"/>
                  </a:lnTo>
                  <a:lnTo>
                    <a:pt x="5514934" y="1680284"/>
                  </a:lnTo>
                  <a:lnTo>
                    <a:pt x="5586557" y="1688598"/>
                  </a:lnTo>
                  <a:lnTo>
                    <a:pt x="5658179" y="1696733"/>
                  </a:lnTo>
                  <a:lnTo>
                    <a:pt x="5729802" y="1704693"/>
                  </a:lnTo>
                  <a:lnTo>
                    <a:pt x="5801424" y="1712481"/>
                  </a:lnTo>
                  <a:lnTo>
                    <a:pt x="5873047" y="1720101"/>
                  </a:lnTo>
                  <a:lnTo>
                    <a:pt x="5944669" y="1727557"/>
                  </a:lnTo>
                  <a:lnTo>
                    <a:pt x="6016292" y="1734852"/>
                  </a:lnTo>
                  <a:lnTo>
                    <a:pt x="6087914" y="1741990"/>
                  </a:lnTo>
                  <a:lnTo>
                    <a:pt x="6159537" y="1748974"/>
                  </a:lnTo>
                  <a:lnTo>
                    <a:pt x="6231159" y="1755807"/>
                  </a:lnTo>
                  <a:lnTo>
                    <a:pt x="6302782" y="1762493"/>
                  </a:lnTo>
                  <a:lnTo>
                    <a:pt x="6374404" y="1769035"/>
                  </a:lnTo>
                  <a:lnTo>
                    <a:pt x="6446027" y="1775436"/>
                  </a:lnTo>
                  <a:lnTo>
                    <a:pt x="6517649" y="1781698"/>
                  </a:lnTo>
                  <a:lnTo>
                    <a:pt x="6589272" y="1787826"/>
                  </a:lnTo>
                  <a:lnTo>
                    <a:pt x="6660894" y="1793821"/>
                  </a:lnTo>
                  <a:lnTo>
                    <a:pt x="6732517" y="1799688"/>
                  </a:lnTo>
                  <a:lnTo>
                    <a:pt x="6804139" y="1805427"/>
                  </a:lnTo>
                  <a:lnTo>
                    <a:pt x="6875762" y="1811043"/>
                  </a:lnTo>
                  <a:lnTo>
                    <a:pt x="6947385" y="1816538"/>
                  </a:lnTo>
                  <a:lnTo>
                    <a:pt x="7019007" y="1821914"/>
                  </a:lnTo>
                  <a:lnTo>
                    <a:pt x="7090630" y="182717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4892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1.32 (0.62-2.81), p_Bonf = 1.000 (n = 6)  |  per IQR decline (Δ = 27.2 %): 2.11 (0.27-16.57)  |  IQR: [-12.3,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411434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2026-10-09T11:57:49Z</dcterms:modified>
  <cp:category/>
</cp:coreProperties>
</file>