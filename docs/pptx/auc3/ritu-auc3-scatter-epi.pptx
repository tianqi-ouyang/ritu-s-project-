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9092" y="548090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9092" y="480740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9092" y="4133910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9092" y="3460412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9092" y="278691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79092" y="211341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5623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451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6127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39106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9092" y="514415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9092" y="447065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9092" y="3797161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9092" y="3123663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79092" y="245016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16710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9453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72365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0192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28019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599584" y="32613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114536" y="5200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370986" y="47916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876132" y="44142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125292" y="39997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114737" y="45030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451247" y="46395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801762" y="5204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729103" y="44919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866537" y="49182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6380701" y="41780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363337" y="4774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441345" y="3922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676261" y="44138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64529" y="51288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6762501" y="4439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075025" y="54672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980776" y="4539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871115" y="49430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262967" y="4236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847566" y="47492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950838" y="39939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362517" y="46877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907151" y="44766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901559" y="52143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346646" y="43385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201440" y="43264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886329" y="53975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6396506" y="42316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074094" y="53773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5148767" y="4627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798188" y="43826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689064" y="48554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049298" y="41485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5213768" y="45733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685750" y="48401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112606" y="39892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040867" y="48344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5003408" y="4261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512385" y="5082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5210086" y="4491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101425" y="48629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811273" y="34568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177331" y="47759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944335" y="49324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734771" y="4149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7386089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686488" y="4931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726739" y="48325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776174" y="44840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405111" y="52518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761250" y="4349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576021" y="5524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827414" y="4058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418843" y="39813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5857854" y="47001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5076793" y="5216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840172" y="4299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564012" y="51863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6388124" y="43690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5115725" y="39501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5098719" y="4171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576524" y="44958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500090" y="46429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700119" y="3687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722816" y="44032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164271" y="5246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5348901" y="44544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5363644" y="53522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4681261" y="49470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443902" y="45377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5533401" y="51440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988719" y="45340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379652" y="3884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1506444" y="3857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941066" y="54017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484187" y="5002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278964" y="51232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173837" y="4187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976231" y="4166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252278" y="51072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5182527" y="42184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4716607" y="43037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149368" y="53553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883698" y="5409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6323627" y="52880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6761034" y="4780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7412194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5830653" y="48901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193491" y="2045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726157" y="48812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5655592" y="41929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436397" y="4499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907610" y="38555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471412" y="4410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539365" y="42643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974482" y="33446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6951102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772039" y="36465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825470" y="44339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392798" y="43531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5427052" y="45018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487776" y="49263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771643" y="41211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131855" y="49592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7477049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7488672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5750374" y="3748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6235362" y="42175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5194212" y="4335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5279707" y="34274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771538" y="46247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20380" y="46251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096971" y="30333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2353377" y="44468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3546691" y="4723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490142" y="28892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412309" y="35178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455975" y="39744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354023" y="4721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234549" y="37159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531611" y="41811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6799783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713945" y="38310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499290" y="3898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6605095" y="50382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6928671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333344" y="35284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2810227" y="46543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254128" y="52371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8245197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301453" y="34309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482517" y="47723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5783996" y="53674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5974749" y="39013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751977" y="45332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6896496" y="48176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654191" y="4849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5537737" y="46621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7374190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7808714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5015370" y="3821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1326279" y="4107257"/>
              <a:ext cx="6943744" cy="802940"/>
            </a:xfrm>
            <a:custGeom>
              <a:avLst/>
              <a:pathLst>
                <a:path w="6943744" h="802940">
                  <a:moveTo>
                    <a:pt x="0" y="0"/>
                  </a:moveTo>
                  <a:lnTo>
                    <a:pt x="87895" y="9283"/>
                  </a:lnTo>
                  <a:lnTo>
                    <a:pt x="175790" y="18545"/>
                  </a:lnTo>
                  <a:lnTo>
                    <a:pt x="263686" y="27785"/>
                  </a:lnTo>
                  <a:lnTo>
                    <a:pt x="351581" y="36999"/>
                  </a:lnTo>
                  <a:lnTo>
                    <a:pt x="439477" y="46188"/>
                  </a:lnTo>
                  <a:lnTo>
                    <a:pt x="527372" y="55348"/>
                  </a:lnTo>
                  <a:lnTo>
                    <a:pt x="615268" y="64478"/>
                  </a:lnTo>
                  <a:lnTo>
                    <a:pt x="703163" y="73574"/>
                  </a:lnTo>
                  <a:lnTo>
                    <a:pt x="791059" y="82635"/>
                  </a:lnTo>
                  <a:lnTo>
                    <a:pt x="878954" y="91658"/>
                  </a:lnTo>
                  <a:lnTo>
                    <a:pt x="966850" y="100638"/>
                  </a:lnTo>
                  <a:lnTo>
                    <a:pt x="1054745" y="109573"/>
                  </a:lnTo>
                  <a:lnTo>
                    <a:pt x="1142641" y="118459"/>
                  </a:lnTo>
                  <a:lnTo>
                    <a:pt x="1230536" y="127290"/>
                  </a:lnTo>
                  <a:lnTo>
                    <a:pt x="1318432" y="136063"/>
                  </a:lnTo>
                  <a:lnTo>
                    <a:pt x="1406327" y="144771"/>
                  </a:lnTo>
                  <a:lnTo>
                    <a:pt x="1494223" y="153409"/>
                  </a:lnTo>
                  <a:lnTo>
                    <a:pt x="1582118" y="161970"/>
                  </a:lnTo>
                  <a:lnTo>
                    <a:pt x="1670014" y="170445"/>
                  </a:lnTo>
                  <a:lnTo>
                    <a:pt x="1757909" y="178827"/>
                  </a:lnTo>
                  <a:lnTo>
                    <a:pt x="1845805" y="187107"/>
                  </a:lnTo>
                  <a:lnTo>
                    <a:pt x="1933700" y="195272"/>
                  </a:lnTo>
                  <a:lnTo>
                    <a:pt x="2021596" y="203313"/>
                  </a:lnTo>
                  <a:lnTo>
                    <a:pt x="2109491" y="211215"/>
                  </a:lnTo>
                  <a:lnTo>
                    <a:pt x="2197387" y="218964"/>
                  </a:lnTo>
                  <a:lnTo>
                    <a:pt x="2285282" y="226545"/>
                  </a:lnTo>
                  <a:lnTo>
                    <a:pt x="2373178" y="233940"/>
                  </a:lnTo>
                  <a:lnTo>
                    <a:pt x="2461073" y="241129"/>
                  </a:lnTo>
                  <a:lnTo>
                    <a:pt x="2548969" y="248093"/>
                  </a:lnTo>
                  <a:lnTo>
                    <a:pt x="2636864" y="254809"/>
                  </a:lnTo>
                  <a:lnTo>
                    <a:pt x="2724760" y="261255"/>
                  </a:lnTo>
                  <a:lnTo>
                    <a:pt x="2812655" y="267407"/>
                  </a:lnTo>
                  <a:lnTo>
                    <a:pt x="2900551" y="273241"/>
                  </a:lnTo>
                  <a:lnTo>
                    <a:pt x="2988446" y="278735"/>
                  </a:lnTo>
                  <a:lnTo>
                    <a:pt x="3076342" y="283867"/>
                  </a:lnTo>
                  <a:lnTo>
                    <a:pt x="3164237" y="288618"/>
                  </a:lnTo>
                  <a:lnTo>
                    <a:pt x="3252133" y="292972"/>
                  </a:lnTo>
                  <a:lnTo>
                    <a:pt x="3340028" y="296919"/>
                  </a:lnTo>
                  <a:lnTo>
                    <a:pt x="3427924" y="300450"/>
                  </a:lnTo>
                  <a:lnTo>
                    <a:pt x="3515819" y="303565"/>
                  </a:lnTo>
                  <a:lnTo>
                    <a:pt x="3603715" y="306269"/>
                  </a:lnTo>
                  <a:lnTo>
                    <a:pt x="3691610" y="308570"/>
                  </a:lnTo>
                  <a:lnTo>
                    <a:pt x="3779506" y="310483"/>
                  </a:lnTo>
                  <a:lnTo>
                    <a:pt x="3867401" y="312025"/>
                  </a:lnTo>
                  <a:lnTo>
                    <a:pt x="3955297" y="313218"/>
                  </a:lnTo>
                  <a:lnTo>
                    <a:pt x="4043192" y="314082"/>
                  </a:lnTo>
                  <a:lnTo>
                    <a:pt x="4131088" y="314643"/>
                  </a:lnTo>
                  <a:lnTo>
                    <a:pt x="4218983" y="314923"/>
                  </a:lnTo>
                  <a:lnTo>
                    <a:pt x="4306879" y="314945"/>
                  </a:lnTo>
                  <a:lnTo>
                    <a:pt x="4394774" y="314733"/>
                  </a:lnTo>
                  <a:lnTo>
                    <a:pt x="4482670" y="314307"/>
                  </a:lnTo>
                  <a:lnTo>
                    <a:pt x="4570565" y="313686"/>
                  </a:lnTo>
                  <a:lnTo>
                    <a:pt x="4658461" y="312890"/>
                  </a:lnTo>
                  <a:lnTo>
                    <a:pt x="4746356" y="311933"/>
                  </a:lnTo>
                  <a:lnTo>
                    <a:pt x="4834252" y="310833"/>
                  </a:lnTo>
                  <a:lnTo>
                    <a:pt x="4922147" y="309601"/>
                  </a:lnTo>
                  <a:lnTo>
                    <a:pt x="5010043" y="308252"/>
                  </a:lnTo>
                  <a:lnTo>
                    <a:pt x="5097938" y="306794"/>
                  </a:lnTo>
                  <a:lnTo>
                    <a:pt x="5185834" y="305240"/>
                  </a:lnTo>
                  <a:lnTo>
                    <a:pt x="5273729" y="303596"/>
                  </a:lnTo>
                  <a:lnTo>
                    <a:pt x="5361625" y="301873"/>
                  </a:lnTo>
                  <a:lnTo>
                    <a:pt x="5449520" y="300076"/>
                  </a:lnTo>
                  <a:lnTo>
                    <a:pt x="5537416" y="298212"/>
                  </a:lnTo>
                  <a:lnTo>
                    <a:pt x="5625311" y="296286"/>
                  </a:lnTo>
                  <a:lnTo>
                    <a:pt x="5713207" y="294305"/>
                  </a:lnTo>
                  <a:lnTo>
                    <a:pt x="5801102" y="292273"/>
                  </a:lnTo>
                  <a:lnTo>
                    <a:pt x="5888998" y="290193"/>
                  </a:lnTo>
                  <a:lnTo>
                    <a:pt x="5976893" y="288070"/>
                  </a:lnTo>
                  <a:lnTo>
                    <a:pt x="6064789" y="285907"/>
                  </a:lnTo>
                  <a:lnTo>
                    <a:pt x="6152684" y="283706"/>
                  </a:lnTo>
                  <a:lnTo>
                    <a:pt x="6240580" y="281472"/>
                  </a:lnTo>
                  <a:lnTo>
                    <a:pt x="6328475" y="279207"/>
                  </a:lnTo>
                  <a:lnTo>
                    <a:pt x="6416371" y="276912"/>
                  </a:lnTo>
                  <a:lnTo>
                    <a:pt x="6504266" y="274589"/>
                  </a:lnTo>
                  <a:lnTo>
                    <a:pt x="6592162" y="272242"/>
                  </a:lnTo>
                  <a:lnTo>
                    <a:pt x="6680057" y="269871"/>
                  </a:lnTo>
                  <a:lnTo>
                    <a:pt x="6767953" y="267478"/>
                  </a:lnTo>
                  <a:lnTo>
                    <a:pt x="6855848" y="265064"/>
                  </a:lnTo>
                  <a:lnTo>
                    <a:pt x="6943744" y="262632"/>
                  </a:lnTo>
                  <a:lnTo>
                    <a:pt x="6943744" y="802940"/>
                  </a:lnTo>
                  <a:lnTo>
                    <a:pt x="6855848" y="793626"/>
                  </a:lnTo>
                  <a:lnTo>
                    <a:pt x="6767953" y="784331"/>
                  </a:lnTo>
                  <a:lnTo>
                    <a:pt x="6680057" y="775057"/>
                  </a:lnTo>
                  <a:lnTo>
                    <a:pt x="6592162" y="765804"/>
                  </a:lnTo>
                  <a:lnTo>
                    <a:pt x="6504266" y="756575"/>
                  </a:lnTo>
                  <a:lnTo>
                    <a:pt x="6416371" y="747372"/>
                  </a:lnTo>
                  <a:lnTo>
                    <a:pt x="6328475" y="738195"/>
                  </a:lnTo>
                  <a:lnTo>
                    <a:pt x="6240580" y="729048"/>
                  </a:lnTo>
                  <a:lnTo>
                    <a:pt x="6152684" y="719933"/>
                  </a:lnTo>
                  <a:lnTo>
                    <a:pt x="6064789" y="710851"/>
                  </a:lnTo>
                  <a:lnTo>
                    <a:pt x="5976893" y="701807"/>
                  </a:lnTo>
                  <a:lnTo>
                    <a:pt x="5888998" y="692802"/>
                  </a:lnTo>
                  <a:lnTo>
                    <a:pt x="5801102" y="683841"/>
                  </a:lnTo>
                  <a:lnTo>
                    <a:pt x="5713207" y="674927"/>
                  </a:lnTo>
                  <a:lnTo>
                    <a:pt x="5625311" y="666064"/>
                  </a:lnTo>
                  <a:lnTo>
                    <a:pt x="5537416" y="657258"/>
                  </a:lnTo>
                  <a:lnTo>
                    <a:pt x="5449520" y="648512"/>
                  </a:lnTo>
                  <a:lnTo>
                    <a:pt x="5361625" y="639834"/>
                  </a:lnTo>
                  <a:lnTo>
                    <a:pt x="5273729" y="631229"/>
                  </a:lnTo>
                  <a:lnTo>
                    <a:pt x="5185834" y="622704"/>
                  </a:lnTo>
                  <a:lnTo>
                    <a:pt x="5097938" y="614268"/>
                  </a:lnTo>
                  <a:lnTo>
                    <a:pt x="5010043" y="605929"/>
                  </a:lnTo>
                  <a:lnTo>
                    <a:pt x="4922147" y="597698"/>
                  </a:lnTo>
                  <a:lnTo>
                    <a:pt x="4834252" y="589585"/>
                  </a:lnTo>
                  <a:lnTo>
                    <a:pt x="4746356" y="581603"/>
                  </a:lnTo>
                  <a:lnTo>
                    <a:pt x="4658461" y="573766"/>
                  </a:lnTo>
                  <a:lnTo>
                    <a:pt x="4570565" y="566088"/>
                  </a:lnTo>
                  <a:lnTo>
                    <a:pt x="4482670" y="558586"/>
                  </a:lnTo>
                  <a:lnTo>
                    <a:pt x="4394774" y="551278"/>
                  </a:lnTo>
                  <a:lnTo>
                    <a:pt x="4306879" y="544184"/>
                  </a:lnTo>
                  <a:lnTo>
                    <a:pt x="4218983" y="537326"/>
                  </a:lnTo>
                  <a:lnTo>
                    <a:pt x="4131088" y="530724"/>
                  </a:lnTo>
                  <a:lnTo>
                    <a:pt x="4043192" y="524403"/>
                  </a:lnTo>
                  <a:lnTo>
                    <a:pt x="3955297" y="518387"/>
                  </a:lnTo>
                  <a:lnTo>
                    <a:pt x="3867401" y="512698"/>
                  </a:lnTo>
                  <a:lnTo>
                    <a:pt x="3779506" y="507359"/>
                  </a:lnTo>
                  <a:lnTo>
                    <a:pt x="3691610" y="502390"/>
                  </a:lnTo>
                  <a:lnTo>
                    <a:pt x="3603715" y="497810"/>
                  </a:lnTo>
                  <a:lnTo>
                    <a:pt x="3515819" y="493632"/>
                  </a:lnTo>
                  <a:lnTo>
                    <a:pt x="3427924" y="489866"/>
                  </a:lnTo>
                  <a:lnTo>
                    <a:pt x="3340028" y="486516"/>
                  </a:lnTo>
                  <a:lnTo>
                    <a:pt x="3252133" y="483581"/>
                  </a:lnTo>
                  <a:lnTo>
                    <a:pt x="3164237" y="481054"/>
                  </a:lnTo>
                  <a:lnTo>
                    <a:pt x="3076342" y="478923"/>
                  </a:lnTo>
                  <a:lnTo>
                    <a:pt x="2988446" y="477174"/>
                  </a:lnTo>
                  <a:lnTo>
                    <a:pt x="2900551" y="475787"/>
                  </a:lnTo>
                  <a:lnTo>
                    <a:pt x="2812655" y="474740"/>
                  </a:lnTo>
                  <a:lnTo>
                    <a:pt x="2724760" y="474010"/>
                  </a:lnTo>
                  <a:lnTo>
                    <a:pt x="2636864" y="473575"/>
                  </a:lnTo>
                  <a:lnTo>
                    <a:pt x="2548969" y="473409"/>
                  </a:lnTo>
                  <a:lnTo>
                    <a:pt x="2461073" y="473492"/>
                  </a:lnTo>
                  <a:lnTo>
                    <a:pt x="2373178" y="473800"/>
                  </a:lnTo>
                  <a:lnTo>
                    <a:pt x="2285282" y="474313"/>
                  </a:lnTo>
                  <a:lnTo>
                    <a:pt x="2197387" y="475012"/>
                  </a:lnTo>
                  <a:lnTo>
                    <a:pt x="2109491" y="475880"/>
                  </a:lnTo>
                  <a:lnTo>
                    <a:pt x="2021596" y="476901"/>
                  </a:lnTo>
                  <a:lnTo>
                    <a:pt x="1933700" y="478060"/>
                  </a:lnTo>
                  <a:lnTo>
                    <a:pt x="1845805" y="479344"/>
                  </a:lnTo>
                  <a:lnTo>
                    <a:pt x="1757909" y="480742"/>
                  </a:lnTo>
                  <a:lnTo>
                    <a:pt x="1670014" y="482243"/>
                  </a:lnTo>
                  <a:lnTo>
                    <a:pt x="1582118" y="483837"/>
                  </a:lnTo>
                  <a:lnTo>
                    <a:pt x="1494223" y="485516"/>
                  </a:lnTo>
                  <a:lnTo>
                    <a:pt x="1406327" y="487273"/>
                  </a:lnTo>
                  <a:lnTo>
                    <a:pt x="1318432" y="489100"/>
                  </a:lnTo>
                  <a:lnTo>
                    <a:pt x="1230536" y="490991"/>
                  </a:lnTo>
                  <a:lnTo>
                    <a:pt x="1142641" y="492941"/>
                  </a:lnTo>
                  <a:lnTo>
                    <a:pt x="1054745" y="494945"/>
                  </a:lnTo>
                  <a:lnTo>
                    <a:pt x="966850" y="496999"/>
                  </a:lnTo>
                  <a:lnTo>
                    <a:pt x="878954" y="499098"/>
                  </a:lnTo>
                  <a:lnTo>
                    <a:pt x="791059" y="501239"/>
                  </a:lnTo>
                  <a:lnTo>
                    <a:pt x="703163" y="503419"/>
                  </a:lnTo>
                  <a:lnTo>
                    <a:pt x="615268" y="505634"/>
                  </a:lnTo>
                  <a:lnTo>
                    <a:pt x="527372" y="507882"/>
                  </a:lnTo>
                  <a:lnTo>
                    <a:pt x="439477" y="510161"/>
                  </a:lnTo>
                  <a:lnTo>
                    <a:pt x="351581" y="512468"/>
                  </a:lnTo>
                  <a:lnTo>
                    <a:pt x="263686" y="514801"/>
                  </a:lnTo>
                  <a:lnTo>
                    <a:pt x="175790" y="517159"/>
                  </a:lnTo>
                  <a:lnTo>
                    <a:pt x="87895" y="519540"/>
                  </a:lnTo>
                  <a:lnTo>
                    <a:pt x="0" y="52194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1326279" y="4107257"/>
              <a:ext cx="6943744" cy="314945"/>
            </a:xfrm>
            <a:custGeom>
              <a:avLst/>
              <a:pathLst>
                <a:path w="6943744" h="314945">
                  <a:moveTo>
                    <a:pt x="0" y="0"/>
                  </a:moveTo>
                  <a:lnTo>
                    <a:pt x="87895" y="9283"/>
                  </a:lnTo>
                  <a:lnTo>
                    <a:pt x="175790" y="18545"/>
                  </a:lnTo>
                  <a:lnTo>
                    <a:pt x="263686" y="27785"/>
                  </a:lnTo>
                  <a:lnTo>
                    <a:pt x="351581" y="36999"/>
                  </a:lnTo>
                  <a:lnTo>
                    <a:pt x="439477" y="46188"/>
                  </a:lnTo>
                  <a:lnTo>
                    <a:pt x="527372" y="55348"/>
                  </a:lnTo>
                  <a:lnTo>
                    <a:pt x="615268" y="64478"/>
                  </a:lnTo>
                  <a:lnTo>
                    <a:pt x="703163" y="73574"/>
                  </a:lnTo>
                  <a:lnTo>
                    <a:pt x="791059" y="82635"/>
                  </a:lnTo>
                  <a:lnTo>
                    <a:pt x="878954" y="91658"/>
                  </a:lnTo>
                  <a:lnTo>
                    <a:pt x="966850" y="100638"/>
                  </a:lnTo>
                  <a:lnTo>
                    <a:pt x="1054745" y="109573"/>
                  </a:lnTo>
                  <a:lnTo>
                    <a:pt x="1142641" y="118459"/>
                  </a:lnTo>
                  <a:lnTo>
                    <a:pt x="1230536" y="127290"/>
                  </a:lnTo>
                  <a:lnTo>
                    <a:pt x="1318432" y="136063"/>
                  </a:lnTo>
                  <a:lnTo>
                    <a:pt x="1406327" y="144771"/>
                  </a:lnTo>
                  <a:lnTo>
                    <a:pt x="1494223" y="153409"/>
                  </a:lnTo>
                  <a:lnTo>
                    <a:pt x="1582118" y="161970"/>
                  </a:lnTo>
                  <a:lnTo>
                    <a:pt x="1670014" y="170445"/>
                  </a:lnTo>
                  <a:lnTo>
                    <a:pt x="1757909" y="178827"/>
                  </a:lnTo>
                  <a:lnTo>
                    <a:pt x="1845805" y="187107"/>
                  </a:lnTo>
                  <a:lnTo>
                    <a:pt x="1933700" y="195272"/>
                  </a:lnTo>
                  <a:lnTo>
                    <a:pt x="2021596" y="203313"/>
                  </a:lnTo>
                  <a:lnTo>
                    <a:pt x="2109491" y="211215"/>
                  </a:lnTo>
                  <a:lnTo>
                    <a:pt x="2197387" y="218964"/>
                  </a:lnTo>
                  <a:lnTo>
                    <a:pt x="2285282" y="226545"/>
                  </a:lnTo>
                  <a:lnTo>
                    <a:pt x="2373178" y="233940"/>
                  </a:lnTo>
                  <a:lnTo>
                    <a:pt x="2461073" y="241129"/>
                  </a:lnTo>
                  <a:lnTo>
                    <a:pt x="2548969" y="248093"/>
                  </a:lnTo>
                  <a:lnTo>
                    <a:pt x="2636864" y="254809"/>
                  </a:lnTo>
                  <a:lnTo>
                    <a:pt x="2724760" y="261255"/>
                  </a:lnTo>
                  <a:lnTo>
                    <a:pt x="2812655" y="267407"/>
                  </a:lnTo>
                  <a:lnTo>
                    <a:pt x="2900551" y="273241"/>
                  </a:lnTo>
                  <a:lnTo>
                    <a:pt x="2988446" y="278735"/>
                  </a:lnTo>
                  <a:lnTo>
                    <a:pt x="3076342" y="283867"/>
                  </a:lnTo>
                  <a:lnTo>
                    <a:pt x="3164237" y="288618"/>
                  </a:lnTo>
                  <a:lnTo>
                    <a:pt x="3252133" y="292972"/>
                  </a:lnTo>
                  <a:lnTo>
                    <a:pt x="3340028" y="296919"/>
                  </a:lnTo>
                  <a:lnTo>
                    <a:pt x="3427924" y="300450"/>
                  </a:lnTo>
                  <a:lnTo>
                    <a:pt x="3515819" y="303565"/>
                  </a:lnTo>
                  <a:lnTo>
                    <a:pt x="3603715" y="306269"/>
                  </a:lnTo>
                  <a:lnTo>
                    <a:pt x="3691610" y="308570"/>
                  </a:lnTo>
                  <a:lnTo>
                    <a:pt x="3779506" y="310483"/>
                  </a:lnTo>
                  <a:lnTo>
                    <a:pt x="3867401" y="312025"/>
                  </a:lnTo>
                  <a:lnTo>
                    <a:pt x="3955297" y="313218"/>
                  </a:lnTo>
                  <a:lnTo>
                    <a:pt x="4043192" y="314082"/>
                  </a:lnTo>
                  <a:lnTo>
                    <a:pt x="4131088" y="314643"/>
                  </a:lnTo>
                  <a:lnTo>
                    <a:pt x="4218983" y="314923"/>
                  </a:lnTo>
                  <a:lnTo>
                    <a:pt x="4306879" y="314945"/>
                  </a:lnTo>
                  <a:lnTo>
                    <a:pt x="4394774" y="314733"/>
                  </a:lnTo>
                  <a:lnTo>
                    <a:pt x="4482670" y="314307"/>
                  </a:lnTo>
                  <a:lnTo>
                    <a:pt x="4570565" y="313686"/>
                  </a:lnTo>
                  <a:lnTo>
                    <a:pt x="4658461" y="312890"/>
                  </a:lnTo>
                  <a:lnTo>
                    <a:pt x="4746356" y="311933"/>
                  </a:lnTo>
                  <a:lnTo>
                    <a:pt x="4834252" y="310833"/>
                  </a:lnTo>
                  <a:lnTo>
                    <a:pt x="4922147" y="309601"/>
                  </a:lnTo>
                  <a:lnTo>
                    <a:pt x="5010043" y="308252"/>
                  </a:lnTo>
                  <a:lnTo>
                    <a:pt x="5097938" y="306794"/>
                  </a:lnTo>
                  <a:lnTo>
                    <a:pt x="5185834" y="305240"/>
                  </a:lnTo>
                  <a:lnTo>
                    <a:pt x="5273729" y="303596"/>
                  </a:lnTo>
                  <a:lnTo>
                    <a:pt x="5361625" y="301873"/>
                  </a:lnTo>
                  <a:lnTo>
                    <a:pt x="5449520" y="300076"/>
                  </a:lnTo>
                  <a:lnTo>
                    <a:pt x="5537416" y="298212"/>
                  </a:lnTo>
                  <a:lnTo>
                    <a:pt x="5625311" y="296286"/>
                  </a:lnTo>
                  <a:lnTo>
                    <a:pt x="5713207" y="294305"/>
                  </a:lnTo>
                  <a:lnTo>
                    <a:pt x="5801102" y="292273"/>
                  </a:lnTo>
                  <a:lnTo>
                    <a:pt x="5888998" y="290193"/>
                  </a:lnTo>
                  <a:lnTo>
                    <a:pt x="5976893" y="288070"/>
                  </a:lnTo>
                  <a:lnTo>
                    <a:pt x="6064789" y="285907"/>
                  </a:lnTo>
                  <a:lnTo>
                    <a:pt x="6152684" y="283706"/>
                  </a:lnTo>
                  <a:lnTo>
                    <a:pt x="6240580" y="281472"/>
                  </a:lnTo>
                  <a:lnTo>
                    <a:pt x="6328475" y="279207"/>
                  </a:lnTo>
                  <a:lnTo>
                    <a:pt x="6416371" y="276912"/>
                  </a:lnTo>
                  <a:lnTo>
                    <a:pt x="6504266" y="274589"/>
                  </a:lnTo>
                  <a:lnTo>
                    <a:pt x="6592162" y="272242"/>
                  </a:lnTo>
                  <a:lnTo>
                    <a:pt x="6680057" y="269871"/>
                  </a:lnTo>
                  <a:lnTo>
                    <a:pt x="6767953" y="267478"/>
                  </a:lnTo>
                  <a:lnTo>
                    <a:pt x="6855848" y="265064"/>
                  </a:lnTo>
                  <a:lnTo>
                    <a:pt x="6943744" y="2626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1326279" y="4580667"/>
              <a:ext cx="6943744" cy="329530"/>
            </a:xfrm>
            <a:custGeom>
              <a:avLst/>
              <a:pathLst>
                <a:path w="6943744" h="329530">
                  <a:moveTo>
                    <a:pt x="6943744" y="329530"/>
                  </a:moveTo>
                  <a:lnTo>
                    <a:pt x="6855848" y="320216"/>
                  </a:lnTo>
                  <a:lnTo>
                    <a:pt x="6767953" y="310921"/>
                  </a:lnTo>
                  <a:lnTo>
                    <a:pt x="6680057" y="301647"/>
                  </a:lnTo>
                  <a:lnTo>
                    <a:pt x="6592162" y="292394"/>
                  </a:lnTo>
                  <a:lnTo>
                    <a:pt x="6504266" y="283165"/>
                  </a:lnTo>
                  <a:lnTo>
                    <a:pt x="6416371" y="273962"/>
                  </a:lnTo>
                  <a:lnTo>
                    <a:pt x="6328475" y="264785"/>
                  </a:lnTo>
                  <a:lnTo>
                    <a:pt x="6240580" y="255638"/>
                  </a:lnTo>
                  <a:lnTo>
                    <a:pt x="6152684" y="246523"/>
                  </a:lnTo>
                  <a:lnTo>
                    <a:pt x="6064789" y="237441"/>
                  </a:lnTo>
                  <a:lnTo>
                    <a:pt x="5976893" y="228397"/>
                  </a:lnTo>
                  <a:lnTo>
                    <a:pt x="5888998" y="219392"/>
                  </a:lnTo>
                  <a:lnTo>
                    <a:pt x="5801102" y="210431"/>
                  </a:lnTo>
                  <a:lnTo>
                    <a:pt x="5713207" y="201517"/>
                  </a:lnTo>
                  <a:lnTo>
                    <a:pt x="5625311" y="192654"/>
                  </a:lnTo>
                  <a:lnTo>
                    <a:pt x="5537416" y="183848"/>
                  </a:lnTo>
                  <a:lnTo>
                    <a:pt x="5449520" y="175102"/>
                  </a:lnTo>
                  <a:lnTo>
                    <a:pt x="5361625" y="166424"/>
                  </a:lnTo>
                  <a:lnTo>
                    <a:pt x="5273729" y="157819"/>
                  </a:lnTo>
                  <a:lnTo>
                    <a:pt x="5185834" y="149294"/>
                  </a:lnTo>
                  <a:lnTo>
                    <a:pt x="5097938" y="140858"/>
                  </a:lnTo>
                  <a:lnTo>
                    <a:pt x="5010043" y="132520"/>
                  </a:lnTo>
                  <a:lnTo>
                    <a:pt x="4922147" y="124288"/>
                  </a:lnTo>
                  <a:lnTo>
                    <a:pt x="4834252" y="116176"/>
                  </a:lnTo>
                  <a:lnTo>
                    <a:pt x="4746356" y="108194"/>
                  </a:lnTo>
                  <a:lnTo>
                    <a:pt x="4658461" y="100356"/>
                  </a:lnTo>
                  <a:lnTo>
                    <a:pt x="4570565" y="92678"/>
                  </a:lnTo>
                  <a:lnTo>
                    <a:pt x="4482670" y="85176"/>
                  </a:lnTo>
                  <a:lnTo>
                    <a:pt x="4394774" y="77868"/>
                  </a:lnTo>
                  <a:lnTo>
                    <a:pt x="4306879" y="70775"/>
                  </a:lnTo>
                  <a:lnTo>
                    <a:pt x="4218983" y="63916"/>
                  </a:lnTo>
                  <a:lnTo>
                    <a:pt x="4131088" y="57314"/>
                  </a:lnTo>
                  <a:lnTo>
                    <a:pt x="4043192" y="50994"/>
                  </a:lnTo>
                  <a:lnTo>
                    <a:pt x="3955297" y="44977"/>
                  </a:lnTo>
                  <a:lnTo>
                    <a:pt x="3867401" y="39288"/>
                  </a:lnTo>
                  <a:lnTo>
                    <a:pt x="3779506" y="33949"/>
                  </a:lnTo>
                  <a:lnTo>
                    <a:pt x="3691610" y="28980"/>
                  </a:lnTo>
                  <a:lnTo>
                    <a:pt x="3603715" y="24400"/>
                  </a:lnTo>
                  <a:lnTo>
                    <a:pt x="3515819" y="20222"/>
                  </a:lnTo>
                  <a:lnTo>
                    <a:pt x="3427924" y="16456"/>
                  </a:lnTo>
                  <a:lnTo>
                    <a:pt x="3340028" y="13106"/>
                  </a:lnTo>
                  <a:lnTo>
                    <a:pt x="3252133" y="10171"/>
                  </a:lnTo>
                  <a:lnTo>
                    <a:pt x="3164237" y="7644"/>
                  </a:lnTo>
                  <a:lnTo>
                    <a:pt x="3076342" y="5513"/>
                  </a:lnTo>
                  <a:lnTo>
                    <a:pt x="2988446" y="3764"/>
                  </a:lnTo>
                  <a:lnTo>
                    <a:pt x="2900551" y="2377"/>
                  </a:lnTo>
                  <a:lnTo>
                    <a:pt x="2812655" y="1330"/>
                  </a:lnTo>
                  <a:lnTo>
                    <a:pt x="2724760" y="600"/>
                  </a:lnTo>
                  <a:lnTo>
                    <a:pt x="2636864" y="165"/>
                  </a:lnTo>
                  <a:lnTo>
                    <a:pt x="2548969" y="0"/>
                  </a:lnTo>
                  <a:lnTo>
                    <a:pt x="2461073" y="82"/>
                  </a:lnTo>
                  <a:lnTo>
                    <a:pt x="2373178" y="390"/>
                  </a:lnTo>
                  <a:lnTo>
                    <a:pt x="2285282" y="903"/>
                  </a:lnTo>
                  <a:lnTo>
                    <a:pt x="2197387" y="1602"/>
                  </a:lnTo>
                  <a:lnTo>
                    <a:pt x="2109491" y="2470"/>
                  </a:lnTo>
                  <a:lnTo>
                    <a:pt x="2021596" y="3491"/>
                  </a:lnTo>
                  <a:lnTo>
                    <a:pt x="1933700" y="4650"/>
                  </a:lnTo>
                  <a:lnTo>
                    <a:pt x="1845805" y="5934"/>
                  </a:lnTo>
                  <a:lnTo>
                    <a:pt x="1757909" y="7332"/>
                  </a:lnTo>
                  <a:lnTo>
                    <a:pt x="1670014" y="8833"/>
                  </a:lnTo>
                  <a:lnTo>
                    <a:pt x="1582118" y="10427"/>
                  </a:lnTo>
                  <a:lnTo>
                    <a:pt x="1494223" y="12106"/>
                  </a:lnTo>
                  <a:lnTo>
                    <a:pt x="1406327" y="13863"/>
                  </a:lnTo>
                  <a:lnTo>
                    <a:pt x="1318432" y="15690"/>
                  </a:lnTo>
                  <a:lnTo>
                    <a:pt x="1230536" y="17581"/>
                  </a:lnTo>
                  <a:lnTo>
                    <a:pt x="1142641" y="19531"/>
                  </a:lnTo>
                  <a:lnTo>
                    <a:pt x="1054745" y="21535"/>
                  </a:lnTo>
                  <a:lnTo>
                    <a:pt x="966850" y="23589"/>
                  </a:lnTo>
                  <a:lnTo>
                    <a:pt x="878954" y="25688"/>
                  </a:lnTo>
                  <a:lnTo>
                    <a:pt x="791059" y="27829"/>
                  </a:lnTo>
                  <a:lnTo>
                    <a:pt x="703163" y="30009"/>
                  </a:lnTo>
                  <a:lnTo>
                    <a:pt x="615268" y="32224"/>
                  </a:lnTo>
                  <a:lnTo>
                    <a:pt x="527372" y="34472"/>
                  </a:lnTo>
                  <a:lnTo>
                    <a:pt x="439477" y="36751"/>
                  </a:lnTo>
                  <a:lnTo>
                    <a:pt x="351581" y="39058"/>
                  </a:lnTo>
                  <a:lnTo>
                    <a:pt x="263686" y="41391"/>
                  </a:lnTo>
                  <a:lnTo>
                    <a:pt x="175790" y="43749"/>
                  </a:lnTo>
                  <a:lnTo>
                    <a:pt x="87895" y="46130"/>
                  </a:lnTo>
                  <a:lnTo>
                    <a:pt x="0" y="485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1326279" y="4368228"/>
              <a:ext cx="6943744" cy="271814"/>
            </a:xfrm>
            <a:custGeom>
              <a:avLst/>
              <a:pathLst>
                <a:path w="6943744" h="271814">
                  <a:moveTo>
                    <a:pt x="0" y="0"/>
                  </a:moveTo>
                  <a:lnTo>
                    <a:pt x="87895" y="3440"/>
                  </a:lnTo>
                  <a:lnTo>
                    <a:pt x="175790" y="6881"/>
                  </a:lnTo>
                  <a:lnTo>
                    <a:pt x="263686" y="10322"/>
                  </a:lnTo>
                  <a:lnTo>
                    <a:pt x="351581" y="13762"/>
                  </a:lnTo>
                  <a:lnTo>
                    <a:pt x="439477" y="17203"/>
                  </a:lnTo>
                  <a:lnTo>
                    <a:pt x="527372" y="20644"/>
                  </a:lnTo>
                  <a:lnTo>
                    <a:pt x="615268" y="24084"/>
                  </a:lnTo>
                  <a:lnTo>
                    <a:pt x="703163" y="27525"/>
                  </a:lnTo>
                  <a:lnTo>
                    <a:pt x="791059" y="30966"/>
                  </a:lnTo>
                  <a:lnTo>
                    <a:pt x="878954" y="34406"/>
                  </a:lnTo>
                  <a:lnTo>
                    <a:pt x="966850" y="37847"/>
                  </a:lnTo>
                  <a:lnTo>
                    <a:pt x="1054745" y="41288"/>
                  </a:lnTo>
                  <a:lnTo>
                    <a:pt x="1142641" y="44729"/>
                  </a:lnTo>
                  <a:lnTo>
                    <a:pt x="1230536" y="48169"/>
                  </a:lnTo>
                  <a:lnTo>
                    <a:pt x="1318432" y="51610"/>
                  </a:lnTo>
                  <a:lnTo>
                    <a:pt x="1406327" y="55051"/>
                  </a:lnTo>
                  <a:lnTo>
                    <a:pt x="1494223" y="58491"/>
                  </a:lnTo>
                  <a:lnTo>
                    <a:pt x="1582118" y="61932"/>
                  </a:lnTo>
                  <a:lnTo>
                    <a:pt x="1670014" y="65373"/>
                  </a:lnTo>
                  <a:lnTo>
                    <a:pt x="1757909" y="68813"/>
                  </a:lnTo>
                  <a:lnTo>
                    <a:pt x="1845805" y="72254"/>
                  </a:lnTo>
                  <a:lnTo>
                    <a:pt x="1933700" y="75695"/>
                  </a:lnTo>
                  <a:lnTo>
                    <a:pt x="2021596" y="79136"/>
                  </a:lnTo>
                  <a:lnTo>
                    <a:pt x="2109491" y="82576"/>
                  </a:lnTo>
                  <a:lnTo>
                    <a:pt x="2197387" y="86017"/>
                  </a:lnTo>
                  <a:lnTo>
                    <a:pt x="2285282" y="89458"/>
                  </a:lnTo>
                  <a:lnTo>
                    <a:pt x="2373178" y="92898"/>
                  </a:lnTo>
                  <a:lnTo>
                    <a:pt x="2461073" y="96339"/>
                  </a:lnTo>
                  <a:lnTo>
                    <a:pt x="2548969" y="99780"/>
                  </a:lnTo>
                  <a:lnTo>
                    <a:pt x="2636864" y="103220"/>
                  </a:lnTo>
                  <a:lnTo>
                    <a:pt x="2724760" y="106661"/>
                  </a:lnTo>
                  <a:lnTo>
                    <a:pt x="2812655" y="110102"/>
                  </a:lnTo>
                  <a:lnTo>
                    <a:pt x="2900551" y="113542"/>
                  </a:lnTo>
                  <a:lnTo>
                    <a:pt x="2988446" y="116983"/>
                  </a:lnTo>
                  <a:lnTo>
                    <a:pt x="3076342" y="120424"/>
                  </a:lnTo>
                  <a:lnTo>
                    <a:pt x="3164237" y="123865"/>
                  </a:lnTo>
                  <a:lnTo>
                    <a:pt x="3252133" y="127305"/>
                  </a:lnTo>
                  <a:lnTo>
                    <a:pt x="3340028" y="130746"/>
                  </a:lnTo>
                  <a:lnTo>
                    <a:pt x="3427924" y="134187"/>
                  </a:lnTo>
                  <a:lnTo>
                    <a:pt x="3515819" y="137627"/>
                  </a:lnTo>
                  <a:lnTo>
                    <a:pt x="3603715" y="141068"/>
                  </a:lnTo>
                  <a:lnTo>
                    <a:pt x="3691610" y="144509"/>
                  </a:lnTo>
                  <a:lnTo>
                    <a:pt x="3779506" y="147949"/>
                  </a:lnTo>
                  <a:lnTo>
                    <a:pt x="3867401" y="151390"/>
                  </a:lnTo>
                  <a:lnTo>
                    <a:pt x="3955297" y="154831"/>
                  </a:lnTo>
                  <a:lnTo>
                    <a:pt x="4043192" y="158272"/>
                  </a:lnTo>
                  <a:lnTo>
                    <a:pt x="4131088" y="161712"/>
                  </a:lnTo>
                  <a:lnTo>
                    <a:pt x="4218983" y="165153"/>
                  </a:lnTo>
                  <a:lnTo>
                    <a:pt x="4306879" y="168594"/>
                  </a:lnTo>
                  <a:lnTo>
                    <a:pt x="4394774" y="172034"/>
                  </a:lnTo>
                  <a:lnTo>
                    <a:pt x="4482670" y="175475"/>
                  </a:lnTo>
                  <a:lnTo>
                    <a:pt x="4570565" y="178916"/>
                  </a:lnTo>
                  <a:lnTo>
                    <a:pt x="4658461" y="182356"/>
                  </a:lnTo>
                  <a:lnTo>
                    <a:pt x="4746356" y="185797"/>
                  </a:lnTo>
                  <a:lnTo>
                    <a:pt x="4834252" y="189238"/>
                  </a:lnTo>
                  <a:lnTo>
                    <a:pt x="4922147" y="192678"/>
                  </a:lnTo>
                  <a:lnTo>
                    <a:pt x="5010043" y="196119"/>
                  </a:lnTo>
                  <a:lnTo>
                    <a:pt x="5097938" y="199560"/>
                  </a:lnTo>
                  <a:lnTo>
                    <a:pt x="5185834" y="203001"/>
                  </a:lnTo>
                  <a:lnTo>
                    <a:pt x="5273729" y="206441"/>
                  </a:lnTo>
                  <a:lnTo>
                    <a:pt x="5361625" y="209882"/>
                  </a:lnTo>
                  <a:lnTo>
                    <a:pt x="5449520" y="213323"/>
                  </a:lnTo>
                  <a:lnTo>
                    <a:pt x="5537416" y="216763"/>
                  </a:lnTo>
                  <a:lnTo>
                    <a:pt x="5625311" y="220204"/>
                  </a:lnTo>
                  <a:lnTo>
                    <a:pt x="5713207" y="223645"/>
                  </a:lnTo>
                  <a:lnTo>
                    <a:pt x="5801102" y="227085"/>
                  </a:lnTo>
                  <a:lnTo>
                    <a:pt x="5888998" y="230526"/>
                  </a:lnTo>
                  <a:lnTo>
                    <a:pt x="5976893" y="233967"/>
                  </a:lnTo>
                  <a:lnTo>
                    <a:pt x="6064789" y="237408"/>
                  </a:lnTo>
                  <a:lnTo>
                    <a:pt x="6152684" y="240848"/>
                  </a:lnTo>
                  <a:lnTo>
                    <a:pt x="6240580" y="244289"/>
                  </a:lnTo>
                  <a:lnTo>
                    <a:pt x="6328475" y="247730"/>
                  </a:lnTo>
                  <a:lnTo>
                    <a:pt x="6416371" y="251170"/>
                  </a:lnTo>
                  <a:lnTo>
                    <a:pt x="6504266" y="254611"/>
                  </a:lnTo>
                  <a:lnTo>
                    <a:pt x="6592162" y="258052"/>
                  </a:lnTo>
                  <a:lnTo>
                    <a:pt x="6680057" y="261492"/>
                  </a:lnTo>
                  <a:lnTo>
                    <a:pt x="6767953" y="264933"/>
                  </a:lnTo>
                  <a:lnTo>
                    <a:pt x="6855848" y="268374"/>
                  </a:lnTo>
                  <a:lnTo>
                    <a:pt x="6943744" y="271814"/>
                  </a:lnTo>
                </a:path>
              </a:pathLst>
            </a:custGeom>
            <a:ln w="27101" cap="flat">
              <a:solidFill>
                <a:srgbClr val="4682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tx170"/>
            <p:cNvSpPr/>
            <p:nvPr/>
          </p:nvSpPr>
          <p:spPr>
            <a:xfrm>
              <a:off x="692708" y="5104106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854283" y="44306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729924" y="375711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729924" y="308361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729924" y="241011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300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1049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288319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466147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6408656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120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8186931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3416401" y="5925448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 (unindexed, mL/min)</a:t>
              </a:r>
            </a:p>
          </p:txBody>
        </p:sp>
        <p:sp>
          <p:nvSpPr>
            <p:cNvPr id="181" name="tx181"/>
            <p:cNvSpPr/>
            <p:nvPr/>
          </p:nvSpPr>
          <p:spPr>
            <a:xfrm rot="-5400000">
              <a:off x="-152930" y="3759743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979092" y="1669789"/>
              <a:ext cx="505361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vs CKD-EPI Cr-Cys eGFR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2026-10-14T13:48:37Z</dcterms:modified>
  <cp:category/>
</cp:coreProperties>
</file>