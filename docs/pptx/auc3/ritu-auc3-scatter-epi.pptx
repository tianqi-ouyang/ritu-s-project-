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562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345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2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3910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6710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453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2365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5019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801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99584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14536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70986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87613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25292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14737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451247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801762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729101" y="4491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866537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380701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363337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41345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676261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6452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762501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07502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98077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87111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262967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847566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5083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62517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907151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901559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4664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20144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886329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6396506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07409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14876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798188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89064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49298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472081" y="395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213768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85750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112606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040867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003408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512385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5210086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101425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11273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177331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944335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73477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738608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686488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72673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776174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405111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61250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602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827414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1884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857854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07679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840172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564012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638812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11572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098719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576524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50009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700119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722816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16427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34890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363644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681261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4439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533401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988719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79652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1506444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941066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484187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78964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173837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976231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252278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182527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716607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149368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883698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323627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761034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741219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5830653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19349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72615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655592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36397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907610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471412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539365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974482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69511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772039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25470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39279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542705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48777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771643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31855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47704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748867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5750374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623536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194212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2797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7153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20380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09697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353377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546691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490142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412309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455975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54023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234549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531611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679978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1713945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499290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660509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692867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333344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81022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254128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301453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482517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783996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97474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751977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689649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654191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5537737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37419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780871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01537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1326279" y="4095022"/>
              <a:ext cx="6943744" cy="823874"/>
            </a:xfrm>
            <a:custGeom>
              <a:avLst/>
              <a:pathLst>
                <a:path w="6943744" h="823874">
                  <a:moveTo>
                    <a:pt x="0" y="0"/>
                  </a:moveTo>
                  <a:lnTo>
                    <a:pt x="87895" y="9544"/>
                  </a:lnTo>
                  <a:lnTo>
                    <a:pt x="175790" y="19067"/>
                  </a:lnTo>
                  <a:lnTo>
                    <a:pt x="263686" y="28567"/>
                  </a:lnTo>
                  <a:lnTo>
                    <a:pt x="351581" y="38042"/>
                  </a:lnTo>
                  <a:lnTo>
                    <a:pt x="439477" y="47490"/>
                  </a:lnTo>
                  <a:lnTo>
                    <a:pt x="527372" y="56910"/>
                  </a:lnTo>
                  <a:lnTo>
                    <a:pt x="615268" y="66298"/>
                  </a:lnTo>
                  <a:lnTo>
                    <a:pt x="703163" y="75654"/>
                  </a:lnTo>
                  <a:lnTo>
                    <a:pt x="791059" y="84973"/>
                  </a:lnTo>
                  <a:lnTo>
                    <a:pt x="878954" y="94253"/>
                  </a:lnTo>
                  <a:lnTo>
                    <a:pt x="966850" y="103491"/>
                  </a:lnTo>
                  <a:lnTo>
                    <a:pt x="1054745" y="112683"/>
                  </a:lnTo>
                  <a:lnTo>
                    <a:pt x="1142641" y="121825"/>
                  </a:lnTo>
                  <a:lnTo>
                    <a:pt x="1230536" y="130912"/>
                  </a:lnTo>
                  <a:lnTo>
                    <a:pt x="1318432" y="139940"/>
                  </a:lnTo>
                  <a:lnTo>
                    <a:pt x="1406327" y="148903"/>
                  </a:lnTo>
                  <a:lnTo>
                    <a:pt x="1494223" y="157794"/>
                  </a:lnTo>
                  <a:lnTo>
                    <a:pt x="1582118" y="166607"/>
                  </a:lnTo>
                  <a:lnTo>
                    <a:pt x="1670014" y="175334"/>
                  </a:lnTo>
                  <a:lnTo>
                    <a:pt x="1757909" y="183967"/>
                  </a:lnTo>
                  <a:lnTo>
                    <a:pt x="1845805" y="192495"/>
                  </a:lnTo>
                  <a:lnTo>
                    <a:pt x="1933700" y="200909"/>
                  </a:lnTo>
                  <a:lnTo>
                    <a:pt x="2021596" y="209197"/>
                  </a:lnTo>
                  <a:lnTo>
                    <a:pt x="2109491" y="217344"/>
                  </a:lnTo>
                  <a:lnTo>
                    <a:pt x="2197387" y="225338"/>
                  </a:lnTo>
                  <a:lnTo>
                    <a:pt x="2285282" y="233161"/>
                  </a:lnTo>
                  <a:lnTo>
                    <a:pt x="2373178" y="240797"/>
                  </a:lnTo>
                  <a:lnTo>
                    <a:pt x="2461073" y="248227"/>
                  </a:lnTo>
                  <a:lnTo>
                    <a:pt x="2548969" y="255429"/>
                  </a:lnTo>
                  <a:lnTo>
                    <a:pt x="2636864" y="262383"/>
                  </a:lnTo>
                  <a:lnTo>
                    <a:pt x="2724760" y="269067"/>
                  </a:lnTo>
                  <a:lnTo>
                    <a:pt x="2812655" y="275456"/>
                  </a:lnTo>
                  <a:lnTo>
                    <a:pt x="2900551" y="281528"/>
                  </a:lnTo>
                  <a:lnTo>
                    <a:pt x="2988446" y="287262"/>
                  </a:lnTo>
                  <a:lnTo>
                    <a:pt x="3076342" y="292635"/>
                  </a:lnTo>
                  <a:lnTo>
                    <a:pt x="3164237" y="297631"/>
                  </a:lnTo>
                  <a:lnTo>
                    <a:pt x="3252133" y="302235"/>
                  </a:lnTo>
                  <a:lnTo>
                    <a:pt x="3340028" y="306436"/>
                  </a:lnTo>
                  <a:lnTo>
                    <a:pt x="3427924" y="310228"/>
                  </a:lnTo>
                  <a:lnTo>
                    <a:pt x="3515819" y="313613"/>
                  </a:lnTo>
                  <a:lnTo>
                    <a:pt x="3603715" y="316594"/>
                  </a:lnTo>
                  <a:lnTo>
                    <a:pt x="3691610" y="319182"/>
                  </a:lnTo>
                  <a:lnTo>
                    <a:pt x="3779506" y="321391"/>
                  </a:lnTo>
                  <a:lnTo>
                    <a:pt x="3867401" y="323238"/>
                  </a:lnTo>
                  <a:lnTo>
                    <a:pt x="3955297" y="324745"/>
                  </a:lnTo>
                  <a:lnTo>
                    <a:pt x="4043192" y="325933"/>
                  </a:lnTo>
                  <a:lnTo>
                    <a:pt x="4131088" y="326825"/>
                  </a:lnTo>
                  <a:lnTo>
                    <a:pt x="4218983" y="327445"/>
                  </a:lnTo>
                  <a:lnTo>
                    <a:pt x="4306879" y="327814"/>
                  </a:lnTo>
                  <a:lnTo>
                    <a:pt x="4394774" y="327955"/>
                  </a:lnTo>
                  <a:lnTo>
                    <a:pt x="4482670" y="327888"/>
                  </a:lnTo>
                  <a:lnTo>
                    <a:pt x="4570565" y="327632"/>
                  </a:lnTo>
                  <a:lnTo>
                    <a:pt x="4658461" y="327204"/>
                  </a:lnTo>
                  <a:lnTo>
                    <a:pt x="4746356" y="326621"/>
                  </a:lnTo>
                  <a:lnTo>
                    <a:pt x="4834252" y="325897"/>
                  </a:lnTo>
                  <a:lnTo>
                    <a:pt x="4922147" y="325046"/>
                  </a:lnTo>
                  <a:lnTo>
                    <a:pt x="5010043" y="324079"/>
                  </a:lnTo>
                  <a:lnTo>
                    <a:pt x="5097938" y="323007"/>
                  </a:lnTo>
                  <a:lnTo>
                    <a:pt x="5185834" y="321840"/>
                  </a:lnTo>
                  <a:lnTo>
                    <a:pt x="5273729" y="320587"/>
                  </a:lnTo>
                  <a:lnTo>
                    <a:pt x="5361625" y="319254"/>
                  </a:lnTo>
                  <a:lnTo>
                    <a:pt x="5449520" y="317850"/>
                  </a:lnTo>
                  <a:lnTo>
                    <a:pt x="5537416" y="316380"/>
                  </a:lnTo>
                  <a:lnTo>
                    <a:pt x="5625311" y="314850"/>
                  </a:lnTo>
                  <a:lnTo>
                    <a:pt x="5713207" y="313266"/>
                  </a:lnTo>
                  <a:lnTo>
                    <a:pt x="5801102" y="311630"/>
                  </a:lnTo>
                  <a:lnTo>
                    <a:pt x="5888998" y="309949"/>
                  </a:lnTo>
                  <a:lnTo>
                    <a:pt x="5976893" y="308225"/>
                  </a:lnTo>
                  <a:lnTo>
                    <a:pt x="6064789" y="306461"/>
                  </a:lnTo>
                  <a:lnTo>
                    <a:pt x="6152684" y="304662"/>
                  </a:lnTo>
                  <a:lnTo>
                    <a:pt x="6240580" y="302828"/>
                  </a:lnTo>
                  <a:lnTo>
                    <a:pt x="6328475" y="300964"/>
                  </a:lnTo>
                  <a:lnTo>
                    <a:pt x="6416371" y="299071"/>
                  </a:lnTo>
                  <a:lnTo>
                    <a:pt x="6504266" y="297151"/>
                  </a:lnTo>
                  <a:lnTo>
                    <a:pt x="6592162" y="295206"/>
                  </a:lnTo>
                  <a:lnTo>
                    <a:pt x="6680057" y="293238"/>
                  </a:lnTo>
                  <a:lnTo>
                    <a:pt x="6767953" y="291248"/>
                  </a:lnTo>
                  <a:lnTo>
                    <a:pt x="6855848" y="289238"/>
                  </a:lnTo>
                  <a:lnTo>
                    <a:pt x="6943744" y="287209"/>
                  </a:lnTo>
                  <a:lnTo>
                    <a:pt x="6943744" y="823874"/>
                  </a:lnTo>
                  <a:lnTo>
                    <a:pt x="6855848" y="814292"/>
                  </a:lnTo>
                  <a:lnTo>
                    <a:pt x="6767953" y="804729"/>
                  </a:lnTo>
                  <a:lnTo>
                    <a:pt x="6680057" y="795186"/>
                  </a:lnTo>
                  <a:lnTo>
                    <a:pt x="6592162" y="785665"/>
                  </a:lnTo>
                  <a:lnTo>
                    <a:pt x="6504266" y="776167"/>
                  </a:lnTo>
                  <a:lnTo>
                    <a:pt x="6416371" y="766694"/>
                  </a:lnTo>
                  <a:lnTo>
                    <a:pt x="6328475" y="757248"/>
                  </a:lnTo>
                  <a:lnTo>
                    <a:pt x="6240580" y="747831"/>
                  </a:lnTo>
                  <a:lnTo>
                    <a:pt x="6152684" y="738444"/>
                  </a:lnTo>
                  <a:lnTo>
                    <a:pt x="6064789" y="729092"/>
                  </a:lnTo>
                  <a:lnTo>
                    <a:pt x="5976893" y="719775"/>
                  </a:lnTo>
                  <a:lnTo>
                    <a:pt x="5888998" y="710498"/>
                  </a:lnTo>
                  <a:lnTo>
                    <a:pt x="5801102" y="701264"/>
                  </a:lnTo>
                  <a:lnTo>
                    <a:pt x="5713207" y="692076"/>
                  </a:lnTo>
                  <a:lnTo>
                    <a:pt x="5625311" y="682938"/>
                  </a:lnTo>
                  <a:lnTo>
                    <a:pt x="5537416" y="673856"/>
                  </a:lnTo>
                  <a:lnTo>
                    <a:pt x="5449520" y="664833"/>
                  </a:lnTo>
                  <a:lnTo>
                    <a:pt x="5361625" y="655876"/>
                  </a:lnTo>
                  <a:lnTo>
                    <a:pt x="5273729" y="646990"/>
                  </a:lnTo>
                  <a:lnTo>
                    <a:pt x="5185834" y="638184"/>
                  </a:lnTo>
                  <a:lnTo>
                    <a:pt x="5097938" y="629464"/>
                  </a:lnTo>
                  <a:lnTo>
                    <a:pt x="5010043" y="620839"/>
                  </a:lnTo>
                  <a:lnTo>
                    <a:pt x="4922147" y="612319"/>
                  </a:lnTo>
                  <a:lnTo>
                    <a:pt x="4834252" y="603915"/>
                  </a:lnTo>
                  <a:lnTo>
                    <a:pt x="4746356" y="595639"/>
                  </a:lnTo>
                  <a:lnTo>
                    <a:pt x="4658461" y="587503"/>
                  </a:lnTo>
                  <a:lnTo>
                    <a:pt x="4570565" y="579522"/>
                  </a:lnTo>
                  <a:lnTo>
                    <a:pt x="4482670" y="571713"/>
                  </a:lnTo>
                  <a:lnTo>
                    <a:pt x="4394774" y="564093"/>
                  </a:lnTo>
                  <a:lnTo>
                    <a:pt x="4306879" y="556681"/>
                  </a:lnTo>
                  <a:lnTo>
                    <a:pt x="4218983" y="549497"/>
                  </a:lnTo>
                  <a:lnTo>
                    <a:pt x="4131088" y="542564"/>
                  </a:lnTo>
                  <a:lnTo>
                    <a:pt x="4043192" y="535903"/>
                  </a:lnTo>
                  <a:lnTo>
                    <a:pt x="3955297" y="529538"/>
                  </a:lnTo>
                  <a:lnTo>
                    <a:pt x="3867401" y="523492"/>
                  </a:lnTo>
                  <a:lnTo>
                    <a:pt x="3779506" y="517787"/>
                  </a:lnTo>
                  <a:lnTo>
                    <a:pt x="3691610" y="512443"/>
                  </a:lnTo>
                  <a:lnTo>
                    <a:pt x="3603715" y="507478"/>
                  </a:lnTo>
                  <a:lnTo>
                    <a:pt x="3515819" y="502906"/>
                  </a:lnTo>
                  <a:lnTo>
                    <a:pt x="3427924" y="498738"/>
                  </a:lnTo>
                  <a:lnTo>
                    <a:pt x="3340028" y="494978"/>
                  </a:lnTo>
                  <a:lnTo>
                    <a:pt x="3252133" y="491625"/>
                  </a:lnTo>
                  <a:lnTo>
                    <a:pt x="3164237" y="488676"/>
                  </a:lnTo>
                  <a:lnTo>
                    <a:pt x="3076342" y="486119"/>
                  </a:lnTo>
                  <a:lnTo>
                    <a:pt x="2988446" y="483940"/>
                  </a:lnTo>
                  <a:lnTo>
                    <a:pt x="2900551" y="482120"/>
                  </a:lnTo>
                  <a:lnTo>
                    <a:pt x="2812655" y="480640"/>
                  </a:lnTo>
                  <a:lnTo>
                    <a:pt x="2724760" y="479476"/>
                  </a:lnTo>
                  <a:lnTo>
                    <a:pt x="2636864" y="478606"/>
                  </a:lnTo>
                  <a:lnTo>
                    <a:pt x="2548969" y="478008"/>
                  </a:lnTo>
                  <a:lnTo>
                    <a:pt x="2461073" y="477657"/>
                  </a:lnTo>
                  <a:lnTo>
                    <a:pt x="2373178" y="477534"/>
                  </a:lnTo>
                  <a:lnTo>
                    <a:pt x="2285282" y="477617"/>
                  </a:lnTo>
                  <a:lnTo>
                    <a:pt x="2197387" y="477887"/>
                  </a:lnTo>
                  <a:lnTo>
                    <a:pt x="2109491" y="478328"/>
                  </a:lnTo>
                  <a:lnTo>
                    <a:pt x="2021596" y="478923"/>
                  </a:lnTo>
                  <a:lnTo>
                    <a:pt x="1933700" y="479657"/>
                  </a:lnTo>
                  <a:lnTo>
                    <a:pt x="1845805" y="480518"/>
                  </a:lnTo>
                  <a:lnTo>
                    <a:pt x="1757909" y="481494"/>
                  </a:lnTo>
                  <a:lnTo>
                    <a:pt x="1670014" y="482574"/>
                  </a:lnTo>
                  <a:lnTo>
                    <a:pt x="1582118" y="483748"/>
                  </a:lnTo>
                  <a:lnTo>
                    <a:pt x="1494223" y="485008"/>
                  </a:lnTo>
                  <a:lnTo>
                    <a:pt x="1406327" y="486346"/>
                  </a:lnTo>
                  <a:lnTo>
                    <a:pt x="1318432" y="487756"/>
                  </a:lnTo>
                  <a:lnTo>
                    <a:pt x="1230536" y="489231"/>
                  </a:lnTo>
                  <a:lnTo>
                    <a:pt x="1142641" y="490765"/>
                  </a:lnTo>
                  <a:lnTo>
                    <a:pt x="1054745" y="492354"/>
                  </a:lnTo>
                  <a:lnTo>
                    <a:pt x="966850" y="493993"/>
                  </a:lnTo>
                  <a:lnTo>
                    <a:pt x="878954" y="495678"/>
                  </a:lnTo>
                  <a:lnTo>
                    <a:pt x="791059" y="497406"/>
                  </a:lnTo>
                  <a:lnTo>
                    <a:pt x="703163" y="499172"/>
                  </a:lnTo>
                  <a:lnTo>
                    <a:pt x="615268" y="500975"/>
                  </a:lnTo>
                  <a:lnTo>
                    <a:pt x="527372" y="502810"/>
                  </a:lnTo>
                  <a:lnTo>
                    <a:pt x="439477" y="504677"/>
                  </a:lnTo>
                  <a:lnTo>
                    <a:pt x="351581" y="506573"/>
                  </a:lnTo>
                  <a:lnTo>
                    <a:pt x="263686" y="508495"/>
                  </a:lnTo>
                  <a:lnTo>
                    <a:pt x="175790" y="510442"/>
                  </a:lnTo>
                  <a:lnTo>
                    <a:pt x="87895" y="512412"/>
                  </a:lnTo>
                  <a:lnTo>
                    <a:pt x="0" y="514403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4095022"/>
              <a:ext cx="6943744" cy="327955"/>
            </a:xfrm>
            <a:custGeom>
              <a:avLst/>
              <a:pathLst>
                <a:path w="6943744" h="327955">
                  <a:moveTo>
                    <a:pt x="0" y="0"/>
                  </a:moveTo>
                  <a:lnTo>
                    <a:pt x="87895" y="9544"/>
                  </a:lnTo>
                  <a:lnTo>
                    <a:pt x="175790" y="19067"/>
                  </a:lnTo>
                  <a:lnTo>
                    <a:pt x="263686" y="28567"/>
                  </a:lnTo>
                  <a:lnTo>
                    <a:pt x="351581" y="38042"/>
                  </a:lnTo>
                  <a:lnTo>
                    <a:pt x="439477" y="47490"/>
                  </a:lnTo>
                  <a:lnTo>
                    <a:pt x="527372" y="56910"/>
                  </a:lnTo>
                  <a:lnTo>
                    <a:pt x="615268" y="66298"/>
                  </a:lnTo>
                  <a:lnTo>
                    <a:pt x="703163" y="75654"/>
                  </a:lnTo>
                  <a:lnTo>
                    <a:pt x="791059" y="84973"/>
                  </a:lnTo>
                  <a:lnTo>
                    <a:pt x="878954" y="94253"/>
                  </a:lnTo>
                  <a:lnTo>
                    <a:pt x="966850" y="103491"/>
                  </a:lnTo>
                  <a:lnTo>
                    <a:pt x="1054745" y="112683"/>
                  </a:lnTo>
                  <a:lnTo>
                    <a:pt x="1142641" y="121825"/>
                  </a:lnTo>
                  <a:lnTo>
                    <a:pt x="1230536" y="130912"/>
                  </a:lnTo>
                  <a:lnTo>
                    <a:pt x="1318432" y="139940"/>
                  </a:lnTo>
                  <a:lnTo>
                    <a:pt x="1406327" y="148903"/>
                  </a:lnTo>
                  <a:lnTo>
                    <a:pt x="1494223" y="157794"/>
                  </a:lnTo>
                  <a:lnTo>
                    <a:pt x="1582118" y="166607"/>
                  </a:lnTo>
                  <a:lnTo>
                    <a:pt x="1670014" y="175334"/>
                  </a:lnTo>
                  <a:lnTo>
                    <a:pt x="1757909" y="183967"/>
                  </a:lnTo>
                  <a:lnTo>
                    <a:pt x="1845805" y="192495"/>
                  </a:lnTo>
                  <a:lnTo>
                    <a:pt x="1933700" y="200909"/>
                  </a:lnTo>
                  <a:lnTo>
                    <a:pt x="2021596" y="209197"/>
                  </a:lnTo>
                  <a:lnTo>
                    <a:pt x="2109491" y="217344"/>
                  </a:lnTo>
                  <a:lnTo>
                    <a:pt x="2197387" y="225338"/>
                  </a:lnTo>
                  <a:lnTo>
                    <a:pt x="2285282" y="233161"/>
                  </a:lnTo>
                  <a:lnTo>
                    <a:pt x="2373178" y="240797"/>
                  </a:lnTo>
                  <a:lnTo>
                    <a:pt x="2461073" y="248227"/>
                  </a:lnTo>
                  <a:lnTo>
                    <a:pt x="2548969" y="255429"/>
                  </a:lnTo>
                  <a:lnTo>
                    <a:pt x="2636864" y="262383"/>
                  </a:lnTo>
                  <a:lnTo>
                    <a:pt x="2724760" y="269067"/>
                  </a:lnTo>
                  <a:lnTo>
                    <a:pt x="2812655" y="275456"/>
                  </a:lnTo>
                  <a:lnTo>
                    <a:pt x="2900551" y="281528"/>
                  </a:lnTo>
                  <a:lnTo>
                    <a:pt x="2988446" y="287262"/>
                  </a:lnTo>
                  <a:lnTo>
                    <a:pt x="3076342" y="292635"/>
                  </a:lnTo>
                  <a:lnTo>
                    <a:pt x="3164237" y="297631"/>
                  </a:lnTo>
                  <a:lnTo>
                    <a:pt x="3252133" y="302235"/>
                  </a:lnTo>
                  <a:lnTo>
                    <a:pt x="3340028" y="306436"/>
                  </a:lnTo>
                  <a:lnTo>
                    <a:pt x="3427924" y="310228"/>
                  </a:lnTo>
                  <a:lnTo>
                    <a:pt x="3515819" y="313613"/>
                  </a:lnTo>
                  <a:lnTo>
                    <a:pt x="3603715" y="316594"/>
                  </a:lnTo>
                  <a:lnTo>
                    <a:pt x="3691610" y="319182"/>
                  </a:lnTo>
                  <a:lnTo>
                    <a:pt x="3779506" y="321391"/>
                  </a:lnTo>
                  <a:lnTo>
                    <a:pt x="3867401" y="323238"/>
                  </a:lnTo>
                  <a:lnTo>
                    <a:pt x="3955297" y="324745"/>
                  </a:lnTo>
                  <a:lnTo>
                    <a:pt x="4043192" y="325933"/>
                  </a:lnTo>
                  <a:lnTo>
                    <a:pt x="4131088" y="326825"/>
                  </a:lnTo>
                  <a:lnTo>
                    <a:pt x="4218983" y="327445"/>
                  </a:lnTo>
                  <a:lnTo>
                    <a:pt x="4306879" y="327814"/>
                  </a:lnTo>
                  <a:lnTo>
                    <a:pt x="4394774" y="327955"/>
                  </a:lnTo>
                  <a:lnTo>
                    <a:pt x="4482670" y="327888"/>
                  </a:lnTo>
                  <a:lnTo>
                    <a:pt x="4570565" y="327632"/>
                  </a:lnTo>
                  <a:lnTo>
                    <a:pt x="4658461" y="327204"/>
                  </a:lnTo>
                  <a:lnTo>
                    <a:pt x="4746356" y="326621"/>
                  </a:lnTo>
                  <a:lnTo>
                    <a:pt x="4834252" y="325897"/>
                  </a:lnTo>
                  <a:lnTo>
                    <a:pt x="4922147" y="325046"/>
                  </a:lnTo>
                  <a:lnTo>
                    <a:pt x="5010043" y="324079"/>
                  </a:lnTo>
                  <a:lnTo>
                    <a:pt x="5097938" y="323007"/>
                  </a:lnTo>
                  <a:lnTo>
                    <a:pt x="5185834" y="321840"/>
                  </a:lnTo>
                  <a:lnTo>
                    <a:pt x="5273729" y="320587"/>
                  </a:lnTo>
                  <a:lnTo>
                    <a:pt x="5361625" y="319254"/>
                  </a:lnTo>
                  <a:lnTo>
                    <a:pt x="5449520" y="317850"/>
                  </a:lnTo>
                  <a:lnTo>
                    <a:pt x="5537416" y="316380"/>
                  </a:lnTo>
                  <a:lnTo>
                    <a:pt x="5625311" y="314850"/>
                  </a:lnTo>
                  <a:lnTo>
                    <a:pt x="5713207" y="313266"/>
                  </a:lnTo>
                  <a:lnTo>
                    <a:pt x="5801102" y="311630"/>
                  </a:lnTo>
                  <a:lnTo>
                    <a:pt x="5888998" y="309949"/>
                  </a:lnTo>
                  <a:lnTo>
                    <a:pt x="5976893" y="308225"/>
                  </a:lnTo>
                  <a:lnTo>
                    <a:pt x="6064789" y="306461"/>
                  </a:lnTo>
                  <a:lnTo>
                    <a:pt x="6152684" y="304662"/>
                  </a:lnTo>
                  <a:lnTo>
                    <a:pt x="6240580" y="302828"/>
                  </a:lnTo>
                  <a:lnTo>
                    <a:pt x="6328475" y="300964"/>
                  </a:lnTo>
                  <a:lnTo>
                    <a:pt x="6416371" y="299071"/>
                  </a:lnTo>
                  <a:lnTo>
                    <a:pt x="6504266" y="297151"/>
                  </a:lnTo>
                  <a:lnTo>
                    <a:pt x="6592162" y="295206"/>
                  </a:lnTo>
                  <a:lnTo>
                    <a:pt x="6680057" y="293238"/>
                  </a:lnTo>
                  <a:lnTo>
                    <a:pt x="6767953" y="291248"/>
                  </a:lnTo>
                  <a:lnTo>
                    <a:pt x="6855848" y="289238"/>
                  </a:lnTo>
                  <a:lnTo>
                    <a:pt x="6943744" y="2872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326279" y="4572556"/>
              <a:ext cx="6943744" cy="346339"/>
            </a:xfrm>
            <a:custGeom>
              <a:avLst/>
              <a:pathLst>
                <a:path w="6943744" h="346339">
                  <a:moveTo>
                    <a:pt x="6943744" y="346339"/>
                  </a:moveTo>
                  <a:lnTo>
                    <a:pt x="6855848" y="336757"/>
                  </a:lnTo>
                  <a:lnTo>
                    <a:pt x="6767953" y="327194"/>
                  </a:lnTo>
                  <a:lnTo>
                    <a:pt x="6680057" y="317652"/>
                  </a:lnTo>
                  <a:lnTo>
                    <a:pt x="6592162" y="308130"/>
                  </a:lnTo>
                  <a:lnTo>
                    <a:pt x="6504266" y="298633"/>
                  </a:lnTo>
                  <a:lnTo>
                    <a:pt x="6416371" y="289160"/>
                  </a:lnTo>
                  <a:lnTo>
                    <a:pt x="6328475" y="279714"/>
                  </a:lnTo>
                  <a:lnTo>
                    <a:pt x="6240580" y="270296"/>
                  </a:lnTo>
                  <a:lnTo>
                    <a:pt x="6152684" y="260910"/>
                  </a:lnTo>
                  <a:lnTo>
                    <a:pt x="6064789" y="251557"/>
                  </a:lnTo>
                  <a:lnTo>
                    <a:pt x="5976893" y="242241"/>
                  </a:lnTo>
                  <a:lnTo>
                    <a:pt x="5888998" y="232964"/>
                  </a:lnTo>
                  <a:lnTo>
                    <a:pt x="5801102" y="223730"/>
                  </a:lnTo>
                  <a:lnTo>
                    <a:pt x="5713207" y="214542"/>
                  </a:lnTo>
                  <a:lnTo>
                    <a:pt x="5625311" y="205404"/>
                  </a:lnTo>
                  <a:lnTo>
                    <a:pt x="5537416" y="196321"/>
                  </a:lnTo>
                  <a:lnTo>
                    <a:pt x="5449520" y="187298"/>
                  </a:lnTo>
                  <a:lnTo>
                    <a:pt x="5361625" y="178341"/>
                  </a:lnTo>
                  <a:lnTo>
                    <a:pt x="5273729" y="169456"/>
                  </a:lnTo>
                  <a:lnTo>
                    <a:pt x="5185834" y="160650"/>
                  </a:lnTo>
                  <a:lnTo>
                    <a:pt x="5097938" y="151930"/>
                  </a:lnTo>
                  <a:lnTo>
                    <a:pt x="5010043" y="143305"/>
                  </a:lnTo>
                  <a:lnTo>
                    <a:pt x="4922147" y="134785"/>
                  </a:lnTo>
                  <a:lnTo>
                    <a:pt x="4834252" y="126381"/>
                  </a:lnTo>
                  <a:lnTo>
                    <a:pt x="4746356" y="118104"/>
                  </a:lnTo>
                  <a:lnTo>
                    <a:pt x="4658461" y="109968"/>
                  </a:lnTo>
                  <a:lnTo>
                    <a:pt x="4570565" y="101988"/>
                  </a:lnTo>
                  <a:lnTo>
                    <a:pt x="4482670" y="94179"/>
                  </a:lnTo>
                  <a:lnTo>
                    <a:pt x="4394774" y="86558"/>
                  </a:lnTo>
                  <a:lnTo>
                    <a:pt x="4306879" y="79146"/>
                  </a:lnTo>
                  <a:lnTo>
                    <a:pt x="4218983" y="71963"/>
                  </a:lnTo>
                  <a:lnTo>
                    <a:pt x="4131088" y="65029"/>
                  </a:lnTo>
                  <a:lnTo>
                    <a:pt x="4043192" y="58369"/>
                  </a:lnTo>
                  <a:lnTo>
                    <a:pt x="3955297" y="52004"/>
                  </a:lnTo>
                  <a:lnTo>
                    <a:pt x="3867401" y="45958"/>
                  </a:lnTo>
                  <a:lnTo>
                    <a:pt x="3779506" y="40253"/>
                  </a:lnTo>
                  <a:lnTo>
                    <a:pt x="3691610" y="34908"/>
                  </a:lnTo>
                  <a:lnTo>
                    <a:pt x="3603715" y="29943"/>
                  </a:lnTo>
                  <a:lnTo>
                    <a:pt x="3515819" y="25372"/>
                  </a:lnTo>
                  <a:lnTo>
                    <a:pt x="3427924" y="21203"/>
                  </a:lnTo>
                  <a:lnTo>
                    <a:pt x="3340028" y="17443"/>
                  </a:lnTo>
                  <a:lnTo>
                    <a:pt x="3252133" y="14091"/>
                  </a:lnTo>
                  <a:lnTo>
                    <a:pt x="3164237" y="11142"/>
                  </a:lnTo>
                  <a:lnTo>
                    <a:pt x="3076342" y="8585"/>
                  </a:lnTo>
                  <a:lnTo>
                    <a:pt x="2988446" y="6405"/>
                  </a:lnTo>
                  <a:lnTo>
                    <a:pt x="2900551" y="4586"/>
                  </a:lnTo>
                  <a:lnTo>
                    <a:pt x="2812655" y="3105"/>
                  </a:lnTo>
                  <a:lnTo>
                    <a:pt x="2724760" y="1942"/>
                  </a:lnTo>
                  <a:lnTo>
                    <a:pt x="2636864" y="1072"/>
                  </a:lnTo>
                  <a:lnTo>
                    <a:pt x="2548969" y="473"/>
                  </a:lnTo>
                  <a:lnTo>
                    <a:pt x="2461073" y="123"/>
                  </a:lnTo>
                  <a:lnTo>
                    <a:pt x="2373178" y="0"/>
                  </a:lnTo>
                  <a:lnTo>
                    <a:pt x="2285282" y="82"/>
                  </a:lnTo>
                  <a:lnTo>
                    <a:pt x="2197387" y="353"/>
                  </a:lnTo>
                  <a:lnTo>
                    <a:pt x="2109491" y="794"/>
                  </a:lnTo>
                  <a:lnTo>
                    <a:pt x="2021596" y="1388"/>
                  </a:lnTo>
                  <a:lnTo>
                    <a:pt x="1933700" y="2123"/>
                  </a:lnTo>
                  <a:lnTo>
                    <a:pt x="1845805" y="2984"/>
                  </a:lnTo>
                  <a:lnTo>
                    <a:pt x="1757909" y="3960"/>
                  </a:lnTo>
                  <a:lnTo>
                    <a:pt x="1670014" y="5039"/>
                  </a:lnTo>
                  <a:lnTo>
                    <a:pt x="1582118" y="6214"/>
                  </a:lnTo>
                  <a:lnTo>
                    <a:pt x="1494223" y="7474"/>
                  </a:lnTo>
                  <a:lnTo>
                    <a:pt x="1406327" y="8812"/>
                  </a:lnTo>
                  <a:lnTo>
                    <a:pt x="1318432" y="10222"/>
                  </a:lnTo>
                  <a:lnTo>
                    <a:pt x="1230536" y="11697"/>
                  </a:lnTo>
                  <a:lnTo>
                    <a:pt x="1142641" y="13231"/>
                  </a:lnTo>
                  <a:lnTo>
                    <a:pt x="1054745" y="14820"/>
                  </a:lnTo>
                  <a:lnTo>
                    <a:pt x="966850" y="16459"/>
                  </a:lnTo>
                  <a:lnTo>
                    <a:pt x="878954" y="18144"/>
                  </a:lnTo>
                  <a:lnTo>
                    <a:pt x="791059" y="19871"/>
                  </a:lnTo>
                  <a:lnTo>
                    <a:pt x="703163" y="21638"/>
                  </a:lnTo>
                  <a:lnTo>
                    <a:pt x="615268" y="23440"/>
                  </a:lnTo>
                  <a:lnTo>
                    <a:pt x="527372" y="25276"/>
                  </a:lnTo>
                  <a:lnTo>
                    <a:pt x="439477" y="27143"/>
                  </a:lnTo>
                  <a:lnTo>
                    <a:pt x="351581" y="29038"/>
                  </a:lnTo>
                  <a:lnTo>
                    <a:pt x="263686" y="30960"/>
                  </a:lnTo>
                  <a:lnTo>
                    <a:pt x="175790" y="32907"/>
                  </a:lnTo>
                  <a:lnTo>
                    <a:pt x="87895" y="34877"/>
                  </a:lnTo>
                  <a:lnTo>
                    <a:pt x="0" y="368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1326279" y="4352224"/>
              <a:ext cx="6943744" cy="298339"/>
            </a:xfrm>
            <a:custGeom>
              <a:avLst/>
              <a:pathLst>
                <a:path w="6943744" h="298339">
                  <a:moveTo>
                    <a:pt x="0" y="0"/>
                  </a:moveTo>
                  <a:lnTo>
                    <a:pt x="87895" y="3776"/>
                  </a:lnTo>
                  <a:lnTo>
                    <a:pt x="175790" y="7552"/>
                  </a:lnTo>
                  <a:lnTo>
                    <a:pt x="263686" y="11329"/>
                  </a:lnTo>
                  <a:lnTo>
                    <a:pt x="351581" y="15105"/>
                  </a:lnTo>
                  <a:lnTo>
                    <a:pt x="439477" y="18882"/>
                  </a:lnTo>
                  <a:lnTo>
                    <a:pt x="527372" y="22658"/>
                  </a:lnTo>
                  <a:lnTo>
                    <a:pt x="615268" y="26435"/>
                  </a:lnTo>
                  <a:lnTo>
                    <a:pt x="703163" y="30211"/>
                  </a:lnTo>
                  <a:lnTo>
                    <a:pt x="791059" y="33988"/>
                  </a:lnTo>
                  <a:lnTo>
                    <a:pt x="878954" y="37764"/>
                  </a:lnTo>
                  <a:lnTo>
                    <a:pt x="966850" y="41541"/>
                  </a:lnTo>
                  <a:lnTo>
                    <a:pt x="1054745" y="45317"/>
                  </a:lnTo>
                  <a:lnTo>
                    <a:pt x="1142641" y="49093"/>
                  </a:lnTo>
                  <a:lnTo>
                    <a:pt x="1230536" y="52870"/>
                  </a:lnTo>
                  <a:lnTo>
                    <a:pt x="1318432" y="56646"/>
                  </a:lnTo>
                  <a:lnTo>
                    <a:pt x="1406327" y="60423"/>
                  </a:lnTo>
                  <a:lnTo>
                    <a:pt x="1494223" y="64199"/>
                  </a:lnTo>
                  <a:lnTo>
                    <a:pt x="1582118" y="67976"/>
                  </a:lnTo>
                  <a:lnTo>
                    <a:pt x="1670014" y="71752"/>
                  </a:lnTo>
                  <a:lnTo>
                    <a:pt x="1757909" y="75529"/>
                  </a:lnTo>
                  <a:lnTo>
                    <a:pt x="1845805" y="79305"/>
                  </a:lnTo>
                  <a:lnTo>
                    <a:pt x="1933700" y="83082"/>
                  </a:lnTo>
                  <a:lnTo>
                    <a:pt x="2021596" y="86858"/>
                  </a:lnTo>
                  <a:lnTo>
                    <a:pt x="2109491" y="90634"/>
                  </a:lnTo>
                  <a:lnTo>
                    <a:pt x="2197387" y="94411"/>
                  </a:lnTo>
                  <a:lnTo>
                    <a:pt x="2285282" y="98187"/>
                  </a:lnTo>
                  <a:lnTo>
                    <a:pt x="2373178" y="101964"/>
                  </a:lnTo>
                  <a:lnTo>
                    <a:pt x="2461073" y="105740"/>
                  </a:lnTo>
                  <a:lnTo>
                    <a:pt x="2548969" y="109517"/>
                  </a:lnTo>
                  <a:lnTo>
                    <a:pt x="2636864" y="113293"/>
                  </a:lnTo>
                  <a:lnTo>
                    <a:pt x="2724760" y="117070"/>
                  </a:lnTo>
                  <a:lnTo>
                    <a:pt x="2812655" y="120846"/>
                  </a:lnTo>
                  <a:lnTo>
                    <a:pt x="2900551" y="124623"/>
                  </a:lnTo>
                  <a:lnTo>
                    <a:pt x="2988446" y="128399"/>
                  </a:lnTo>
                  <a:lnTo>
                    <a:pt x="3076342" y="132175"/>
                  </a:lnTo>
                  <a:lnTo>
                    <a:pt x="3164237" y="135952"/>
                  </a:lnTo>
                  <a:lnTo>
                    <a:pt x="3252133" y="139728"/>
                  </a:lnTo>
                  <a:lnTo>
                    <a:pt x="3340028" y="143505"/>
                  </a:lnTo>
                  <a:lnTo>
                    <a:pt x="3427924" y="147281"/>
                  </a:lnTo>
                  <a:lnTo>
                    <a:pt x="3515819" y="151058"/>
                  </a:lnTo>
                  <a:lnTo>
                    <a:pt x="3603715" y="154834"/>
                  </a:lnTo>
                  <a:lnTo>
                    <a:pt x="3691610" y="158611"/>
                  </a:lnTo>
                  <a:lnTo>
                    <a:pt x="3779506" y="162387"/>
                  </a:lnTo>
                  <a:lnTo>
                    <a:pt x="3867401" y="166164"/>
                  </a:lnTo>
                  <a:lnTo>
                    <a:pt x="3955297" y="169940"/>
                  </a:lnTo>
                  <a:lnTo>
                    <a:pt x="4043192" y="173716"/>
                  </a:lnTo>
                  <a:lnTo>
                    <a:pt x="4131088" y="177493"/>
                  </a:lnTo>
                  <a:lnTo>
                    <a:pt x="4218983" y="181269"/>
                  </a:lnTo>
                  <a:lnTo>
                    <a:pt x="4306879" y="185046"/>
                  </a:lnTo>
                  <a:lnTo>
                    <a:pt x="4394774" y="188822"/>
                  </a:lnTo>
                  <a:lnTo>
                    <a:pt x="4482670" y="192599"/>
                  </a:lnTo>
                  <a:lnTo>
                    <a:pt x="4570565" y="196375"/>
                  </a:lnTo>
                  <a:lnTo>
                    <a:pt x="4658461" y="200152"/>
                  </a:lnTo>
                  <a:lnTo>
                    <a:pt x="4746356" y="203928"/>
                  </a:lnTo>
                  <a:lnTo>
                    <a:pt x="4834252" y="207705"/>
                  </a:lnTo>
                  <a:lnTo>
                    <a:pt x="4922147" y="211481"/>
                  </a:lnTo>
                  <a:lnTo>
                    <a:pt x="5010043" y="215257"/>
                  </a:lnTo>
                  <a:lnTo>
                    <a:pt x="5097938" y="219034"/>
                  </a:lnTo>
                  <a:lnTo>
                    <a:pt x="5185834" y="222810"/>
                  </a:lnTo>
                  <a:lnTo>
                    <a:pt x="5273729" y="226587"/>
                  </a:lnTo>
                  <a:lnTo>
                    <a:pt x="5361625" y="230363"/>
                  </a:lnTo>
                  <a:lnTo>
                    <a:pt x="5449520" y="234140"/>
                  </a:lnTo>
                  <a:lnTo>
                    <a:pt x="5537416" y="237916"/>
                  </a:lnTo>
                  <a:lnTo>
                    <a:pt x="5625311" y="241693"/>
                  </a:lnTo>
                  <a:lnTo>
                    <a:pt x="5713207" y="245469"/>
                  </a:lnTo>
                  <a:lnTo>
                    <a:pt x="5801102" y="249246"/>
                  </a:lnTo>
                  <a:lnTo>
                    <a:pt x="5888998" y="253022"/>
                  </a:lnTo>
                  <a:lnTo>
                    <a:pt x="5976893" y="256798"/>
                  </a:lnTo>
                  <a:lnTo>
                    <a:pt x="6064789" y="260575"/>
                  </a:lnTo>
                  <a:lnTo>
                    <a:pt x="6152684" y="264351"/>
                  </a:lnTo>
                  <a:lnTo>
                    <a:pt x="6240580" y="268128"/>
                  </a:lnTo>
                  <a:lnTo>
                    <a:pt x="6328475" y="271904"/>
                  </a:lnTo>
                  <a:lnTo>
                    <a:pt x="6416371" y="275681"/>
                  </a:lnTo>
                  <a:lnTo>
                    <a:pt x="6504266" y="279457"/>
                  </a:lnTo>
                  <a:lnTo>
                    <a:pt x="6592162" y="283234"/>
                  </a:lnTo>
                  <a:lnTo>
                    <a:pt x="6680057" y="287010"/>
                  </a:lnTo>
                  <a:lnTo>
                    <a:pt x="6767953" y="290787"/>
                  </a:lnTo>
                  <a:lnTo>
                    <a:pt x="6855848" y="294563"/>
                  </a:lnTo>
                  <a:lnTo>
                    <a:pt x="6943744" y="29833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tx171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11049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28831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466147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640865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818693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182" name="tx182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2026-08-17T08:31:32Z</dcterms:modified>
  <cp:category/>
</cp:coreProperties>
</file>