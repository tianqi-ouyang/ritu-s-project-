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181100" y="375974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17517" y="1669789"/>
              <a:ext cx="3462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2026-10-09T13:21:32Z</dcterms:modified>
  <cp:category/>
</cp:coreProperties>
</file>