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73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079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085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91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076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08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08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3340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008892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3697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58761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2026-10-09T15:12:25Z</dcterms:modified>
  <cp:category/>
</cp:coreProperties>
</file>