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78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2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6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5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0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40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87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49386"/>
            </a:xfrm>
            <a:custGeom>
              <a:avLst/>
              <a:pathLst>
                <a:path w="7090630" h="3449386">
                  <a:moveTo>
                    <a:pt x="1145842" y="0"/>
                  </a:moveTo>
                  <a:lnTo>
                    <a:pt x="1145960" y="327"/>
                  </a:lnTo>
                  <a:lnTo>
                    <a:pt x="1217582" y="188881"/>
                  </a:lnTo>
                  <a:lnTo>
                    <a:pt x="1289205" y="367229"/>
                  </a:lnTo>
                  <a:lnTo>
                    <a:pt x="1360827" y="535922"/>
                  </a:lnTo>
                  <a:lnTo>
                    <a:pt x="1432450" y="695485"/>
                  </a:lnTo>
                  <a:lnTo>
                    <a:pt x="1504073" y="846410"/>
                  </a:lnTo>
                  <a:lnTo>
                    <a:pt x="1575695" y="989166"/>
                  </a:lnTo>
                  <a:lnTo>
                    <a:pt x="1647318" y="1124195"/>
                  </a:lnTo>
                  <a:lnTo>
                    <a:pt x="1718940" y="1251915"/>
                  </a:lnTo>
                  <a:lnTo>
                    <a:pt x="1790563" y="1372722"/>
                  </a:lnTo>
                  <a:lnTo>
                    <a:pt x="1862185" y="1486989"/>
                  </a:lnTo>
                  <a:lnTo>
                    <a:pt x="1933808" y="1595072"/>
                  </a:lnTo>
                  <a:lnTo>
                    <a:pt x="2005430" y="1697304"/>
                  </a:lnTo>
                  <a:lnTo>
                    <a:pt x="2077053" y="1794002"/>
                  </a:lnTo>
                  <a:lnTo>
                    <a:pt x="2148675" y="1885466"/>
                  </a:lnTo>
                  <a:lnTo>
                    <a:pt x="2220298" y="1971979"/>
                  </a:lnTo>
                  <a:lnTo>
                    <a:pt x="2291920" y="2053809"/>
                  </a:lnTo>
                  <a:lnTo>
                    <a:pt x="2363543" y="2131210"/>
                  </a:lnTo>
                  <a:lnTo>
                    <a:pt x="2435165" y="2204422"/>
                  </a:lnTo>
                  <a:lnTo>
                    <a:pt x="2506788" y="2273670"/>
                  </a:lnTo>
                  <a:lnTo>
                    <a:pt x="2578410" y="2339170"/>
                  </a:lnTo>
                  <a:lnTo>
                    <a:pt x="2650033" y="2401125"/>
                  </a:lnTo>
                  <a:lnTo>
                    <a:pt x="2721655" y="2459726"/>
                  </a:lnTo>
                  <a:lnTo>
                    <a:pt x="2793278" y="2515155"/>
                  </a:lnTo>
                  <a:lnTo>
                    <a:pt x="2864901" y="2567584"/>
                  </a:lnTo>
                  <a:lnTo>
                    <a:pt x="2936523" y="2617175"/>
                  </a:lnTo>
                  <a:lnTo>
                    <a:pt x="3008146" y="2644274"/>
                  </a:lnTo>
                  <a:lnTo>
                    <a:pt x="3079768" y="2595771"/>
                  </a:lnTo>
                  <a:lnTo>
                    <a:pt x="3151391" y="2544467"/>
                  </a:lnTo>
                  <a:lnTo>
                    <a:pt x="3223013" y="2490197"/>
                  </a:lnTo>
                  <a:lnTo>
                    <a:pt x="3294636" y="2432793"/>
                  </a:lnTo>
                  <a:lnTo>
                    <a:pt x="3366258" y="2372071"/>
                  </a:lnTo>
                  <a:lnTo>
                    <a:pt x="3437881" y="2307842"/>
                  </a:lnTo>
                  <a:lnTo>
                    <a:pt x="3509503" y="2239901"/>
                  </a:lnTo>
                  <a:lnTo>
                    <a:pt x="3581126" y="2168035"/>
                  </a:lnTo>
                  <a:lnTo>
                    <a:pt x="3652748" y="2092017"/>
                  </a:lnTo>
                  <a:lnTo>
                    <a:pt x="3724371" y="2011606"/>
                  </a:lnTo>
                  <a:lnTo>
                    <a:pt x="3795993" y="1926550"/>
                  </a:lnTo>
                  <a:lnTo>
                    <a:pt x="3867616" y="1836579"/>
                  </a:lnTo>
                  <a:lnTo>
                    <a:pt x="3939238" y="1741410"/>
                  </a:lnTo>
                  <a:lnTo>
                    <a:pt x="4010861" y="1640743"/>
                  </a:lnTo>
                  <a:lnTo>
                    <a:pt x="4082483" y="1534259"/>
                  </a:lnTo>
                  <a:lnTo>
                    <a:pt x="4154106" y="1421622"/>
                  </a:lnTo>
                  <a:lnTo>
                    <a:pt x="4225729" y="1302478"/>
                  </a:lnTo>
                  <a:lnTo>
                    <a:pt x="4297351" y="1176450"/>
                  </a:lnTo>
                  <a:lnTo>
                    <a:pt x="4368974" y="1043141"/>
                  </a:lnTo>
                  <a:lnTo>
                    <a:pt x="4440596" y="902129"/>
                  </a:lnTo>
                  <a:lnTo>
                    <a:pt x="4512219" y="752970"/>
                  </a:lnTo>
                  <a:lnTo>
                    <a:pt x="4583841" y="595193"/>
                  </a:lnTo>
                  <a:lnTo>
                    <a:pt x="4655464" y="428300"/>
                  </a:lnTo>
                  <a:lnTo>
                    <a:pt x="4727086" y="251765"/>
                  </a:lnTo>
                  <a:lnTo>
                    <a:pt x="4798709" y="65029"/>
                  </a:lnTo>
                  <a:lnTo>
                    <a:pt x="4822289" y="0"/>
                  </a:lnTo>
                  <a:lnTo>
                    <a:pt x="7090630" y="0"/>
                  </a:lnTo>
                  <a:lnTo>
                    <a:pt x="7090630" y="3449386"/>
                  </a:lnTo>
                  <a:lnTo>
                    <a:pt x="7019007" y="3447420"/>
                  </a:lnTo>
                  <a:lnTo>
                    <a:pt x="6947385" y="3445341"/>
                  </a:lnTo>
                  <a:lnTo>
                    <a:pt x="6875762" y="3443143"/>
                  </a:lnTo>
                  <a:lnTo>
                    <a:pt x="6804139" y="3440819"/>
                  </a:lnTo>
                  <a:lnTo>
                    <a:pt x="6732517" y="3438363"/>
                  </a:lnTo>
                  <a:lnTo>
                    <a:pt x="6660894" y="3435766"/>
                  </a:lnTo>
                  <a:lnTo>
                    <a:pt x="6589272" y="3433020"/>
                  </a:lnTo>
                  <a:lnTo>
                    <a:pt x="6517649" y="3430117"/>
                  </a:lnTo>
                  <a:lnTo>
                    <a:pt x="6446027" y="3427048"/>
                  </a:lnTo>
                  <a:lnTo>
                    <a:pt x="6374404" y="3423803"/>
                  </a:lnTo>
                  <a:lnTo>
                    <a:pt x="6302782" y="3420373"/>
                  </a:lnTo>
                  <a:lnTo>
                    <a:pt x="6231159" y="3416746"/>
                  </a:lnTo>
                  <a:lnTo>
                    <a:pt x="6159537" y="3412912"/>
                  </a:lnTo>
                  <a:lnTo>
                    <a:pt x="6087914" y="3408859"/>
                  </a:lnTo>
                  <a:lnTo>
                    <a:pt x="6016292" y="3404573"/>
                  </a:lnTo>
                  <a:lnTo>
                    <a:pt x="5944669" y="3400042"/>
                  </a:lnTo>
                  <a:lnTo>
                    <a:pt x="5873047" y="3395252"/>
                  </a:lnTo>
                  <a:lnTo>
                    <a:pt x="5801424" y="3390188"/>
                  </a:lnTo>
                  <a:lnTo>
                    <a:pt x="5729802" y="3384834"/>
                  </a:lnTo>
                  <a:lnTo>
                    <a:pt x="5658179" y="3379174"/>
                  </a:lnTo>
                  <a:lnTo>
                    <a:pt x="5586557" y="3373189"/>
                  </a:lnTo>
                  <a:lnTo>
                    <a:pt x="5514934" y="3366862"/>
                  </a:lnTo>
                  <a:lnTo>
                    <a:pt x="5443311" y="3360174"/>
                  </a:lnTo>
                  <a:lnTo>
                    <a:pt x="5371689" y="3353102"/>
                  </a:lnTo>
                  <a:lnTo>
                    <a:pt x="5300066" y="3345626"/>
                  </a:lnTo>
                  <a:lnTo>
                    <a:pt x="5228444" y="3337722"/>
                  </a:lnTo>
                  <a:lnTo>
                    <a:pt x="5156821" y="3329365"/>
                  </a:lnTo>
                  <a:lnTo>
                    <a:pt x="5085199" y="3320530"/>
                  </a:lnTo>
                  <a:lnTo>
                    <a:pt x="5013576" y="3311190"/>
                  </a:lnTo>
                  <a:lnTo>
                    <a:pt x="4941954" y="3301315"/>
                  </a:lnTo>
                  <a:lnTo>
                    <a:pt x="4870331" y="3290875"/>
                  </a:lnTo>
                  <a:lnTo>
                    <a:pt x="4798709" y="3279838"/>
                  </a:lnTo>
                  <a:lnTo>
                    <a:pt x="4727086" y="3268169"/>
                  </a:lnTo>
                  <a:lnTo>
                    <a:pt x="4655464" y="3255832"/>
                  </a:lnTo>
                  <a:lnTo>
                    <a:pt x="4583841" y="3242790"/>
                  </a:lnTo>
                  <a:lnTo>
                    <a:pt x="4512219" y="3229000"/>
                  </a:lnTo>
                  <a:lnTo>
                    <a:pt x="4440596" y="3214422"/>
                  </a:lnTo>
                  <a:lnTo>
                    <a:pt x="4368974" y="3199010"/>
                  </a:lnTo>
                  <a:lnTo>
                    <a:pt x="4297351" y="3182715"/>
                  </a:lnTo>
                  <a:lnTo>
                    <a:pt x="4225729" y="3165488"/>
                  </a:lnTo>
                  <a:lnTo>
                    <a:pt x="4154106" y="3147275"/>
                  </a:lnTo>
                  <a:lnTo>
                    <a:pt x="4082483" y="3128020"/>
                  </a:lnTo>
                  <a:lnTo>
                    <a:pt x="4010861" y="3107663"/>
                  </a:lnTo>
                  <a:lnTo>
                    <a:pt x="3939238" y="3086141"/>
                  </a:lnTo>
                  <a:lnTo>
                    <a:pt x="3867616" y="3063388"/>
                  </a:lnTo>
                  <a:lnTo>
                    <a:pt x="3795993" y="3039332"/>
                  </a:lnTo>
                  <a:lnTo>
                    <a:pt x="3724371" y="3013900"/>
                  </a:lnTo>
                  <a:lnTo>
                    <a:pt x="3652748" y="2987012"/>
                  </a:lnTo>
                  <a:lnTo>
                    <a:pt x="3581126" y="2958586"/>
                  </a:lnTo>
                  <a:lnTo>
                    <a:pt x="3509503" y="2928533"/>
                  </a:lnTo>
                  <a:lnTo>
                    <a:pt x="3437881" y="2896760"/>
                  </a:lnTo>
                  <a:lnTo>
                    <a:pt x="3366258" y="2863169"/>
                  </a:lnTo>
                  <a:lnTo>
                    <a:pt x="3294636" y="2827655"/>
                  </a:lnTo>
                  <a:lnTo>
                    <a:pt x="3223013" y="2790109"/>
                  </a:lnTo>
                  <a:lnTo>
                    <a:pt x="3151391" y="2750415"/>
                  </a:lnTo>
                  <a:lnTo>
                    <a:pt x="3079768" y="2708449"/>
                  </a:lnTo>
                  <a:lnTo>
                    <a:pt x="3008146" y="2664081"/>
                  </a:lnTo>
                  <a:lnTo>
                    <a:pt x="2936523" y="2690127"/>
                  </a:lnTo>
                  <a:lnTo>
                    <a:pt x="2864901" y="2733476"/>
                  </a:lnTo>
                  <a:lnTo>
                    <a:pt x="2793278" y="2774457"/>
                  </a:lnTo>
                  <a:lnTo>
                    <a:pt x="2721655" y="2813199"/>
                  </a:lnTo>
                  <a:lnTo>
                    <a:pt x="2650033" y="2849825"/>
                  </a:lnTo>
                  <a:lnTo>
                    <a:pt x="2578410" y="2884451"/>
                  </a:lnTo>
                  <a:lnTo>
                    <a:pt x="2506788" y="2917186"/>
                  </a:lnTo>
                  <a:lnTo>
                    <a:pt x="2435165" y="2948132"/>
                  </a:lnTo>
                  <a:lnTo>
                    <a:pt x="2363543" y="2977388"/>
                  </a:lnTo>
                  <a:lnTo>
                    <a:pt x="2291920" y="3005046"/>
                  </a:lnTo>
                  <a:lnTo>
                    <a:pt x="2220298" y="3031193"/>
                  </a:lnTo>
                  <a:lnTo>
                    <a:pt x="2148675" y="3055912"/>
                  </a:lnTo>
                  <a:lnTo>
                    <a:pt x="2077053" y="3079281"/>
                  </a:lnTo>
                  <a:lnTo>
                    <a:pt x="2005430" y="3101374"/>
                  </a:lnTo>
                  <a:lnTo>
                    <a:pt x="1933808" y="3122260"/>
                  </a:lnTo>
                  <a:lnTo>
                    <a:pt x="1862185" y="3142005"/>
                  </a:lnTo>
                  <a:lnTo>
                    <a:pt x="1790563" y="3160671"/>
                  </a:lnTo>
                  <a:lnTo>
                    <a:pt x="1718940" y="3178318"/>
                  </a:lnTo>
                  <a:lnTo>
                    <a:pt x="1647318" y="3195001"/>
                  </a:lnTo>
                  <a:lnTo>
                    <a:pt x="1575695" y="3210773"/>
                  </a:lnTo>
                  <a:lnTo>
                    <a:pt x="1504073" y="3225683"/>
                  </a:lnTo>
                  <a:lnTo>
                    <a:pt x="1432450" y="3239779"/>
                  </a:lnTo>
                  <a:lnTo>
                    <a:pt x="1360827" y="3253104"/>
                  </a:lnTo>
                  <a:lnTo>
                    <a:pt x="1289205" y="3265702"/>
                  </a:lnTo>
                  <a:lnTo>
                    <a:pt x="1217582" y="3277612"/>
                  </a:lnTo>
                  <a:lnTo>
                    <a:pt x="1145960" y="3288872"/>
                  </a:lnTo>
                  <a:lnTo>
                    <a:pt x="1074337" y="3299516"/>
                  </a:lnTo>
                  <a:lnTo>
                    <a:pt x="1002715" y="3309579"/>
                  </a:lnTo>
                  <a:lnTo>
                    <a:pt x="931092" y="3319092"/>
                  </a:lnTo>
                  <a:lnTo>
                    <a:pt x="859470" y="3328086"/>
                  </a:lnTo>
                  <a:lnTo>
                    <a:pt x="787847" y="3336588"/>
                  </a:lnTo>
                  <a:lnTo>
                    <a:pt x="716225" y="3344626"/>
                  </a:lnTo>
                  <a:lnTo>
                    <a:pt x="644602" y="3352225"/>
                  </a:lnTo>
                  <a:lnTo>
                    <a:pt x="572980" y="3359409"/>
                  </a:lnTo>
                  <a:lnTo>
                    <a:pt x="501357" y="3366201"/>
                  </a:lnTo>
                  <a:lnTo>
                    <a:pt x="429735" y="3372621"/>
                  </a:lnTo>
                  <a:lnTo>
                    <a:pt x="358112" y="3378691"/>
                  </a:lnTo>
                  <a:lnTo>
                    <a:pt x="286490" y="3384429"/>
                  </a:lnTo>
                  <a:lnTo>
                    <a:pt x="214867" y="3389854"/>
                  </a:lnTo>
                  <a:lnTo>
                    <a:pt x="143245" y="3394983"/>
                  </a:lnTo>
                  <a:lnTo>
                    <a:pt x="71622" y="3399831"/>
                  </a:lnTo>
                  <a:lnTo>
                    <a:pt x="0" y="340441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317891" y="2073503"/>
              <a:ext cx="3676446" cy="2644274"/>
            </a:xfrm>
            <a:custGeom>
              <a:avLst/>
              <a:pathLst>
                <a:path w="3676446" h="2644274">
                  <a:moveTo>
                    <a:pt x="0" y="0"/>
                  </a:moveTo>
                  <a:lnTo>
                    <a:pt x="117" y="327"/>
                  </a:lnTo>
                  <a:lnTo>
                    <a:pt x="71740" y="188881"/>
                  </a:lnTo>
                  <a:lnTo>
                    <a:pt x="143362" y="367229"/>
                  </a:lnTo>
                  <a:lnTo>
                    <a:pt x="214985" y="535922"/>
                  </a:lnTo>
                  <a:lnTo>
                    <a:pt x="286607" y="695485"/>
                  </a:lnTo>
                  <a:lnTo>
                    <a:pt x="358230" y="846410"/>
                  </a:lnTo>
                  <a:lnTo>
                    <a:pt x="429852" y="989166"/>
                  </a:lnTo>
                  <a:lnTo>
                    <a:pt x="501475" y="1124195"/>
                  </a:lnTo>
                  <a:lnTo>
                    <a:pt x="573098" y="1251915"/>
                  </a:lnTo>
                  <a:lnTo>
                    <a:pt x="644720" y="1372722"/>
                  </a:lnTo>
                  <a:lnTo>
                    <a:pt x="716343" y="1486989"/>
                  </a:lnTo>
                  <a:lnTo>
                    <a:pt x="787965" y="1595072"/>
                  </a:lnTo>
                  <a:lnTo>
                    <a:pt x="859588" y="1697304"/>
                  </a:lnTo>
                  <a:lnTo>
                    <a:pt x="931210" y="1794002"/>
                  </a:lnTo>
                  <a:lnTo>
                    <a:pt x="1002833" y="1885466"/>
                  </a:lnTo>
                  <a:lnTo>
                    <a:pt x="1074455" y="1971979"/>
                  </a:lnTo>
                  <a:lnTo>
                    <a:pt x="1146078" y="2053809"/>
                  </a:lnTo>
                  <a:lnTo>
                    <a:pt x="1217700" y="2131210"/>
                  </a:lnTo>
                  <a:lnTo>
                    <a:pt x="1289323" y="2204422"/>
                  </a:lnTo>
                  <a:lnTo>
                    <a:pt x="1360945" y="2273670"/>
                  </a:lnTo>
                  <a:lnTo>
                    <a:pt x="1432568" y="2339170"/>
                  </a:lnTo>
                  <a:lnTo>
                    <a:pt x="1504190" y="2401125"/>
                  </a:lnTo>
                  <a:lnTo>
                    <a:pt x="1575813" y="2459726"/>
                  </a:lnTo>
                  <a:lnTo>
                    <a:pt x="1647435" y="2515155"/>
                  </a:lnTo>
                  <a:lnTo>
                    <a:pt x="1719058" y="2567584"/>
                  </a:lnTo>
                  <a:lnTo>
                    <a:pt x="1790680" y="2617175"/>
                  </a:lnTo>
                  <a:lnTo>
                    <a:pt x="1862303" y="2644274"/>
                  </a:lnTo>
                  <a:lnTo>
                    <a:pt x="1933926" y="2595771"/>
                  </a:lnTo>
                  <a:lnTo>
                    <a:pt x="2005548" y="2544467"/>
                  </a:lnTo>
                  <a:lnTo>
                    <a:pt x="2077171" y="2490197"/>
                  </a:lnTo>
                  <a:lnTo>
                    <a:pt x="2148793" y="2432793"/>
                  </a:lnTo>
                  <a:lnTo>
                    <a:pt x="2220416" y="2372071"/>
                  </a:lnTo>
                  <a:lnTo>
                    <a:pt x="2292038" y="2307842"/>
                  </a:lnTo>
                  <a:lnTo>
                    <a:pt x="2363661" y="2239901"/>
                  </a:lnTo>
                  <a:lnTo>
                    <a:pt x="2435283" y="2168035"/>
                  </a:lnTo>
                  <a:lnTo>
                    <a:pt x="2506906" y="2092017"/>
                  </a:lnTo>
                  <a:lnTo>
                    <a:pt x="2578528" y="2011606"/>
                  </a:lnTo>
                  <a:lnTo>
                    <a:pt x="2650151" y="1926550"/>
                  </a:lnTo>
                  <a:lnTo>
                    <a:pt x="2721773" y="1836579"/>
                  </a:lnTo>
                  <a:lnTo>
                    <a:pt x="2793396" y="1741410"/>
                  </a:lnTo>
                  <a:lnTo>
                    <a:pt x="2865018" y="1640743"/>
                  </a:lnTo>
                  <a:lnTo>
                    <a:pt x="2936641" y="1534259"/>
                  </a:lnTo>
                  <a:lnTo>
                    <a:pt x="3008263" y="1421622"/>
                  </a:lnTo>
                  <a:lnTo>
                    <a:pt x="3079886" y="1302478"/>
                  </a:lnTo>
                  <a:lnTo>
                    <a:pt x="3151508" y="1176450"/>
                  </a:lnTo>
                  <a:lnTo>
                    <a:pt x="3223131" y="1043141"/>
                  </a:lnTo>
                  <a:lnTo>
                    <a:pt x="3294754" y="902129"/>
                  </a:lnTo>
                  <a:lnTo>
                    <a:pt x="3366376" y="752970"/>
                  </a:lnTo>
                  <a:lnTo>
                    <a:pt x="3437999" y="595193"/>
                  </a:lnTo>
                  <a:lnTo>
                    <a:pt x="3509621" y="428300"/>
                  </a:lnTo>
                  <a:lnTo>
                    <a:pt x="3581244" y="251765"/>
                  </a:lnTo>
                  <a:lnTo>
                    <a:pt x="3652866" y="65029"/>
                  </a:lnTo>
                  <a:lnTo>
                    <a:pt x="367644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7584"/>
              <a:ext cx="7090630" cy="785304"/>
            </a:xfrm>
            <a:custGeom>
              <a:avLst/>
              <a:pathLst>
                <a:path w="7090630" h="785304">
                  <a:moveTo>
                    <a:pt x="7090630" y="785304"/>
                  </a:moveTo>
                  <a:lnTo>
                    <a:pt x="7019007" y="783338"/>
                  </a:lnTo>
                  <a:lnTo>
                    <a:pt x="6947385" y="781259"/>
                  </a:lnTo>
                  <a:lnTo>
                    <a:pt x="6875762" y="779061"/>
                  </a:lnTo>
                  <a:lnTo>
                    <a:pt x="6804139" y="776738"/>
                  </a:lnTo>
                  <a:lnTo>
                    <a:pt x="6732517" y="774281"/>
                  </a:lnTo>
                  <a:lnTo>
                    <a:pt x="6660894" y="771684"/>
                  </a:lnTo>
                  <a:lnTo>
                    <a:pt x="6589272" y="768938"/>
                  </a:lnTo>
                  <a:lnTo>
                    <a:pt x="6517649" y="766035"/>
                  </a:lnTo>
                  <a:lnTo>
                    <a:pt x="6446027" y="762966"/>
                  </a:lnTo>
                  <a:lnTo>
                    <a:pt x="6374404" y="759722"/>
                  </a:lnTo>
                  <a:lnTo>
                    <a:pt x="6302782" y="756291"/>
                  </a:lnTo>
                  <a:lnTo>
                    <a:pt x="6231159" y="752665"/>
                  </a:lnTo>
                  <a:lnTo>
                    <a:pt x="6159537" y="748831"/>
                  </a:lnTo>
                  <a:lnTo>
                    <a:pt x="6087914" y="744777"/>
                  </a:lnTo>
                  <a:lnTo>
                    <a:pt x="6016292" y="740491"/>
                  </a:lnTo>
                  <a:lnTo>
                    <a:pt x="5944669" y="735961"/>
                  </a:lnTo>
                  <a:lnTo>
                    <a:pt x="5873047" y="731170"/>
                  </a:lnTo>
                  <a:lnTo>
                    <a:pt x="5801424" y="726106"/>
                  </a:lnTo>
                  <a:lnTo>
                    <a:pt x="5729802" y="720752"/>
                  </a:lnTo>
                  <a:lnTo>
                    <a:pt x="5658179" y="715092"/>
                  </a:lnTo>
                  <a:lnTo>
                    <a:pt x="5586557" y="709107"/>
                  </a:lnTo>
                  <a:lnTo>
                    <a:pt x="5514934" y="702781"/>
                  </a:lnTo>
                  <a:lnTo>
                    <a:pt x="5443311" y="696092"/>
                  </a:lnTo>
                  <a:lnTo>
                    <a:pt x="5371689" y="689020"/>
                  </a:lnTo>
                  <a:lnTo>
                    <a:pt x="5300066" y="681544"/>
                  </a:lnTo>
                  <a:lnTo>
                    <a:pt x="5228444" y="673640"/>
                  </a:lnTo>
                  <a:lnTo>
                    <a:pt x="5156821" y="665283"/>
                  </a:lnTo>
                  <a:lnTo>
                    <a:pt x="5085199" y="656448"/>
                  </a:lnTo>
                  <a:lnTo>
                    <a:pt x="5013576" y="647108"/>
                  </a:lnTo>
                  <a:lnTo>
                    <a:pt x="4941954" y="637233"/>
                  </a:lnTo>
                  <a:lnTo>
                    <a:pt x="4870331" y="626793"/>
                  </a:lnTo>
                  <a:lnTo>
                    <a:pt x="4798709" y="615756"/>
                  </a:lnTo>
                  <a:lnTo>
                    <a:pt x="4727086" y="604087"/>
                  </a:lnTo>
                  <a:lnTo>
                    <a:pt x="4655464" y="591750"/>
                  </a:lnTo>
                  <a:lnTo>
                    <a:pt x="4583841" y="578708"/>
                  </a:lnTo>
                  <a:lnTo>
                    <a:pt x="4512219" y="564919"/>
                  </a:lnTo>
                  <a:lnTo>
                    <a:pt x="4440596" y="550340"/>
                  </a:lnTo>
                  <a:lnTo>
                    <a:pt x="4368974" y="534928"/>
                  </a:lnTo>
                  <a:lnTo>
                    <a:pt x="4297351" y="518633"/>
                  </a:lnTo>
                  <a:lnTo>
                    <a:pt x="4225729" y="501406"/>
                  </a:lnTo>
                  <a:lnTo>
                    <a:pt x="4154106" y="483194"/>
                  </a:lnTo>
                  <a:lnTo>
                    <a:pt x="4082483" y="463939"/>
                  </a:lnTo>
                  <a:lnTo>
                    <a:pt x="4010861" y="443582"/>
                  </a:lnTo>
                  <a:lnTo>
                    <a:pt x="3939238" y="422060"/>
                  </a:lnTo>
                  <a:lnTo>
                    <a:pt x="3867616" y="399306"/>
                  </a:lnTo>
                  <a:lnTo>
                    <a:pt x="3795993" y="375250"/>
                  </a:lnTo>
                  <a:lnTo>
                    <a:pt x="3724371" y="349818"/>
                  </a:lnTo>
                  <a:lnTo>
                    <a:pt x="3652748" y="322930"/>
                  </a:lnTo>
                  <a:lnTo>
                    <a:pt x="3581126" y="294504"/>
                  </a:lnTo>
                  <a:lnTo>
                    <a:pt x="3509503" y="264451"/>
                  </a:lnTo>
                  <a:lnTo>
                    <a:pt x="3437881" y="232678"/>
                  </a:lnTo>
                  <a:lnTo>
                    <a:pt x="3366258" y="199087"/>
                  </a:lnTo>
                  <a:lnTo>
                    <a:pt x="3294636" y="163573"/>
                  </a:lnTo>
                  <a:lnTo>
                    <a:pt x="3223013" y="126028"/>
                  </a:lnTo>
                  <a:lnTo>
                    <a:pt x="3151391" y="86333"/>
                  </a:lnTo>
                  <a:lnTo>
                    <a:pt x="3079768" y="44367"/>
                  </a:lnTo>
                  <a:lnTo>
                    <a:pt x="3008146" y="0"/>
                  </a:lnTo>
                  <a:lnTo>
                    <a:pt x="2936523" y="26045"/>
                  </a:lnTo>
                  <a:lnTo>
                    <a:pt x="2864901" y="69394"/>
                  </a:lnTo>
                  <a:lnTo>
                    <a:pt x="2793278" y="110375"/>
                  </a:lnTo>
                  <a:lnTo>
                    <a:pt x="2721655" y="149117"/>
                  </a:lnTo>
                  <a:lnTo>
                    <a:pt x="2650033" y="185744"/>
                  </a:lnTo>
                  <a:lnTo>
                    <a:pt x="2578410" y="220369"/>
                  </a:lnTo>
                  <a:lnTo>
                    <a:pt x="2506788" y="253104"/>
                  </a:lnTo>
                  <a:lnTo>
                    <a:pt x="2435165" y="284050"/>
                  </a:lnTo>
                  <a:lnTo>
                    <a:pt x="2363543" y="313306"/>
                  </a:lnTo>
                  <a:lnTo>
                    <a:pt x="2291920" y="340964"/>
                  </a:lnTo>
                  <a:lnTo>
                    <a:pt x="2220298" y="367112"/>
                  </a:lnTo>
                  <a:lnTo>
                    <a:pt x="2148675" y="391831"/>
                  </a:lnTo>
                  <a:lnTo>
                    <a:pt x="2077053" y="415200"/>
                  </a:lnTo>
                  <a:lnTo>
                    <a:pt x="2005430" y="437292"/>
                  </a:lnTo>
                  <a:lnTo>
                    <a:pt x="1933808" y="458178"/>
                  </a:lnTo>
                  <a:lnTo>
                    <a:pt x="1862185" y="477923"/>
                  </a:lnTo>
                  <a:lnTo>
                    <a:pt x="1790563" y="496589"/>
                  </a:lnTo>
                  <a:lnTo>
                    <a:pt x="1718940" y="514236"/>
                  </a:lnTo>
                  <a:lnTo>
                    <a:pt x="1647318" y="530919"/>
                  </a:lnTo>
                  <a:lnTo>
                    <a:pt x="1575695" y="546691"/>
                  </a:lnTo>
                  <a:lnTo>
                    <a:pt x="1504073" y="561601"/>
                  </a:lnTo>
                  <a:lnTo>
                    <a:pt x="1432450" y="575697"/>
                  </a:lnTo>
                  <a:lnTo>
                    <a:pt x="1360827" y="589023"/>
                  </a:lnTo>
                  <a:lnTo>
                    <a:pt x="1289205" y="601621"/>
                  </a:lnTo>
                  <a:lnTo>
                    <a:pt x="1217582" y="613531"/>
                  </a:lnTo>
                  <a:lnTo>
                    <a:pt x="1145960" y="624790"/>
                  </a:lnTo>
                  <a:lnTo>
                    <a:pt x="1074337" y="635434"/>
                  </a:lnTo>
                  <a:lnTo>
                    <a:pt x="1002715" y="645497"/>
                  </a:lnTo>
                  <a:lnTo>
                    <a:pt x="931092" y="655010"/>
                  </a:lnTo>
                  <a:lnTo>
                    <a:pt x="859470" y="664004"/>
                  </a:lnTo>
                  <a:lnTo>
                    <a:pt x="787847" y="672507"/>
                  </a:lnTo>
                  <a:lnTo>
                    <a:pt x="716225" y="680544"/>
                  </a:lnTo>
                  <a:lnTo>
                    <a:pt x="644602" y="688143"/>
                  </a:lnTo>
                  <a:lnTo>
                    <a:pt x="572980" y="695327"/>
                  </a:lnTo>
                  <a:lnTo>
                    <a:pt x="501357" y="702119"/>
                  </a:lnTo>
                  <a:lnTo>
                    <a:pt x="429735" y="708539"/>
                  </a:lnTo>
                  <a:lnTo>
                    <a:pt x="358112" y="714609"/>
                  </a:lnTo>
                  <a:lnTo>
                    <a:pt x="286490" y="720347"/>
                  </a:lnTo>
                  <a:lnTo>
                    <a:pt x="214867" y="725772"/>
                  </a:lnTo>
                  <a:lnTo>
                    <a:pt x="143245" y="730901"/>
                  </a:lnTo>
                  <a:lnTo>
                    <a:pt x="71622" y="735749"/>
                  </a:lnTo>
                  <a:lnTo>
                    <a:pt x="0" y="7403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15334"/>
              <a:ext cx="7090630" cy="21430"/>
            </a:xfrm>
            <a:custGeom>
              <a:avLst/>
              <a:pathLst>
                <a:path w="7090630" h="21430">
                  <a:moveTo>
                    <a:pt x="0" y="21430"/>
                  </a:moveTo>
                  <a:lnTo>
                    <a:pt x="71622" y="21216"/>
                  </a:lnTo>
                  <a:lnTo>
                    <a:pt x="143245" y="21003"/>
                  </a:lnTo>
                  <a:lnTo>
                    <a:pt x="214867" y="20789"/>
                  </a:lnTo>
                  <a:lnTo>
                    <a:pt x="286490" y="20575"/>
                  </a:lnTo>
                  <a:lnTo>
                    <a:pt x="358112" y="20361"/>
                  </a:lnTo>
                  <a:lnTo>
                    <a:pt x="429735" y="20147"/>
                  </a:lnTo>
                  <a:lnTo>
                    <a:pt x="501357" y="19933"/>
                  </a:lnTo>
                  <a:lnTo>
                    <a:pt x="572980" y="19719"/>
                  </a:lnTo>
                  <a:lnTo>
                    <a:pt x="644602" y="19505"/>
                  </a:lnTo>
                  <a:lnTo>
                    <a:pt x="716225" y="19290"/>
                  </a:lnTo>
                  <a:lnTo>
                    <a:pt x="787847" y="19076"/>
                  </a:lnTo>
                  <a:lnTo>
                    <a:pt x="859470" y="18862"/>
                  </a:lnTo>
                  <a:lnTo>
                    <a:pt x="931092" y="18647"/>
                  </a:lnTo>
                  <a:lnTo>
                    <a:pt x="1002715" y="18433"/>
                  </a:lnTo>
                  <a:lnTo>
                    <a:pt x="1074337" y="18218"/>
                  </a:lnTo>
                  <a:lnTo>
                    <a:pt x="1145960" y="18004"/>
                  </a:lnTo>
                  <a:lnTo>
                    <a:pt x="1217582" y="17789"/>
                  </a:lnTo>
                  <a:lnTo>
                    <a:pt x="1289205" y="17575"/>
                  </a:lnTo>
                  <a:lnTo>
                    <a:pt x="1360827" y="17360"/>
                  </a:lnTo>
                  <a:lnTo>
                    <a:pt x="1432450" y="17145"/>
                  </a:lnTo>
                  <a:lnTo>
                    <a:pt x="1504073" y="16930"/>
                  </a:lnTo>
                  <a:lnTo>
                    <a:pt x="1575695" y="16715"/>
                  </a:lnTo>
                  <a:lnTo>
                    <a:pt x="1647318" y="16500"/>
                  </a:lnTo>
                  <a:lnTo>
                    <a:pt x="1718940" y="16285"/>
                  </a:lnTo>
                  <a:lnTo>
                    <a:pt x="1790563" y="16070"/>
                  </a:lnTo>
                  <a:lnTo>
                    <a:pt x="1862185" y="15855"/>
                  </a:lnTo>
                  <a:lnTo>
                    <a:pt x="1933808" y="15640"/>
                  </a:lnTo>
                  <a:lnTo>
                    <a:pt x="2005430" y="15425"/>
                  </a:lnTo>
                  <a:lnTo>
                    <a:pt x="2077053" y="15210"/>
                  </a:lnTo>
                  <a:lnTo>
                    <a:pt x="2148675" y="14994"/>
                  </a:lnTo>
                  <a:lnTo>
                    <a:pt x="2220298" y="14779"/>
                  </a:lnTo>
                  <a:lnTo>
                    <a:pt x="2291920" y="14563"/>
                  </a:lnTo>
                  <a:lnTo>
                    <a:pt x="2363543" y="14348"/>
                  </a:lnTo>
                  <a:lnTo>
                    <a:pt x="2435165" y="14132"/>
                  </a:lnTo>
                  <a:lnTo>
                    <a:pt x="2506788" y="13917"/>
                  </a:lnTo>
                  <a:lnTo>
                    <a:pt x="2578410" y="13701"/>
                  </a:lnTo>
                  <a:lnTo>
                    <a:pt x="2650033" y="13485"/>
                  </a:lnTo>
                  <a:lnTo>
                    <a:pt x="2721655" y="13269"/>
                  </a:lnTo>
                  <a:lnTo>
                    <a:pt x="2793278" y="13054"/>
                  </a:lnTo>
                  <a:lnTo>
                    <a:pt x="2864901" y="12838"/>
                  </a:lnTo>
                  <a:lnTo>
                    <a:pt x="2936523" y="12622"/>
                  </a:lnTo>
                  <a:lnTo>
                    <a:pt x="3008146" y="12406"/>
                  </a:lnTo>
                  <a:lnTo>
                    <a:pt x="3079768" y="12190"/>
                  </a:lnTo>
                  <a:lnTo>
                    <a:pt x="3151391" y="11974"/>
                  </a:lnTo>
                  <a:lnTo>
                    <a:pt x="3223013" y="11757"/>
                  </a:lnTo>
                  <a:lnTo>
                    <a:pt x="3294636" y="11541"/>
                  </a:lnTo>
                  <a:lnTo>
                    <a:pt x="3366258" y="11325"/>
                  </a:lnTo>
                  <a:lnTo>
                    <a:pt x="3437881" y="11108"/>
                  </a:lnTo>
                  <a:lnTo>
                    <a:pt x="3509503" y="10892"/>
                  </a:lnTo>
                  <a:lnTo>
                    <a:pt x="3581126" y="10676"/>
                  </a:lnTo>
                  <a:lnTo>
                    <a:pt x="3652748" y="10459"/>
                  </a:lnTo>
                  <a:lnTo>
                    <a:pt x="3724371" y="10242"/>
                  </a:lnTo>
                  <a:lnTo>
                    <a:pt x="3795993" y="10026"/>
                  </a:lnTo>
                  <a:lnTo>
                    <a:pt x="3867616" y="9809"/>
                  </a:lnTo>
                  <a:lnTo>
                    <a:pt x="3939238" y="9592"/>
                  </a:lnTo>
                  <a:lnTo>
                    <a:pt x="4010861" y="9376"/>
                  </a:lnTo>
                  <a:lnTo>
                    <a:pt x="4082483" y="9159"/>
                  </a:lnTo>
                  <a:lnTo>
                    <a:pt x="4154106" y="8942"/>
                  </a:lnTo>
                  <a:lnTo>
                    <a:pt x="4225729" y="8725"/>
                  </a:lnTo>
                  <a:lnTo>
                    <a:pt x="4297351" y="8508"/>
                  </a:lnTo>
                  <a:lnTo>
                    <a:pt x="4368974" y="8291"/>
                  </a:lnTo>
                  <a:lnTo>
                    <a:pt x="4440596" y="8074"/>
                  </a:lnTo>
                  <a:lnTo>
                    <a:pt x="4512219" y="7856"/>
                  </a:lnTo>
                  <a:lnTo>
                    <a:pt x="4583841" y="7639"/>
                  </a:lnTo>
                  <a:lnTo>
                    <a:pt x="4655464" y="7422"/>
                  </a:lnTo>
                  <a:lnTo>
                    <a:pt x="4727086" y="7204"/>
                  </a:lnTo>
                  <a:lnTo>
                    <a:pt x="4798709" y="6987"/>
                  </a:lnTo>
                  <a:lnTo>
                    <a:pt x="4870331" y="6770"/>
                  </a:lnTo>
                  <a:lnTo>
                    <a:pt x="4941954" y="6552"/>
                  </a:lnTo>
                  <a:lnTo>
                    <a:pt x="5013576" y="6334"/>
                  </a:lnTo>
                  <a:lnTo>
                    <a:pt x="5085199" y="6117"/>
                  </a:lnTo>
                  <a:lnTo>
                    <a:pt x="5156821" y="5899"/>
                  </a:lnTo>
                  <a:lnTo>
                    <a:pt x="5228444" y="5681"/>
                  </a:lnTo>
                  <a:lnTo>
                    <a:pt x="5300066" y="5464"/>
                  </a:lnTo>
                  <a:lnTo>
                    <a:pt x="5371689" y="5246"/>
                  </a:lnTo>
                  <a:lnTo>
                    <a:pt x="5443311" y="5028"/>
                  </a:lnTo>
                  <a:lnTo>
                    <a:pt x="5514934" y="4810"/>
                  </a:lnTo>
                  <a:lnTo>
                    <a:pt x="5586557" y="4592"/>
                  </a:lnTo>
                  <a:lnTo>
                    <a:pt x="5658179" y="4374"/>
                  </a:lnTo>
                  <a:lnTo>
                    <a:pt x="5729802" y="4155"/>
                  </a:lnTo>
                  <a:lnTo>
                    <a:pt x="5801424" y="3937"/>
                  </a:lnTo>
                  <a:lnTo>
                    <a:pt x="5873047" y="3719"/>
                  </a:lnTo>
                  <a:lnTo>
                    <a:pt x="5944669" y="3501"/>
                  </a:lnTo>
                  <a:lnTo>
                    <a:pt x="6016292" y="3282"/>
                  </a:lnTo>
                  <a:lnTo>
                    <a:pt x="6087914" y="3064"/>
                  </a:lnTo>
                  <a:lnTo>
                    <a:pt x="6159537" y="2845"/>
                  </a:lnTo>
                  <a:lnTo>
                    <a:pt x="6231159" y="2627"/>
                  </a:lnTo>
                  <a:lnTo>
                    <a:pt x="6302782" y="2408"/>
                  </a:lnTo>
                  <a:lnTo>
                    <a:pt x="6374404" y="2189"/>
                  </a:lnTo>
                  <a:lnTo>
                    <a:pt x="6446027" y="1971"/>
                  </a:lnTo>
                  <a:lnTo>
                    <a:pt x="6517649" y="1752"/>
                  </a:lnTo>
                  <a:lnTo>
                    <a:pt x="6589272" y="1533"/>
                  </a:lnTo>
                  <a:lnTo>
                    <a:pt x="6660894" y="1314"/>
                  </a:lnTo>
                  <a:lnTo>
                    <a:pt x="6732517" y="1095"/>
                  </a:lnTo>
                  <a:lnTo>
                    <a:pt x="6804139" y="876"/>
                  </a:lnTo>
                  <a:lnTo>
                    <a:pt x="6875762" y="657"/>
                  </a:lnTo>
                  <a:lnTo>
                    <a:pt x="6947385" y="438"/>
                  </a:lnTo>
                  <a:lnTo>
                    <a:pt x="7019007" y="21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649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48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894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22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65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1.00 (0.49-2.02), p = 0.993  |  per IQR decline (Δ = 27.4 %): 0.99 (0.14-6.85)  |  IQR: [-12.6, 14.8]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29504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2026-10-08T10:13:06Z</dcterms:modified>
  <cp:category/>
</cp:coreProperties>
</file>