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0403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209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70016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806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613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419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401041"/>
            </a:xfrm>
            <a:custGeom>
              <a:avLst/>
              <a:pathLst>
                <a:path w="7090630" h="3401041">
                  <a:moveTo>
                    <a:pt x="3024783" y="0"/>
                  </a:moveTo>
                  <a:lnTo>
                    <a:pt x="3079768" y="173096"/>
                  </a:lnTo>
                  <a:lnTo>
                    <a:pt x="3151391" y="384192"/>
                  </a:lnTo>
                  <a:lnTo>
                    <a:pt x="3223013" y="581827"/>
                  </a:lnTo>
                  <a:lnTo>
                    <a:pt x="3294636" y="766861"/>
                  </a:lnTo>
                  <a:lnTo>
                    <a:pt x="3366258" y="940096"/>
                  </a:lnTo>
                  <a:lnTo>
                    <a:pt x="3437881" y="1102285"/>
                  </a:lnTo>
                  <a:lnTo>
                    <a:pt x="3509503" y="1254133"/>
                  </a:lnTo>
                  <a:lnTo>
                    <a:pt x="3581126" y="1396299"/>
                  </a:lnTo>
                  <a:lnTo>
                    <a:pt x="3652748" y="1529400"/>
                  </a:lnTo>
                  <a:lnTo>
                    <a:pt x="3724371" y="1654014"/>
                  </a:lnTo>
                  <a:lnTo>
                    <a:pt x="3795993" y="1770682"/>
                  </a:lnTo>
                  <a:lnTo>
                    <a:pt x="3867616" y="1879911"/>
                  </a:lnTo>
                  <a:lnTo>
                    <a:pt x="3939238" y="1982176"/>
                  </a:lnTo>
                  <a:lnTo>
                    <a:pt x="4010861" y="2077920"/>
                  </a:lnTo>
                  <a:lnTo>
                    <a:pt x="4082483" y="2167559"/>
                  </a:lnTo>
                  <a:lnTo>
                    <a:pt x="4154106" y="2251482"/>
                  </a:lnTo>
                  <a:lnTo>
                    <a:pt x="4225729" y="2330054"/>
                  </a:lnTo>
                  <a:lnTo>
                    <a:pt x="4297351" y="2403617"/>
                  </a:lnTo>
                  <a:lnTo>
                    <a:pt x="4368974" y="2472488"/>
                  </a:lnTo>
                  <a:lnTo>
                    <a:pt x="4440596" y="2536969"/>
                  </a:lnTo>
                  <a:lnTo>
                    <a:pt x="4512219" y="2597338"/>
                  </a:lnTo>
                  <a:lnTo>
                    <a:pt x="4583841" y="2653857"/>
                  </a:lnTo>
                  <a:lnTo>
                    <a:pt x="4655464" y="2662796"/>
                  </a:lnTo>
                  <a:lnTo>
                    <a:pt x="4727086" y="2671288"/>
                  </a:lnTo>
                  <a:lnTo>
                    <a:pt x="4798709" y="2679691"/>
                  </a:lnTo>
                  <a:lnTo>
                    <a:pt x="4870331" y="2688008"/>
                  </a:lnTo>
                  <a:lnTo>
                    <a:pt x="4941954" y="2696239"/>
                  </a:lnTo>
                  <a:lnTo>
                    <a:pt x="5013576" y="2704385"/>
                  </a:lnTo>
                  <a:lnTo>
                    <a:pt x="5085199" y="2712446"/>
                  </a:lnTo>
                  <a:lnTo>
                    <a:pt x="5156821" y="2720424"/>
                  </a:lnTo>
                  <a:lnTo>
                    <a:pt x="5228444" y="2728319"/>
                  </a:lnTo>
                  <a:lnTo>
                    <a:pt x="5300066" y="2736133"/>
                  </a:lnTo>
                  <a:lnTo>
                    <a:pt x="5371689" y="2743866"/>
                  </a:lnTo>
                  <a:lnTo>
                    <a:pt x="5443311" y="2751519"/>
                  </a:lnTo>
                  <a:lnTo>
                    <a:pt x="5514934" y="2759093"/>
                  </a:lnTo>
                  <a:lnTo>
                    <a:pt x="5586557" y="2766589"/>
                  </a:lnTo>
                  <a:lnTo>
                    <a:pt x="5658179" y="2774007"/>
                  </a:lnTo>
                  <a:lnTo>
                    <a:pt x="5729802" y="2781348"/>
                  </a:lnTo>
                  <a:lnTo>
                    <a:pt x="5801424" y="2788613"/>
                  </a:lnTo>
                  <a:lnTo>
                    <a:pt x="5873047" y="2795803"/>
                  </a:lnTo>
                  <a:lnTo>
                    <a:pt x="5944669" y="2802919"/>
                  </a:lnTo>
                  <a:lnTo>
                    <a:pt x="6016292" y="2809961"/>
                  </a:lnTo>
                  <a:lnTo>
                    <a:pt x="6087914" y="2816931"/>
                  </a:lnTo>
                  <a:lnTo>
                    <a:pt x="6159537" y="2823828"/>
                  </a:lnTo>
                  <a:lnTo>
                    <a:pt x="6231159" y="2830654"/>
                  </a:lnTo>
                  <a:lnTo>
                    <a:pt x="6302782" y="2837409"/>
                  </a:lnTo>
                  <a:lnTo>
                    <a:pt x="6374404" y="2844095"/>
                  </a:lnTo>
                  <a:lnTo>
                    <a:pt x="6446027" y="2850711"/>
                  </a:lnTo>
                  <a:lnTo>
                    <a:pt x="6517649" y="2857259"/>
                  </a:lnTo>
                  <a:lnTo>
                    <a:pt x="6589272" y="2863739"/>
                  </a:lnTo>
                  <a:lnTo>
                    <a:pt x="6660894" y="2870152"/>
                  </a:lnTo>
                  <a:lnTo>
                    <a:pt x="6732517" y="2876499"/>
                  </a:lnTo>
                  <a:lnTo>
                    <a:pt x="6804139" y="2882780"/>
                  </a:lnTo>
                  <a:lnTo>
                    <a:pt x="6875762" y="2888996"/>
                  </a:lnTo>
                  <a:lnTo>
                    <a:pt x="6947385" y="2895148"/>
                  </a:lnTo>
                  <a:lnTo>
                    <a:pt x="7019007" y="2901236"/>
                  </a:lnTo>
                  <a:lnTo>
                    <a:pt x="7090630" y="2907261"/>
                  </a:lnTo>
                  <a:lnTo>
                    <a:pt x="7090630" y="3401041"/>
                  </a:lnTo>
                  <a:lnTo>
                    <a:pt x="7019007" y="3395409"/>
                  </a:lnTo>
                  <a:lnTo>
                    <a:pt x="6947385" y="3389393"/>
                  </a:lnTo>
                  <a:lnTo>
                    <a:pt x="6875762" y="3382967"/>
                  </a:lnTo>
                  <a:lnTo>
                    <a:pt x="6804139" y="3376103"/>
                  </a:lnTo>
                  <a:lnTo>
                    <a:pt x="6732517" y="3368772"/>
                  </a:lnTo>
                  <a:lnTo>
                    <a:pt x="6660894" y="3360942"/>
                  </a:lnTo>
                  <a:lnTo>
                    <a:pt x="6589272" y="3352578"/>
                  </a:lnTo>
                  <a:lnTo>
                    <a:pt x="6517649" y="3343645"/>
                  </a:lnTo>
                  <a:lnTo>
                    <a:pt x="6446027" y="3334103"/>
                  </a:lnTo>
                  <a:lnTo>
                    <a:pt x="6374404" y="3323912"/>
                  </a:lnTo>
                  <a:lnTo>
                    <a:pt x="6302782" y="3313026"/>
                  </a:lnTo>
                  <a:lnTo>
                    <a:pt x="6231159" y="3301399"/>
                  </a:lnTo>
                  <a:lnTo>
                    <a:pt x="6159537" y="3288981"/>
                  </a:lnTo>
                  <a:lnTo>
                    <a:pt x="6087914" y="3275716"/>
                  </a:lnTo>
                  <a:lnTo>
                    <a:pt x="6016292" y="3261548"/>
                  </a:lnTo>
                  <a:lnTo>
                    <a:pt x="5944669" y="3246415"/>
                  </a:lnTo>
                  <a:lnTo>
                    <a:pt x="5873047" y="3230252"/>
                  </a:lnTo>
                  <a:lnTo>
                    <a:pt x="5801424" y="3212988"/>
                  </a:lnTo>
                  <a:lnTo>
                    <a:pt x="5729802" y="3194547"/>
                  </a:lnTo>
                  <a:lnTo>
                    <a:pt x="5658179" y="3174852"/>
                  </a:lnTo>
                  <a:lnTo>
                    <a:pt x="5586557" y="3153814"/>
                  </a:lnTo>
                  <a:lnTo>
                    <a:pt x="5514934" y="3131344"/>
                  </a:lnTo>
                  <a:lnTo>
                    <a:pt x="5443311" y="3107344"/>
                  </a:lnTo>
                  <a:lnTo>
                    <a:pt x="5371689" y="3081709"/>
                  </a:lnTo>
                  <a:lnTo>
                    <a:pt x="5300066" y="3054328"/>
                  </a:lnTo>
                  <a:lnTo>
                    <a:pt x="5228444" y="3025083"/>
                  </a:lnTo>
                  <a:lnTo>
                    <a:pt x="5156821" y="2993845"/>
                  </a:lnTo>
                  <a:lnTo>
                    <a:pt x="5085199" y="2960481"/>
                  </a:lnTo>
                  <a:lnTo>
                    <a:pt x="5013576" y="2924844"/>
                  </a:lnTo>
                  <a:lnTo>
                    <a:pt x="4941954" y="2886779"/>
                  </a:lnTo>
                  <a:lnTo>
                    <a:pt x="4870331" y="2846123"/>
                  </a:lnTo>
                  <a:lnTo>
                    <a:pt x="4798709" y="2802698"/>
                  </a:lnTo>
                  <a:lnTo>
                    <a:pt x="4727086" y="2756315"/>
                  </a:lnTo>
                  <a:lnTo>
                    <a:pt x="4655464" y="2706773"/>
                  </a:lnTo>
                  <a:lnTo>
                    <a:pt x="4583841" y="2654216"/>
                  </a:lnTo>
                  <a:lnTo>
                    <a:pt x="4512219" y="2645546"/>
                  </a:lnTo>
                  <a:lnTo>
                    <a:pt x="4440596" y="2636785"/>
                  </a:lnTo>
                  <a:lnTo>
                    <a:pt x="4368974" y="2627933"/>
                  </a:lnTo>
                  <a:lnTo>
                    <a:pt x="4297351" y="2618988"/>
                  </a:lnTo>
                  <a:lnTo>
                    <a:pt x="4225729" y="2609950"/>
                  </a:lnTo>
                  <a:lnTo>
                    <a:pt x="4154106" y="2600817"/>
                  </a:lnTo>
                  <a:lnTo>
                    <a:pt x="4082483" y="2591589"/>
                  </a:lnTo>
                  <a:lnTo>
                    <a:pt x="4010861" y="2582265"/>
                  </a:lnTo>
                  <a:lnTo>
                    <a:pt x="3939238" y="2572843"/>
                  </a:lnTo>
                  <a:lnTo>
                    <a:pt x="3867616" y="2563322"/>
                  </a:lnTo>
                  <a:lnTo>
                    <a:pt x="3795993" y="2553702"/>
                  </a:lnTo>
                  <a:lnTo>
                    <a:pt x="3724371" y="2543982"/>
                  </a:lnTo>
                  <a:lnTo>
                    <a:pt x="3652748" y="2534160"/>
                  </a:lnTo>
                  <a:lnTo>
                    <a:pt x="3581126" y="2524235"/>
                  </a:lnTo>
                  <a:lnTo>
                    <a:pt x="3509503" y="2514206"/>
                  </a:lnTo>
                  <a:lnTo>
                    <a:pt x="3437881" y="2504073"/>
                  </a:lnTo>
                  <a:lnTo>
                    <a:pt x="3366258" y="2493834"/>
                  </a:lnTo>
                  <a:lnTo>
                    <a:pt x="3294636" y="2483487"/>
                  </a:lnTo>
                  <a:lnTo>
                    <a:pt x="3223013" y="2473033"/>
                  </a:lnTo>
                  <a:lnTo>
                    <a:pt x="3151391" y="2462469"/>
                  </a:lnTo>
                  <a:lnTo>
                    <a:pt x="3079768" y="2451795"/>
                  </a:lnTo>
                  <a:lnTo>
                    <a:pt x="3008146" y="2441010"/>
                  </a:lnTo>
                  <a:lnTo>
                    <a:pt x="2936523" y="2430111"/>
                  </a:lnTo>
                  <a:lnTo>
                    <a:pt x="2864901" y="2419099"/>
                  </a:lnTo>
                  <a:lnTo>
                    <a:pt x="2793278" y="2407972"/>
                  </a:lnTo>
                  <a:lnTo>
                    <a:pt x="2721655" y="2396728"/>
                  </a:lnTo>
                  <a:lnTo>
                    <a:pt x="2650033" y="2385367"/>
                  </a:lnTo>
                  <a:lnTo>
                    <a:pt x="2578410" y="2373887"/>
                  </a:lnTo>
                  <a:lnTo>
                    <a:pt x="2506788" y="2362287"/>
                  </a:lnTo>
                  <a:lnTo>
                    <a:pt x="2435165" y="2350566"/>
                  </a:lnTo>
                  <a:lnTo>
                    <a:pt x="2363543" y="2338722"/>
                  </a:lnTo>
                  <a:lnTo>
                    <a:pt x="2291920" y="2326755"/>
                  </a:lnTo>
                  <a:lnTo>
                    <a:pt x="2220298" y="2314662"/>
                  </a:lnTo>
                  <a:lnTo>
                    <a:pt x="2148675" y="2302443"/>
                  </a:lnTo>
                  <a:lnTo>
                    <a:pt x="2077053" y="2290097"/>
                  </a:lnTo>
                  <a:lnTo>
                    <a:pt x="2005430" y="2277621"/>
                  </a:lnTo>
                  <a:lnTo>
                    <a:pt x="1933808" y="2265015"/>
                  </a:lnTo>
                  <a:lnTo>
                    <a:pt x="1862185" y="2252277"/>
                  </a:lnTo>
                  <a:lnTo>
                    <a:pt x="1790563" y="2239406"/>
                  </a:lnTo>
                  <a:lnTo>
                    <a:pt x="1718940" y="2226401"/>
                  </a:lnTo>
                  <a:lnTo>
                    <a:pt x="1647318" y="2213259"/>
                  </a:lnTo>
                  <a:lnTo>
                    <a:pt x="1575695" y="2199981"/>
                  </a:lnTo>
                  <a:lnTo>
                    <a:pt x="1504073" y="2186563"/>
                  </a:lnTo>
                  <a:lnTo>
                    <a:pt x="1432450" y="2173005"/>
                  </a:lnTo>
                  <a:lnTo>
                    <a:pt x="1360827" y="2159306"/>
                  </a:lnTo>
                  <a:lnTo>
                    <a:pt x="1289205" y="2145463"/>
                  </a:lnTo>
                  <a:lnTo>
                    <a:pt x="1217582" y="2131476"/>
                  </a:lnTo>
                  <a:lnTo>
                    <a:pt x="1145960" y="2117343"/>
                  </a:lnTo>
                  <a:lnTo>
                    <a:pt x="1074337" y="2103061"/>
                  </a:lnTo>
                  <a:lnTo>
                    <a:pt x="1002715" y="2088631"/>
                  </a:lnTo>
                  <a:lnTo>
                    <a:pt x="931092" y="2074050"/>
                  </a:lnTo>
                  <a:lnTo>
                    <a:pt x="859470" y="2059316"/>
                  </a:lnTo>
                  <a:lnTo>
                    <a:pt x="787847" y="2044428"/>
                  </a:lnTo>
                  <a:lnTo>
                    <a:pt x="716225" y="2029385"/>
                  </a:lnTo>
                  <a:lnTo>
                    <a:pt x="644602" y="2014184"/>
                  </a:lnTo>
                  <a:lnTo>
                    <a:pt x="572980" y="1998825"/>
                  </a:lnTo>
                  <a:lnTo>
                    <a:pt x="501357" y="1983305"/>
                  </a:lnTo>
                  <a:lnTo>
                    <a:pt x="429735" y="1967623"/>
                  </a:lnTo>
                  <a:lnTo>
                    <a:pt x="358112" y="1951777"/>
                  </a:lnTo>
                  <a:lnTo>
                    <a:pt x="286490" y="1935765"/>
                  </a:lnTo>
                  <a:lnTo>
                    <a:pt x="214867" y="1919586"/>
                  </a:lnTo>
                  <a:lnTo>
                    <a:pt x="143245" y="1903238"/>
                  </a:lnTo>
                  <a:lnTo>
                    <a:pt x="71622" y="1886719"/>
                  </a:lnTo>
                  <a:lnTo>
                    <a:pt x="0" y="187002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196832" y="2073503"/>
              <a:ext cx="4065846" cy="2907261"/>
            </a:xfrm>
            <a:custGeom>
              <a:avLst/>
              <a:pathLst>
                <a:path w="4065846" h="2907261">
                  <a:moveTo>
                    <a:pt x="0" y="0"/>
                  </a:moveTo>
                  <a:lnTo>
                    <a:pt x="54985" y="173096"/>
                  </a:lnTo>
                  <a:lnTo>
                    <a:pt x="126607" y="384192"/>
                  </a:lnTo>
                  <a:lnTo>
                    <a:pt x="198230" y="581827"/>
                  </a:lnTo>
                  <a:lnTo>
                    <a:pt x="269852" y="766861"/>
                  </a:lnTo>
                  <a:lnTo>
                    <a:pt x="341475" y="940096"/>
                  </a:lnTo>
                  <a:lnTo>
                    <a:pt x="413097" y="1102285"/>
                  </a:lnTo>
                  <a:lnTo>
                    <a:pt x="484720" y="1254133"/>
                  </a:lnTo>
                  <a:lnTo>
                    <a:pt x="556342" y="1396299"/>
                  </a:lnTo>
                  <a:lnTo>
                    <a:pt x="627965" y="1529400"/>
                  </a:lnTo>
                  <a:lnTo>
                    <a:pt x="699587" y="1654014"/>
                  </a:lnTo>
                  <a:lnTo>
                    <a:pt x="771210" y="1770682"/>
                  </a:lnTo>
                  <a:lnTo>
                    <a:pt x="842833" y="1879911"/>
                  </a:lnTo>
                  <a:lnTo>
                    <a:pt x="914455" y="1982176"/>
                  </a:lnTo>
                  <a:lnTo>
                    <a:pt x="986078" y="2077920"/>
                  </a:lnTo>
                  <a:lnTo>
                    <a:pt x="1057700" y="2167559"/>
                  </a:lnTo>
                  <a:lnTo>
                    <a:pt x="1129323" y="2251482"/>
                  </a:lnTo>
                  <a:lnTo>
                    <a:pt x="1200945" y="2330054"/>
                  </a:lnTo>
                  <a:lnTo>
                    <a:pt x="1272568" y="2403617"/>
                  </a:lnTo>
                  <a:lnTo>
                    <a:pt x="1344190" y="2472488"/>
                  </a:lnTo>
                  <a:lnTo>
                    <a:pt x="1415813" y="2536969"/>
                  </a:lnTo>
                  <a:lnTo>
                    <a:pt x="1487435" y="2597338"/>
                  </a:lnTo>
                  <a:lnTo>
                    <a:pt x="1559058" y="2653857"/>
                  </a:lnTo>
                  <a:lnTo>
                    <a:pt x="1630680" y="2662796"/>
                  </a:lnTo>
                  <a:lnTo>
                    <a:pt x="1702303" y="2671288"/>
                  </a:lnTo>
                  <a:lnTo>
                    <a:pt x="1773925" y="2679691"/>
                  </a:lnTo>
                  <a:lnTo>
                    <a:pt x="1845548" y="2688008"/>
                  </a:lnTo>
                  <a:lnTo>
                    <a:pt x="1917170" y="2696239"/>
                  </a:lnTo>
                  <a:lnTo>
                    <a:pt x="1988793" y="2704385"/>
                  </a:lnTo>
                  <a:lnTo>
                    <a:pt x="2060415" y="2712446"/>
                  </a:lnTo>
                  <a:lnTo>
                    <a:pt x="2132038" y="2720424"/>
                  </a:lnTo>
                  <a:lnTo>
                    <a:pt x="2203661" y="2728319"/>
                  </a:lnTo>
                  <a:lnTo>
                    <a:pt x="2275283" y="2736133"/>
                  </a:lnTo>
                  <a:lnTo>
                    <a:pt x="2346906" y="2743866"/>
                  </a:lnTo>
                  <a:lnTo>
                    <a:pt x="2418528" y="2751519"/>
                  </a:lnTo>
                  <a:lnTo>
                    <a:pt x="2490151" y="2759093"/>
                  </a:lnTo>
                  <a:lnTo>
                    <a:pt x="2561773" y="2766589"/>
                  </a:lnTo>
                  <a:lnTo>
                    <a:pt x="2633396" y="2774007"/>
                  </a:lnTo>
                  <a:lnTo>
                    <a:pt x="2705018" y="2781348"/>
                  </a:lnTo>
                  <a:lnTo>
                    <a:pt x="2776641" y="2788613"/>
                  </a:lnTo>
                  <a:lnTo>
                    <a:pt x="2848263" y="2795803"/>
                  </a:lnTo>
                  <a:lnTo>
                    <a:pt x="2919886" y="2802919"/>
                  </a:lnTo>
                  <a:lnTo>
                    <a:pt x="2991508" y="2809961"/>
                  </a:lnTo>
                  <a:lnTo>
                    <a:pt x="3063131" y="2816931"/>
                  </a:lnTo>
                  <a:lnTo>
                    <a:pt x="3134753" y="2823828"/>
                  </a:lnTo>
                  <a:lnTo>
                    <a:pt x="3206376" y="2830654"/>
                  </a:lnTo>
                  <a:lnTo>
                    <a:pt x="3277998" y="2837409"/>
                  </a:lnTo>
                  <a:lnTo>
                    <a:pt x="3349621" y="2844095"/>
                  </a:lnTo>
                  <a:lnTo>
                    <a:pt x="3421243" y="2850711"/>
                  </a:lnTo>
                  <a:lnTo>
                    <a:pt x="3492866" y="2857259"/>
                  </a:lnTo>
                  <a:lnTo>
                    <a:pt x="3564489" y="2863739"/>
                  </a:lnTo>
                  <a:lnTo>
                    <a:pt x="3636111" y="2870152"/>
                  </a:lnTo>
                  <a:lnTo>
                    <a:pt x="3707734" y="2876499"/>
                  </a:lnTo>
                  <a:lnTo>
                    <a:pt x="3779356" y="2882780"/>
                  </a:lnTo>
                  <a:lnTo>
                    <a:pt x="3850979" y="2888996"/>
                  </a:lnTo>
                  <a:lnTo>
                    <a:pt x="3922601" y="2895148"/>
                  </a:lnTo>
                  <a:lnTo>
                    <a:pt x="3994224" y="2901236"/>
                  </a:lnTo>
                  <a:lnTo>
                    <a:pt x="4065846" y="290726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943530"/>
              <a:ext cx="7090630" cy="1531014"/>
            </a:xfrm>
            <a:custGeom>
              <a:avLst/>
              <a:pathLst>
                <a:path w="7090630" h="1531014">
                  <a:moveTo>
                    <a:pt x="7090630" y="1531014"/>
                  </a:moveTo>
                  <a:lnTo>
                    <a:pt x="7019007" y="1525381"/>
                  </a:lnTo>
                  <a:lnTo>
                    <a:pt x="6947385" y="1519365"/>
                  </a:lnTo>
                  <a:lnTo>
                    <a:pt x="6875762" y="1512939"/>
                  </a:lnTo>
                  <a:lnTo>
                    <a:pt x="6804139" y="1506075"/>
                  </a:lnTo>
                  <a:lnTo>
                    <a:pt x="6732517" y="1498744"/>
                  </a:lnTo>
                  <a:lnTo>
                    <a:pt x="6660894" y="1490914"/>
                  </a:lnTo>
                  <a:lnTo>
                    <a:pt x="6589272" y="1482550"/>
                  </a:lnTo>
                  <a:lnTo>
                    <a:pt x="6517649" y="1473617"/>
                  </a:lnTo>
                  <a:lnTo>
                    <a:pt x="6446027" y="1464075"/>
                  </a:lnTo>
                  <a:lnTo>
                    <a:pt x="6374404" y="1453884"/>
                  </a:lnTo>
                  <a:lnTo>
                    <a:pt x="6302782" y="1442998"/>
                  </a:lnTo>
                  <a:lnTo>
                    <a:pt x="6231159" y="1431371"/>
                  </a:lnTo>
                  <a:lnTo>
                    <a:pt x="6159537" y="1418953"/>
                  </a:lnTo>
                  <a:lnTo>
                    <a:pt x="6087914" y="1405688"/>
                  </a:lnTo>
                  <a:lnTo>
                    <a:pt x="6016292" y="1391520"/>
                  </a:lnTo>
                  <a:lnTo>
                    <a:pt x="5944669" y="1376387"/>
                  </a:lnTo>
                  <a:lnTo>
                    <a:pt x="5873047" y="1360224"/>
                  </a:lnTo>
                  <a:lnTo>
                    <a:pt x="5801424" y="1342960"/>
                  </a:lnTo>
                  <a:lnTo>
                    <a:pt x="5729802" y="1324520"/>
                  </a:lnTo>
                  <a:lnTo>
                    <a:pt x="5658179" y="1304824"/>
                  </a:lnTo>
                  <a:lnTo>
                    <a:pt x="5586557" y="1283786"/>
                  </a:lnTo>
                  <a:lnTo>
                    <a:pt x="5514934" y="1261316"/>
                  </a:lnTo>
                  <a:lnTo>
                    <a:pt x="5443311" y="1237316"/>
                  </a:lnTo>
                  <a:lnTo>
                    <a:pt x="5371689" y="1211681"/>
                  </a:lnTo>
                  <a:lnTo>
                    <a:pt x="5300066" y="1184300"/>
                  </a:lnTo>
                  <a:lnTo>
                    <a:pt x="5228444" y="1155055"/>
                  </a:lnTo>
                  <a:lnTo>
                    <a:pt x="5156821" y="1123818"/>
                  </a:lnTo>
                  <a:lnTo>
                    <a:pt x="5085199" y="1090453"/>
                  </a:lnTo>
                  <a:lnTo>
                    <a:pt x="5013576" y="1054816"/>
                  </a:lnTo>
                  <a:lnTo>
                    <a:pt x="4941954" y="1016752"/>
                  </a:lnTo>
                  <a:lnTo>
                    <a:pt x="4870331" y="976095"/>
                  </a:lnTo>
                  <a:lnTo>
                    <a:pt x="4798709" y="932670"/>
                  </a:lnTo>
                  <a:lnTo>
                    <a:pt x="4727086" y="886287"/>
                  </a:lnTo>
                  <a:lnTo>
                    <a:pt x="4655464" y="836745"/>
                  </a:lnTo>
                  <a:lnTo>
                    <a:pt x="4583841" y="784188"/>
                  </a:lnTo>
                  <a:lnTo>
                    <a:pt x="4512219" y="775518"/>
                  </a:lnTo>
                  <a:lnTo>
                    <a:pt x="4440596" y="766757"/>
                  </a:lnTo>
                  <a:lnTo>
                    <a:pt x="4368974" y="757905"/>
                  </a:lnTo>
                  <a:lnTo>
                    <a:pt x="4297351" y="748960"/>
                  </a:lnTo>
                  <a:lnTo>
                    <a:pt x="4225729" y="739922"/>
                  </a:lnTo>
                  <a:lnTo>
                    <a:pt x="4154106" y="730790"/>
                  </a:lnTo>
                  <a:lnTo>
                    <a:pt x="4082483" y="721562"/>
                  </a:lnTo>
                  <a:lnTo>
                    <a:pt x="4010861" y="712237"/>
                  </a:lnTo>
                  <a:lnTo>
                    <a:pt x="3939238" y="702815"/>
                  </a:lnTo>
                  <a:lnTo>
                    <a:pt x="3867616" y="693294"/>
                  </a:lnTo>
                  <a:lnTo>
                    <a:pt x="3795993" y="683674"/>
                  </a:lnTo>
                  <a:lnTo>
                    <a:pt x="3724371" y="673954"/>
                  </a:lnTo>
                  <a:lnTo>
                    <a:pt x="3652748" y="664132"/>
                  </a:lnTo>
                  <a:lnTo>
                    <a:pt x="3581126" y="654207"/>
                  </a:lnTo>
                  <a:lnTo>
                    <a:pt x="3509503" y="644179"/>
                  </a:lnTo>
                  <a:lnTo>
                    <a:pt x="3437881" y="634045"/>
                  </a:lnTo>
                  <a:lnTo>
                    <a:pt x="3366258" y="623806"/>
                  </a:lnTo>
                  <a:lnTo>
                    <a:pt x="3294636" y="613460"/>
                  </a:lnTo>
                  <a:lnTo>
                    <a:pt x="3223013" y="603005"/>
                  </a:lnTo>
                  <a:lnTo>
                    <a:pt x="3151391" y="592442"/>
                  </a:lnTo>
                  <a:lnTo>
                    <a:pt x="3079768" y="581768"/>
                  </a:lnTo>
                  <a:lnTo>
                    <a:pt x="3008146" y="570982"/>
                  </a:lnTo>
                  <a:lnTo>
                    <a:pt x="2936523" y="560084"/>
                  </a:lnTo>
                  <a:lnTo>
                    <a:pt x="2864901" y="549071"/>
                  </a:lnTo>
                  <a:lnTo>
                    <a:pt x="2793278" y="537944"/>
                  </a:lnTo>
                  <a:lnTo>
                    <a:pt x="2721655" y="526700"/>
                  </a:lnTo>
                  <a:lnTo>
                    <a:pt x="2650033" y="515339"/>
                  </a:lnTo>
                  <a:lnTo>
                    <a:pt x="2578410" y="503859"/>
                  </a:lnTo>
                  <a:lnTo>
                    <a:pt x="2506788" y="492259"/>
                  </a:lnTo>
                  <a:lnTo>
                    <a:pt x="2435165" y="480538"/>
                  </a:lnTo>
                  <a:lnTo>
                    <a:pt x="2363543" y="468694"/>
                  </a:lnTo>
                  <a:lnTo>
                    <a:pt x="2291920" y="456727"/>
                  </a:lnTo>
                  <a:lnTo>
                    <a:pt x="2220298" y="444635"/>
                  </a:lnTo>
                  <a:lnTo>
                    <a:pt x="2148675" y="432416"/>
                  </a:lnTo>
                  <a:lnTo>
                    <a:pt x="2077053" y="420069"/>
                  </a:lnTo>
                  <a:lnTo>
                    <a:pt x="2005430" y="407593"/>
                  </a:lnTo>
                  <a:lnTo>
                    <a:pt x="1933808" y="394987"/>
                  </a:lnTo>
                  <a:lnTo>
                    <a:pt x="1862185" y="382249"/>
                  </a:lnTo>
                  <a:lnTo>
                    <a:pt x="1790563" y="369379"/>
                  </a:lnTo>
                  <a:lnTo>
                    <a:pt x="1718940" y="356373"/>
                  </a:lnTo>
                  <a:lnTo>
                    <a:pt x="1647318" y="343232"/>
                  </a:lnTo>
                  <a:lnTo>
                    <a:pt x="1575695" y="329953"/>
                  </a:lnTo>
                  <a:lnTo>
                    <a:pt x="1504073" y="316535"/>
                  </a:lnTo>
                  <a:lnTo>
                    <a:pt x="1432450" y="302978"/>
                  </a:lnTo>
                  <a:lnTo>
                    <a:pt x="1360827" y="289278"/>
                  </a:lnTo>
                  <a:lnTo>
                    <a:pt x="1289205" y="275436"/>
                  </a:lnTo>
                  <a:lnTo>
                    <a:pt x="1217582" y="261448"/>
                  </a:lnTo>
                  <a:lnTo>
                    <a:pt x="1145960" y="247315"/>
                  </a:lnTo>
                  <a:lnTo>
                    <a:pt x="1074337" y="233034"/>
                  </a:lnTo>
                  <a:lnTo>
                    <a:pt x="1002715" y="218603"/>
                  </a:lnTo>
                  <a:lnTo>
                    <a:pt x="931092" y="204022"/>
                  </a:lnTo>
                  <a:lnTo>
                    <a:pt x="859470" y="189288"/>
                  </a:lnTo>
                  <a:lnTo>
                    <a:pt x="787847" y="174400"/>
                  </a:lnTo>
                  <a:lnTo>
                    <a:pt x="716225" y="159357"/>
                  </a:lnTo>
                  <a:lnTo>
                    <a:pt x="644602" y="144156"/>
                  </a:lnTo>
                  <a:lnTo>
                    <a:pt x="572980" y="128797"/>
                  </a:lnTo>
                  <a:lnTo>
                    <a:pt x="501357" y="113277"/>
                  </a:lnTo>
                  <a:lnTo>
                    <a:pt x="429735" y="97595"/>
                  </a:lnTo>
                  <a:lnTo>
                    <a:pt x="358112" y="81749"/>
                  </a:lnTo>
                  <a:lnTo>
                    <a:pt x="286490" y="65737"/>
                  </a:lnTo>
                  <a:lnTo>
                    <a:pt x="214867" y="49558"/>
                  </a:lnTo>
                  <a:lnTo>
                    <a:pt x="143245" y="33210"/>
                  </a:lnTo>
                  <a:lnTo>
                    <a:pt x="71622" y="1669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61973" y="2073503"/>
              <a:ext cx="5200706" cy="3265393"/>
            </a:xfrm>
            <a:custGeom>
              <a:avLst/>
              <a:pathLst>
                <a:path w="5200706" h="3265393">
                  <a:moveTo>
                    <a:pt x="0" y="0"/>
                  </a:moveTo>
                  <a:lnTo>
                    <a:pt x="43884" y="81057"/>
                  </a:lnTo>
                  <a:lnTo>
                    <a:pt x="115506" y="208398"/>
                  </a:lnTo>
                  <a:lnTo>
                    <a:pt x="187129" y="330973"/>
                  </a:lnTo>
                  <a:lnTo>
                    <a:pt x="258752" y="448961"/>
                  </a:lnTo>
                  <a:lnTo>
                    <a:pt x="330374" y="562533"/>
                  </a:lnTo>
                  <a:lnTo>
                    <a:pt x="401997" y="671855"/>
                  </a:lnTo>
                  <a:lnTo>
                    <a:pt x="473619" y="777086"/>
                  </a:lnTo>
                  <a:lnTo>
                    <a:pt x="545242" y="878379"/>
                  </a:lnTo>
                  <a:lnTo>
                    <a:pt x="616864" y="975881"/>
                  </a:lnTo>
                  <a:lnTo>
                    <a:pt x="688487" y="1069734"/>
                  </a:lnTo>
                  <a:lnTo>
                    <a:pt x="760109" y="1160075"/>
                  </a:lnTo>
                  <a:lnTo>
                    <a:pt x="831732" y="1247035"/>
                  </a:lnTo>
                  <a:lnTo>
                    <a:pt x="903354" y="1330740"/>
                  </a:lnTo>
                  <a:lnTo>
                    <a:pt x="974977" y="1411314"/>
                  </a:lnTo>
                  <a:lnTo>
                    <a:pt x="1046599" y="1488871"/>
                  </a:lnTo>
                  <a:lnTo>
                    <a:pt x="1118222" y="1563527"/>
                  </a:lnTo>
                  <a:lnTo>
                    <a:pt x="1189844" y="1635388"/>
                  </a:lnTo>
                  <a:lnTo>
                    <a:pt x="1261467" y="1704560"/>
                  </a:lnTo>
                  <a:lnTo>
                    <a:pt x="1333089" y="1771144"/>
                  </a:lnTo>
                  <a:lnTo>
                    <a:pt x="1404712" y="1835235"/>
                  </a:lnTo>
                  <a:lnTo>
                    <a:pt x="1476334" y="1896928"/>
                  </a:lnTo>
                  <a:lnTo>
                    <a:pt x="1547957" y="1956313"/>
                  </a:lnTo>
                  <a:lnTo>
                    <a:pt x="1619580" y="2013475"/>
                  </a:lnTo>
                  <a:lnTo>
                    <a:pt x="1691202" y="2068497"/>
                  </a:lnTo>
                  <a:lnTo>
                    <a:pt x="1762825" y="2121461"/>
                  </a:lnTo>
                  <a:lnTo>
                    <a:pt x="1834447" y="2172442"/>
                  </a:lnTo>
                  <a:lnTo>
                    <a:pt x="1906070" y="2221516"/>
                  </a:lnTo>
                  <a:lnTo>
                    <a:pt x="1977692" y="2268753"/>
                  </a:lnTo>
                  <a:lnTo>
                    <a:pt x="2049315" y="2314223"/>
                  </a:lnTo>
                  <a:lnTo>
                    <a:pt x="2120937" y="2357990"/>
                  </a:lnTo>
                  <a:lnTo>
                    <a:pt x="2192560" y="2400120"/>
                  </a:lnTo>
                  <a:lnTo>
                    <a:pt x="2264182" y="2440673"/>
                  </a:lnTo>
                  <a:lnTo>
                    <a:pt x="2335805" y="2479709"/>
                  </a:lnTo>
                  <a:lnTo>
                    <a:pt x="2407427" y="2517283"/>
                  </a:lnTo>
                  <a:lnTo>
                    <a:pt x="2479050" y="2553452"/>
                  </a:lnTo>
                  <a:lnTo>
                    <a:pt x="2550672" y="2588267"/>
                  </a:lnTo>
                  <a:lnTo>
                    <a:pt x="2622295" y="2621779"/>
                  </a:lnTo>
                  <a:lnTo>
                    <a:pt x="2693917" y="2654037"/>
                  </a:lnTo>
                  <a:lnTo>
                    <a:pt x="2765540" y="2685087"/>
                  </a:lnTo>
                  <a:lnTo>
                    <a:pt x="2837162" y="2714976"/>
                  </a:lnTo>
                  <a:lnTo>
                    <a:pt x="2908785" y="2743746"/>
                  </a:lnTo>
                  <a:lnTo>
                    <a:pt x="2980408" y="2771439"/>
                  </a:lnTo>
                  <a:lnTo>
                    <a:pt x="3052030" y="2798096"/>
                  </a:lnTo>
                  <a:lnTo>
                    <a:pt x="3123653" y="2823756"/>
                  </a:lnTo>
                  <a:lnTo>
                    <a:pt x="3195275" y="2848455"/>
                  </a:lnTo>
                  <a:lnTo>
                    <a:pt x="3266898" y="2872230"/>
                  </a:lnTo>
                  <a:lnTo>
                    <a:pt x="3338520" y="2895115"/>
                  </a:lnTo>
                  <a:lnTo>
                    <a:pt x="3410143" y="2917144"/>
                  </a:lnTo>
                  <a:lnTo>
                    <a:pt x="3481765" y="2938348"/>
                  </a:lnTo>
                  <a:lnTo>
                    <a:pt x="3553388" y="2958759"/>
                  </a:lnTo>
                  <a:lnTo>
                    <a:pt x="3625010" y="2978406"/>
                  </a:lnTo>
                  <a:lnTo>
                    <a:pt x="3696633" y="2997317"/>
                  </a:lnTo>
                  <a:lnTo>
                    <a:pt x="3768255" y="3015521"/>
                  </a:lnTo>
                  <a:lnTo>
                    <a:pt x="3839878" y="3033044"/>
                  </a:lnTo>
                  <a:lnTo>
                    <a:pt x="3911500" y="3049911"/>
                  </a:lnTo>
                  <a:lnTo>
                    <a:pt x="3983123" y="3066146"/>
                  </a:lnTo>
                  <a:lnTo>
                    <a:pt x="4054745" y="3081774"/>
                  </a:lnTo>
                  <a:lnTo>
                    <a:pt x="4126368" y="3096818"/>
                  </a:lnTo>
                  <a:lnTo>
                    <a:pt x="4197990" y="3111298"/>
                  </a:lnTo>
                  <a:lnTo>
                    <a:pt x="4269613" y="3125236"/>
                  </a:lnTo>
                  <a:lnTo>
                    <a:pt x="4341236" y="3138653"/>
                  </a:lnTo>
                  <a:lnTo>
                    <a:pt x="4412858" y="3151567"/>
                  </a:lnTo>
                  <a:lnTo>
                    <a:pt x="4484481" y="3163999"/>
                  </a:lnTo>
                  <a:lnTo>
                    <a:pt x="4556103" y="3175965"/>
                  </a:lnTo>
                  <a:lnTo>
                    <a:pt x="4627726" y="3187483"/>
                  </a:lnTo>
                  <a:lnTo>
                    <a:pt x="4699348" y="3198570"/>
                  </a:lnTo>
                  <a:lnTo>
                    <a:pt x="4770971" y="3209243"/>
                  </a:lnTo>
                  <a:lnTo>
                    <a:pt x="4842593" y="3219516"/>
                  </a:lnTo>
                  <a:lnTo>
                    <a:pt x="4914216" y="3229404"/>
                  </a:lnTo>
                  <a:lnTo>
                    <a:pt x="4985838" y="3238922"/>
                  </a:lnTo>
                  <a:lnTo>
                    <a:pt x="5057461" y="3248085"/>
                  </a:lnTo>
                  <a:lnTo>
                    <a:pt x="5129083" y="3256904"/>
                  </a:lnTo>
                  <a:lnTo>
                    <a:pt x="5200706" y="326539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5644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693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726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9986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7302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98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1.70 (1.15-2.49), p_Bonf = 0.042 (n = 6)  |  per IQR decline (Δ = 24.2): 3.60 (1.42-9.12)  |  IQR: [-13.0, 11.2]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2026-07-29T17:42:33Z</dcterms:modified>
  <cp:category/>
</cp:coreProperties>
</file>