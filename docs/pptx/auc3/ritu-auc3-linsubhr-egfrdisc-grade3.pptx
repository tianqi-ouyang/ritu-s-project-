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446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520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96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826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58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45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400626"/>
            </a:xfrm>
            <a:custGeom>
              <a:avLst/>
              <a:pathLst>
                <a:path w="7090630" h="3400626">
                  <a:moveTo>
                    <a:pt x="3025987" y="0"/>
                  </a:moveTo>
                  <a:lnTo>
                    <a:pt x="3079768" y="169315"/>
                  </a:lnTo>
                  <a:lnTo>
                    <a:pt x="3151391" y="380437"/>
                  </a:lnTo>
                  <a:lnTo>
                    <a:pt x="3223013" y="578111"/>
                  </a:lnTo>
                  <a:lnTo>
                    <a:pt x="3294636" y="763193"/>
                  </a:lnTo>
                  <a:lnTo>
                    <a:pt x="3366258" y="936487"/>
                  </a:lnTo>
                  <a:lnTo>
                    <a:pt x="3437881" y="1098741"/>
                  </a:lnTo>
                  <a:lnTo>
                    <a:pt x="3509503" y="1250661"/>
                  </a:lnTo>
                  <a:lnTo>
                    <a:pt x="3581126" y="1392903"/>
                  </a:lnTo>
                  <a:lnTo>
                    <a:pt x="3652748" y="1526085"/>
                  </a:lnTo>
                  <a:lnTo>
                    <a:pt x="3724371" y="1650784"/>
                  </a:lnTo>
                  <a:lnTo>
                    <a:pt x="3795993" y="1767540"/>
                  </a:lnTo>
                  <a:lnTo>
                    <a:pt x="3867616" y="1876858"/>
                  </a:lnTo>
                  <a:lnTo>
                    <a:pt x="3939238" y="1979213"/>
                  </a:lnTo>
                  <a:lnTo>
                    <a:pt x="4010861" y="2075049"/>
                  </a:lnTo>
                  <a:lnTo>
                    <a:pt x="4082483" y="2164780"/>
                  </a:lnTo>
                  <a:lnTo>
                    <a:pt x="4154106" y="2248795"/>
                  </a:lnTo>
                  <a:lnTo>
                    <a:pt x="4225729" y="2327458"/>
                  </a:lnTo>
                  <a:lnTo>
                    <a:pt x="4297351" y="2401111"/>
                  </a:lnTo>
                  <a:lnTo>
                    <a:pt x="4368974" y="2470073"/>
                  </a:lnTo>
                  <a:lnTo>
                    <a:pt x="4440596" y="2534642"/>
                  </a:lnTo>
                  <a:lnTo>
                    <a:pt x="4512219" y="2595097"/>
                  </a:lnTo>
                  <a:lnTo>
                    <a:pt x="4583841" y="2651702"/>
                  </a:lnTo>
                  <a:lnTo>
                    <a:pt x="4655464" y="2662310"/>
                  </a:lnTo>
                  <a:lnTo>
                    <a:pt x="4727086" y="2670652"/>
                  </a:lnTo>
                  <a:lnTo>
                    <a:pt x="4798709" y="2678908"/>
                  </a:lnTo>
                  <a:lnTo>
                    <a:pt x="4870331" y="2687081"/>
                  </a:lnTo>
                  <a:lnTo>
                    <a:pt x="4941954" y="2695171"/>
                  </a:lnTo>
                  <a:lnTo>
                    <a:pt x="5013576" y="2703179"/>
                  </a:lnTo>
                  <a:lnTo>
                    <a:pt x="5085199" y="2711105"/>
                  </a:lnTo>
                  <a:lnTo>
                    <a:pt x="5156821" y="2718951"/>
                  </a:lnTo>
                  <a:lnTo>
                    <a:pt x="5228444" y="2726717"/>
                  </a:lnTo>
                  <a:lnTo>
                    <a:pt x="5300066" y="2734405"/>
                  </a:lnTo>
                  <a:lnTo>
                    <a:pt x="5371689" y="2742014"/>
                  </a:lnTo>
                  <a:lnTo>
                    <a:pt x="5443311" y="2749546"/>
                  </a:lnTo>
                  <a:lnTo>
                    <a:pt x="5514934" y="2757001"/>
                  </a:lnTo>
                  <a:lnTo>
                    <a:pt x="5586557" y="2764381"/>
                  </a:lnTo>
                  <a:lnTo>
                    <a:pt x="5658179" y="2771686"/>
                  </a:lnTo>
                  <a:lnTo>
                    <a:pt x="5729802" y="2778917"/>
                  </a:lnTo>
                  <a:lnTo>
                    <a:pt x="5801424" y="2786074"/>
                  </a:lnTo>
                  <a:lnTo>
                    <a:pt x="5873047" y="2793159"/>
                  </a:lnTo>
                  <a:lnTo>
                    <a:pt x="5944669" y="2800171"/>
                  </a:lnTo>
                  <a:lnTo>
                    <a:pt x="6016292" y="2807113"/>
                  </a:lnTo>
                  <a:lnTo>
                    <a:pt x="6087914" y="2813984"/>
                  </a:lnTo>
                  <a:lnTo>
                    <a:pt x="6159537" y="2820785"/>
                  </a:lnTo>
                  <a:lnTo>
                    <a:pt x="6231159" y="2827517"/>
                  </a:lnTo>
                  <a:lnTo>
                    <a:pt x="6302782" y="2834181"/>
                  </a:lnTo>
                  <a:lnTo>
                    <a:pt x="6374404" y="2840777"/>
                  </a:lnTo>
                  <a:lnTo>
                    <a:pt x="6446027" y="2847306"/>
                  </a:lnTo>
                  <a:lnTo>
                    <a:pt x="6517649" y="2853769"/>
                  </a:lnTo>
                  <a:lnTo>
                    <a:pt x="6589272" y="2860166"/>
                  </a:lnTo>
                  <a:lnTo>
                    <a:pt x="6660894" y="2866498"/>
                  </a:lnTo>
                  <a:lnTo>
                    <a:pt x="6732517" y="2872766"/>
                  </a:lnTo>
                  <a:lnTo>
                    <a:pt x="6804139" y="2878971"/>
                  </a:lnTo>
                  <a:lnTo>
                    <a:pt x="6875762" y="2885112"/>
                  </a:lnTo>
                  <a:lnTo>
                    <a:pt x="6947385" y="2891191"/>
                  </a:lnTo>
                  <a:lnTo>
                    <a:pt x="7019007" y="2897208"/>
                  </a:lnTo>
                  <a:lnTo>
                    <a:pt x="7090630" y="2903164"/>
                  </a:lnTo>
                  <a:lnTo>
                    <a:pt x="7090630" y="3400626"/>
                  </a:lnTo>
                  <a:lnTo>
                    <a:pt x="7019007" y="3394971"/>
                  </a:lnTo>
                  <a:lnTo>
                    <a:pt x="6947385" y="3388932"/>
                  </a:lnTo>
                  <a:lnTo>
                    <a:pt x="6875762" y="3382481"/>
                  </a:lnTo>
                  <a:lnTo>
                    <a:pt x="6804139" y="3375592"/>
                  </a:lnTo>
                  <a:lnTo>
                    <a:pt x="6732517" y="3368234"/>
                  </a:lnTo>
                  <a:lnTo>
                    <a:pt x="6660894" y="3360376"/>
                  </a:lnTo>
                  <a:lnTo>
                    <a:pt x="6589272" y="3351983"/>
                  </a:lnTo>
                  <a:lnTo>
                    <a:pt x="6517649" y="3343019"/>
                  </a:lnTo>
                  <a:lnTo>
                    <a:pt x="6446027" y="3333445"/>
                  </a:lnTo>
                  <a:lnTo>
                    <a:pt x="6374404" y="3323219"/>
                  </a:lnTo>
                  <a:lnTo>
                    <a:pt x="6302782" y="3312299"/>
                  </a:lnTo>
                  <a:lnTo>
                    <a:pt x="6231159" y="3300635"/>
                  </a:lnTo>
                  <a:lnTo>
                    <a:pt x="6159537" y="3288178"/>
                  </a:lnTo>
                  <a:lnTo>
                    <a:pt x="6087914" y="3274873"/>
                  </a:lnTo>
                  <a:lnTo>
                    <a:pt x="6016292" y="3260663"/>
                  </a:lnTo>
                  <a:lnTo>
                    <a:pt x="5944669" y="3245486"/>
                  </a:lnTo>
                  <a:lnTo>
                    <a:pt x="5873047" y="3229277"/>
                  </a:lnTo>
                  <a:lnTo>
                    <a:pt x="5801424" y="3211965"/>
                  </a:lnTo>
                  <a:lnTo>
                    <a:pt x="5729802" y="3193476"/>
                  </a:lnTo>
                  <a:lnTo>
                    <a:pt x="5658179" y="3173728"/>
                  </a:lnTo>
                  <a:lnTo>
                    <a:pt x="5586557" y="3152637"/>
                  </a:lnTo>
                  <a:lnTo>
                    <a:pt x="5514934" y="3130112"/>
                  </a:lnTo>
                  <a:lnTo>
                    <a:pt x="5443311" y="3106053"/>
                  </a:lnTo>
                  <a:lnTo>
                    <a:pt x="5371689" y="3080358"/>
                  </a:lnTo>
                  <a:lnTo>
                    <a:pt x="5300066" y="3052915"/>
                  </a:lnTo>
                  <a:lnTo>
                    <a:pt x="5228444" y="3023605"/>
                  </a:lnTo>
                  <a:lnTo>
                    <a:pt x="5156821" y="2992302"/>
                  </a:lnTo>
                  <a:lnTo>
                    <a:pt x="5085199" y="2958868"/>
                  </a:lnTo>
                  <a:lnTo>
                    <a:pt x="5013576" y="2923160"/>
                  </a:lnTo>
                  <a:lnTo>
                    <a:pt x="4941954" y="2885022"/>
                  </a:lnTo>
                  <a:lnTo>
                    <a:pt x="4870331" y="2844291"/>
                  </a:lnTo>
                  <a:lnTo>
                    <a:pt x="4798709" y="2800788"/>
                  </a:lnTo>
                  <a:lnTo>
                    <a:pt x="4727086" y="2754325"/>
                  </a:lnTo>
                  <a:lnTo>
                    <a:pt x="4655464" y="2704702"/>
                  </a:lnTo>
                  <a:lnTo>
                    <a:pt x="4583841" y="2653883"/>
                  </a:lnTo>
                  <a:lnTo>
                    <a:pt x="4512219" y="2645370"/>
                  </a:lnTo>
                  <a:lnTo>
                    <a:pt x="4440596" y="2636769"/>
                  </a:lnTo>
                  <a:lnTo>
                    <a:pt x="4368974" y="2628080"/>
                  </a:lnTo>
                  <a:lnTo>
                    <a:pt x="4297351" y="2619302"/>
                  </a:lnTo>
                  <a:lnTo>
                    <a:pt x="4225729" y="2610434"/>
                  </a:lnTo>
                  <a:lnTo>
                    <a:pt x="4154106" y="2601475"/>
                  </a:lnTo>
                  <a:lnTo>
                    <a:pt x="4082483" y="2592424"/>
                  </a:lnTo>
                  <a:lnTo>
                    <a:pt x="4010861" y="2583280"/>
                  </a:lnTo>
                  <a:lnTo>
                    <a:pt x="3939238" y="2574042"/>
                  </a:lnTo>
                  <a:lnTo>
                    <a:pt x="3867616" y="2564709"/>
                  </a:lnTo>
                  <a:lnTo>
                    <a:pt x="3795993" y="2555281"/>
                  </a:lnTo>
                  <a:lnTo>
                    <a:pt x="3724371" y="2545756"/>
                  </a:lnTo>
                  <a:lnTo>
                    <a:pt x="3652748" y="2536134"/>
                  </a:lnTo>
                  <a:lnTo>
                    <a:pt x="3581126" y="2526412"/>
                  </a:lnTo>
                  <a:lnTo>
                    <a:pt x="3509503" y="2516591"/>
                  </a:lnTo>
                  <a:lnTo>
                    <a:pt x="3437881" y="2506669"/>
                  </a:lnTo>
                  <a:lnTo>
                    <a:pt x="3366258" y="2496646"/>
                  </a:lnTo>
                  <a:lnTo>
                    <a:pt x="3294636" y="2486519"/>
                  </a:lnTo>
                  <a:lnTo>
                    <a:pt x="3223013" y="2476289"/>
                  </a:lnTo>
                  <a:lnTo>
                    <a:pt x="3151391" y="2465953"/>
                  </a:lnTo>
                  <a:lnTo>
                    <a:pt x="3079768" y="2455512"/>
                  </a:lnTo>
                  <a:lnTo>
                    <a:pt x="3008146" y="2444964"/>
                  </a:lnTo>
                  <a:lnTo>
                    <a:pt x="2936523" y="2434307"/>
                  </a:lnTo>
                  <a:lnTo>
                    <a:pt x="2864901" y="2423541"/>
                  </a:lnTo>
                  <a:lnTo>
                    <a:pt x="2793278" y="2412664"/>
                  </a:lnTo>
                  <a:lnTo>
                    <a:pt x="2721655" y="2401676"/>
                  </a:lnTo>
                  <a:lnTo>
                    <a:pt x="2650033" y="2390576"/>
                  </a:lnTo>
                  <a:lnTo>
                    <a:pt x="2578410" y="2379361"/>
                  </a:lnTo>
                  <a:lnTo>
                    <a:pt x="2506788" y="2368031"/>
                  </a:lnTo>
                  <a:lnTo>
                    <a:pt x="2435165" y="2356585"/>
                  </a:lnTo>
                  <a:lnTo>
                    <a:pt x="2363543" y="2345022"/>
                  </a:lnTo>
                  <a:lnTo>
                    <a:pt x="2291920" y="2333340"/>
                  </a:lnTo>
                  <a:lnTo>
                    <a:pt x="2220298" y="2321538"/>
                  </a:lnTo>
                  <a:lnTo>
                    <a:pt x="2148675" y="2309615"/>
                  </a:lnTo>
                  <a:lnTo>
                    <a:pt x="2077053" y="2297570"/>
                  </a:lnTo>
                  <a:lnTo>
                    <a:pt x="2005430" y="2285401"/>
                  </a:lnTo>
                  <a:lnTo>
                    <a:pt x="1933808" y="2273108"/>
                  </a:lnTo>
                  <a:lnTo>
                    <a:pt x="1862185" y="2260688"/>
                  </a:lnTo>
                  <a:lnTo>
                    <a:pt x="1790563" y="2248141"/>
                  </a:lnTo>
                  <a:lnTo>
                    <a:pt x="1718940" y="2235465"/>
                  </a:lnTo>
                  <a:lnTo>
                    <a:pt x="1647318" y="2222659"/>
                  </a:lnTo>
                  <a:lnTo>
                    <a:pt x="1575695" y="2209722"/>
                  </a:lnTo>
                  <a:lnTo>
                    <a:pt x="1504073" y="2196652"/>
                  </a:lnTo>
                  <a:lnTo>
                    <a:pt x="1432450" y="2183448"/>
                  </a:lnTo>
                  <a:lnTo>
                    <a:pt x="1360827" y="2170109"/>
                  </a:lnTo>
                  <a:lnTo>
                    <a:pt x="1289205" y="2156632"/>
                  </a:lnTo>
                  <a:lnTo>
                    <a:pt x="1217582" y="2143018"/>
                  </a:lnTo>
                  <a:lnTo>
                    <a:pt x="1145960" y="2129263"/>
                  </a:lnTo>
                  <a:lnTo>
                    <a:pt x="1074337" y="2115368"/>
                  </a:lnTo>
                  <a:lnTo>
                    <a:pt x="1002715" y="2101330"/>
                  </a:lnTo>
                  <a:lnTo>
                    <a:pt x="931092" y="2087148"/>
                  </a:lnTo>
                  <a:lnTo>
                    <a:pt x="859470" y="2072821"/>
                  </a:lnTo>
                  <a:lnTo>
                    <a:pt x="787847" y="2058346"/>
                  </a:lnTo>
                  <a:lnTo>
                    <a:pt x="716225" y="2043723"/>
                  </a:lnTo>
                  <a:lnTo>
                    <a:pt x="644602" y="2028950"/>
                  </a:lnTo>
                  <a:lnTo>
                    <a:pt x="572980" y="2014026"/>
                  </a:lnTo>
                  <a:lnTo>
                    <a:pt x="501357" y="1998948"/>
                  </a:lnTo>
                  <a:lnTo>
                    <a:pt x="429735" y="1983716"/>
                  </a:lnTo>
                  <a:lnTo>
                    <a:pt x="358112" y="1968327"/>
                  </a:lnTo>
                  <a:lnTo>
                    <a:pt x="286490" y="1952781"/>
                  </a:lnTo>
                  <a:lnTo>
                    <a:pt x="214867" y="1937075"/>
                  </a:lnTo>
                  <a:lnTo>
                    <a:pt x="143245" y="1921208"/>
                  </a:lnTo>
                  <a:lnTo>
                    <a:pt x="71622" y="1905178"/>
                  </a:lnTo>
                  <a:lnTo>
                    <a:pt x="0" y="1888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98036" y="2073503"/>
              <a:ext cx="4064642" cy="2903164"/>
            </a:xfrm>
            <a:custGeom>
              <a:avLst/>
              <a:pathLst>
                <a:path w="4064642" h="2903164">
                  <a:moveTo>
                    <a:pt x="0" y="0"/>
                  </a:moveTo>
                  <a:lnTo>
                    <a:pt x="53781" y="169315"/>
                  </a:lnTo>
                  <a:lnTo>
                    <a:pt x="125403" y="380437"/>
                  </a:lnTo>
                  <a:lnTo>
                    <a:pt x="197026" y="578111"/>
                  </a:lnTo>
                  <a:lnTo>
                    <a:pt x="268648" y="763193"/>
                  </a:lnTo>
                  <a:lnTo>
                    <a:pt x="340271" y="936487"/>
                  </a:lnTo>
                  <a:lnTo>
                    <a:pt x="411893" y="1098741"/>
                  </a:lnTo>
                  <a:lnTo>
                    <a:pt x="483516" y="1250661"/>
                  </a:lnTo>
                  <a:lnTo>
                    <a:pt x="555138" y="1392903"/>
                  </a:lnTo>
                  <a:lnTo>
                    <a:pt x="626761" y="1526085"/>
                  </a:lnTo>
                  <a:lnTo>
                    <a:pt x="698383" y="1650784"/>
                  </a:lnTo>
                  <a:lnTo>
                    <a:pt x="770006" y="1767540"/>
                  </a:lnTo>
                  <a:lnTo>
                    <a:pt x="841628" y="1876858"/>
                  </a:lnTo>
                  <a:lnTo>
                    <a:pt x="913251" y="1979213"/>
                  </a:lnTo>
                  <a:lnTo>
                    <a:pt x="984873" y="2075049"/>
                  </a:lnTo>
                  <a:lnTo>
                    <a:pt x="1056496" y="2164780"/>
                  </a:lnTo>
                  <a:lnTo>
                    <a:pt x="1128119" y="2248795"/>
                  </a:lnTo>
                  <a:lnTo>
                    <a:pt x="1199741" y="2327458"/>
                  </a:lnTo>
                  <a:lnTo>
                    <a:pt x="1271364" y="2401111"/>
                  </a:lnTo>
                  <a:lnTo>
                    <a:pt x="1342986" y="2470073"/>
                  </a:lnTo>
                  <a:lnTo>
                    <a:pt x="1414609" y="2534642"/>
                  </a:lnTo>
                  <a:lnTo>
                    <a:pt x="1486231" y="2595097"/>
                  </a:lnTo>
                  <a:lnTo>
                    <a:pt x="1557854" y="2651702"/>
                  </a:lnTo>
                  <a:lnTo>
                    <a:pt x="1629476" y="2662310"/>
                  </a:lnTo>
                  <a:lnTo>
                    <a:pt x="1701099" y="2670652"/>
                  </a:lnTo>
                  <a:lnTo>
                    <a:pt x="1772721" y="2678908"/>
                  </a:lnTo>
                  <a:lnTo>
                    <a:pt x="1844344" y="2687081"/>
                  </a:lnTo>
                  <a:lnTo>
                    <a:pt x="1915966" y="2695171"/>
                  </a:lnTo>
                  <a:lnTo>
                    <a:pt x="1987589" y="2703179"/>
                  </a:lnTo>
                  <a:lnTo>
                    <a:pt x="2059211" y="2711105"/>
                  </a:lnTo>
                  <a:lnTo>
                    <a:pt x="2130834" y="2718951"/>
                  </a:lnTo>
                  <a:lnTo>
                    <a:pt x="2202456" y="2726717"/>
                  </a:lnTo>
                  <a:lnTo>
                    <a:pt x="2274079" y="2734405"/>
                  </a:lnTo>
                  <a:lnTo>
                    <a:pt x="2345701" y="2742014"/>
                  </a:lnTo>
                  <a:lnTo>
                    <a:pt x="2417324" y="2749546"/>
                  </a:lnTo>
                  <a:lnTo>
                    <a:pt x="2488947" y="2757001"/>
                  </a:lnTo>
                  <a:lnTo>
                    <a:pt x="2560569" y="2764381"/>
                  </a:lnTo>
                  <a:lnTo>
                    <a:pt x="2632192" y="2771686"/>
                  </a:lnTo>
                  <a:lnTo>
                    <a:pt x="2703814" y="2778917"/>
                  </a:lnTo>
                  <a:lnTo>
                    <a:pt x="2775437" y="2786074"/>
                  </a:lnTo>
                  <a:lnTo>
                    <a:pt x="2847059" y="2793159"/>
                  </a:lnTo>
                  <a:lnTo>
                    <a:pt x="2918682" y="2800171"/>
                  </a:lnTo>
                  <a:lnTo>
                    <a:pt x="2990304" y="2807113"/>
                  </a:lnTo>
                  <a:lnTo>
                    <a:pt x="3061927" y="2813984"/>
                  </a:lnTo>
                  <a:lnTo>
                    <a:pt x="3133549" y="2820785"/>
                  </a:lnTo>
                  <a:lnTo>
                    <a:pt x="3205172" y="2827517"/>
                  </a:lnTo>
                  <a:lnTo>
                    <a:pt x="3276794" y="2834181"/>
                  </a:lnTo>
                  <a:lnTo>
                    <a:pt x="3348417" y="2840777"/>
                  </a:lnTo>
                  <a:lnTo>
                    <a:pt x="3420039" y="2847306"/>
                  </a:lnTo>
                  <a:lnTo>
                    <a:pt x="3491662" y="2853769"/>
                  </a:lnTo>
                  <a:lnTo>
                    <a:pt x="3563284" y="2860166"/>
                  </a:lnTo>
                  <a:lnTo>
                    <a:pt x="3634907" y="2866498"/>
                  </a:lnTo>
                  <a:lnTo>
                    <a:pt x="3706529" y="2872766"/>
                  </a:lnTo>
                  <a:lnTo>
                    <a:pt x="3778152" y="2878971"/>
                  </a:lnTo>
                  <a:lnTo>
                    <a:pt x="3849775" y="2885112"/>
                  </a:lnTo>
                  <a:lnTo>
                    <a:pt x="3921397" y="2891191"/>
                  </a:lnTo>
                  <a:lnTo>
                    <a:pt x="3993020" y="2897208"/>
                  </a:lnTo>
                  <a:lnTo>
                    <a:pt x="4064642" y="290316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962487"/>
              <a:ext cx="7090630" cy="1511641"/>
            </a:xfrm>
            <a:custGeom>
              <a:avLst/>
              <a:pathLst>
                <a:path w="7090630" h="1511641">
                  <a:moveTo>
                    <a:pt x="7090630" y="1511641"/>
                  </a:moveTo>
                  <a:lnTo>
                    <a:pt x="7019007" y="1505987"/>
                  </a:lnTo>
                  <a:lnTo>
                    <a:pt x="6947385" y="1499947"/>
                  </a:lnTo>
                  <a:lnTo>
                    <a:pt x="6875762" y="1493497"/>
                  </a:lnTo>
                  <a:lnTo>
                    <a:pt x="6804139" y="1486607"/>
                  </a:lnTo>
                  <a:lnTo>
                    <a:pt x="6732517" y="1479250"/>
                  </a:lnTo>
                  <a:lnTo>
                    <a:pt x="6660894" y="1471391"/>
                  </a:lnTo>
                  <a:lnTo>
                    <a:pt x="6589272" y="1462998"/>
                  </a:lnTo>
                  <a:lnTo>
                    <a:pt x="6517649" y="1454034"/>
                  </a:lnTo>
                  <a:lnTo>
                    <a:pt x="6446027" y="1444460"/>
                  </a:lnTo>
                  <a:lnTo>
                    <a:pt x="6374404" y="1434235"/>
                  </a:lnTo>
                  <a:lnTo>
                    <a:pt x="6302782" y="1423314"/>
                  </a:lnTo>
                  <a:lnTo>
                    <a:pt x="6231159" y="1411650"/>
                  </a:lnTo>
                  <a:lnTo>
                    <a:pt x="6159537" y="1399193"/>
                  </a:lnTo>
                  <a:lnTo>
                    <a:pt x="6087914" y="1385888"/>
                  </a:lnTo>
                  <a:lnTo>
                    <a:pt x="6016292" y="1371678"/>
                  </a:lnTo>
                  <a:lnTo>
                    <a:pt x="5944669" y="1356502"/>
                  </a:lnTo>
                  <a:lnTo>
                    <a:pt x="5873047" y="1340293"/>
                  </a:lnTo>
                  <a:lnTo>
                    <a:pt x="5801424" y="1322981"/>
                  </a:lnTo>
                  <a:lnTo>
                    <a:pt x="5729802" y="1304491"/>
                  </a:lnTo>
                  <a:lnTo>
                    <a:pt x="5658179" y="1284744"/>
                  </a:lnTo>
                  <a:lnTo>
                    <a:pt x="5586557" y="1263653"/>
                  </a:lnTo>
                  <a:lnTo>
                    <a:pt x="5514934" y="1241127"/>
                  </a:lnTo>
                  <a:lnTo>
                    <a:pt x="5443311" y="1217069"/>
                  </a:lnTo>
                  <a:lnTo>
                    <a:pt x="5371689" y="1191374"/>
                  </a:lnTo>
                  <a:lnTo>
                    <a:pt x="5300066" y="1163931"/>
                  </a:lnTo>
                  <a:lnTo>
                    <a:pt x="5228444" y="1134621"/>
                  </a:lnTo>
                  <a:lnTo>
                    <a:pt x="5156821" y="1103317"/>
                  </a:lnTo>
                  <a:lnTo>
                    <a:pt x="5085199" y="1069883"/>
                  </a:lnTo>
                  <a:lnTo>
                    <a:pt x="5013576" y="1034175"/>
                  </a:lnTo>
                  <a:lnTo>
                    <a:pt x="4941954" y="996038"/>
                  </a:lnTo>
                  <a:lnTo>
                    <a:pt x="4870331" y="955306"/>
                  </a:lnTo>
                  <a:lnTo>
                    <a:pt x="4798709" y="911803"/>
                  </a:lnTo>
                  <a:lnTo>
                    <a:pt x="4727086" y="865341"/>
                  </a:lnTo>
                  <a:lnTo>
                    <a:pt x="4655464" y="815717"/>
                  </a:lnTo>
                  <a:lnTo>
                    <a:pt x="4583841" y="764899"/>
                  </a:lnTo>
                  <a:lnTo>
                    <a:pt x="4512219" y="756385"/>
                  </a:lnTo>
                  <a:lnTo>
                    <a:pt x="4440596" y="747785"/>
                  </a:lnTo>
                  <a:lnTo>
                    <a:pt x="4368974" y="739096"/>
                  </a:lnTo>
                  <a:lnTo>
                    <a:pt x="4297351" y="730317"/>
                  </a:lnTo>
                  <a:lnTo>
                    <a:pt x="4225729" y="721449"/>
                  </a:lnTo>
                  <a:lnTo>
                    <a:pt x="4154106" y="712490"/>
                  </a:lnTo>
                  <a:lnTo>
                    <a:pt x="4082483" y="703439"/>
                  </a:lnTo>
                  <a:lnTo>
                    <a:pt x="4010861" y="694295"/>
                  </a:lnTo>
                  <a:lnTo>
                    <a:pt x="3939238" y="685057"/>
                  </a:lnTo>
                  <a:lnTo>
                    <a:pt x="3867616" y="675725"/>
                  </a:lnTo>
                  <a:lnTo>
                    <a:pt x="3795993" y="666297"/>
                  </a:lnTo>
                  <a:lnTo>
                    <a:pt x="3724371" y="656772"/>
                  </a:lnTo>
                  <a:lnTo>
                    <a:pt x="3652748" y="647149"/>
                  </a:lnTo>
                  <a:lnTo>
                    <a:pt x="3581126" y="637428"/>
                  </a:lnTo>
                  <a:lnTo>
                    <a:pt x="3509503" y="627607"/>
                  </a:lnTo>
                  <a:lnTo>
                    <a:pt x="3437881" y="617685"/>
                  </a:lnTo>
                  <a:lnTo>
                    <a:pt x="3366258" y="607661"/>
                  </a:lnTo>
                  <a:lnTo>
                    <a:pt x="3294636" y="597535"/>
                  </a:lnTo>
                  <a:lnTo>
                    <a:pt x="3223013" y="587304"/>
                  </a:lnTo>
                  <a:lnTo>
                    <a:pt x="3151391" y="576969"/>
                  </a:lnTo>
                  <a:lnTo>
                    <a:pt x="3079768" y="566528"/>
                  </a:lnTo>
                  <a:lnTo>
                    <a:pt x="3008146" y="555979"/>
                  </a:lnTo>
                  <a:lnTo>
                    <a:pt x="2936523" y="545322"/>
                  </a:lnTo>
                  <a:lnTo>
                    <a:pt x="2864901" y="534556"/>
                  </a:lnTo>
                  <a:lnTo>
                    <a:pt x="2793278" y="523680"/>
                  </a:lnTo>
                  <a:lnTo>
                    <a:pt x="2721655" y="512692"/>
                  </a:lnTo>
                  <a:lnTo>
                    <a:pt x="2650033" y="501591"/>
                  </a:lnTo>
                  <a:lnTo>
                    <a:pt x="2578410" y="490377"/>
                  </a:lnTo>
                  <a:lnTo>
                    <a:pt x="2506788" y="479047"/>
                  </a:lnTo>
                  <a:lnTo>
                    <a:pt x="2435165" y="467601"/>
                  </a:lnTo>
                  <a:lnTo>
                    <a:pt x="2363543" y="456038"/>
                  </a:lnTo>
                  <a:lnTo>
                    <a:pt x="2291920" y="444356"/>
                  </a:lnTo>
                  <a:lnTo>
                    <a:pt x="2220298" y="432554"/>
                  </a:lnTo>
                  <a:lnTo>
                    <a:pt x="2148675" y="420631"/>
                  </a:lnTo>
                  <a:lnTo>
                    <a:pt x="2077053" y="408586"/>
                  </a:lnTo>
                  <a:lnTo>
                    <a:pt x="2005430" y="396417"/>
                  </a:lnTo>
                  <a:lnTo>
                    <a:pt x="1933808" y="384123"/>
                  </a:lnTo>
                  <a:lnTo>
                    <a:pt x="1862185" y="371704"/>
                  </a:lnTo>
                  <a:lnTo>
                    <a:pt x="1790563" y="359157"/>
                  </a:lnTo>
                  <a:lnTo>
                    <a:pt x="1718940" y="346481"/>
                  </a:lnTo>
                  <a:lnTo>
                    <a:pt x="1647318" y="333675"/>
                  </a:lnTo>
                  <a:lnTo>
                    <a:pt x="1575695" y="320738"/>
                  </a:lnTo>
                  <a:lnTo>
                    <a:pt x="1504073" y="307668"/>
                  </a:lnTo>
                  <a:lnTo>
                    <a:pt x="1432450" y="294464"/>
                  </a:lnTo>
                  <a:lnTo>
                    <a:pt x="1360827" y="281124"/>
                  </a:lnTo>
                  <a:lnTo>
                    <a:pt x="1289205" y="267648"/>
                  </a:lnTo>
                  <a:lnTo>
                    <a:pt x="1217582" y="254033"/>
                  </a:lnTo>
                  <a:lnTo>
                    <a:pt x="1145960" y="240279"/>
                  </a:lnTo>
                  <a:lnTo>
                    <a:pt x="1074337" y="226383"/>
                  </a:lnTo>
                  <a:lnTo>
                    <a:pt x="1002715" y="212345"/>
                  </a:lnTo>
                  <a:lnTo>
                    <a:pt x="931092" y="198163"/>
                  </a:lnTo>
                  <a:lnTo>
                    <a:pt x="859470" y="183836"/>
                  </a:lnTo>
                  <a:lnTo>
                    <a:pt x="787847" y="169362"/>
                  </a:lnTo>
                  <a:lnTo>
                    <a:pt x="716225" y="154739"/>
                  </a:lnTo>
                  <a:lnTo>
                    <a:pt x="644602" y="139966"/>
                  </a:lnTo>
                  <a:lnTo>
                    <a:pt x="572980" y="125041"/>
                  </a:lnTo>
                  <a:lnTo>
                    <a:pt x="501357" y="109964"/>
                  </a:lnTo>
                  <a:lnTo>
                    <a:pt x="429735" y="94731"/>
                  </a:lnTo>
                  <a:lnTo>
                    <a:pt x="358112" y="79343"/>
                  </a:lnTo>
                  <a:lnTo>
                    <a:pt x="286490" y="63796"/>
                  </a:lnTo>
                  <a:lnTo>
                    <a:pt x="214867" y="48091"/>
                  </a:lnTo>
                  <a:lnTo>
                    <a:pt x="143245" y="32224"/>
                  </a:lnTo>
                  <a:lnTo>
                    <a:pt x="71622" y="1619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055538" y="2073503"/>
              <a:ext cx="5207141" cy="3264069"/>
            </a:xfrm>
            <a:custGeom>
              <a:avLst/>
              <a:pathLst>
                <a:path w="5207141" h="3264069">
                  <a:moveTo>
                    <a:pt x="0" y="0"/>
                  </a:moveTo>
                  <a:lnTo>
                    <a:pt x="50319" y="92313"/>
                  </a:lnTo>
                  <a:lnTo>
                    <a:pt x="121941" y="218808"/>
                  </a:lnTo>
                  <a:lnTo>
                    <a:pt x="193564" y="340585"/>
                  </a:lnTo>
                  <a:lnTo>
                    <a:pt x="265186" y="457820"/>
                  </a:lnTo>
                  <a:lnTo>
                    <a:pt x="336809" y="570682"/>
                  </a:lnTo>
                  <a:lnTo>
                    <a:pt x="408432" y="679335"/>
                  </a:lnTo>
                  <a:lnTo>
                    <a:pt x="480054" y="783935"/>
                  </a:lnTo>
                  <a:lnTo>
                    <a:pt x="551677" y="884633"/>
                  </a:lnTo>
                  <a:lnTo>
                    <a:pt x="623299" y="981576"/>
                  </a:lnTo>
                  <a:lnTo>
                    <a:pt x="694922" y="1074903"/>
                  </a:lnTo>
                  <a:lnTo>
                    <a:pt x="766544" y="1164749"/>
                  </a:lnTo>
                  <a:lnTo>
                    <a:pt x="838167" y="1251244"/>
                  </a:lnTo>
                  <a:lnTo>
                    <a:pt x="909789" y="1334512"/>
                  </a:lnTo>
                  <a:lnTo>
                    <a:pt x="981412" y="1414675"/>
                  </a:lnTo>
                  <a:lnTo>
                    <a:pt x="1053034" y="1491848"/>
                  </a:lnTo>
                  <a:lnTo>
                    <a:pt x="1124657" y="1566143"/>
                  </a:lnTo>
                  <a:lnTo>
                    <a:pt x="1196279" y="1637666"/>
                  </a:lnTo>
                  <a:lnTo>
                    <a:pt x="1267902" y="1706522"/>
                  </a:lnTo>
                  <a:lnTo>
                    <a:pt x="1339524" y="1772810"/>
                  </a:lnTo>
                  <a:lnTo>
                    <a:pt x="1411147" y="1836625"/>
                  </a:lnTo>
                  <a:lnTo>
                    <a:pt x="1482769" y="1898060"/>
                  </a:lnTo>
                  <a:lnTo>
                    <a:pt x="1554392" y="1957203"/>
                  </a:lnTo>
                  <a:lnTo>
                    <a:pt x="1626014" y="2014141"/>
                  </a:lnTo>
                  <a:lnTo>
                    <a:pt x="1697637" y="2068955"/>
                  </a:lnTo>
                  <a:lnTo>
                    <a:pt x="1769260" y="2121724"/>
                  </a:lnTo>
                  <a:lnTo>
                    <a:pt x="1840882" y="2172525"/>
                  </a:lnTo>
                  <a:lnTo>
                    <a:pt x="1912505" y="2221432"/>
                  </a:lnTo>
                  <a:lnTo>
                    <a:pt x="1984127" y="2268514"/>
                  </a:lnTo>
                  <a:lnTo>
                    <a:pt x="2055750" y="2313840"/>
                  </a:lnTo>
                  <a:lnTo>
                    <a:pt x="2127372" y="2357476"/>
                  </a:lnTo>
                  <a:lnTo>
                    <a:pt x="2198995" y="2399484"/>
                  </a:lnTo>
                  <a:lnTo>
                    <a:pt x="2270617" y="2439925"/>
                  </a:lnTo>
                  <a:lnTo>
                    <a:pt x="2342240" y="2478858"/>
                  </a:lnTo>
                  <a:lnTo>
                    <a:pt x="2413862" y="2516339"/>
                  </a:lnTo>
                  <a:lnTo>
                    <a:pt x="2485485" y="2552421"/>
                  </a:lnTo>
                  <a:lnTo>
                    <a:pt x="2557107" y="2587158"/>
                  </a:lnTo>
                  <a:lnTo>
                    <a:pt x="2628730" y="2620600"/>
                  </a:lnTo>
                  <a:lnTo>
                    <a:pt x="2700352" y="2652794"/>
                  </a:lnTo>
                  <a:lnTo>
                    <a:pt x="2771975" y="2683787"/>
                  </a:lnTo>
                  <a:lnTo>
                    <a:pt x="2843597" y="2713624"/>
                  </a:lnTo>
                  <a:lnTo>
                    <a:pt x="2915220" y="2742348"/>
                  </a:lnTo>
                  <a:lnTo>
                    <a:pt x="2986842" y="2770001"/>
                  </a:lnTo>
                  <a:lnTo>
                    <a:pt x="3058465" y="2796623"/>
                  </a:lnTo>
                  <a:lnTo>
                    <a:pt x="3130088" y="2822251"/>
                  </a:lnTo>
                  <a:lnTo>
                    <a:pt x="3201710" y="2846924"/>
                  </a:lnTo>
                  <a:lnTo>
                    <a:pt x="3273333" y="2870676"/>
                  </a:lnTo>
                  <a:lnTo>
                    <a:pt x="3344955" y="2893543"/>
                  </a:lnTo>
                  <a:lnTo>
                    <a:pt x="3416578" y="2915557"/>
                  </a:lnTo>
                  <a:lnTo>
                    <a:pt x="3488200" y="2936749"/>
                  </a:lnTo>
                  <a:lnTo>
                    <a:pt x="3559823" y="2957151"/>
                  </a:lnTo>
                  <a:lnTo>
                    <a:pt x="3631445" y="2976792"/>
                  </a:lnTo>
                  <a:lnTo>
                    <a:pt x="3703068" y="2995701"/>
                  </a:lnTo>
                  <a:lnTo>
                    <a:pt x="3774690" y="3013904"/>
                  </a:lnTo>
                  <a:lnTo>
                    <a:pt x="3846313" y="3031429"/>
                  </a:lnTo>
                  <a:lnTo>
                    <a:pt x="3917935" y="3048299"/>
                  </a:lnTo>
                  <a:lnTo>
                    <a:pt x="3989558" y="3064541"/>
                  </a:lnTo>
                  <a:lnTo>
                    <a:pt x="4061180" y="3080176"/>
                  </a:lnTo>
                  <a:lnTo>
                    <a:pt x="4132803" y="3095229"/>
                  </a:lnTo>
                  <a:lnTo>
                    <a:pt x="4204425" y="3109720"/>
                  </a:lnTo>
                  <a:lnTo>
                    <a:pt x="4276048" y="3123671"/>
                  </a:lnTo>
                  <a:lnTo>
                    <a:pt x="4347670" y="3137101"/>
                  </a:lnTo>
                  <a:lnTo>
                    <a:pt x="4419293" y="3150030"/>
                  </a:lnTo>
                  <a:lnTo>
                    <a:pt x="4490916" y="3162477"/>
                  </a:lnTo>
                  <a:lnTo>
                    <a:pt x="4562538" y="3174460"/>
                  </a:lnTo>
                  <a:lnTo>
                    <a:pt x="4634161" y="3185996"/>
                  </a:lnTo>
                  <a:lnTo>
                    <a:pt x="4705783" y="3197102"/>
                  </a:lnTo>
                  <a:lnTo>
                    <a:pt x="4777406" y="3207793"/>
                  </a:lnTo>
                  <a:lnTo>
                    <a:pt x="4849028" y="3218086"/>
                  </a:lnTo>
                  <a:lnTo>
                    <a:pt x="4920651" y="3227994"/>
                  </a:lnTo>
                  <a:lnTo>
                    <a:pt x="4992273" y="3237533"/>
                  </a:lnTo>
                  <a:lnTo>
                    <a:pt x="5063896" y="3246717"/>
                  </a:lnTo>
                  <a:lnTo>
                    <a:pt x="5135518" y="3255558"/>
                  </a:lnTo>
                  <a:lnTo>
                    <a:pt x="5207141" y="326406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59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046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710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20182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274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232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1.69 (1.15-2.48), p_Bonf = 0.044 (n = 6)  |  per IQR decline (Δ = 23.9): 3.51 (1.40-8.80)  |  IQR: [-12.7, 11.2]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2026-10-09T15:12:22Z</dcterms:modified>
  <cp:category/>
</cp:coreProperties>
</file>