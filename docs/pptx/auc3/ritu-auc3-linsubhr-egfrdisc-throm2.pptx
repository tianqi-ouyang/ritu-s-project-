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474590"/>
            </a:xfrm>
            <a:custGeom>
              <a:avLst/>
              <a:pathLst>
                <a:path w="7090630" h="3474590">
                  <a:moveTo>
                    <a:pt x="100255" y="0"/>
                  </a:moveTo>
                  <a:lnTo>
                    <a:pt x="143245" y="47786"/>
                  </a:lnTo>
                  <a:lnTo>
                    <a:pt x="214867" y="125596"/>
                  </a:lnTo>
                  <a:lnTo>
                    <a:pt x="286490" y="201645"/>
                  </a:lnTo>
                  <a:lnTo>
                    <a:pt x="358112" y="275971"/>
                  </a:lnTo>
                  <a:lnTo>
                    <a:pt x="429735" y="348614"/>
                  </a:lnTo>
                  <a:lnTo>
                    <a:pt x="501357" y="419613"/>
                  </a:lnTo>
                  <a:lnTo>
                    <a:pt x="572980" y="489003"/>
                  </a:lnTo>
                  <a:lnTo>
                    <a:pt x="644602" y="556822"/>
                  </a:lnTo>
                  <a:lnTo>
                    <a:pt x="716225" y="623105"/>
                  </a:lnTo>
                  <a:lnTo>
                    <a:pt x="787847" y="687887"/>
                  </a:lnTo>
                  <a:lnTo>
                    <a:pt x="859470" y="751202"/>
                  </a:lnTo>
                  <a:lnTo>
                    <a:pt x="931092" y="813083"/>
                  </a:lnTo>
                  <a:lnTo>
                    <a:pt x="1002715" y="873562"/>
                  </a:lnTo>
                  <a:lnTo>
                    <a:pt x="1074337" y="932672"/>
                  </a:lnTo>
                  <a:lnTo>
                    <a:pt x="1145960" y="990444"/>
                  </a:lnTo>
                  <a:lnTo>
                    <a:pt x="1217582" y="1046907"/>
                  </a:lnTo>
                  <a:lnTo>
                    <a:pt x="1289205" y="1102092"/>
                  </a:lnTo>
                  <a:lnTo>
                    <a:pt x="1360827" y="1156027"/>
                  </a:lnTo>
                  <a:lnTo>
                    <a:pt x="1432450" y="1208740"/>
                  </a:lnTo>
                  <a:lnTo>
                    <a:pt x="1504073" y="1260260"/>
                  </a:lnTo>
                  <a:lnTo>
                    <a:pt x="1575695" y="1310613"/>
                  </a:lnTo>
                  <a:lnTo>
                    <a:pt x="1647318" y="1359825"/>
                  </a:lnTo>
                  <a:lnTo>
                    <a:pt x="1718940" y="1407924"/>
                  </a:lnTo>
                  <a:lnTo>
                    <a:pt x="1790563" y="1454933"/>
                  </a:lnTo>
                  <a:lnTo>
                    <a:pt x="1862185" y="1500877"/>
                  </a:lnTo>
                  <a:lnTo>
                    <a:pt x="1933808" y="1545781"/>
                  </a:lnTo>
                  <a:lnTo>
                    <a:pt x="2005430" y="1589668"/>
                  </a:lnTo>
                  <a:lnTo>
                    <a:pt x="2077053" y="1632561"/>
                  </a:lnTo>
                  <a:lnTo>
                    <a:pt x="2148675" y="1674483"/>
                  </a:lnTo>
                  <a:lnTo>
                    <a:pt x="2220298" y="1715456"/>
                  </a:lnTo>
                  <a:lnTo>
                    <a:pt x="2291920" y="1755500"/>
                  </a:lnTo>
                  <a:lnTo>
                    <a:pt x="2363543" y="1794638"/>
                  </a:lnTo>
                  <a:lnTo>
                    <a:pt x="2435165" y="1832890"/>
                  </a:lnTo>
                  <a:lnTo>
                    <a:pt x="2506788" y="1870275"/>
                  </a:lnTo>
                  <a:lnTo>
                    <a:pt x="2578410" y="1906813"/>
                  </a:lnTo>
                  <a:lnTo>
                    <a:pt x="2650033" y="1942525"/>
                  </a:lnTo>
                  <a:lnTo>
                    <a:pt x="2721655" y="1977427"/>
                  </a:lnTo>
                  <a:lnTo>
                    <a:pt x="2793278" y="2011539"/>
                  </a:lnTo>
                  <a:lnTo>
                    <a:pt x="2864901" y="2044879"/>
                  </a:lnTo>
                  <a:lnTo>
                    <a:pt x="2936523" y="2077463"/>
                  </a:lnTo>
                  <a:lnTo>
                    <a:pt x="3008146" y="2109310"/>
                  </a:lnTo>
                  <a:lnTo>
                    <a:pt x="3079768" y="2140435"/>
                  </a:lnTo>
                  <a:lnTo>
                    <a:pt x="3151391" y="2170856"/>
                  </a:lnTo>
                  <a:lnTo>
                    <a:pt x="3223013" y="2200587"/>
                  </a:lnTo>
                  <a:lnTo>
                    <a:pt x="3294636" y="2229646"/>
                  </a:lnTo>
                  <a:lnTo>
                    <a:pt x="3366258" y="2258046"/>
                  </a:lnTo>
                  <a:lnTo>
                    <a:pt x="3437881" y="2285803"/>
                  </a:lnTo>
                  <a:lnTo>
                    <a:pt x="3509503" y="2312932"/>
                  </a:lnTo>
                  <a:lnTo>
                    <a:pt x="3581126" y="2339446"/>
                  </a:lnTo>
                  <a:lnTo>
                    <a:pt x="3652748" y="2365360"/>
                  </a:lnTo>
                  <a:lnTo>
                    <a:pt x="3724371" y="2390687"/>
                  </a:lnTo>
                  <a:lnTo>
                    <a:pt x="3795993" y="2415440"/>
                  </a:lnTo>
                  <a:lnTo>
                    <a:pt x="3867616" y="2439633"/>
                  </a:lnTo>
                  <a:lnTo>
                    <a:pt x="3939238" y="2463278"/>
                  </a:lnTo>
                  <a:lnTo>
                    <a:pt x="4010861" y="2486387"/>
                  </a:lnTo>
                  <a:lnTo>
                    <a:pt x="4082483" y="2508974"/>
                  </a:lnTo>
                  <a:lnTo>
                    <a:pt x="4154106" y="2531048"/>
                  </a:lnTo>
                  <a:lnTo>
                    <a:pt x="4225729" y="2552623"/>
                  </a:lnTo>
                  <a:lnTo>
                    <a:pt x="4297351" y="2573709"/>
                  </a:lnTo>
                  <a:lnTo>
                    <a:pt x="4368974" y="2594318"/>
                  </a:lnTo>
                  <a:lnTo>
                    <a:pt x="4440596" y="2614460"/>
                  </a:lnTo>
                  <a:lnTo>
                    <a:pt x="4512219" y="2634146"/>
                  </a:lnTo>
                  <a:lnTo>
                    <a:pt x="4583841" y="2653386"/>
                  </a:lnTo>
                  <a:lnTo>
                    <a:pt x="4655464" y="2596771"/>
                  </a:lnTo>
                  <a:lnTo>
                    <a:pt x="4727086" y="2532116"/>
                  </a:lnTo>
                  <a:lnTo>
                    <a:pt x="4798709" y="2462748"/>
                  </a:lnTo>
                  <a:lnTo>
                    <a:pt x="4870331" y="2388324"/>
                  </a:lnTo>
                  <a:lnTo>
                    <a:pt x="4941954" y="2308475"/>
                  </a:lnTo>
                  <a:lnTo>
                    <a:pt x="5013576" y="2222805"/>
                  </a:lnTo>
                  <a:lnTo>
                    <a:pt x="5085199" y="2130891"/>
                  </a:lnTo>
                  <a:lnTo>
                    <a:pt x="5156821" y="2032277"/>
                  </a:lnTo>
                  <a:lnTo>
                    <a:pt x="5228444" y="1926474"/>
                  </a:lnTo>
                  <a:lnTo>
                    <a:pt x="5300066" y="1812959"/>
                  </a:lnTo>
                  <a:lnTo>
                    <a:pt x="5371689" y="1691170"/>
                  </a:lnTo>
                  <a:lnTo>
                    <a:pt x="5443311" y="1560503"/>
                  </a:lnTo>
                  <a:lnTo>
                    <a:pt x="5514934" y="1420311"/>
                  </a:lnTo>
                  <a:lnTo>
                    <a:pt x="5586557" y="1269900"/>
                  </a:lnTo>
                  <a:lnTo>
                    <a:pt x="5658179" y="1108525"/>
                  </a:lnTo>
                  <a:lnTo>
                    <a:pt x="5729802" y="935387"/>
                  </a:lnTo>
                  <a:lnTo>
                    <a:pt x="5801424" y="749628"/>
                  </a:lnTo>
                  <a:lnTo>
                    <a:pt x="5873047" y="550329"/>
                  </a:lnTo>
                  <a:lnTo>
                    <a:pt x="5944669" y="336502"/>
                  </a:lnTo>
                  <a:lnTo>
                    <a:pt x="6016292" y="107088"/>
                  </a:lnTo>
                  <a:lnTo>
                    <a:pt x="6047453" y="0"/>
                  </a:lnTo>
                  <a:lnTo>
                    <a:pt x="7090630" y="0"/>
                  </a:lnTo>
                  <a:lnTo>
                    <a:pt x="7090630" y="3111283"/>
                  </a:lnTo>
                  <a:lnTo>
                    <a:pt x="7019007" y="3102653"/>
                  </a:lnTo>
                  <a:lnTo>
                    <a:pt x="6947385" y="3093822"/>
                  </a:lnTo>
                  <a:lnTo>
                    <a:pt x="6875762" y="3084788"/>
                  </a:lnTo>
                  <a:lnTo>
                    <a:pt x="6804139" y="3075543"/>
                  </a:lnTo>
                  <a:lnTo>
                    <a:pt x="6732517" y="3066085"/>
                  </a:lnTo>
                  <a:lnTo>
                    <a:pt x="6660894" y="3056408"/>
                  </a:lnTo>
                  <a:lnTo>
                    <a:pt x="6589272" y="3046506"/>
                  </a:lnTo>
                  <a:lnTo>
                    <a:pt x="6517649" y="3036375"/>
                  </a:lnTo>
                  <a:lnTo>
                    <a:pt x="6446027" y="3026009"/>
                  </a:lnTo>
                  <a:lnTo>
                    <a:pt x="6374404" y="3015403"/>
                  </a:lnTo>
                  <a:lnTo>
                    <a:pt x="6302782" y="3004551"/>
                  </a:lnTo>
                  <a:lnTo>
                    <a:pt x="6231159" y="2993448"/>
                  </a:lnTo>
                  <a:lnTo>
                    <a:pt x="6159537" y="2982087"/>
                  </a:lnTo>
                  <a:lnTo>
                    <a:pt x="6087914" y="2970463"/>
                  </a:lnTo>
                  <a:lnTo>
                    <a:pt x="6016292" y="2958570"/>
                  </a:lnTo>
                  <a:lnTo>
                    <a:pt x="5944669" y="2946401"/>
                  </a:lnTo>
                  <a:lnTo>
                    <a:pt x="5873047" y="2933951"/>
                  </a:lnTo>
                  <a:lnTo>
                    <a:pt x="5801424" y="2921212"/>
                  </a:lnTo>
                  <a:lnTo>
                    <a:pt x="5729802" y="2908177"/>
                  </a:lnTo>
                  <a:lnTo>
                    <a:pt x="5658179" y="2894841"/>
                  </a:lnTo>
                  <a:lnTo>
                    <a:pt x="5586557" y="2881196"/>
                  </a:lnTo>
                  <a:lnTo>
                    <a:pt x="5514934" y="2867234"/>
                  </a:lnTo>
                  <a:lnTo>
                    <a:pt x="5443311" y="2852949"/>
                  </a:lnTo>
                  <a:lnTo>
                    <a:pt x="5371689" y="2838333"/>
                  </a:lnTo>
                  <a:lnTo>
                    <a:pt x="5300066" y="2823379"/>
                  </a:lnTo>
                  <a:lnTo>
                    <a:pt x="5228444" y="2808077"/>
                  </a:lnTo>
                  <a:lnTo>
                    <a:pt x="5156821" y="2792422"/>
                  </a:lnTo>
                  <a:lnTo>
                    <a:pt x="5085199" y="2776403"/>
                  </a:lnTo>
                  <a:lnTo>
                    <a:pt x="5013576" y="2760014"/>
                  </a:lnTo>
                  <a:lnTo>
                    <a:pt x="4941954" y="2743244"/>
                  </a:lnTo>
                  <a:lnTo>
                    <a:pt x="4870331" y="2726086"/>
                  </a:lnTo>
                  <a:lnTo>
                    <a:pt x="4798709" y="2708531"/>
                  </a:lnTo>
                  <a:lnTo>
                    <a:pt x="4727086" y="2690568"/>
                  </a:lnTo>
                  <a:lnTo>
                    <a:pt x="4655464" y="2672190"/>
                  </a:lnTo>
                  <a:lnTo>
                    <a:pt x="4583841" y="2657033"/>
                  </a:lnTo>
                  <a:lnTo>
                    <a:pt x="4512219" y="2713200"/>
                  </a:lnTo>
                  <a:lnTo>
                    <a:pt x="4440596" y="2765552"/>
                  </a:lnTo>
                  <a:lnTo>
                    <a:pt x="4368974" y="2814347"/>
                  </a:lnTo>
                  <a:lnTo>
                    <a:pt x="4297351" y="2859827"/>
                  </a:lnTo>
                  <a:lnTo>
                    <a:pt x="4225729" y="2902216"/>
                  </a:lnTo>
                  <a:lnTo>
                    <a:pt x="4154106" y="2941726"/>
                  </a:lnTo>
                  <a:lnTo>
                    <a:pt x="4082483" y="2978551"/>
                  </a:lnTo>
                  <a:lnTo>
                    <a:pt x="4010861" y="3012875"/>
                  </a:lnTo>
                  <a:lnTo>
                    <a:pt x="3939238" y="3044866"/>
                  </a:lnTo>
                  <a:lnTo>
                    <a:pt x="3867616" y="3074684"/>
                  </a:lnTo>
                  <a:lnTo>
                    <a:pt x="3795993" y="3102476"/>
                  </a:lnTo>
                  <a:lnTo>
                    <a:pt x="3724371" y="3128380"/>
                  </a:lnTo>
                  <a:lnTo>
                    <a:pt x="3652748" y="3152524"/>
                  </a:lnTo>
                  <a:lnTo>
                    <a:pt x="3581126" y="3175028"/>
                  </a:lnTo>
                  <a:lnTo>
                    <a:pt x="3509503" y="3196002"/>
                  </a:lnTo>
                  <a:lnTo>
                    <a:pt x="3437881" y="3215552"/>
                  </a:lnTo>
                  <a:lnTo>
                    <a:pt x="3366258" y="3233773"/>
                  </a:lnTo>
                  <a:lnTo>
                    <a:pt x="3294636" y="3250757"/>
                  </a:lnTo>
                  <a:lnTo>
                    <a:pt x="3223013" y="3266586"/>
                  </a:lnTo>
                  <a:lnTo>
                    <a:pt x="3151391" y="3281340"/>
                  </a:lnTo>
                  <a:lnTo>
                    <a:pt x="3079768" y="3295092"/>
                  </a:lnTo>
                  <a:lnTo>
                    <a:pt x="3008146" y="3307909"/>
                  </a:lnTo>
                  <a:lnTo>
                    <a:pt x="2936523" y="3319856"/>
                  </a:lnTo>
                  <a:lnTo>
                    <a:pt x="2864901" y="3330991"/>
                  </a:lnTo>
                  <a:lnTo>
                    <a:pt x="2793278" y="3341369"/>
                  </a:lnTo>
                  <a:lnTo>
                    <a:pt x="2721655" y="3351042"/>
                  </a:lnTo>
                  <a:lnTo>
                    <a:pt x="2650033" y="3360059"/>
                  </a:lnTo>
                  <a:lnTo>
                    <a:pt x="2578410" y="3368462"/>
                  </a:lnTo>
                  <a:lnTo>
                    <a:pt x="2506788" y="3376295"/>
                  </a:lnTo>
                  <a:lnTo>
                    <a:pt x="2435165" y="3383595"/>
                  </a:lnTo>
                  <a:lnTo>
                    <a:pt x="2363543" y="3390399"/>
                  </a:lnTo>
                  <a:lnTo>
                    <a:pt x="2291920" y="3396741"/>
                  </a:lnTo>
                  <a:lnTo>
                    <a:pt x="2220298" y="3402653"/>
                  </a:lnTo>
                  <a:lnTo>
                    <a:pt x="2148675" y="3408162"/>
                  </a:lnTo>
                  <a:lnTo>
                    <a:pt x="2077053" y="3413297"/>
                  </a:lnTo>
                  <a:lnTo>
                    <a:pt x="2005430" y="3418084"/>
                  </a:lnTo>
                  <a:lnTo>
                    <a:pt x="1933808" y="3422545"/>
                  </a:lnTo>
                  <a:lnTo>
                    <a:pt x="1862185" y="3426703"/>
                  </a:lnTo>
                  <a:lnTo>
                    <a:pt x="1790563" y="3430579"/>
                  </a:lnTo>
                  <a:lnTo>
                    <a:pt x="1718940" y="3434191"/>
                  </a:lnTo>
                  <a:lnTo>
                    <a:pt x="1647318" y="3437558"/>
                  </a:lnTo>
                  <a:lnTo>
                    <a:pt x="1575695" y="3440696"/>
                  </a:lnTo>
                  <a:lnTo>
                    <a:pt x="1504073" y="3443621"/>
                  </a:lnTo>
                  <a:lnTo>
                    <a:pt x="1432450" y="3446347"/>
                  </a:lnTo>
                  <a:lnTo>
                    <a:pt x="1360827" y="3448888"/>
                  </a:lnTo>
                  <a:lnTo>
                    <a:pt x="1289205" y="3451256"/>
                  </a:lnTo>
                  <a:lnTo>
                    <a:pt x="1217582" y="3453464"/>
                  </a:lnTo>
                  <a:lnTo>
                    <a:pt x="1145960" y="3455521"/>
                  </a:lnTo>
                  <a:lnTo>
                    <a:pt x="1074337" y="3457439"/>
                  </a:lnTo>
                  <a:lnTo>
                    <a:pt x="1002715" y="3459226"/>
                  </a:lnTo>
                  <a:lnTo>
                    <a:pt x="931092" y="3460892"/>
                  </a:lnTo>
                  <a:lnTo>
                    <a:pt x="859470" y="3462445"/>
                  </a:lnTo>
                  <a:lnTo>
                    <a:pt x="787847" y="3463892"/>
                  </a:lnTo>
                  <a:lnTo>
                    <a:pt x="716225" y="3465241"/>
                  </a:lnTo>
                  <a:lnTo>
                    <a:pt x="644602" y="3466498"/>
                  </a:lnTo>
                  <a:lnTo>
                    <a:pt x="572980" y="3467670"/>
                  </a:lnTo>
                  <a:lnTo>
                    <a:pt x="501357" y="3468762"/>
                  </a:lnTo>
                  <a:lnTo>
                    <a:pt x="429735" y="3469780"/>
                  </a:lnTo>
                  <a:lnTo>
                    <a:pt x="358112" y="3470729"/>
                  </a:lnTo>
                  <a:lnTo>
                    <a:pt x="286490" y="3471614"/>
                  </a:lnTo>
                  <a:lnTo>
                    <a:pt x="214867" y="3472438"/>
                  </a:lnTo>
                  <a:lnTo>
                    <a:pt x="143245" y="3473206"/>
                  </a:lnTo>
                  <a:lnTo>
                    <a:pt x="71622" y="3473922"/>
                  </a:lnTo>
                  <a:lnTo>
                    <a:pt x="0" y="347459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72304" y="2073503"/>
              <a:ext cx="5947198" cy="2653386"/>
            </a:xfrm>
            <a:custGeom>
              <a:avLst/>
              <a:pathLst>
                <a:path w="5947198" h="2653386">
                  <a:moveTo>
                    <a:pt x="0" y="0"/>
                  </a:moveTo>
                  <a:lnTo>
                    <a:pt x="42989" y="47786"/>
                  </a:lnTo>
                  <a:lnTo>
                    <a:pt x="114612" y="125596"/>
                  </a:lnTo>
                  <a:lnTo>
                    <a:pt x="186234" y="201645"/>
                  </a:lnTo>
                  <a:lnTo>
                    <a:pt x="257857" y="275971"/>
                  </a:lnTo>
                  <a:lnTo>
                    <a:pt x="329480" y="348614"/>
                  </a:lnTo>
                  <a:lnTo>
                    <a:pt x="401102" y="419613"/>
                  </a:lnTo>
                  <a:lnTo>
                    <a:pt x="472725" y="489003"/>
                  </a:lnTo>
                  <a:lnTo>
                    <a:pt x="544347" y="556822"/>
                  </a:lnTo>
                  <a:lnTo>
                    <a:pt x="615970" y="623105"/>
                  </a:lnTo>
                  <a:lnTo>
                    <a:pt x="687592" y="687887"/>
                  </a:lnTo>
                  <a:lnTo>
                    <a:pt x="759215" y="751202"/>
                  </a:lnTo>
                  <a:lnTo>
                    <a:pt x="830837" y="813083"/>
                  </a:lnTo>
                  <a:lnTo>
                    <a:pt x="902460" y="873562"/>
                  </a:lnTo>
                  <a:lnTo>
                    <a:pt x="974082" y="932672"/>
                  </a:lnTo>
                  <a:lnTo>
                    <a:pt x="1045705" y="990444"/>
                  </a:lnTo>
                  <a:lnTo>
                    <a:pt x="1117327" y="1046907"/>
                  </a:lnTo>
                  <a:lnTo>
                    <a:pt x="1188950" y="1102092"/>
                  </a:lnTo>
                  <a:lnTo>
                    <a:pt x="1260572" y="1156027"/>
                  </a:lnTo>
                  <a:lnTo>
                    <a:pt x="1332195" y="1208740"/>
                  </a:lnTo>
                  <a:lnTo>
                    <a:pt x="1403817" y="1260260"/>
                  </a:lnTo>
                  <a:lnTo>
                    <a:pt x="1475440" y="1310613"/>
                  </a:lnTo>
                  <a:lnTo>
                    <a:pt x="1547062" y="1359825"/>
                  </a:lnTo>
                  <a:lnTo>
                    <a:pt x="1618685" y="1407924"/>
                  </a:lnTo>
                  <a:lnTo>
                    <a:pt x="1690308" y="1454933"/>
                  </a:lnTo>
                  <a:lnTo>
                    <a:pt x="1761930" y="1500877"/>
                  </a:lnTo>
                  <a:lnTo>
                    <a:pt x="1833553" y="1545781"/>
                  </a:lnTo>
                  <a:lnTo>
                    <a:pt x="1905175" y="1589668"/>
                  </a:lnTo>
                  <a:lnTo>
                    <a:pt x="1976798" y="1632561"/>
                  </a:lnTo>
                  <a:lnTo>
                    <a:pt x="2048420" y="1674483"/>
                  </a:lnTo>
                  <a:lnTo>
                    <a:pt x="2120043" y="1715456"/>
                  </a:lnTo>
                  <a:lnTo>
                    <a:pt x="2191665" y="1755500"/>
                  </a:lnTo>
                  <a:lnTo>
                    <a:pt x="2263288" y="1794638"/>
                  </a:lnTo>
                  <a:lnTo>
                    <a:pt x="2334910" y="1832890"/>
                  </a:lnTo>
                  <a:lnTo>
                    <a:pt x="2406533" y="1870275"/>
                  </a:lnTo>
                  <a:lnTo>
                    <a:pt x="2478155" y="1906813"/>
                  </a:lnTo>
                  <a:lnTo>
                    <a:pt x="2549778" y="1942525"/>
                  </a:lnTo>
                  <a:lnTo>
                    <a:pt x="2621400" y="1977427"/>
                  </a:lnTo>
                  <a:lnTo>
                    <a:pt x="2693023" y="2011539"/>
                  </a:lnTo>
                  <a:lnTo>
                    <a:pt x="2764645" y="2044879"/>
                  </a:lnTo>
                  <a:lnTo>
                    <a:pt x="2836268" y="2077463"/>
                  </a:lnTo>
                  <a:lnTo>
                    <a:pt x="2907890" y="2109310"/>
                  </a:lnTo>
                  <a:lnTo>
                    <a:pt x="2979513" y="2140435"/>
                  </a:lnTo>
                  <a:lnTo>
                    <a:pt x="3051136" y="2170856"/>
                  </a:lnTo>
                  <a:lnTo>
                    <a:pt x="3122758" y="2200587"/>
                  </a:lnTo>
                  <a:lnTo>
                    <a:pt x="3194381" y="2229646"/>
                  </a:lnTo>
                  <a:lnTo>
                    <a:pt x="3266003" y="2258046"/>
                  </a:lnTo>
                  <a:lnTo>
                    <a:pt x="3337626" y="2285803"/>
                  </a:lnTo>
                  <a:lnTo>
                    <a:pt x="3409248" y="2312932"/>
                  </a:lnTo>
                  <a:lnTo>
                    <a:pt x="3480871" y="2339446"/>
                  </a:lnTo>
                  <a:lnTo>
                    <a:pt x="3552493" y="2365360"/>
                  </a:lnTo>
                  <a:lnTo>
                    <a:pt x="3624116" y="2390687"/>
                  </a:lnTo>
                  <a:lnTo>
                    <a:pt x="3695738" y="2415440"/>
                  </a:lnTo>
                  <a:lnTo>
                    <a:pt x="3767361" y="2439633"/>
                  </a:lnTo>
                  <a:lnTo>
                    <a:pt x="3838983" y="2463278"/>
                  </a:lnTo>
                  <a:lnTo>
                    <a:pt x="3910606" y="2486387"/>
                  </a:lnTo>
                  <a:lnTo>
                    <a:pt x="3982228" y="2508974"/>
                  </a:lnTo>
                  <a:lnTo>
                    <a:pt x="4053851" y="2531048"/>
                  </a:lnTo>
                  <a:lnTo>
                    <a:pt x="4125473" y="2552623"/>
                  </a:lnTo>
                  <a:lnTo>
                    <a:pt x="4197096" y="2573709"/>
                  </a:lnTo>
                  <a:lnTo>
                    <a:pt x="4268718" y="2594318"/>
                  </a:lnTo>
                  <a:lnTo>
                    <a:pt x="4340341" y="2614460"/>
                  </a:lnTo>
                  <a:lnTo>
                    <a:pt x="4411964" y="2634146"/>
                  </a:lnTo>
                  <a:lnTo>
                    <a:pt x="4483586" y="2653386"/>
                  </a:lnTo>
                  <a:lnTo>
                    <a:pt x="4555209" y="2596771"/>
                  </a:lnTo>
                  <a:lnTo>
                    <a:pt x="4626831" y="2532116"/>
                  </a:lnTo>
                  <a:lnTo>
                    <a:pt x="4698454" y="2462748"/>
                  </a:lnTo>
                  <a:lnTo>
                    <a:pt x="4770076" y="2388324"/>
                  </a:lnTo>
                  <a:lnTo>
                    <a:pt x="4841699" y="2308475"/>
                  </a:lnTo>
                  <a:lnTo>
                    <a:pt x="4913321" y="2222805"/>
                  </a:lnTo>
                  <a:lnTo>
                    <a:pt x="4984944" y="2130891"/>
                  </a:lnTo>
                  <a:lnTo>
                    <a:pt x="5056566" y="2032277"/>
                  </a:lnTo>
                  <a:lnTo>
                    <a:pt x="5128189" y="1926474"/>
                  </a:lnTo>
                  <a:lnTo>
                    <a:pt x="5199811" y="1812959"/>
                  </a:lnTo>
                  <a:lnTo>
                    <a:pt x="5271434" y="1691170"/>
                  </a:lnTo>
                  <a:lnTo>
                    <a:pt x="5343056" y="1560503"/>
                  </a:lnTo>
                  <a:lnTo>
                    <a:pt x="5414679" y="1420311"/>
                  </a:lnTo>
                  <a:lnTo>
                    <a:pt x="5486301" y="1269900"/>
                  </a:lnTo>
                  <a:lnTo>
                    <a:pt x="5557924" y="1108525"/>
                  </a:lnTo>
                  <a:lnTo>
                    <a:pt x="5629546" y="935387"/>
                  </a:lnTo>
                  <a:lnTo>
                    <a:pt x="5701169" y="749628"/>
                  </a:lnTo>
                  <a:lnTo>
                    <a:pt x="5772792" y="550329"/>
                  </a:lnTo>
                  <a:lnTo>
                    <a:pt x="5844414" y="336502"/>
                  </a:lnTo>
                  <a:lnTo>
                    <a:pt x="5916037" y="107088"/>
                  </a:lnTo>
                  <a:lnTo>
                    <a:pt x="5947198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30536"/>
              <a:ext cx="7090630" cy="817557"/>
            </a:xfrm>
            <a:custGeom>
              <a:avLst/>
              <a:pathLst>
                <a:path w="7090630" h="817557">
                  <a:moveTo>
                    <a:pt x="7090630" y="454250"/>
                  </a:moveTo>
                  <a:lnTo>
                    <a:pt x="7019007" y="445620"/>
                  </a:lnTo>
                  <a:lnTo>
                    <a:pt x="6947385" y="436789"/>
                  </a:lnTo>
                  <a:lnTo>
                    <a:pt x="6875762" y="427755"/>
                  </a:lnTo>
                  <a:lnTo>
                    <a:pt x="6804139" y="418510"/>
                  </a:lnTo>
                  <a:lnTo>
                    <a:pt x="6732517" y="409052"/>
                  </a:lnTo>
                  <a:lnTo>
                    <a:pt x="6660894" y="399375"/>
                  </a:lnTo>
                  <a:lnTo>
                    <a:pt x="6589272" y="389473"/>
                  </a:lnTo>
                  <a:lnTo>
                    <a:pt x="6517649" y="379342"/>
                  </a:lnTo>
                  <a:lnTo>
                    <a:pt x="6446027" y="368976"/>
                  </a:lnTo>
                  <a:lnTo>
                    <a:pt x="6374404" y="358370"/>
                  </a:lnTo>
                  <a:lnTo>
                    <a:pt x="6302782" y="347518"/>
                  </a:lnTo>
                  <a:lnTo>
                    <a:pt x="6231159" y="336415"/>
                  </a:lnTo>
                  <a:lnTo>
                    <a:pt x="6159537" y="325054"/>
                  </a:lnTo>
                  <a:lnTo>
                    <a:pt x="6087914" y="313430"/>
                  </a:lnTo>
                  <a:lnTo>
                    <a:pt x="6016292" y="301537"/>
                  </a:lnTo>
                  <a:lnTo>
                    <a:pt x="5944669" y="289368"/>
                  </a:lnTo>
                  <a:lnTo>
                    <a:pt x="5873047" y="276918"/>
                  </a:lnTo>
                  <a:lnTo>
                    <a:pt x="5801424" y="264179"/>
                  </a:lnTo>
                  <a:lnTo>
                    <a:pt x="5729802" y="251144"/>
                  </a:lnTo>
                  <a:lnTo>
                    <a:pt x="5658179" y="237808"/>
                  </a:lnTo>
                  <a:lnTo>
                    <a:pt x="5586557" y="224163"/>
                  </a:lnTo>
                  <a:lnTo>
                    <a:pt x="5514934" y="210201"/>
                  </a:lnTo>
                  <a:lnTo>
                    <a:pt x="5443311" y="195916"/>
                  </a:lnTo>
                  <a:lnTo>
                    <a:pt x="5371689" y="181300"/>
                  </a:lnTo>
                  <a:lnTo>
                    <a:pt x="5300066" y="166345"/>
                  </a:lnTo>
                  <a:lnTo>
                    <a:pt x="5228444" y="151044"/>
                  </a:lnTo>
                  <a:lnTo>
                    <a:pt x="5156821" y="135389"/>
                  </a:lnTo>
                  <a:lnTo>
                    <a:pt x="5085199" y="119370"/>
                  </a:lnTo>
                  <a:lnTo>
                    <a:pt x="5013576" y="102981"/>
                  </a:lnTo>
                  <a:lnTo>
                    <a:pt x="4941954" y="86211"/>
                  </a:lnTo>
                  <a:lnTo>
                    <a:pt x="4870331" y="69053"/>
                  </a:lnTo>
                  <a:lnTo>
                    <a:pt x="4798709" y="51498"/>
                  </a:lnTo>
                  <a:lnTo>
                    <a:pt x="4727086" y="33535"/>
                  </a:lnTo>
                  <a:lnTo>
                    <a:pt x="4655464" y="15157"/>
                  </a:lnTo>
                  <a:lnTo>
                    <a:pt x="4583841" y="0"/>
                  </a:lnTo>
                  <a:lnTo>
                    <a:pt x="4512219" y="56167"/>
                  </a:lnTo>
                  <a:lnTo>
                    <a:pt x="4440596" y="108519"/>
                  </a:lnTo>
                  <a:lnTo>
                    <a:pt x="4368974" y="157314"/>
                  </a:lnTo>
                  <a:lnTo>
                    <a:pt x="4297351" y="202793"/>
                  </a:lnTo>
                  <a:lnTo>
                    <a:pt x="4225729" y="245183"/>
                  </a:lnTo>
                  <a:lnTo>
                    <a:pt x="4154106" y="284693"/>
                  </a:lnTo>
                  <a:lnTo>
                    <a:pt x="4082483" y="321518"/>
                  </a:lnTo>
                  <a:lnTo>
                    <a:pt x="4010861" y="355842"/>
                  </a:lnTo>
                  <a:lnTo>
                    <a:pt x="3939238" y="387833"/>
                  </a:lnTo>
                  <a:lnTo>
                    <a:pt x="3867616" y="417651"/>
                  </a:lnTo>
                  <a:lnTo>
                    <a:pt x="3795993" y="445443"/>
                  </a:lnTo>
                  <a:lnTo>
                    <a:pt x="3724371" y="471347"/>
                  </a:lnTo>
                  <a:lnTo>
                    <a:pt x="3652748" y="495491"/>
                  </a:lnTo>
                  <a:lnTo>
                    <a:pt x="3581126" y="517995"/>
                  </a:lnTo>
                  <a:lnTo>
                    <a:pt x="3509503" y="538969"/>
                  </a:lnTo>
                  <a:lnTo>
                    <a:pt x="3437881" y="558519"/>
                  </a:lnTo>
                  <a:lnTo>
                    <a:pt x="3366258" y="576740"/>
                  </a:lnTo>
                  <a:lnTo>
                    <a:pt x="3294636" y="593724"/>
                  </a:lnTo>
                  <a:lnTo>
                    <a:pt x="3223013" y="609553"/>
                  </a:lnTo>
                  <a:lnTo>
                    <a:pt x="3151391" y="624307"/>
                  </a:lnTo>
                  <a:lnTo>
                    <a:pt x="3079768" y="638059"/>
                  </a:lnTo>
                  <a:lnTo>
                    <a:pt x="3008146" y="650876"/>
                  </a:lnTo>
                  <a:lnTo>
                    <a:pt x="2936523" y="662823"/>
                  </a:lnTo>
                  <a:lnTo>
                    <a:pt x="2864901" y="673958"/>
                  </a:lnTo>
                  <a:lnTo>
                    <a:pt x="2793278" y="684336"/>
                  </a:lnTo>
                  <a:lnTo>
                    <a:pt x="2721655" y="694009"/>
                  </a:lnTo>
                  <a:lnTo>
                    <a:pt x="2650033" y="703025"/>
                  </a:lnTo>
                  <a:lnTo>
                    <a:pt x="2578410" y="711429"/>
                  </a:lnTo>
                  <a:lnTo>
                    <a:pt x="2506788" y="719261"/>
                  </a:lnTo>
                  <a:lnTo>
                    <a:pt x="2435165" y="726562"/>
                  </a:lnTo>
                  <a:lnTo>
                    <a:pt x="2363543" y="733366"/>
                  </a:lnTo>
                  <a:lnTo>
                    <a:pt x="2291920" y="739708"/>
                  </a:lnTo>
                  <a:lnTo>
                    <a:pt x="2220298" y="745620"/>
                  </a:lnTo>
                  <a:lnTo>
                    <a:pt x="2148675" y="751129"/>
                  </a:lnTo>
                  <a:lnTo>
                    <a:pt x="2077053" y="756264"/>
                  </a:lnTo>
                  <a:lnTo>
                    <a:pt x="2005430" y="761051"/>
                  </a:lnTo>
                  <a:lnTo>
                    <a:pt x="1933808" y="765512"/>
                  </a:lnTo>
                  <a:lnTo>
                    <a:pt x="1862185" y="769670"/>
                  </a:lnTo>
                  <a:lnTo>
                    <a:pt x="1790563" y="773546"/>
                  </a:lnTo>
                  <a:lnTo>
                    <a:pt x="1718940" y="777158"/>
                  </a:lnTo>
                  <a:lnTo>
                    <a:pt x="1647318" y="780525"/>
                  </a:lnTo>
                  <a:lnTo>
                    <a:pt x="1575695" y="783663"/>
                  </a:lnTo>
                  <a:lnTo>
                    <a:pt x="1504073" y="786588"/>
                  </a:lnTo>
                  <a:lnTo>
                    <a:pt x="1432450" y="789314"/>
                  </a:lnTo>
                  <a:lnTo>
                    <a:pt x="1360827" y="791855"/>
                  </a:lnTo>
                  <a:lnTo>
                    <a:pt x="1289205" y="794223"/>
                  </a:lnTo>
                  <a:lnTo>
                    <a:pt x="1217582" y="796431"/>
                  </a:lnTo>
                  <a:lnTo>
                    <a:pt x="1145960" y="798488"/>
                  </a:lnTo>
                  <a:lnTo>
                    <a:pt x="1074337" y="800406"/>
                  </a:lnTo>
                  <a:lnTo>
                    <a:pt x="1002715" y="802193"/>
                  </a:lnTo>
                  <a:lnTo>
                    <a:pt x="931092" y="803859"/>
                  </a:lnTo>
                  <a:lnTo>
                    <a:pt x="859470" y="805412"/>
                  </a:lnTo>
                  <a:lnTo>
                    <a:pt x="787847" y="806859"/>
                  </a:lnTo>
                  <a:lnTo>
                    <a:pt x="716225" y="808208"/>
                  </a:lnTo>
                  <a:lnTo>
                    <a:pt x="644602" y="809465"/>
                  </a:lnTo>
                  <a:lnTo>
                    <a:pt x="572980" y="810637"/>
                  </a:lnTo>
                  <a:lnTo>
                    <a:pt x="501357" y="811729"/>
                  </a:lnTo>
                  <a:lnTo>
                    <a:pt x="429735" y="812747"/>
                  </a:lnTo>
                  <a:lnTo>
                    <a:pt x="358112" y="813696"/>
                  </a:lnTo>
                  <a:lnTo>
                    <a:pt x="286490" y="814581"/>
                  </a:lnTo>
                  <a:lnTo>
                    <a:pt x="214867" y="815405"/>
                  </a:lnTo>
                  <a:lnTo>
                    <a:pt x="143245" y="816173"/>
                  </a:lnTo>
                  <a:lnTo>
                    <a:pt x="71622" y="816889"/>
                  </a:lnTo>
                  <a:lnTo>
                    <a:pt x="0" y="81755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656347"/>
              <a:ext cx="7090630" cy="1719418"/>
            </a:xfrm>
            <a:custGeom>
              <a:avLst/>
              <a:pathLst>
                <a:path w="7090630" h="1719418">
                  <a:moveTo>
                    <a:pt x="0" y="1719418"/>
                  </a:moveTo>
                  <a:lnTo>
                    <a:pt x="71622" y="1715061"/>
                  </a:lnTo>
                  <a:lnTo>
                    <a:pt x="143245" y="1710599"/>
                  </a:lnTo>
                  <a:lnTo>
                    <a:pt x="214867" y="1706029"/>
                  </a:lnTo>
                  <a:lnTo>
                    <a:pt x="286490" y="1701350"/>
                  </a:lnTo>
                  <a:lnTo>
                    <a:pt x="358112" y="1696559"/>
                  </a:lnTo>
                  <a:lnTo>
                    <a:pt x="429735" y="1691653"/>
                  </a:lnTo>
                  <a:lnTo>
                    <a:pt x="501357" y="1686629"/>
                  </a:lnTo>
                  <a:lnTo>
                    <a:pt x="572980" y="1681484"/>
                  </a:lnTo>
                  <a:lnTo>
                    <a:pt x="644602" y="1676216"/>
                  </a:lnTo>
                  <a:lnTo>
                    <a:pt x="716225" y="1670821"/>
                  </a:lnTo>
                  <a:lnTo>
                    <a:pt x="787847" y="1665297"/>
                  </a:lnTo>
                  <a:lnTo>
                    <a:pt x="859470" y="1659640"/>
                  </a:lnTo>
                  <a:lnTo>
                    <a:pt x="931092" y="1653847"/>
                  </a:lnTo>
                  <a:lnTo>
                    <a:pt x="1002715" y="1647915"/>
                  </a:lnTo>
                  <a:lnTo>
                    <a:pt x="1074337" y="1641841"/>
                  </a:lnTo>
                  <a:lnTo>
                    <a:pt x="1145960" y="1635621"/>
                  </a:lnTo>
                  <a:lnTo>
                    <a:pt x="1217582" y="1629251"/>
                  </a:lnTo>
                  <a:lnTo>
                    <a:pt x="1289205" y="1622729"/>
                  </a:lnTo>
                  <a:lnTo>
                    <a:pt x="1360827" y="1616050"/>
                  </a:lnTo>
                  <a:lnTo>
                    <a:pt x="1432450" y="1609211"/>
                  </a:lnTo>
                  <a:lnTo>
                    <a:pt x="1504073" y="1602207"/>
                  </a:lnTo>
                  <a:lnTo>
                    <a:pt x="1575695" y="1595036"/>
                  </a:lnTo>
                  <a:lnTo>
                    <a:pt x="1647318" y="1587692"/>
                  </a:lnTo>
                  <a:lnTo>
                    <a:pt x="1718940" y="1580171"/>
                  </a:lnTo>
                  <a:lnTo>
                    <a:pt x="1790563" y="1572471"/>
                  </a:lnTo>
                  <a:lnTo>
                    <a:pt x="1862185" y="1564585"/>
                  </a:lnTo>
                  <a:lnTo>
                    <a:pt x="1933808" y="1556510"/>
                  </a:lnTo>
                  <a:lnTo>
                    <a:pt x="2005430" y="1548241"/>
                  </a:lnTo>
                  <a:lnTo>
                    <a:pt x="2077053" y="1539774"/>
                  </a:lnTo>
                  <a:lnTo>
                    <a:pt x="2148675" y="1531103"/>
                  </a:lnTo>
                  <a:lnTo>
                    <a:pt x="2220298" y="1522224"/>
                  </a:lnTo>
                  <a:lnTo>
                    <a:pt x="2291920" y="1513132"/>
                  </a:lnTo>
                  <a:lnTo>
                    <a:pt x="2363543" y="1503821"/>
                  </a:lnTo>
                  <a:lnTo>
                    <a:pt x="2435165" y="1494287"/>
                  </a:lnTo>
                  <a:lnTo>
                    <a:pt x="2506788" y="1484524"/>
                  </a:lnTo>
                  <a:lnTo>
                    <a:pt x="2578410" y="1474527"/>
                  </a:lnTo>
                  <a:lnTo>
                    <a:pt x="2650033" y="1464290"/>
                  </a:lnTo>
                  <a:lnTo>
                    <a:pt x="2721655" y="1453807"/>
                  </a:lnTo>
                  <a:lnTo>
                    <a:pt x="2793278" y="1443072"/>
                  </a:lnTo>
                  <a:lnTo>
                    <a:pt x="2864901" y="1432079"/>
                  </a:lnTo>
                  <a:lnTo>
                    <a:pt x="2936523" y="1420823"/>
                  </a:lnTo>
                  <a:lnTo>
                    <a:pt x="3008146" y="1409296"/>
                  </a:lnTo>
                  <a:lnTo>
                    <a:pt x="3079768" y="1397493"/>
                  </a:lnTo>
                  <a:lnTo>
                    <a:pt x="3151391" y="1385406"/>
                  </a:lnTo>
                  <a:lnTo>
                    <a:pt x="3223013" y="1373028"/>
                  </a:lnTo>
                  <a:lnTo>
                    <a:pt x="3294636" y="1360354"/>
                  </a:lnTo>
                  <a:lnTo>
                    <a:pt x="3366258" y="1347375"/>
                  </a:lnTo>
                  <a:lnTo>
                    <a:pt x="3437881" y="1334085"/>
                  </a:lnTo>
                  <a:lnTo>
                    <a:pt x="3509503" y="1320476"/>
                  </a:lnTo>
                  <a:lnTo>
                    <a:pt x="3581126" y="1306540"/>
                  </a:lnTo>
                  <a:lnTo>
                    <a:pt x="3652748" y="1292269"/>
                  </a:lnTo>
                  <a:lnTo>
                    <a:pt x="3724371" y="1277656"/>
                  </a:lnTo>
                  <a:lnTo>
                    <a:pt x="3795993" y="1262691"/>
                  </a:lnTo>
                  <a:lnTo>
                    <a:pt x="3867616" y="1247368"/>
                  </a:lnTo>
                  <a:lnTo>
                    <a:pt x="3939238" y="1231676"/>
                  </a:lnTo>
                  <a:lnTo>
                    <a:pt x="4010861" y="1215608"/>
                  </a:lnTo>
                  <a:lnTo>
                    <a:pt x="4082483" y="1199154"/>
                  </a:lnTo>
                  <a:lnTo>
                    <a:pt x="4154106" y="1182305"/>
                  </a:lnTo>
                  <a:lnTo>
                    <a:pt x="4225729" y="1165052"/>
                  </a:lnTo>
                  <a:lnTo>
                    <a:pt x="4297351" y="1147384"/>
                  </a:lnTo>
                  <a:lnTo>
                    <a:pt x="4368974" y="1129292"/>
                  </a:lnTo>
                  <a:lnTo>
                    <a:pt x="4440596" y="1110765"/>
                  </a:lnTo>
                  <a:lnTo>
                    <a:pt x="4512219" y="1091794"/>
                  </a:lnTo>
                  <a:lnTo>
                    <a:pt x="4583841" y="1072367"/>
                  </a:lnTo>
                  <a:lnTo>
                    <a:pt x="4655464" y="1052474"/>
                  </a:lnTo>
                  <a:lnTo>
                    <a:pt x="4727086" y="1032103"/>
                  </a:lnTo>
                  <a:lnTo>
                    <a:pt x="4798709" y="1011243"/>
                  </a:lnTo>
                  <a:lnTo>
                    <a:pt x="4870331" y="989882"/>
                  </a:lnTo>
                  <a:lnTo>
                    <a:pt x="4941954" y="968008"/>
                  </a:lnTo>
                  <a:lnTo>
                    <a:pt x="5013576" y="945609"/>
                  </a:lnTo>
                  <a:lnTo>
                    <a:pt x="5085199" y="922673"/>
                  </a:lnTo>
                  <a:lnTo>
                    <a:pt x="5156821" y="899185"/>
                  </a:lnTo>
                  <a:lnTo>
                    <a:pt x="5228444" y="875134"/>
                  </a:lnTo>
                  <a:lnTo>
                    <a:pt x="5300066" y="850505"/>
                  </a:lnTo>
                  <a:lnTo>
                    <a:pt x="5371689" y="825285"/>
                  </a:lnTo>
                  <a:lnTo>
                    <a:pt x="5443311" y="799459"/>
                  </a:lnTo>
                  <a:lnTo>
                    <a:pt x="5514934" y="773013"/>
                  </a:lnTo>
                  <a:lnTo>
                    <a:pt x="5586557" y="745933"/>
                  </a:lnTo>
                  <a:lnTo>
                    <a:pt x="5658179" y="718202"/>
                  </a:lnTo>
                  <a:lnTo>
                    <a:pt x="5729802" y="689805"/>
                  </a:lnTo>
                  <a:lnTo>
                    <a:pt x="5801424" y="660726"/>
                  </a:lnTo>
                  <a:lnTo>
                    <a:pt x="5873047" y="630949"/>
                  </a:lnTo>
                  <a:lnTo>
                    <a:pt x="5944669" y="600458"/>
                  </a:lnTo>
                  <a:lnTo>
                    <a:pt x="6016292" y="569234"/>
                  </a:lnTo>
                  <a:lnTo>
                    <a:pt x="6087914" y="537260"/>
                  </a:lnTo>
                  <a:lnTo>
                    <a:pt x="6159537" y="504519"/>
                  </a:lnTo>
                  <a:lnTo>
                    <a:pt x="6231159" y="470992"/>
                  </a:lnTo>
                  <a:lnTo>
                    <a:pt x="6302782" y="436659"/>
                  </a:lnTo>
                  <a:lnTo>
                    <a:pt x="6374404" y="401503"/>
                  </a:lnTo>
                  <a:lnTo>
                    <a:pt x="6446027" y="365502"/>
                  </a:lnTo>
                  <a:lnTo>
                    <a:pt x="6517649" y="328637"/>
                  </a:lnTo>
                  <a:lnTo>
                    <a:pt x="6589272" y="290887"/>
                  </a:lnTo>
                  <a:lnTo>
                    <a:pt x="6660894" y="252230"/>
                  </a:lnTo>
                  <a:lnTo>
                    <a:pt x="6732517" y="212645"/>
                  </a:lnTo>
                  <a:lnTo>
                    <a:pt x="6804139" y="172110"/>
                  </a:lnTo>
                  <a:lnTo>
                    <a:pt x="6875762" y="130601"/>
                  </a:lnTo>
                  <a:lnTo>
                    <a:pt x="6947385" y="88096"/>
                  </a:lnTo>
                  <a:lnTo>
                    <a:pt x="7019007" y="44570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0.72 (0.38-1.37), p_Bonf = 1.000 (n = 6)  |  per IQR decline (Δ = 23.9): 0.46 (0.10-2.13)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73267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2026-10-09T13:21:29Z</dcterms:modified>
  <cp:category/>
</cp:coreProperties>
</file>