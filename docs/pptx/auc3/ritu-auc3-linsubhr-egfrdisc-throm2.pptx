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485"/>
            </a:xfrm>
            <a:custGeom>
              <a:avLst/>
              <a:pathLst>
                <a:path w="7090630" h="3474485">
                  <a:moveTo>
                    <a:pt x="88838" y="0"/>
                  </a:moveTo>
                  <a:lnTo>
                    <a:pt x="143245" y="60143"/>
                  </a:lnTo>
                  <a:lnTo>
                    <a:pt x="214867" y="137528"/>
                  </a:lnTo>
                  <a:lnTo>
                    <a:pt x="286490" y="213164"/>
                  </a:lnTo>
                  <a:lnTo>
                    <a:pt x="358112" y="287091"/>
                  </a:lnTo>
                  <a:lnTo>
                    <a:pt x="429735" y="359346"/>
                  </a:lnTo>
                  <a:lnTo>
                    <a:pt x="501357" y="429968"/>
                  </a:lnTo>
                  <a:lnTo>
                    <a:pt x="572980" y="498994"/>
                  </a:lnTo>
                  <a:lnTo>
                    <a:pt x="644602" y="566459"/>
                  </a:lnTo>
                  <a:lnTo>
                    <a:pt x="716225" y="632400"/>
                  </a:lnTo>
                  <a:lnTo>
                    <a:pt x="787847" y="696850"/>
                  </a:lnTo>
                  <a:lnTo>
                    <a:pt x="859470" y="759843"/>
                  </a:lnTo>
                  <a:lnTo>
                    <a:pt x="931092" y="821413"/>
                  </a:lnTo>
                  <a:lnTo>
                    <a:pt x="1002715" y="881591"/>
                  </a:lnTo>
                  <a:lnTo>
                    <a:pt x="1074337" y="940408"/>
                  </a:lnTo>
                  <a:lnTo>
                    <a:pt x="1145960" y="997896"/>
                  </a:lnTo>
                  <a:lnTo>
                    <a:pt x="1217582" y="1054085"/>
                  </a:lnTo>
                  <a:lnTo>
                    <a:pt x="1289205" y="1109003"/>
                  </a:lnTo>
                  <a:lnTo>
                    <a:pt x="1360827" y="1162681"/>
                  </a:lnTo>
                  <a:lnTo>
                    <a:pt x="1432450" y="1215145"/>
                  </a:lnTo>
                  <a:lnTo>
                    <a:pt x="1504073" y="1266423"/>
                  </a:lnTo>
                  <a:lnTo>
                    <a:pt x="1575695" y="1316542"/>
                  </a:lnTo>
                  <a:lnTo>
                    <a:pt x="1647318" y="1365528"/>
                  </a:lnTo>
                  <a:lnTo>
                    <a:pt x="1718940" y="1413407"/>
                  </a:lnTo>
                  <a:lnTo>
                    <a:pt x="1790563" y="1460204"/>
                  </a:lnTo>
                  <a:lnTo>
                    <a:pt x="1862185" y="1505943"/>
                  </a:lnTo>
                  <a:lnTo>
                    <a:pt x="1933808" y="1550648"/>
                  </a:lnTo>
                  <a:lnTo>
                    <a:pt x="2005430" y="1594342"/>
                  </a:lnTo>
                  <a:lnTo>
                    <a:pt x="2077053" y="1637049"/>
                  </a:lnTo>
                  <a:lnTo>
                    <a:pt x="2148675" y="1678791"/>
                  </a:lnTo>
                  <a:lnTo>
                    <a:pt x="2220298" y="1719589"/>
                  </a:lnTo>
                  <a:lnTo>
                    <a:pt x="2291920" y="1759465"/>
                  </a:lnTo>
                  <a:lnTo>
                    <a:pt x="2363543" y="1798439"/>
                  </a:lnTo>
                  <a:lnTo>
                    <a:pt x="2435165" y="1836533"/>
                  </a:lnTo>
                  <a:lnTo>
                    <a:pt x="2506788" y="1873766"/>
                  </a:lnTo>
                  <a:lnTo>
                    <a:pt x="2578410" y="1910157"/>
                  </a:lnTo>
                  <a:lnTo>
                    <a:pt x="2650033" y="1945725"/>
                  </a:lnTo>
                  <a:lnTo>
                    <a:pt x="2721655" y="1980490"/>
                  </a:lnTo>
                  <a:lnTo>
                    <a:pt x="2793278" y="2014468"/>
                  </a:lnTo>
                  <a:lnTo>
                    <a:pt x="2864901" y="2047679"/>
                  </a:lnTo>
                  <a:lnTo>
                    <a:pt x="2936523" y="2080139"/>
                  </a:lnTo>
                  <a:lnTo>
                    <a:pt x="3008146" y="2111865"/>
                  </a:lnTo>
                  <a:lnTo>
                    <a:pt x="3079768" y="2142875"/>
                  </a:lnTo>
                  <a:lnTo>
                    <a:pt x="3151391" y="2173183"/>
                  </a:lnTo>
                  <a:lnTo>
                    <a:pt x="3223013" y="2202806"/>
                  </a:lnTo>
                  <a:lnTo>
                    <a:pt x="3294636" y="2231760"/>
                  </a:lnTo>
                  <a:lnTo>
                    <a:pt x="3366258" y="2260059"/>
                  </a:lnTo>
                  <a:lnTo>
                    <a:pt x="3437881" y="2287718"/>
                  </a:lnTo>
                  <a:lnTo>
                    <a:pt x="3509503" y="2314753"/>
                  </a:lnTo>
                  <a:lnTo>
                    <a:pt x="3581126" y="2341176"/>
                  </a:lnTo>
                  <a:lnTo>
                    <a:pt x="3652748" y="2367002"/>
                  </a:lnTo>
                  <a:lnTo>
                    <a:pt x="3724371" y="2392244"/>
                  </a:lnTo>
                  <a:lnTo>
                    <a:pt x="3795993" y="2416916"/>
                  </a:lnTo>
                  <a:lnTo>
                    <a:pt x="3867616" y="2441030"/>
                  </a:lnTo>
                  <a:lnTo>
                    <a:pt x="3939238" y="2464599"/>
                  </a:lnTo>
                  <a:lnTo>
                    <a:pt x="4010861" y="2487635"/>
                  </a:lnTo>
                  <a:lnTo>
                    <a:pt x="4082483" y="2510150"/>
                  </a:lnTo>
                  <a:lnTo>
                    <a:pt x="4154106" y="2532157"/>
                  </a:lnTo>
                  <a:lnTo>
                    <a:pt x="4225729" y="2553666"/>
                  </a:lnTo>
                  <a:lnTo>
                    <a:pt x="4297351" y="2574689"/>
                  </a:lnTo>
                  <a:lnTo>
                    <a:pt x="4368974" y="2595237"/>
                  </a:lnTo>
                  <a:lnTo>
                    <a:pt x="4440596" y="2615320"/>
                  </a:lnTo>
                  <a:lnTo>
                    <a:pt x="4512219" y="2634950"/>
                  </a:lnTo>
                  <a:lnTo>
                    <a:pt x="4583841" y="2654135"/>
                  </a:lnTo>
                  <a:lnTo>
                    <a:pt x="4655464" y="2594426"/>
                  </a:lnTo>
                  <a:lnTo>
                    <a:pt x="4727086" y="2529728"/>
                  </a:lnTo>
                  <a:lnTo>
                    <a:pt x="4798709" y="2460323"/>
                  </a:lnTo>
                  <a:lnTo>
                    <a:pt x="4870331" y="2385869"/>
                  </a:lnTo>
                  <a:lnTo>
                    <a:pt x="4941954" y="2305999"/>
                  </a:lnTo>
                  <a:lnTo>
                    <a:pt x="5013576" y="2220318"/>
                  </a:lnTo>
                  <a:lnTo>
                    <a:pt x="5085199" y="2128403"/>
                  </a:lnTo>
                  <a:lnTo>
                    <a:pt x="5156821" y="2029802"/>
                  </a:lnTo>
                  <a:lnTo>
                    <a:pt x="5228444" y="1924028"/>
                  </a:lnTo>
                  <a:lnTo>
                    <a:pt x="5300066" y="1810559"/>
                  </a:lnTo>
                  <a:lnTo>
                    <a:pt x="5371689" y="1688834"/>
                  </a:lnTo>
                  <a:lnTo>
                    <a:pt x="5443311" y="1558255"/>
                  </a:lnTo>
                  <a:lnTo>
                    <a:pt x="5514934" y="1418175"/>
                  </a:lnTo>
                  <a:lnTo>
                    <a:pt x="5586557" y="1267905"/>
                  </a:lnTo>
                  <a:lnTo>
                    <a:pt x="5658179" y="1106703"/>
                  </a:lnTo>
                  <a:lnTo>
                    <a:pt x="5729802" y="933773"/>
                  </a:lnTo>
                  <a:lnTo>
                    <a:pt x="5801424" y="748263"/>
                  </a:lnTo>
                  <a:lnTo>
                    <a:pt x="5873047" y="549257"/>
                  </a:lnTo>
                  <a:lnTo>
                    <a:pt x="5944669" y="335773"/>
                  </a:lnTo>
                  <a:lnTo>
                    <a:pt x="6016292" y="106758"/>
                  </a:lnTo>
                  <a:lnTo>
                    <a:pt x="6047415" y="0"/>
                  </a:lnTo>
                  <a:lnTo>
                    <a:pt x="7090630" y="0"/>
                  </a:lnTo>
                  <a:lnTo>
                    <a:pt x="7090630" y="3111051"/>
                  </a:lnTo>
                  <a:lnTo>
                    <a:pt x="7019007" y="3102432"/>
                  </a:lnTo>
                  <a:lnTo>
                    <a:pt x="6947385" y="3093614"/>
                  </a:lnTo>
                  <a:lnTo>
                    <a:pt x="6875762" y="3084592"/>
                  </a:lnTo>
                  <a:lnTo>
                    <a:pt x="6804139" y="3075361"/>
                  </a:lnTo>
                  <a:lnTo>
                    <a:pt x="6732517" y="3065917"/>
                  </a:lnTo>
                  <a:lnTo>
                    <a:pt x="6660894" y="3056254"/>
                  </a:lnTo>
                  <a:lnTo>
                    <a:pt x="6589272" y="3046368"/>
                  </a:lnTo>
                  <a:lnTo>
                    <a:pt x="6517649" y="3036253"/>
                  </a:lnTo>
                  <a:lnTo>
                    <a:pt x="6446027" y="3025904"/>
                  </a:lnTo>
                  <a:lnTo>
                    <a:pt x="6374404" y="3015316"/>
                  </a:lnTo>
                  <a:lnTo>
                    <a:pt x="6302782" y="3004483"/>
                  </a:lnTo>
                  <a:lnTo>
                    <a:pt x="6231159" y="2993399"/>
                  </a:lnTo>
                  <a:lnTo>
                    <a:pt x="6159537" y="2982059"/>
                  </a:lnTo>
                  <a:lnTo>
                    <a:pt x="6087914" y="2970457"/>
                  </a:lnTo>
                  <a:lnTo>
                    <a:pt x="6016292" y="2958587"/>
                  </a:lnTo>
                  <a:lnTo>
                    <a:pt x="5944669" y="2946442"/>
                  </a:lnTo>
                  <a:lnTo>
                    <a:pt x="5873047" y="2934016"/>
                  </a:lnTo>
                  <a:lnTo>
                    <a:pt x="5801424" y="2921303"/>
                  </a:lnTo>
                  <a:lnTo>
                    <a:pt x="5729802" y="2908296"/>
                  </a:lnTo>
                  <a:lnTo>
                    <a:pt x="5658179" y="2894988"/>
                  </a:lnTo>
                  <a:lnTo>
                    <a:pt x="5586557" y="2881372"/>
                  </a:lnTo>
                  <a:lnTo>
                    <a:pt x="5514934" y="2867442"/>
                  </a:lnTo>
                  <a:lnTo>
                    <a:pt x="5443311" y="2853189"/>
                  </a:lnTo>
                  <a:lnTo>
                    <a:pt x="5371689" y="2838607"/>
                  </a:lnTo>
                  <a:lnTo>
                    <a:pt x="5300066" y="2823687"/>
                  </a:lnTo>
                  <a:lnTo>
                    <a:pt x="5228444" y="2808423"/>
                  </a:lnTo>
                  <a:lnTo>
                    <a:pt x="5156821" y="2792805"/>
                  </a:lnTo>
                  <a:lnTo>
                    <a:pt x="5085199" y="2776826"/>
                  </a:lnTo>
                  <a:lnTo>
                    <a:pt x="5013576" y="2760478"/>
                  </a:lnTo>
                  <a:lnTo>
                    <a:pt x="4941954" y="2743751"/>
                  </a:lnTo>
                  <a:lnTo>
                    <a:pt x="4870331" y="2726638"/>
                  </a:lnTo>
                  <a:lnTo>
                    <a:pt x="4798709" y="2709129"/>
                  </a:lnTo>
                  <a:lnTo>
                    <a:pt x="4727086" y="2691215"/>
                  </a:lnTo>
                  <a:lnTo>
                    <a:pt x="4655464" y="2672887"/>
                  </a:lnTo>
                  <a:lnTo>
                    <a:pt x="4583841" y="2654736"/>
                  </a:lnTo>
                  <a:lnTo>
                    <a:pt x="4512219" y="2710957"/>
                  </a:lnTo>
                  <a:lnTo>
                    <a:pt x="4440596" y="2763364"/>
                  </a:lnTo>
                  <a:lnTo>
                    <a:pt x="4368974" y="2812218"/>
                  </a:lnTo>
                  <a:lnTo>
                    <a:pt x="4297351" y="2857759"/>
                  </a:lnTo>
                  <a:lnTo>
                    <a:pt x="4225729" y="2900211"/>
                  </a:lnTo>
                  <a:lnTo>
                    <a:pt x="4154106" y="2939784"/>
                  </a:lnTo>
                  <a:lnTo>
                    <a:pt x="4082483" y="2976673"/>
                  </a:lnTo>
                  <a:lnTo>
                    <a:pt x="4010861" y="3011061"/>
                  </a:lnTo>
                  <a:lnTo>
                    <a:pt x="3939238" y="3043117"/>
                  </a:lnTo>
                  <a:lnTo>
                    <a:pt x="3867616" y="3072999"/>
                  </a:lnTo>
                  <a:lnTo>
                    <a:pt x="3795993" y="3100854"/>
                  </a:lnTo>
                  <a:lnTo>
                    <a:pt x="3724371" y="3126821"/>
                  </a:lnTo>
                  <a:lnTo>
                    <a:pt x="3652748" y="3151026"/>
                  </a:lnTo>
                  <a:lnTo>
                    <a:pt x="3581126" y="3173590"/>
                  </a:lnTo>
                  <a:lnTo>
                    <a:pt x="3509503" y="3194623"/>
                  </a:lnTo>
                  <a:lnTo>
                    <a:pt x="3437881" y="3214231"/>
                  </a:lnTo>
                  <a:lnTo>
                    <a:pt x="3366258" y="3232508"/>
                  </a:lnTo>
                  <a:lnTo>
                    <a:pt x="3294636" y="3249546"/>
                  </a:lnTo>
                  <a:lnTo>
                    <a:pt x="3223013" y="3265429"/>
                  </a:lnTo>
                  <a:lnTo>
                    <a:pt x="3151391" y="3280234"/>
                  </a:lnTo>
                  <a:lnTo>
                    <a:pt x="3079768" y="3294036"/>
                  </a:lnTo>
                  <a:lnTo>
                    <a:pt x="3008146" y="3306901"/>
                  </a:lnTo>
                  <a:lnTo>
                    <a:pt x="2936523" y="3318894"/>
                  </a:lnTo>
                  <a:lnTo>
                    <a:pt x="2864901" y="3330074"/>
                  </a:lnTo>
                  <a:lnTo>
                    <a:pt x="2793278" y="3340495"/>
                  </a:lnTo>
                  <a:lnTo>
                    <a:pt x="2721655" y="3350210"/>
                  </a:lnTo>
                  <a:lnTo>
                    <a:pt x="2650033" y="3359266"/>
                  </a:lnTo>
                  <a:lnTo>
                    <a:pt x="2578410" y="3367708"/>
                  </a:lnTo>
                  <a:lnTo>
                    <a:pt x="2506788" y="3375577"/>
                  </a:lnTo>
                  <a:lnTo>
                    <a:pt x="2435165" y="3382913"/>
                  </a:lnTo>
                  <a:lnTo>
                    <a:pt x="2363543" y="3389751"/>
                  </a:lnTo>
                  <a:lnTo>
                    <a:pt x="2291920" y="3396125"/>
                  </a:lnTo>
                  <a:lnTo>
                    <a:pt x="2220298" y="3402068"/>
                  </a:lnTo>
                  <a:lnTo>
                    <a:pt x="2148675" y="3407607"/>
                  </a:lnTo>
                  <a:lnTo>
                    <a:pt x="2077053" y="3412770"/>
                  </a:lnTo>
                  <a:lnTo>
                    <a:pt x="2005430" y="3417584"/>
                  </a:lnTo>
                  <a:lnTo>
                    <a:pt x="1933808" y="3422070"/>
                  </a:lnTo>
                  <a:lnTo>
                    <a:pt x="1862185" y="3426253"/>
                  </a:lnTo>
                  <a:lnTo>
                    <a:pt x="1790563" y="3430152"/>
                  </a:lnTo>
                  <a:lnTo>
                    <a:pt x="1718940" y="3433787"/>
                  </a:lnTo>
                  <a:lnTo>
                    <a:pt x="1647318" y="3437175"/>
                  </a:lnTo>
                  <a:lnTo>
                    <a:pt x="1575695" y="3440333"/>
                  </a:lnTo>
                  <a:lnTo>
                    <a:pt x="1504073" y="3443277"/>
                  </a:lnTo>
                  <a:lnTo>
                    <a:pt x="1432450" y="3446022"/>
                  </a:lnTo>
                  <a:lnTo>
                    <a:pt x="1360827" y="3448580"/>
                  </a:lnTo>
                  <a:lnTo>
                    <a:pt x="1289205" y="3450965"/>
                  </a:lnTo>
                  <a:lnTo>
                    <a:pt x="1217582" y="3453188"/>
                  </a:lnTo>
                  <a:lnTo>
                    <a:pt x="1145960" y="3455260"/>
                  </a:lnTo>
                  <a:lnTo>
                    <a:pt x="1074337" y="3457192"/>
                  </a:lnTo>
                  <a:lnTo>
                    <a:pt x="1002715" y="3458993"/>
                  </a:lnTo>
                  <a:lnTo>
                    <a:pt x="931092" y="3460672"/>
                  </a:lnTo>
                  <a:lnTo>
                    <a:pt x="859470" y="3462236"/>
                  </a:lnTo>
                  <a:lnTo>
                    <a:pt x="787847" y="3463695"/>
                  </a:lnTo>
                  <a:lnTo>
                    <a:pt x="716225" y="3465055"/>
                  </a:lnTo>
                  <a:lnTo>
                    <a:pt x="644602" y="3466323"/>
                  </a:lnTo>
                  <a:lnTo>
                    <a:pt x="572980" y="3467504"/>
                  </a:lnTo>
                  <a:lnTo>
                    <a:pt x="501357" y="3468606"/>
                  </a:lnTo>
                  <a:lnTo>
                    <a:pt x="429735" y="3469632"/>
                  </a:lnTo>
                  <a:lnTo>
                    <a:pt x="358112" y="3470590"/>
                  </a:lnTo>
                  <a:lnTo>
                    <a:pt x="286490" y="3471482"/>
                  </a:lnTo>
                  <a:lnTo>
                    <a:pt x="214867" y="3472314"/>
                  </a:lnTo>
                  <a:lnTo>
                    <a:pt x="143245" y="3473089"/>
                  </a:lnTo>
                  <a:lnTo>
                    <a:pt x="71622" y="3473812"/>
                  </a:lnTo>
                  <a:lnTo>
                    <a:pt x="0" y="34744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887" y="2073503"/>
              <a:ext cx="5958577" cy="2654135"/>
            </a:xfrm>
            <a:custGeom>
              <a:avLst/>
              <a:pathLst>
                <a:path w="5958577" h="2654135">
                  <a:moveTo>
                    <a:pt x="0" y="0"/>
                  </a:moveTo>
                  <a:lnTo>
                    <a:pt x="54407" y="60143"/>
                  </a:lnTo>
                  <a:lnTo>
                    <a:pt x="126029" y="137528"/>
                  </a:lnTo>
                  <a:lnTo>
                    <a:pt x="197652" y="213164"/>
                  </a:lnTo>
                  <a:lnTo>
                    <a:pt x="269274" y="287091"/>
                  </a:lnTo>
                  <a:lnTo>
                    <a:pt x="340897" y="359346"/>
                  </a:lnTo>
                  <a:lnTo>
                    <a:pt x="412519" y="429968"/>
                  </a:lnTo>
                  <a:lnTo>
                    <a:pt x="484142" y="498994"/>
                  </a:lnTo>
                  <a:lnTo>
                    <a:pt x="555764" y="566459"/>
                  </a:lnTo>
                  <a:lnTo>
                    <a:pt x="627387" y="632400"/>
                  </a:lnTo>
                  <a:lnTo>
                    <a:pt x="699009" y="696850"/>
                  </a:lnTo>
                  <a:lnTo>
                    <a:pt x="770632" y="759843"/>
                  </a:lnTo>
                  <a:lnTo>
                    <a:pt x="842254" y="821413"/>
                  </a:lnTo>
                  <a:lnTo>
                    <a:pt x="913877" y="881591"/>
                  </a:lnTo>
                  <a:lnTo>
                    <a:pt x="985499" y="940408"/>
                  </a:lnTo>
                  <a:lnTo>
                    <a:pt x="1057122" y="997896"/>
                  </a:lnTo>
                  <a:lnTo>
                    <a:pt x="1128744" y="1054085"/>
                  </a:lnTo>
                  <a:lnTo>
                    <a:pt x="1200367" y="1109003"/>
                  </a:lnTo>
                  <a:lnTo>
                    <a:pt x="1271989" y="1162681"/>
                  </a:lnTo>
                  <a:lnTo>
                    <a:pt x="1343612" y="1215145"/>
                  </a:lnTo>
                  <a:lnTo>
                    <a:pt x="1415235" y="1266423"/>
                  </a:lnTo>
                  <a:lnTo>
                    <a:pt x="1486857" y="1316542"/>
                  </a:lnTo>
                  <a:lnTo>
                    <a:pt x="1558480" y="1365528"/>
                  </a:lnTo>
                  <a:lnTo>
                    <a:pt x="1630102" y="1413407"/>
                  </a:lnTo>
                  <a:lnTo>
                    <a:pt x="1701725" y="1460204"/>
                  </a:lnTo>
                  <a:lnTo>
                    <a:pt x="1773347" y="1505943"/>
                  </a:lnTo>
                  <a:lnTo>
                    <a:pt x="1844970" y="1550648"/>
                  </a:lnTo>
                  <a:lnTo>
                    <a:pt x="1916592" y="1594342"/>
                  </a:lnTo>
                  <a:lnTo>
                    <a:pt x="1988215" y="1637049"/>
                  </a:lnTo>
                  <a:lnTo>
                    <a:pt x="2059837" y="1678791"/>
                  </a:lnTo>
                  <a:lnTo>
                    <a:pt x="2131460" y="1719589"/>
                  </a:lnTo>
                  <a:lnTo>
                    <a:pt x="2203082" y="1759465"/>
                  </a:lnTo>
                  <a:lnTo>
                    <a:pt x="2274705" y="1798439"/>
                  </a:lnTo>
                  <a:lnTo>
                    <a:pt x="2346327" y="1836533"/>
                  </a:lnTo>
                  <a:lnTo>
                    <a:pt x="2417950" y="1873766"/>
                  </a:lnTo>
                  <a:lnTo>
                    <a:pt x="2489572" y="1910157"/>
                  </a:lnTo>
                  <a:lnTo>
                    <a:pt x="2561195" y="1945725"/>
                  </a:lnTo>
                  <a:lnTo>
                    <a:pt x="2632817" y="1980490"/>
                  </a:lnTo>
                  <a:lnTo>
                    <a:pt x="2704440" y="2014468"/>
                  </a:lnTo>
                  <a:lnTo>
                    <a:pt x="2776063" y="2047679"/>
                  </a:lnTo>
                  <a:lnTo>
                    <a:pt x="2847685" y="2080139"/>
                  </a:lnTo>
                  <a:lnTo>
                    <a:pt x="2919308" y="2111865"/>
                  </a:lnTo>
                  <a:lnTo>
                    <a:pt x="2990930" y="2142875"/>
                  </a:lnTo>
                  <a:lnTo>
                    <a:pt x="3062553" y="2173183"/>
                  </a:lnTo>
                  <a:lnTo>
                    <a:pt x="3134175" y="2202806"/>
                  </a:lnTo>
                  <a:lnTo>
                    <a:pt x="3205798" y="2231760"/>
                  </a:lnTo>
                  <a:lnTo>
                    <a:pt x="3277420" y="2260059"/>
                  </a:lnTo>
                  <a:lnTo>
                    <a:pt x="3349043" y="2287718"/>
                  </a:lnTo>
                  <a:lnTo>
                    <a:pt x="3420665" y="2314753"/>
                  </a:lnTo>
                  <a:lnTo>
                    <a:pt x="3492288" y="2341176"/>
                  </a:lnTo>
                  <a:lnTo>
                    <a:pt x="3563910" y="2367002"/>
                  </a:lnTo>
                  <a:lnTo>
                    <a:pt x="3635533" y="2392244"/>
                  </a:lnTo>
                  <a:lnTo>
                    <a:pt x="3707155" y="2416916"/>
                  </a:lnTo>
                  <a:lnTo>
                    <a:pt x="3778778" y="2441030"/>
                  </a:lnTo>
                  <a:lnTo>
                    <a:pt x="3850400" y="2464599"/>
                  </a:lnTo>
                  <a:lnTo>
                    <a:pt x="3922023" y="2487635"/>
                  </a:lnTo>
                  <a:lnTo>
                    <a:pt x="3993645" y="2510150"/>
                  </a:lnTo>
                  <a:lnTo>
                    <a:pt x="4065268" y="2532157"/>
                  </a:lnTo>
                  <a:lnTo>
                    <a:pt x="4136891" y="2553666"/>
                  </a:lnTo>
                  <a:lnTo>
                    <a:pt x="4208513" y="2574689"/>
                  </a:lnTo>
                  <a:lnTo>
                    <a:pt x="4280136" y="2595237"/>
                  </a:lnTo>
                  <a:lnTo>
                    <a:pt x="4351758" y="2615320"/>
                  </a:lnTo>
                  <a:lnTo>
                    <a:pt x="4423381" y="2634950"/>
                  </a:lnTo>
                  <a:lnTo>
                    <a:pt x="4495003" y="2654135"/>
                  </a:lnTo>
                  <a:lnTo>
                    <a:pt x="4566626" y="2594426"/>
                  </a:lnTo>
                  <a:lnTo>
                    <a:pt x="4638248" y="2529728"/>
                  </a:lnTo>
                  <a:lnTo>
                    <a:pt x="4709871" y="2460323"/>
                  </a:lnTo>
                  <a:lnTo>
                    <a:pt x="4781493" y="2385869"/>
                  </a:lnTo>
                  <a:lnTo>
                    <a:pt x="4853116" y="2305999"/>
                  </a:lnTo>
                  <a:lnTo>
                    <a:pt x="4924738" y="2220318"/>
                  </a:lnTo>
                  <a:lnTo>
                    <a:pt x="4996361" y="2128403"/>
                  </a:lnTo>
                  <a:lnTo>
                    <a:pt x="5067983" y="2029802"/>
                  </a:lnTo>
                  <a:lnTo>
                    <a:pt x="5139606" y="1924028"/>
                  </a:lnTo>
                  <a:lnTo>
                    <a:pt x="5211228" y="1810559"/>
                  </a:lnTo>
                  <a:lnTo>
                    <a:pt x="5282851" y="1688834"/>
                  </a:lnTo>
                  <a:lnTo>
                    <a:pt x="5354473" y="1558255"/>
                  </a:lnTo>
                  <a:lnTo>
                    <a:pt x="5426096" y="1418175"/>
                  </a:lnTo>
                  <a:lnTo>
                    <a:pt x="5497719" y="1267905"/>
                  </a:lnTo>
                  <a:lnTo>
                    <a:pt x="5569341" y="1106703"/>
                  </a:lnTo>
                  <a:lnTo>
                    <a:pt x="5640964" y="933773"/>
                  </a:lnTo>
                  <a:lnTo>
                    <a:pt x="5712586" y="748263"/>
                  </a:lnTo>
                  <a:lnTo>
                    <a:pt x="5784209" y="549257"/>
                  </a:lnTo>
                  <a:lnTo>
                    <a:pt x="5855831" y="335773"/>
                  </a:lnTo>
                  <a:lnTo>
                    <a:pt x="5927454" y="106758"/>
                  </a:lnTo>
                  <a:lnTo>
                    <a:pt x="5958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239"/>
              <a:ext cx="7090630" cy="819749"/>
            </a:xfrm>
            <a:custGeom>
              <a:avLst/>
              <a:pathLst>
                <a:path w="7090630" h="819749">
                  <a:moveTo>
                    <a:pt x="7090630" y="456315"/>
                  </a:moveTo>
                  <a:lnTo>
                    <a:pt x="7019007" y="447696"/>
                  </a:lnTo>
                  <a:lnTo>
                    <a:pt x="6947385" y="438877"/>
                  </a:lnTo>
                  <a:lnTo>
                    <a:pt x="6875762" y="429855"/>
                  </a:lnTo>
                  <a:lnTo>
                    <a:pt x="6804139" y="420624"/>
                  </a:lnTo>
                  <a:lnTo>
                    <a:pt x="6732517" y="411180"/>
                  </a:lnTo>
                  <a:lnTo>
                    <a:pt x="6660894" y="401517"/>
                  </a:lnTo>
                  <a:lnTo>
                    <a:pt x="6589272" y="391631"/>
                  </a:lnTo>
                  <a:lnTo>
                    <a:pt x="6517649" y="381516"/>
                  </a:lnTo>
                  <a:lnTo>
                    <a:pt x="6446027" y="371167"/>
                  </a:lnTo>
                  <a:lnTo>
                    <a:pt x="6374404" y="360579"/>
                  </a:lnTo>
                  <a:lnTo>
                    <a:pt x="6302782" y="349746"/>
                  </a:lnTo>
                  <a:lnTo>
                    <a:pt x="6231159" y="338663"/>
                  </a:lnTo>
                  <a:lnTo>
                    <a:pt x="6159537" y="327323"/>
                  </a:lnTo>
                  <a:lnTo>
                    <a:pt x="6087914" y="315721"/>
                  </a:lnTo>
                  <a:lnTo>
                    <a:pt x="6016292" y="303850"/>
                  </a:lnTo>
                  <a:lnTo>
                    <a:pt x="5944669" y="291705"/>
                  </a:lnTo>
                  <a:lnTo>
                    <a:pt x="5873047" y="279280"/>
                  </a:lnTo>
                  <a:lnTo>
                    <a:pt x="5801424" y="266566"/>
                  </a:lnTo>
                  <a:lnTo>
                    <a:pt x="5729802" y="253559"/>
                  </a:lnTo>
                  <a:lnTo>
                    <a:pt x="5658179" y="240251"/>
                  </a:lnTo>
                  <a:lnTo>
                    <a:pt x="5586557" y="226636"/>
                  </a:lnTo>
                  <a:lnTo>
                    <a:pt x="5514934" y="212705"/>
                  </a:lnTo>
                  <a:lnTo>
                    <a:pt x="5443311" y="198452"/>
                  </a:lnTo>
                  <a:lnTo>
                    <a:pt x="5371689" y="183870"/>
                  </a:lnTo>
                  <a:lnTo>
                    <a:pt x="5300066" y="168950"/>
                  </a:lnTo>
                  <a:lnTo>
                    <a:pt x="5228444" y="153686"/>
                  </a:lnTo>
                  <a:lnTo>
                    <a:pt x="5156821" y="138068"/>
                  </a:lnTo>
                  <a:lnTo>
                    <a:pt x="5085199" y="122089"/>
                  </a:lnTo>
                  <a:lnTo>
                    <a:pt x="5013576" y="105741"/>
                  </a:lnTo>
                  <a:lnTo>
                    <a:pt x="4941954" y="89015"/>
                  </a:lnTo>
                  <a:lnTo>
                    <a:pt x="4870331" y="71902"/>
                  </a:lnTo>
                  <a:lnTo>
                    <a:pt x="4798709" y="54393"/>
                  </a:lnTo>
                  <a:lnTo>
                    <a:pt x="4727086" y="36479"/>
                  </a:lnTo>
                  <a:lnTo>
                    <a:pt x="4655464" y="18150"/>
                  </a:lnTo>
                  <a:lnTo>
                    <a:pt x="4583841" y="0"/>
                  </a:lnTo>
                  <a:lnTo>
                    <a:pt x="4512219" y="56220"/>
                  </a:lnTo>
                  <a:lnTo>
                    <a:pt x="4440596" y="108628"/>
                  </a:lnTo>
                  <a:lnTo>
                    <a:pt x="4368974" y="157481"/>
                  </a:lnTo>
                  <a:lnTo>
                    <a:pt x="4297351" y="203022"/>
                  </a:lnTo>
                  <a:lnTo>
                    <a:pt x="4225729" y="245474"/>
                  </a:lnTo>
                  <a:lnTo>
                    <a:pt x="4154106" y="285047"/>
                  </a:lnTo>
                  <a:lnTo>
                    <a:pt x="4082483" y="321937"/>
                  </a:lnTo>
                  <a:lnTo>
                    <a:pt x="4010861" y="356325"/>
                  </a:lnTo>
                  <a:lnTo>
                    <a:pt x="3939238" y="388380"/>
                  </a:lnTo>
                  <a:lnTo>
                    <a:pt x="3867616" y="418262"/>
                  </a:lnTo>
                  <a:lnTo>
                    <a:pt x="3795993" y="446117"/>
                  </a:lnTo>
                  <a:lnTo>
                    <a:pt x="3724371" y="472084"/>
                  </a:lnTo>
                  <a:lnTo>
                    <a:pt x="3652748" y="496289"/>
                  </a:lnTo>
                  <a:lnTo>
                    <a:pt x="3581126" y="518853"/>
                  </a:lnTo>
                  <a:lnTo>
                    <a:pt x="3509503" y="539887"/>
                  </a:lnTo>
                  <a:lnTo>
                    <a:pt x="3437881" y="559494"/>
                  </a:lnTo>
                  <a:lnTo>
                    <a:pt x="3366258" y="577772"/>
                  </a:lnTo>
                  <a:lnTo>
                    <a:pt x="3294636" y="594810"/>
                  </a:lnTo>
                  <a:lnTo>
                    <a:pt x="3223013" y="610692"/>
                  </a:lnTo>
                  <a:lnTo>
                    <a:pt x="3151391" y="625498"/>
                  </a:lnTo>
                  <a:lnTo>
                    <a:pt x="3079768" y="639299"/>
                  </a:lnTo>
                  <a:lnTo>
                    <a:pt x="3008146" y="652165"/>
                  </a:lnTo>
                  <a:lnTo>
                    <a:pt x="2936523" y="664157"/>
                  </a:lnTo>
                  <a:lnTo>
                    <a:pt x="2864901" y="675337"/>
                  </a:lnTo>
                  <a:lnTo>
                    <a:pt x="2793278" y="685759"/>
                  </a:lnTo>
                  <a:lnTo>
                    <a:pt x="2721655" y="695473"/>
                  </a:lnTo>
                  <a:lnTo>
                    <a:pt x="2650033" y="704529"/>
                  </a:lnTo>
                  <a:lnTo>
                    <a:pt x="2578410" y="712971"/>
                  </a:lnTo>
                  <a:lnTo>
                    <a:pt x="2506788" y="720840"/>
                  </a:lnTo>
                  <a:lnTo>
                    <a:pt x="2435165" y="728176"/>
                  </a:lnTo>
                  <a:lnTo>
                    <a:pt x="2363543" y="735014"/>
                  </a:lnTo>
                  <a:lnTo>
                    <a:pt x="2291920" y="741389"/>
                  </a:lnTo>
                  <a:lnTo>
                    <a:pt x="2220298" y="747331"/>
                  </a:lnTo>
                  <a:lnTo>
                    <a:pt x="2148675" y="752870"/>
                  </a:lnTo>
                  <a:lnTo>
                    <a:pt x="2077053" y="758033"/>
                  </a:lnTo>
                  <a:lnTo>
                    <a:pt x="2005430" y="762847"/>
                  </a:lnTo>
                  <a:lnTo>
                    <a:pt x="1933808" y="767334"/>
                  </a:lnTo>
                  <a:lnTo>
                    <a:pt x="1862185" y="771516"/>
                  </a:lnTo>
                  <a:lnTo>
                    <a:pt x="1790563" y="775415"/>
                  </a:lnTo>
                  <a:lnTo>
                    <a:pt x="1718940" y="779050"/>
                  </a:lnTo>
                  <a:lnTo>
                    <a:pt x="1647318" y="782438"/>
                  </a:lnTo>
                  <a:lnTo>
                    <a:pt x="1575695" y="785596"/>
                  </a:lnTo>
                  <a:lnTo>
                    <a:pt x="1504073" y="788540"/>
                  </a:lnTo>
                  <a:lnTo>
                    <a:pt x="1432450" y="791285"/>
                  </a:lnTo>
                  <a:lnTo>
                    <a:pt x="1360827" y="793843"/>
                  </a:lnTo>
                  <a:lnTo>
                    <a:pt x="1289205" y="796228"/>
                  </a:lnTo>
                  <a:lnTo>
                    <a:pt x="1217582" y="798451"/>
                  </a:lnTo>
                  <a:lnTo>
                    <a:pt x="1145960" y="800524"/>
                  </a:lnTo>
                  <a:lnTo>
                    <a:pt x="1074337" y="802455"/>
                  </a:lnTo>
                  <a:lnTo>
                    <a:pt x="1002715" y="804256"/>
                  </a:lnTo>
                  <a:lnTo>
                    <a:pt x="931092" y="805935"/>
                  </a:lnTo>
                  <a:lnTo>
                    <a:pt x="859470" y="807500"/>
                  </a:lnTo>
                  <a:lnTo>
                    <a:pt x="787847" y="808958"/>
                  </a:lnTo>
                  <a:lnTo>
                    <a:pt x="716225" y="810318"/>
                  </a:lnTo>
                  <a:lnTo>
                    <a:pt x="644602" y="811586"/>
                  </a:lnTo>
                  <a:lnTo>
                    <a:pt x="572980" y="812767"/>
                  </a:lnTo>
                  <a:lnTo>
                    <a:pt x="501357" y="813869"/>
                  </a:lnTo>
                  <a:lnTo>
                    <a:pt x="429735" y="814896"/>
                  </a:lnTo>
                  <a:lnTo>
                    <a:pt x="358112" y="815853"/>
                  </a:lnTo>
                  <a:lnTo>
                    <a:pt x="286490" y="816745"/>
                  </a:lnTo>
                  <a:lnTo>
                    <a:pt x="214867" y="817577"/>
                  </a:lnTo>
                  <a:lnTo>
                    <a:pt x="143245" y="818352"/>
                  </a:lnTo>
                  <a:lnTo>
                    <a:pt x="71622" y="819075"/>
                  </a:lnTo>
                  <a:lnTo>
                    <a:pt x="0" y="819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7571"/>
              <a:ext cx="7090630" cy="1717499"/>
            </a:xfrm>
            <a:custGeom>
              <a:avLst/>
              <a:pathLst>
                <a:path w="7090630" h="1717499">
                  <a:moveTo>
                    <a:pt x="0" y="1717499"/>
                  </a:moveTo>
                  <a:lnTo>
                    <a:pt x="71622" y="1713133"/>
                  </a:lnTo>
                  <a:lnTo>
                    <a:pt x="143245" y="1708663"/>
                  </a:lnTo>
                  <a:lnTo>
                    <a:pt x="214867" y="1704085"/>
                  </a:lnTo>
                  <a:lnTo>
                    <a:pt x="286490" y="1699398"/>
                  </a:lnTo>
                  <a:lnTo>
                    <a:pt x="358112" y="1694599"/>
                  </a:lnTo>
                  <a:lnTo>
                    <a:pt x="429735" y="1689684"/>
                  </a:lnTo>
                  <a:lnTo>
                    <a:pt x="501357" y="1684652"/>
                  </a:lnTo>
                  <a:lnTo>
                    <a:pt x="572980" y="1679499"/>
                  </a:lnTo>
                  <a:lnTo>
                    <a:pt x="644602" y="1674223"/>
                  </a:lnTo>
                  <a:lnTo>
                    <a:pt x="716225" y="1668820"/>
                  </a:lnTo>
                  <a:lnTo>
                    <a:pt x="787847" y="1663288"/>
                  </a:lnTo>
                  <a:lnTo>
                    <a:pt x="859470" y="1657623"/>
                  </a:lnTo>
                  <a:lnTo>
                    <a:pt x="931092" y="1651822"/>
                  </a:lnTo>
                  <a:lnTo>
                    <a:pt x="1002715" y="1645883"/>
                  </a:lnTo>
                  <a:lnTo>
                    <a:pt x="1074337" y="1639801"/>
                  </a:lnTo>
                  <a:lnTo>
                    <a:pt x="1145960" y="1633573"/>
                  </a:lnTo>
                  <a:lnTo>
                    <a:pt x="1217582" y="1627196"/>
                  </a:lnTo>
                  <a:lnTo>
                    <a:pt x="1289205" y="1620666"/>
                  </a:lnTo>
                  <a:lnTo>
                    <a:pt x="1360827" y="1613980"/>
                  </a:lnTo>
                  <a:lnTo>
                    <a:pt x="1432450" y="1607134"/>
                  </a:lnTo>
                  <a:lnTo>
                    <a:pt x="1504073" y="1600123"/>
                  </a:lnTo>
                  <a:lnTo>
                    <a:pt x="1575695" y="1592945"/>
                  </a:lnTo>
                  <a:lnTo>
                    <a:pt x="1647318" y="1585594"/>
                  </a:lnTo>
                  <a:lnTo>
                    <a:pt x="1718940" y="1578067"/>
                  </a:lnTo>
                  <a:lnTo>
                    <a:pt x="1790563" y="1570360"/>
                  </a:lnTo>
                  <a:lnTo>
                    <a:pt x="1862185" y="1562468"/>
                  </a:lnTo>
                  <a:lnTo>
                    <a:pt x="1933808" y="1554388"/>
                  </a:lnTo>
                  <a:lnTo>
                    <a:pt x="2005430" y="1546113"/>
                  </a:lnTo>
                  <a:lnTo>
                    <a:pt x="2077053" y="1537640"/>
                  </a:lnTo>
                  <a:lnTo>
                    <a:pt x="2148675" y="1528964"/>
                  </a:lnTo>
                  <a:lnTo>
                    <a:pt x="2220298" y="1520081"/>
                  </a:lnTo>
                  <a:lnTo>
                    <a:pt x="2291920" y="1510984"/>
                  </a:lnTo>
                  <a:lnTo>
                    <a:pt x="2363543" y="1501669"/>
                  </a:lnTo>
                  <a:lnTo>
                    <a:pt x="2435165" y="1492131"/>
                  </a:lnTo>
                  <a:lnTo>
                    <a:pt x="2506788" y="1482365"/>
                  </a:lnTo>
                  <a:lnTo>
                    <a:pt x="2578410" y="1472365"/>
                  </a:lnTo>
                  <a:lnTo>
                    <a:pt x="2650033" y="1462124"/>
                  </a:lnTo>
                  <a:lnTo>
                    <a:pt x="2721655" y="1451639"/>
                  </a:lnTo>
                  <a:lnTo>
                    <a:pt x="2793278" y="1440902"/>
                  </a:lnTo>
                  <a:lnTo>
                    <a:pt x="2864901" y="1429908"/>
                  </a:lnTo>
                  <a:lnTo>
                    <a:pt x="2936523" y="1418651"/>
                  </a:lnTo>
                  <a:lnTo>
                    <a:pt x="3008146" y="1407123"/>
                  </a:lnTo>
                  <a:lnTo>
                    <a:pt x="3079768" y="1395320"/>
                  </a:lnTo>
                  <a:lnTo>
                    <a:pt x="3151391" y="1383233"/>
                  </a:lnTo>
                  <a:lnTo>
                    <a:pt x="3223013" y="1370857"/>
                  </a:lnTo>
                  <a:lnTo>
                    <a:pt x="3294636" y="1358185"/>
                  </a:lnTo>
                  <a:lnTo>
                    <a:pt x="3366258" y="1345208"/>
                  </a:lnTo>
                  <a:lnTo>
                    <a:pt x="3437881" y="1331921"/>
                  </a:lnTo>
                  <a:lnTo>
                    <a:pt x="3509503" y="1318315"/>
                  </a:lnTo>
                  <a:lnTo>
                    <a:pt x="3581126" y="1304384"/>
                  </a:lnTo>
                  <a:lnTo>
                    <a:pt x="3652748" y="1290118"/>
                  </a:lnTo>
                  <a:lnTo>
                    <a:pt x="3724371" y="1275511"/>
                  </a:lnTo>
                  <a:lnTo>
                    <a:pt x="3795993" y="1260553"/>
                  </a:lnTo>
                  <a:lnTo>
                    <a:pt x="3867616" y="1245237"/>
                  </a:lnTo>
                  <a:lnTo>
                    <a:pt x="3939238" y="1229554"/>
                  </a:lnTo>
                  <a:lnTo>
                    <a:pt x="4010861" y="1213495"/>
                  </a:lnTo>
                  <a:lnTo>
                    <a:pt x="4082483" y="1197052"/>
                  </a:lnTo>
                  <a:lnTo>
                    <a:pt x="4154106" y="1180214"/>
                  </a:lnTo>
                  <a:lnTo>
                    <a:pt x="4225729" y="1162973"/>
                  </a:lnTo>
                  <a:lnTo>
                    <a:pt x="4297351" y="1145318"/>
                  </a:lnTo>
                  <a:lnTo>
                    <a:pt x="4368974" y="1127241"/>
                  </a:lnTo>
                  <a:lnTo>
                    <a:pt x="4440596" y="1108730"/>
                  </a:lnTo>
                  <a:lnTo>
                    <a:pt x="4512219" y="1089776"/>
                  </a:lnTo>
                  <a:lnTo>
                    <a:pt x="4583841" y="1070368"/>
                  </a:lnTo>
                  <a:lnTo>
                    <a:pt x="4655464" y="1050494"/>
                  </a:lnTo>
                  <a:lnTo>
                    <a:pt x="4727086" y="1030144"/>
                  </a:lnTo>
                  <a:lnTo>
                    <a:pt x="4798709" y="1009307"/>
                  </a:lnTo>
                  <a:lnTo>
                    <a:pt x="4870331" y="987970"/>
                  </a:lnTo>
                  <a:lnTo>
                    <a:pt x="4941954" y="966122"/>
                  </a:lnTo>
                  <a:lnTo>
                    <a:pt x="5013576" y="943750"/>
                  </a:lnTo>
                  <a:lnTo>
                    <a:pt x="5085199" y="920843"/>
                  </a:lnTo>
                  <a:lnTo>
                    <a:pt x="5156821" y="897386"/>
                  </a:lnTo>
                  <a:lnTo>
                    <a:pt x="5228444" y="873367"/>
                  </a:lnTo>
                  <a:lnTo>
                    <a:pt x="5300066" y="848773"/>
                  </a:lnTo>
                  <a:lnTo>
                    <a:pt x="5371689" y="823589"/>
                  </a:lnTo>
                  <a:lnTo>
                    <a:pt x="5443311" y="797801"/>
                  </a:lnTo>
                  <a:lnTo>
                    <a:pt x="5514934" y="771396"/>
                  </a:lnTo>
                  <a:lnTo>
                    <a:pt x="5586557" y="744358"/>
                  </a:lnTo>
                  <a:lnTo>
                    <a:pt x="5658179" y="716672"/>
                  </a:lnTo>
                  <a:lnTo>
                    <a:pt x="5729802" y="688323"/>
                  </a:lnTo>
                  <a:lnTo>
                    <a:pt x="5801424" y="659294"/>
                  </a:lnTo>
                  <a:lnTo>
                    <a:pt x="5873047" y="629569"/>
                  </a:lnTo>
                  <a:lnTo>
                    <a:pt x="5944669" y="599132"/>
                  </a:lnTo>
                  <a:lnTo>
                    <a:pt x="6016292" y="567966"/>
                  </a:lnTo>
                  <a:lnTo>
                    <a:pt x="6087914" y="536053"/>
                  </a:lnTo>
                  <a:lnTo>
                    <a:pt x="6159537" y="503375"/>
                  </a:lnTo>
                  <a:lnTo>
                    <a:pt x="6231159" y="469914"/>
                  </a:lnTo>
                  <a:lnTo>
                    <a:pt x="6302782" y="435652"/>
                  </a:lnTo>
                  <a:lnTo>
                    <a:pt x="6374404" y="400568"/>
                  </a:lnTo>
                  <a:lnTo>
                    <a:pt x="6446027" y="364643"/>
                  </a:lnTo>
                  <a:lnTo>
                    <a:pt x="6517649" y="327858"/>
                  </a:lnTo>
                  <a:lnTo>
                    <a:pt x="6589272" y="290191"/>
                  </a:lnTo>
                  <a:lnTo>
                    <a:pt x="6660894" y="251621"/>
                  </a:lnTo>
                  <a:lnTo>
                    <a:pt x="6732517" y="212127"/>
                  </a:lnTo>
                  <a:lnTo>
                    <a:pt x="6804139" y="171687"/>
                  </a:lnTo>
                  <a:lnTo>
                    <a:pt x="6875762" y="130278"/>
                  </a:lnTo>
                  <a:lnTo>
                    <a:pt x="6947385" y="87876"/>
                  </a:lnTo>
                  <a:lnTo>
                    <a:pt x="7019007" y="4445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24.2): 0.45 (0.09-2.15)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2026-08-19T20:19:14Z</dcterms:modified>
  <cp:category/>
</cp:coreProperties>
</file>