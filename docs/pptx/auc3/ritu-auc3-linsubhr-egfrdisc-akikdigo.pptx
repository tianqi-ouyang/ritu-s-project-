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13685" y="2073503"/>
              <a:ext cx="6748994" cy="3453724"/>
            </a:xfrm>
            <a:custGeom>
              <a:avLst/>
              <a:pathLst>
                <a:path w="6748994" h="3453724">
                  <a:moveTo>
                    <a:pt x="3163310" y="0"/>
                  </a:moveTo>
                  <a:lnTo>
                    <a:pt x="3167868" y="21941"/>
                  </a:lnTo>
                  <a:lnTo>
                    <a:pt x="3239490" y="335524"/>
                  </a:lnTo>
                  <a:lnTo>
                    <a:pt x="3311113" y="620702"/>
                  </a:lnTo>
                  <a:lnTo>
                    <a:pt x="3382735" y="880047"/>
                  </a:lnTo>
                  <a:lnTo>
                    <a:pt x="3454358" y="1115900"/>
                  </a:lnTo>
                  <a:lnTo>
                    <a:pt x="3525980" y="1330388"/>
                  </a:lnTo>
                  <a:lnTo>
                    <a:pt x="3597603" y="1525448"/>
                  </a:lnTo>
                  <a:lnTo>
                    <a:pt x="3669225" y="1702838"/>
                  </a:lnTo>
                  <a:lnTo>
                    <a:pt x="3740848" y="1864159"/>
                  </a:lnTo>
                  <a:lnTo>
                    <a:pt x="3812470" y="2010867"/>
                  </a:lnTo>
                  <a:lnTo>
                    <a:pt x="3884093" y="2144286"/>
                  </a:lnTo>
                  <a:lnTo>
                    <a:pt x="3955715" y="2265619"/>
                  </a:lnTo>
                  <a:lnTo>
                    <a:pt x="4027338" y="2375962"/>
                  </a:lnTo>
                  <a:lnTo>
                    <a:pt x="4098960" y="2476309"/>
                  </a:lnTo>
                  <a:lnTo>
                    <a:pt x="4170583" y="2567567"/>
                  </a:lnTo>
                  <a:lnTo>
                    <a:pt x="4242205" y="2650558"/>
                  </a:lnTo>
                  <a:lnTo>
                    <a:pt x="4313828" y="2673197"/>
                  </a:lnTo>
                  <a:lnTo>
                    <a:pt x="4385450" y="2692583"/>
                  </a:lnTo>
                  <a:lnTo>
                    <a:pt x="4457073" y="2711507"/>
                  </a:lnTo>
                  <a:lnTo>
                    <a:pt x="4528696" y="2729977"/>
                  </a:lnTo>
                  <a:lnTo>
                    <a:pt x="4600318" y="2748006"/>
                  </a:lnTo>
                  <a:lnTo>
                    <a:pt x="4671941" y="2765603"/>
                  </a:lnTo>
                  <a:lnTo>
                    <a:pt x="4743563" y="2782780"/>
                  </a:lnTo>
                  <a:lnTo>
                    <a:pt x="4815186" y="2799546"/>
                  </a:lnTo>
                  <a:lnTo>
                    <a:pt x="4886808" y="2815911"/>
                  </a:lnTo>
                  <a:lnTo>
                    <a:pt x="4958431" y="2831884"/>
                  </a:lnTo>
                  <a:lnTo>
                    <a:pt x="5030053" y="2847475"/>
                  </a:lnTo>
                  <a:lnTo>
                    <a:pt x="5101676" y="2862694"/>
                  </a:lnTo>
                  <a:lnTo>
                    <a:pt x="5173298" y="2877548"/>
                  </a:lnTo>
                  <a:lnTo>
                    <a:pt x="5244921" y="2892047"/>
                  </a:lnTo>
                  <a:lnTo>
                    <a:pt x="5316543" y="2906200"/>
                  </a:lnTo>
                  <a:lnTo>
                    <a:pt x="5388166" y="2920014"/>
                  </a:lnTo>
                  <a:lnTo>
                    <a:pt x="5459788" y="2933497"/>
                  </a:lnTo>
                  <a:lnTo>
                    <a:pt x="5531411" y="2946658"/>
                  </a:lnTo>
                  <a:lnTo>
                    <a:pt x="5603033" y="2959504"/>
                  </a:lnTo>
                  <a:lnTo>
                    <a:pt x="5674656" y="2972043"/>
                  </a:lnTo>
                  <a:lnTo>
                    <a:pt x="5746278" y="2984282"/>
                  </a:lnTo>
                  <a:lnTo>
                    <a:pt x="5817901" y="2996228"/>
                  </a:lnTo>
                  <a:lnTo>
                    <a:pt x="5889524" y="3007889"/>
                  </a:lnTo>
                  <a:lnTo>
                    <a:pt x="5961146" y="3019270"/>
                  </a:lnTo>
                  <a:lnTo>
                    <a:pt x="6032769" y="3030380"/>
                  </a:lnTo>
                  <a:lnTo>
                    <a:pt x="6104391" y="3041223"/>
                  </a:lnTo>
                  <a:lnTo>
                    <a:pt x="6176014" y="3051808"/>
                  </a:lnTo>
                  <a:lnTo>
                    <a:pt x="6247636" y="3062139"/>
                  </a:lnTo>
                  <a:lnTo>
                    <a:pt x="6319259" y="3072223"/>
                  </a:lnTo>
                  <a:lnTo>
                    <a:pt x="6390881" y="3082066"/>
                  </a:lnTo>
                  <a:lnTo>
                    <a:pt x="6462504" y="3091673"/>
                  </a:lnTo>
                  <a:lnTo>
                    <a:pt x="6534126" y="3101051"/>
                  </a:lnTo>
                  <a:lnTo>
                    <a:pt x="6605749" y="3110204"/>
                  </a:lnTo>
                  <a:lnTo>
                    <a:pt x="6677371" y="3119139"/>
                  </a:lnTo>
                  <a:lnTo>
                    <a:pt x="6748994" y="3127860"/>
                  </a:lnTo>
                  <a:lnTo>
                    <a:pt x="6748994" y="3453724"/>
                  </a:lnTo>
                  <a:lnTo>
                    <a:pt x="6677371" y="3450734"/>
                  </a:lnTo>
                  <a:lnTo>
                    <a:pt x="6605749" y="3447446"/>
                  </a:lnTo>
                  <a:lnTo>
                    <a:pt x="6534126" y="3443830"/>
                  </a:lnTo>
                  <a:lnTo>
                    <a:pt x="6462504" y="3439854"/>
                  </a:lnTo>
                  <a:lnTo>
                    <a:pt x="6390881" y="3435482"/>
                  </a:lnTo>
                  <a:lnTo>
                    <a:pt x="6319259" y="3430675"/>
                  </a:lnTo>
                  <a:lnTo>
                    <a:pt x="6247636" y="3425389"/>
                  </a:lnTo>
                  <a:lnTo>
                    <a:pt x="6176014" y="3419576"/>
                  </a:lnTo>
                  <a:lnTo>
                    <a:pt x="6104391" y="3413184"/>
                  </a:lnTo>
                  <a:lnTo>
                    <a:pt x="6032769" y="3406155"/>
                  </a:lnTo>
                  <a:lnTo>
                    <a:pt x="5961146" y="3398427"/>
                  </a:lnTo>
                  <a:lnTo>
                    <a:pt x="5889524" y="3389928"/>
                  </a:lnTo>
                  <a:lnTo>
                    <a:pt x="5817901" y="3380584"/>
                  </a:lnTo>
                  <a:lnTo>
                    <a:pt x="5746278" y="3370308"/>
                  </a:lnTo>
                  <a:lnTo>
                    <a:pt x="5674656" y="3359009"/>
                  </a:lnTo>
                  <a:lnTo>
                    <a:pt x="5603033" y="3346584"/>
                  </a:lnTo>
                  <a:lnTo>
                    <a:pt x="5531411" y="3332922"/>
                  </a:lnTo>
                  <a:lnTo>
                    <a:pt x="5459788" y="3317899"/>
                  </a:lnTo>
                  <a:lnTo>
                    <a:pt x="5388166" y="3301379"/>
                  </a:lnTo>
                  <a:lnTo>
                    <a:pt x="5316543" y="3283214"/>
                  </a:lnTo>
                  <a:lnTo>
                    <a:pt x="5244921" y="3263240"/>
                  </a:lnTo>
                  <a:lnTo>
                    <a:pt x="5173298" y="3241276"/>
                  </a:lnTo>
                  <a:lnTo>
                    <a:pt x="5101676" y="3217124"/>
                  </a:lnTo>
                  <a:lnTo>
                    <a:pt x="5030053" y="3190567"/>
                  </a:lnTo>
                  <a:lnTo>
                    <a:pt x="4958431" y="3161364"/>
                  </a:lnTo>
                  <a:lnTo>
                    <a:pt x="4886808" y="3129253"/>
                  </a:lnTo>
                  <a:lnTo>
                    <a:pt x="4815186" y="3093943"/>
                  </a:lnTo>
                  <a:lnTo>
                    <a:pt x="4743563" y="3055116"/>
                  </a:lnTo>
                  <a:lnTo>
                    <a:pt x="4671941" y="3012422"/>
                  </a:lnTo>
                  <a:lnTo>
                    <a:pt x="4600318" y="2965475"/>
                  </a:lnTo>
                  <a:lnTo>
                    <a:pt x="4528696" y="2913852"/>
                  </a:lnTo>
                  <a:lnTo>
                    <a:pt x="4457073" y="2857087"/>
                  </a:lnTo>
                  <a:lnTo>
                    <a:pt x="4385450" y="2794668"/>
                  </a:lnTo>
                  <a:lnTo>
                    <a:pt x="4313828" y="2726031"/>
                  </a:lnTo>
                  <a:lnTo>
                    <a:pt x="4242205" y="2653335"/>
                  </a:lnTo>
                  <a:lnTo>
                    <a:pt x="4170583" y="2632986"/>
                  </a:lnTo>
                  <a:lnTo>
                    <a:pt x="4098960" y="2612139"/>
                  </a:lnTo>
                  <a:lnTo>
                    <a:pt x="4027338" y="2590781"/>
                  </a:lnTo>
                  <a:lnTo>
                    <a:pt x="3955715" y="2568899"/>
                  </a:lnTo>
                  <a:lnTo>
                    <a:pt x="3884093" y="2546482"/>
                  </a:lnTo>
                  <a:lnTo>
                    <a:pt x="3812470" y="2523515"/>
                  </a:lnTo>
                  <a:lnTo>
                    <a:pt x="3740848" y="2499985"/>
                  </a:lnTo>
                  <a:lnTo>
                    <a:pt x="3669225" y="2475879"/>
                  </a:lnTo>
                  <a:lnTo>
                    <a:pt x="3597603" y="2451182"/>
                  </a:lnTo>
                  <a:lnTo>
                    <a:pt x="3525980" y="2425879"/>
                  </a:lnTo>
                  <a:lnTo>
                    <a:pt x="3454358" y="2399957"/>
                  </a:lnTo>
                  <a:lnTo>
                    <a:pt x="3382735" y="2373400"/>
                  </a:lnTo>
                  <a:lnTo>
                    <a:pt x="3311113" y="2346192"/>
                  </a:lnTo>
                  <a:lnTo>
                    <a:pt x="3239490" y="2318317"/>
                  </a:lnTo>
                  <a:lnTo>
                    <a:pt x="3167868" y="2289759"/>
                  </a:lnTo>
                  <a:lnTo>
                    <a:pt x="3096245" y="2260501"/>
                  </a:lnTo>
                  <a:lnTo>
                    <a:pt x="3024622" y="2230526"/>
                  </a:lnTo>
                  <a:lnTo>
                    <a:pt x="2953000" y="2199817"/>
                  </a:lnTo>
                  <a:lnTo>
                    <a:pt x="2881377" y="2168355"/>
                  </a:lnTo>
                  <a:lnTo>
                    <a:pt x="2809755" y="2136123"/>
                  </a:lnTo>
                  <a:lnTo>
                    <a:pt x="2738132" y="2103100"/>
                  </a:lnTo>
                  <a:lnTo>
                    <a:pt x="2666510" y="2069268"/>
                  </a:lnTo>
                  <a:lnTo>
                    <a:pt x="2594887" y="2034608"/>
                  </a:lnTo>
                  <a:lnTo>
                    <a:pt x="2523265" y="1999098"/>
                  </a:lnTo>
                  <a:lnTo>
                    <a:pt x="2451642" y="1962718"/>
                  </a:lnTo>
                  <a:lnTo>
                    <a:pt x="2380020" y="1925446"/>
                  </a:lnTo>
                  <a:lnTo>
                    <a:pt x="2308397" y="1887261"/>
                  </a:lnTo>
                  <a:lnTo>
                    <a:pt x="2236775" y="1848140"/>
                  </a:lnTo>
                  <a:lnTo>
                    <a:pt x="2165152" y="1808061"/>
                  </a:lnTo>
                  <a:lnTo>
                    <a:pt x="2093530" y="1767000"/>
                  </a:lnTo>
                  <a:lnTo>
                    <a:pt x="2021907" y="1724932"/>
                  </a:lnTo>
                  <a:lnTo>
                    <a:pt x="1950285" y="1681834"/>
                  </a:lnTo>
                  <a:lnTo>
                    <a:pt x="1878662" y="1637679"/>
                  </a:lnTo>
                  <a:lnTo>
                    <a:pt x="1807040" y="1592443"/>
                  </a:lnTo>
                  <a:lnTo>
                    <a:pt x="1735417" y="1546098"/>
                  </a:lnTo>
                  <a:lnTo>
                    <a:pt x="1663794" y="1498617"/>
                  </a:lnTo>
                  <a:lnTo>
                    <a:pt x="1592172" y="1449973"/>
                  </a:lnTo>
                  <a:lnTo>
                    <a:pt x="1520549" y="1400137"/>
                  </a:lnTo>
                  <a:lnTo>
                    <a:pt x="1448927" y="1349080"/>
                  </a:lnTo>
                  <a:lnTo>
                    <a:pt x="1377304" y="1296771"/>
                  </a:lnTo>
                  <a:lnTo>
                    <a:pt x="1305682" y="1243181"/>
                  </a:lnTo>
                  <a:lnTo>
                    <a:pt x="1234059" y="1188278"/>
                  </a:lnTo>
                  <a:lnTo>
                    <a:pt x="1162437" y="1132029"/>
                  </a:lnTo>
                  <a:lnTo>
                    <a:pt x="1090814" y="1074402"/>
                  </a:lnTo>
                  <a:lnTo>
                    <a:pt x="1019192" y="1015363"/>
                  </a:lnTo>
                  <a:lnTo>
                    <a:pt x="947569" y="954877"/>
                  </a:lnTo>
                  <a:lnTo>
                    <a:pt x="875947" y="892909"/>
                  </a:lnTo>
                  <a:lnTo>
                    <a:pt x="804324" y="829423"/>
                  </a:lnTo>
                  <a:lnTo>
                    <a:pt x="732702" y="764380"/>
                  </a:lnTo>
                  <a:lnTo>
                    <a:pt x="661079" y="697744"/>
                  </a:lnTo>
                  <a:lnTo>
                    <a:pt x="589457" y="629476"/>
                  </a:lnTo>
                  <a:lnTo>
                    <a:pt x="517834" y="559534"/>
                  </a:lnTo>
                  <a:lnTo>
                    <a:pt x="446212" y="487878"/>
                  </a:lnTo>
                  <a:lnTo>
                    <a:pt x="374589" y="414467"/>
                  </a:lnTo>
                  <a:lnTo>
                    <a:pt x="302966" y="339256"/>
                  </a:lnTo>
                  <a:lnTo>
                    <a:pt x="231344" y="262203"/>
                  </a:lnTo>
                  <a:lnTo>
                    <a:pt x="159721" y="183262"/>
                  </a:lnTo>
                  <a:lnTo>
                    <a:pt x="88099" y="102386"/>
                  </a:lnTo>
                  <a:lnTo>
                    <a:pt x="16476" y="19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676995" y="2073503"/>
              <a:ext cx="3585683" cy="3127860"/>
            </a:xfrm>
            <a:custGeom>
              <a:avLst/>
              <a:pathLst>
                <a:path w="3585683" h="3127860">
                  <a:moveTo>
                    <a:pt x="0" y="0"/>
                  </a:moveTo>
                  <a:lnTo>
                    <a:pt x="4557" y="21941"/>
                  </a:lnTo>
                  <a:lnTo>
                    <a:pt x="76180" y="335524"/>
                  </a:lnTo>
                  <a:lnTo>
                    <a:pt x="147802" y="620702"/>
                  </a:lnTo>
                  <a:lnTo>
                    <a:pt x="219425" y="880047"/>
                  </a:lnTo>
                  <a:lnTo>
                    <a:pt x="291047" y="1115900"/>
                  </a:lnTo>
                  <a:lnTo>
                    <a:pt x="362670" y="1330388"/>
                  </a:lnTo>
                  <a:lnTo>
                    <a:pt x="434292" y="1525448"/>
                  </a:lnTo>
                  <a:lnTo>
                    <a:pt x="505915" y="1702838"/>
                  </a:lnTo>
                  <a:lnTo>
                    <a:pt x="577537" y="1864159"/>
                  </a:lnTo>
                  <a:lnTo>
                    <a:pt x="649160" y="2010867"/>
                  </a:lnTo>
                  <a:lnTo>
                    <a:pt x="720782" y="2144286"/>
                  </a:lnTo>
                  <a:lnTo>
                    <a:pt x="792405" y="2265619"/>
                  </a:lnTo>
                  <a:lnTo>
                    <a:pt x="864027" y="2375962"/>
                  </a:lnTo>
                  <a:lnTo>
                    <a:pt x="935650" y="2476309"/>
                  </a:lnTo>
                  <a:lnTo>
                    <a:pt x="1007272" y="2567567"/>
                  </a:lnTo>
                  <a:lnTo>
                    <a:pt x="1078895" y="2650558"/>
                  </a:lnTo>
                  <a:lnTo>
                    <a:pt x="1150517" y="2673197"/>
                  </a:lnTo>
                  <a:lnTo>
                    <a:pt x="1222140" y="2692583"/>
                  </a:lnTo>
                  <a:lnTo>
                    <a:pt x="1293762" y="2711507"/>
                  </a:lnTo>
                  <a:lnTo>
                    <a:pt x="1365385" y="2729977"/>
                  </a:lnTo>
                  <a:lnTo>
                    <a:pt x="1437008" y="2748006"/>
                  </a:lnTo>
                  <a:lnTo>
                    <a:pt x="1508630" y="2765603"/>
                  </a:lnTo>
                  <a:lnTo>
                    <a:pt x="1580253" y="2782780"/>
                  </a:lnTo>
                  <a:lnTo>
                    <a:pt x="1651875" y="2799546"/>
                  </a:lnTo>
                  <a:lnTo>
                    <a:pt x="1723498" y="2815911"/>
                  </a:lnTo>
                  <a:lnTo>
                    <a:pt x="1795120" y="2831884"/>
                  </a:lnTo>
                  <a:lnTo>
                    <a:pt x="1866743" y="2847475"/>
                  </a:lnTo>
                  <a:lnTo>
                    <a:pt x="1938365" y="2862694"/>
                  </a:lnTo>
                  <a:lnTo>
                    <a:pt x="2009988" y="2877548"/>
                  </a:lnTo>
                  <a:lnTo>
                    <a:pt x="2081610" y="2892047"/>
                  </a:lnTo>
                  <a:lnTo>
                    <a:pt x="2153233" y="2906200"/>
                  </a:lnTo>
                  <a:lnTo>
                    <a:pt x="2224855" y="2920014"/>
                  </a:lnTo>
                  <a:lnTo>
                    <a:pt x="2296478" y="2933497"/>
                  </a:lnTo>
                  <a:lnTo>
                    <a:pt x="2368100" y="2946658"/>
                  </a:lnTo>
                  <a:lnTo>
                    <a:pt x="2439723" y="2959504"/>
                  </a:lnTo>
                  <a:lnTo>
                    <a:pt x="2511345" y="2972043"/>
                  </a:lnTo>
                  <a:lnTo>
                    <a:pt x="2582968" y="2984282"/>
                  </a:lnTo>
                  <a:lnTo>
                    <a:pt x="2654590" y="2996228"/>
                  </a:lnTo>
                  <a:lnTo>
                    <a:pt x="2726213" y="3007889"/>
                  </a:lnTo>
                  <a:lnTo>
                    <a:pt x="2797836" y="3019270"/>
                  </a:lnTo>
                  <a:lnTo>
                    <a:pt x="2869458" y="3030380"/>
                  </a:lnTo>
                  <a:lnTo>
                    <a:pt x="2941081" y="3041223"/>
                  </a:lnTo>
                  <a:lnTo>
                    <a:pt x="3012703" y="3051808"/>
                  </a:lnTo>
                  <a:lnTo>
                    <a:pt x="3084326" y="3062139"/>
                  </a:lnTo>
                  <a:lnTo>
                    <a:pt x="3155948" y="3072223"/>
                  </a:lnTo>
                  <a:lnTo>
                    <a:pt x="3227571" y="3082066"/>
                  </a:lnTo>
                  <a:lnTo>
                    <a:pt x="3299193" y="3091673"/>
                  </a:lnTo>
                  <a:lnTo>
                    <a:pt x="3370816" y="3101051"/>
                  </a:lnTo>
                  <a:lnTo>
                    <a:pt x="3442438" y="3110204"/>
                  </a:lnTo>
                  <a:lnTo>
                    <a:pt x="3514061" y="3119139"/>
                  </a:lnTo>
                  <a:lnTo>
                    <a:pt x="3585683" y="31278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13685" y="2073503"/>
              <a:ext cx="6748994" cy="3453724"/>
            </a:xfrm>
            <a:custGeom>
              <a:avLst/>
              <a:pathLst>
                <a:path w="6748994" h="3453724">
                  <a:moveTo>
                    <a:pt x="6748994" y="3453724"/>
                  </a:moveTo>
                  <a:lnTo>
                    <a:pt x="6677371" y="3450734"/>
                  </a:lnTo>
                  <a:lnTo>
                    <a:pt x="6605749" y="3447446"/>
                  </a:lnTo>
                  <a:lnTo>
                    <a:pt x="6534126" y="3443830"/>
                  </a:lnTo>
                  <a:lnTo>
                    <a:pt x="6462504" y="3439854"/>
                  </a:lnTo>
                  <a:lnTo>
                    <a:pt x="6390881" y="3435482"/>
                  </a:lnTo>
                  <a:lnTo>
                    <a:pt x="6319259" y="3430675"/>
                  </a:lnTo>
                  <a:lnTo>
                    <a:pt x="6247636" y="3425389"/>
                  </a:lnTo>
                  <a:lnTo>
                    <a:pt x="6176014" y="3419576"/>
                  </a:lnTo>
                  <a:lnTo>
                    <a:pt x="6104391" y="3413184"/>
                  </a:lnTo>
                  <a:lnTo>
                    <a:pt x="6032769" y="3406155"/>
                  </a:lnTo>
                  <a:lnTo>
                    <a:pt x="5961146" y="3398427"/>
                  </a:lnTo>
                  <a:lnTo>
                    <a:pt x="5889524" y="3389928"/>
                  </a:lnTo>
                  <a:lnTo>
                    <a:pt x="5817901" y="3380584"/>
                  </a:lnTo>
                  <a:lnTo>
                    <a:pt x="5746278" y="3370308"/>
                  </a:lnTo>
                  <a:lnTo>
                    <a:pt x="5674656" y="3359009"/>
                  </a:lnTo>
                  <a:lnTo>
                    <a:pt x="5603033" y="3346584"/>
                  </a:lnTo>
                  <a:lnTo>
                    <a:pt x="5531411" y="3332922"/>
                  </a:lnTo>
                  <a:lnTo>
                    <a:pt x="5459788" y="3317899"/>
                  </a:lnTo>
                  <a:lnTo>
                    <a:pt x="5388166" y="3301379"/>
                  </a:lnTo>
                  <a:lnTo>
                    <a:pt x="5316543" y="3283214"/>
                  </a:lnTo>
                  <a:lnTo>
                    <a:pt x="5244921" y="3263240"/>
                  </a:lnTo>
                  <a:lnTo>
                    <a:pt x="5173298" y="3241276"/>
                  </a:lnTo>
                  <a:lnTo>
                    <a:pt x="5101676" y="3217124"/>
                  </a:lnTo>
                  <a:lnTo>
                    <a:pt x="5030053" y="3190567"/>
                  </a:lnTo>
                  <a:lnTo>
                    <a:pt x="4958431" y="3161364"/>
                  </a:lnTo>
                  <a:lnTo>
                    <a:pt x="4886808" y="3129253"/>
                  </a:lnTo>
                  <a:lnTo>
                    <a:pt x="4815186" y="3093943"/>
                  </a:lnTo>
                  <a:lnTo>
                    <a:pt x="4743563" y="3055116"/>
                  </a:lnTo>
                  <a:lnTo>
                    <a:pt x="4671941" y="3012422"/>
                  </a:lnTo>
                  <a:lnTo>
                    <a:pt x="4600318" y="2965475"/>
                  </a:lnTo>
                  <a:lnTo>
                    <a:pt x="4528696" y="2913852"/>
                  </a:lnTo>
                  <a:lnTo>
                    <a:pt x="4457073" y="2857087"/>
                  </a:lnTo>
                  <a:lnTo>
                    <a:pt x="4385450" y="2794668"/>
                  </a:lnTo>
                  <a:lnTo>
                    <a:pt x="4313828" y="2726031"/>
                  </a:lnTo>
                  <a:lnTo>
                    <a:pt x="4242205" y="2653335"/>
                  </a:lnTo>
                  <a:lnTo>
                    <a:pt x="4170583" y="2632986"/>
                  </a:lnTo>
                  <a:lnTo>
                    <a:pt x="4098960" y="2612139"/>
                  </a:lnTo>
                  <a:lnTo>
                    <a:pt x="4027338" y="2590781"/>
                  </a:lnTo>
                  <a:lnTo>
                    <a:pt x="3955715" y="2568899"/>
                  </a:lnTo>
                  <a:lnTo>
                    <a:pt x="3884093" y="2546482"/>
                  </a:lnTo>
                  <a:lnTo>
                    <a:pt x="3812470" y="2523515"/>
                  </a:lnTo>
                  <a:lnTo>
                    <a:pt x="3740848" y="2499985"/>
                  </a:lnTo>
                  <a:lnTo>
                    <a:pt x="3669225" y="2475879"/>
                  </a:lnTo>
                  <a:lnTo>
                    <a:pt x="3597603" y="2451182"/>
                  </a:lnTo>
                  <a:lnTo>
                    <a:pt x="3525980" y="2425879"/>
                  </a:lnTo>
                  <a:lnTo>
                    <a:pt x="3454358" y="2399957"/>
                  </a:lnTo>
                  <a:lnTo>
                    <a:pt x="3382735" y="2373400"/>
                  </a:lnTo>
                  <a:lnTo>
                    <a:pt x="3311113" y="2346192"/>
                  </a:lnTo>
                  <a:lnTo>
                    <a:pt x="3239490" y="2318317"/>
                  </a:lnTo>
                  <a:lnTo>
                    <a:pt x="3167868" y="2289759"/>
                  </a:lnTo>
                  <a:lnTo>
                    <a:pt x="3096245" y="2260501"/>
                  </a:lnTo>
                  <a:lnTo>
                    <a:pt x="3024622" y="2230526"/>
                  </a:lnTo>
                  <a:lnTo>
                    <a:pt x="2953000" y="2199817"/>
                  </a:lnTo>
                  <a:lnTo>
                    <a:pt x="2881377" y="2168355"/>
                  </a:lnTo>
                  <a:lnTo>
                    <a:pt x="2809755" y="2136123"/>
                  </a:lnTo>
                  <a:lnTo>
                    <a:pt x="2738132" y="2103100"/>
                  </a:lnTo>
                  <a:lnTo>
                    <a:pt x="2666510" y="2069268"/>
                  </a:lnTo>
                  <a:lnTo>
                    <a:pt x="2594887" y="2034608"/>
                  </a:lnTo>
                  <a:lnTo>
                    <a:pt x="2523265" y="1999098"/>
                  </a:lnTo>
                  <a:lnTo>
                    <a:pt x="2451642" y="1962718"/>
                  </a:lnTo>
                  <a:lnTo>
                    <a:pt x="2380020" y="1925446"/>
                  </a:lnTo>
                  <a:lnTo>
                    <a:pt x="2308397" y="1887261"/>
                  </a:lnTo>
                  <a:lnTo>
                    <a:pt x="2236775" y="1848140"/>
                  </a:lnTo>
                  <a:lnTo>
                    <a:pt x="2165152" y="1808061"/>
                  </a:lnTo>
                  <a:lnTo>
                    <a:pt x="2093530" y="1767000"/>
                  </a:lnTo>
                  <a:lnTo>
                    <a:pt x="2021907" y="1724932"/>
                  </a:lnTo>
                  <a:lnTo>
                    <a:pt x="1950285" y="1681834"/>
                  </a:lnTo>
                  <a:lnTo>
                    <a:pt x="1878662" y="1637679"/>
                  </a:lnTo>
                  <a:lnTo>
                    <a:pt x="1807040" y="1592443"/>
                  </a:lnTo>
                  <a:lnTo>
                    <a:pt x="1735417" y="1546098"/>
                  </a:lnTo>
                  <a:lnTo>
                    <a:pt x="1663794" y="1498617"/>
                  </a:lnTo>
                  <a:lnTo>
                    <a:pt x="1592172" y="1449973"/>
                  </a:lnTo>
                  <a:lnTo>
                    <a:pt x="1520549" y="1400137"/>
                  </a:lnTo>
                  <a:lnTo>
                    <a:pt x="1448927" y="1349080"/>
                  </a:lnTo>
                  <a:lnTo>
                    <a:pt x="1377304" y="1296771"/>
                  </a:lnTo>
                  <a:lnTo>
                    <a:pt x="1305682" y="1243181"/>
                  </a:lnTo>
                  <a:lnTo>
                    <a:pt x="1234059" y="1188278"/>
                  </a:lnTo>
                  <a:lnTo>
                    <a:pt x="1162437" y="1132029"/>
                  </a:lnTo>
                  <a:lnTo>
                    <a:pt x="1090814" y="1074402"/>
                  </a:lnTo>
                  <a:lnTo>
                    <a:pt x="1019192" y="1015363"/>
                  </a:lnTo>
                  <a:lnTo>
                    <a:pt x="947569" y="954877"/>
                  </a:lnTo>
                  <a:lnTo>
                    <a:pt x="875947" y="892909"/>
                  </a:lnTo>
                  <a:lnTo>
                    <a:pt x="804324" y="829423"/>
                  </a:lnTo>
                  <a:lnTo>
                    <a:pt x="732702" y="764380"/>
                  </a:lnTo>
                  <a:lnTo>
                    <a:pt x="661079" y="697744"/>
                  </a:lnTo>
                  <a:lnTo>
                    <a:pt x="589457" y="629476"/>
                  </a:lnTo>
                  <a:lnTo>
                    <a:pt x="517834" y="559534"/>
                  </a:lnTo>
                  <a:lnTo>
                    <a:pt x="446212" y="487878"/>
                  </a:lnTo>
                  <a:lnTo>
                    <a:pt x="374589" y="414467"/>
                  </a:lnTo>
                  <a:lnTo>
                    <a:pt x="302966" y="339256"/>
                  </a:lnTo>
                  <a:lnTo>
                    <a:pt x="231344" y="262203"/>
                  </a:lnTo>
                  <a:lnTo>
                    <a:pt x="159721" y="183262"/>
                  </a:lnTo>
                  <a:lnTo>
                    <a:pt x="88099" y="102386"/>
                  </a:lnTo>
                  <a:lnTo>
                    <a:pt x="16476" y="1952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34218" y="2073503"/>
              <a:ext cx="4228460" cy="3380381"/>
            </a:xfrm>
            <a:custGeom>
              <a:avLst/>
              <a:pathLst>
                <a:path w="4228460" h="3380381">
                  <a:moveTo>
                    <a:pt x="0" y="0"/>
                  </a:moveTo>
                  <a:lnTo>
                    <a:pt x="2731" y="8137"/>
                  </a:lnTo>
                  <a:lnTo>
                    <a:pt x="74354" y="209168"/>
                  </a:lnTo>
                  <a:lnTo>
                    <a:pt x="145976" y="398571"/>
                  </a:lnTo>
                  <a:lnTo>
                    <a:pt x="217599" y="577019"/>
                  </a:lnTo>
                  <a:lnTo>
                    <a:pt x="289221" y="745145"/>
                  </a:lnTo>
                  <a:lnTo>
                    <a:pt x="360844" y="903547"/>
                  </a:lnTo>
                  <a:lnTo>
                    <a:pt x="432466" y="1052786"/>
                  </a:lnTo>
                  <a:lnTo>
                    <a:pt x="504089" y="1193394"/>
                  </a:lnTo>
                  <a:lnTo>
                    <a:pt x="575711" y="1325869"/>
                  </a:lnTo>
                  <a:lnTo>
                    <a:pt x="647334" y="1450681"/>
                  </a:lnTo>
                  <a:lnTo>
                    <a:pt x="718956" y="1568275"/>
                  </a:lnTo>
                  <a:lnTo>
                    <a:pt x="790579" y="1679066"/>
                  </a:lnTo>
                  <a:lnTo>
                    <a:pt x="862201" y="1783450"/>
                  </a:lnTo>
                  <a:lnTo>
                    <a:pt x="933824" y="1881796"/>
                  </a:lnTo>
                  <a:lnTo>
                    <a:pt x="1005446" y="1974453"/>
                  </a:lnTo>
                  <a:lnTo>
                    <a:pt x="1077069" y="2061751"/>
                  </a:lnTo>
                  <a:lnTo>
                    <a:pt x="1148692" y="2144000"/>
                  </a:lnTo>
                  <a:lnTo>
                    <a:pt x="1220314" y="2221491"/>
                  </a:lnTo>
                  <a:lnTo>
                    <a:pt x="1291937" y="2294501"/>
                  </a:lnTo>
                  <a:lnTo>
                    <a:pt x="1363559" y="2363287"/>
                  </a:lnTo>
                  <a:lnTo>
                    <a:pt x="1435182" y="2428095"/>
                  </a:lnTo>
                  <a:lnTo>
                    <a:pt x="1506804" y="2489154"/>
                  </a:lnTo>
                  <a:lnTo>
                    <a:pt x="1578427" y="2546682"/>
                  </a:lnTo>
                  <a:lnTo>
                    <a:pt x="1650049" y="2600882"/>
                  </a:lnTo>
                  <a:lnTo>
                    <a:pt x="1721672" y="2651947"/>
                  </a:lnTo>
                  <a:lnTo>
                    <a:pt x="1793294" y="2700059"/>
                  </a:lnTo>
                  <a:lnTo>
                    <a:pt x="1864917" y="2745388"/>
                  </a:lnTo>
                  <a:lnTo>
                    <a:pt x="1936539" y="2788095"/>
                  </a:lnTo>
                  <a:lnTo>
                    <a:pt x="2008162" y="2828331"/>
                  </a:lnTo>
                  <a:lnTo>
                    <a:pt x="2079784" y="2866241"/>
                  </a:lnTo>
                  <a:lnTo>
                    <a:pt x="2151407" y="2901958"/>
                  </a:lnTo>
                  <a:lnTo>
                    <a:pt x="2223029" y="2935608"/>
                  </a:lnTo>
                  <a:lnTo>
                    <a:pt x="2294652" y="2967313"/>
                  </a:lnTo>
                  <a:lnTo>
                    <a:pt x="2366274" y="2997184"/>
                  </a:lnTo>
                  <a:lnTo>
                    <a:pt x="2437897" y="3025327"/>
                  </a:lnTo>
                  <a:lnTo>
                    <a:pt x="2509520" y="3051842"/>
                  </a:lnTo>
                  <a:lnTo>
                    <a:pt x="2581142" y="3076823"/>
                  </a:lnTo>
                  <a:lnTo>
                    <a:pt x="2652765" y="3100360"/>
                  </a:lnTo>
                  <a:lnTo>
                    <a:pt x="2724387" y="3122535"/>
                  </a:lnTo>
                  <a:lnTo>
                    <a:pt x="2796010" y="3143428"/>
                  </a:lnTo>
                  <a:lnTo>
                    <a:pt x="2867632" y="3163112"/>
                  </a:lnTo>
                  <a:lnTo>
                    <a:pt x="2939255" y="3181658"/>
                  </a:lnTo>
                  <a:lnTo>
                    <a:pt x="3010877" y="3199131"/>
                  </a:lnTo>
                  <a:lnTo>
                    <a:pt x="3082500" y="3215593"/>
                  </a:lnTo>
                  <a:lnTo>
                    <a:pt x="3154122" y="3231103"/>
                  </a:lnTo>
                  <a:lnTo>
                    <a:pt x="3225745" y="3245716"/>
                  </a:lnTo>
                  <a:lnTo>
                    <a:pt x="3297367" y="3259484"/>
                  </a:lnTo>
                  <a:lnTo>
                    <a:pt x="3368990" y="3272455"/>
                  </a:lnTo>
                  <a:lnTo>
                    <a:pt x="3440612" y="3284676"/>
                  </a:lnTo>
                  <a:lnTo>
                    <a:pt x="3512235" y="3296191"/>
                  </a:lnTo>
                  <a:lnTo>
                    <a:pt x="3583857" y="3307039"/>
                  </a:lnTo>
                  <a:lnTo>
                    <a:pt x="3655480" y="3317260"/>
                  </a:lnTo>
                  <a:lnTo>
                    <a:pt x="3727102" y="3326889"/>
                  </a:lnTo>
                  <a:lnTo>
                    <a:pt x="3798725" y="3335962"/>
                  </a:lnTo>
                  <a:lnTo>
                    <a:pt x="3870348" y="3344510"/>
                  </a:lnTo>
                  <a:lnTo>
                    <a:pt x="3941970" y="3352563"/>
                  </a:lnTo>
                  <a:lnTo>
                    <a:pt x="4013593" y="3360151"/>
                  </a:lnTo>
                  <a:lnTo>
                    <a:pt x="4085215" y="3367300"/>
                  </a:lnTo>
                  <a:lnTo>
                    <a:pt x="4156838" y="3374035"/>
                  </a:lnTo>
                  <a:lnTo>
                    <a:pt x="4228460" y="33803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2.28 (1.40-3.72), p_Bonf = 0.006 (n = 6)  |  per IQR decline (Δ = 23.9): 7.16 (2.23-23.04)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2026-10-09T11:57:51Z</dcterms:modified>
  <cp:category/>
</cp:coreProperties>
</file>