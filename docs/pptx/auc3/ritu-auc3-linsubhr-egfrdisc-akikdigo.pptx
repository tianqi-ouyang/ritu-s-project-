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502830" y="2073503"/>
              <a:ext cx="6759848" cy="3453647"/>
            </a:xfrm>
            <a:custGeom>
              <a:avLst/>
              <a:pathLst>
                <a:path w="6759848" h="3453647">
                  <a:moveTo>
                    <a:pt x="3169461" y="0"/>
                  </a:moveTo>
                  <a:lnTo>
                    <a:pt x="3178722" y="44210"/>
                  </a:lnTo>
                  <a:lnTo>
                    <a:pt x="3250345" y="355211"/>
                  </a:lnTo>
                  <a:lnTo>
                    <a:pt x="3321967" y="638091"/>
                  </a:lnTo>
                  <a:lnTo>
                    <a:pt x="3393590" y="895394"/>
                  </a:lnTo>
                  <a:lnTo>
                    <a:pt x="3465212" y="1129431"/>
                  </a:lnTo>
                  <a:lnTo>
                    <a:pt x="3536835" y="1342307"/>
                  </a:lnTo>
                  <a:lnTo>
                    <a:pt x="3608457" y="1535934"/>
                  </a:lnTo>
                  <a:lnTo>
                    <a:pt x="3680080" y="1712054"/>
                  </a:lnTo>
                  <a:lnTo>
                    <a:pt x="3751702" y="1872250"/>
                  </a:lnTo>
                  <a:lnTo>
                    <a:pt x="3823325" y="2017960"/>
                  </a:lnTo>
                  <a:lnTo>
                    <a:pt x="3894947" y="2150496"/>
                  </a:lnTo>
                  <a:lnTo>
                    <a:pt x="3966570" y="2271047"/>
                  </a:lnTo>
                  <a:lnTo>
                    <a:pt x="4038192" y="2380699"/>
                  </a:lnTo>
                  <a:lnTo>
                    <a:pt x="4109815" y="2480436"/>
                  </a:lnTo>
                  <a:lnTo>
                    <a:pt x="4181438" y="2571155"/>
                  </a:lnTo>
                  <a:lnTo>
                    <a:pt x="4253060" y="2653671"/>
                  </a:lnTo>
                  <a:lnTo>
                    <a:pt x="4324683" y="2673933"/>
                  </a:lnTo>
                  <a:lnTo>
                    <a:pt x="4396305" y="2693265"/>
                  </a:lnTo>
                  <a:lnTo>
                    <a:pt x="4467928" y="2712137"/>
                  </a:lnTo>
                  <a:lnTo>
                    <a:pt x="4539550" y="2730558"/>
                  </a:lnTo>
                  <a:lnTo>
                    <a:pt x="4611173" y="2748539"/>
                  </a:lnTo>
                  <a:lnTo>
                    <a:pt x="4682795" y="2766090"/>
                  </a:lnTo>
                  <a:lnTo>
                    <a:pt x="4754418" y="2783223"/>
                  </a:lnTo>
                  <a:lnTo>
                    <a:pt x="4826040" y="2799947"/>
                  </a:lnTo>
                  <a:lnTo>
                    <a:pt x="4897663" y="2816271"/>
                  </a:lnTo>
                  <a:lnTo>
                    <a:pt x="4969285" y="2832206"/>
                  </a:lnTo>
                  <a:lnTo>
                    <a:pt x="5040908" y="2847761"/>
                  </a:lnTo>
                  <a:lnTo>
                    <a:pt x="5112530" y="2862944"/>
                  </a:lnTo>
                  <a:lnTo>
                    <a:pt x="5184153" y="2877764"/>
                  </a:lnTo>
                  <a:lnTo>
                    <a:pt x="5255775" y="2892231"/>
                  </a:lnTo>
                  <a:lnTo>
                    <a:pt x="5327398" y="2906352"/>
                  </a:lnTo>
                  <a:lnTo>
                    <a:pt x="5399020" y="2920137"/>
                  </a:lnTo>
                  <a:lnTo>
                    <a:pt x="5470643" y="2933592"/>
                  </a:lnTo>
                  <a:lnTo>
                    <a:pt x="5542266" y="2946726"/>
                  </a:lnTo>
                  <a:lnTo>
                    <a:pt x="5613888" y="2959546"/>
                  </a:lnTo>
                  <a:lnTo>
                    <a:pt x="5685511" y="2972061"/>
                  </a:lnTo>
                  <a:lnTo>
                    <a:pt x="5757133" y="2984276"/>
                  </a:lnTo>
                  <a:lnTo>
                    <a:pt x="5828756" y="2996200"/>
                  </a:lnTo>
                  <a:lnTo>
                    <a:pt x="5900378" y="3007839"/>
                  </a:lnTo>
                  <a:lnTo>
                    <a:pt x="5972001" y="3019201"/>
                  </a:lnTo>
                  <a:lnTo>
                    <a:pt x="6043623" y="3030291"/>
                  </a:lnTo>
                  <a:lnTo>
                    <a:pt x="6115246" y="3041117"/>
                  </a:lnTo>
                  <a:lnTo>
                    <a:pt x="6186868" y="3051684"/>
                  </a:lnTo>
                  <a:lnTo>
                    <a:pt x="6258491" y="3061998"/>
                  </a:lnTo>
                  <a:lnTo>
                    <a:pt x="6330113" y="3072067"/>
                  </a:lnTo>
                  <a:lnTo>
                    <a:pt x="6401736" y="3081895"/>
                  </a:lnTo>
                  <a:lnTo>
                    <a:pt x="6473358" y="3091488"/>
                  </a:lnTo>
                  <a:lnTo>
                    <a:pt x="6544981" y="3100853"/>
                  </a:lnTo>
                  <a:lnTo>
                    <a:pt x="6616603" y="3109994"/>
                  </a:lnTo>
                  <a:lnTo>
                    <a:pt x="6688226" y="3118917"/>
                  </a:lnTo>
                  <a:lnTo>
                    <a:pt x="6759848" y="3127626"/>
                  </a:lnTo>
                  <a:lnTo>
                    <a:pt x="6759848" y="3453647"/>
                  </a:lnTo>
                  <a:lnTo>
                    <a:pt x="6688226" y="3450655"/>
                  </a:lnTo>
                  <a:lnTo>
                    <a:pt x="6616603" y="3447365"/>
                  </a:lnTo>
                  <a:lnTo>
                    <a:pt x="6544981" y="3443749"/>
                  </a:lnTo>
                  <a:lnTo>
                    <a:pt x="6473358" y="3439773"/>
                  </a:lnTo>
                  <a:lnTo>
                    <a:pt x="6401736" y="3435401"/>
                  </a:lnTo>
                  <a:lnTo>
                    <a:pt x="6330113" y="3430595"/>
                  </a:lnTo>
                  <a:lnTo>
                    <a:pt x="6258491" y="3425312"/>
                  </a:lnTo>
                  <a:lnTo>
                    <a:pt x="6186868" y="3419503"/>
                  </a:lnTo>
                  <a:lnTo>
                    <a:pt x="6115246" y="3413116"/>
                  </a:lnTo>
                  <a:lnTo>
                    <a:pt x="6043623" y="3406095"/>
                  </a:lnTo>
                  <a:lnTo>
                    <a:pt x="5972001" y="3398376"/>
                  </a:lnTo>
                  <a:lnTo>
                    <a:pt x="5900378" y="3389890"/>
                  </a:lnTo>
                  <a:lnTo>
                    <a:pt x="5828756" y="3380560"/>
                  </a:lnTo>
                  <a:lnTo>
                    <a:pt x="5757133" y="3370302"/>
                  </a:lnTo>
                  <a:lnTo>
                    <a:pt x="5685511" y="3359025"/>
                  </a:lnTo>
                  <a:lnTo>
                    <a:pt x="5613888" y="3346627"/>
                  </a:lnTo>
                  <a:lnTo>
                    <a:pt x="5542266" y="3332996"/>
                  </a:lnTo>
                  <a:lnTo>
                    <a:pt x="5470643" y="3318010"/>
                  </a:lnTo>
                  <a:lnTo>
                    <a:pt x="5399020" y="3301534"/>
                  </a:lnTo>
                  <a:lnTo>
                    <a:pt x="5327398" y="3283421"/>
                  </a:lnTo>
                  <a:lnTo>
                    <a:pt x="5255775" y="3263507"/>
                  </a:lnTo>
                  <a:lnTo>
                    <a:pt x="5184153" y="3241614"/>
                  </a:lnTo>
                  <a:lnTo>
                    <a:pt x="5112530" y="3217544"/>
                  </a:lnTo>
                  <a:lnTo>
                    <a:pt x="5040908" y="3191081"/>
                  </a:lnTo>
                  <a:lnTo>
                    <a:pt x="4969285" y="3161988"/>
                  </a:lnTo>
                  <a:lnTo>
                    <a:pt x="4897663" y="3130003"/>
                  </a:lnTo>
                  <a:lnTo>
                    <a:pt x="4826040" y="3094838"/>
                  </a:lnTo>
                  <a:lnTo>
                    <a:pt x="4754418" y="3056178"/>
                  </a:lnTo>
                  <a:lnTo>
                    <a:pt x="4682795" y="3013674"/>
                  </a:lnTo>
                  <a:lnTo>
                    <a:pt x="4611173" y="2966945"/>
                  </a:lnTo>
                  <a:lnTo>
                    <a:pt x="4539550" y="2915571"/>
                  </a:lnTo>
                  <a:lnTo>
                    <a:pt x="4467928" y="2859090"/>
                  </a:lnTo>
                  <a:lnTo>
                    <a:pt x="4396305" y="2796994"/>
                  </a:lnTo>
                  <a:lnTo>
                    <a:pt x="4324683" y="2728726"/>
                  </a:lnTo>
                  <a:lnTo>
                    <a:pt x="4253060" y="2654127"/>
                  </a:lnTo>
                  <a:lnTo>
                    <a:pt x="4181438" y="2633837"/>
                  </a:lnTo>
                  <a:lnTo>
                    <a:pt x="4109815" y="2613050"/>
                  </a:lnTo>
                  <a:lnTo>
                    <a:pt x="4038192" y="2591756"/>
                  </a:lnTo>
                  <a:lnTo>
                    <a:pt x="3966570" y="2569940"/>
                  </a:lnTo>
                  <a:lnTo>
                    <a:pt x="3894947" y="2547591"/>
                  </a:lnTo>
                  <a:lnTo>
                    <a:pt x="3823325" y="2524695"/>
                  </a:lnTo>
                  <a:lnTo>
                    <a:pt x="3751702" y="2501240"/>
                  </a:lnTo>
                  <a:lnTo>
                    <a:pt x="3680080" y="2477211"/>
                  </a:lnTo>
                  <a:lnTo>
                    <a:pt x="3608457" y="2452594"/>
                  </a:lnTo>
                  <a:lnTo>
                    <a:pt x="3536835" y="2427375"/>
                  </a:lnTo>
                  <a:lnTo>
                    <a:pt x="3465212" y="2401539"/>
                  </a:lnTo>
                  <a:lnTo>
                    <a:pt x="3393590" y="2375071"/>
                  </a:lnTo>
                  <a:lnTo>
                    <a:pt x="3321967" y="2347956"/>
                  </a:lnTo>
                  <a:lnTo>
                    <a:pt x="3250345" y="2320178"/>
                  </a:lnTo>
                  <a:lnTo>
                    <a:pt x="3178722" y="2291720"/>
                  </a:lnTo>
                  <a:lnTo>
                    <a:pt x="3107100" y="2262567"/>
                  </a:lnTo>
                  <a:lnTo>
                    <a:pt x="3035477" y="2232700"/>
                  </a:lnTo>
                  <a:lnTo>
                    <a:pt x="2963855" y="2202103"/>
                  </a:lnTo>
                  <a:lnTo>
                    <a:pt x="2892232" y="2170758"/>
                  </a:lnTo>
                  <a:lnTo>
                    <a:pt x="2820610" y="2138646"/>
                  </a:lnTo>
                  <a:lnTo>
                    <a:pt x="2748987" y="2105749"/>
                  </a:lnTo>
                  <a:lnTo>
                    <a:pt x="2677364" y="2072047"/>
                  </a:lnTo>
                  <a:lnTo>
                    <a:pt x="2605742" y="2037521"/>
                  </a:lnTo>
                  <a:lnTo>
                    <a:pt x="2534119" y="2002150"/>
                  </a:lnTo>
                  <a:lnTo>
                    <a:pt x="2462497" y="1965915"/>
                  </a:lnTo>
                  <a:lnTo>
                    <a:pt x="2390874" y="1928793"/>
                  </a:lnTo>
                  <a:lnTo>
                    <a:pt x="2319252" y="1890763"/>
                  </a:lnTo>
                  <a:lnTo>
                    <a:pt x="2247629" y="1851804"/>
                  </a:lnTo>
                  <a:lnTo>
                    <a:pt x="2176007" y="1811891"/>
                  </a:lnTo>
                  <a:lnTo>
                    <a:pt x="2104384" y="1771002"/>
                  </a:lnTo>
                  <a:lnTo>
                    <a:pt x="2032762" y="1729114"/>
                  </a:lnTo>
                  <a:lnTo>
                    <a:pt x="1961139" y="1686200"/>
                  </a:lnTo>
                  <a:lnTo>
                    <a:pt x="1889517" y="1642238"/>
                  </a:lnTo>
                  <a:lnTo>
                    <a:pt x="1817894" y="1597200"/>
                  </a:lnTo>
                  <a:lnTo>
                    <a:pt x="1746272" y="1551060"/>
                  </a:lnTo>
                  <a:lnTo>
                    <a:pt x="1674649" y="1503792"/>
                  </a:lnTo>
                  <a:lnTo>
                    <a:pt x="1603027" y="1455368"/>
                  </a:lnTo>
                  <a:lnTo>
                    <a:pt x="1531404" y="1405760"/>
                  </a:lnTo>
                  <a:lnTo>
                    <a:pt x="1459782" y="1354938"/>
                  </a:lnTo>
                  <a:lnTo>
                    <a:pt x="1388159" y="1302874"/>
                  </a:lnTo>
                  <a:lnTo>
                    <a:pt x="1316536" y="1249536"/>
                  </a:lnTo>
                  <a:lnTo>
                    <a:pt x="1244914" y="1194894"/>
                  </a:lnTo>
                  <a:lnTo>
                    <a:pt x="1173291" y="1138915"/>
                  </a:lnTo>
                  <a:lnTo>
                    <a:pt x="1101669" y="1081567"/>
                  </a:lnTo>
                  <a:lnTo>
                    <a:pt x="1030046" y="1022817"/>
                  </a:lnTo>
                  <a:lnTo>
                    <a:pt x="958424" y="962630"/>
                  </a:lnTo>
                  <a:lnTo>
                    <a:pt x="886801" y="900970"/>
                  </a:lnTo>
                  <a:lnTo>
                    <a:pt x="815179" y="837803"/>
                  </a:lnTo>
                  <a:lnTo>
                    <a:pt x="743556" y="773091"/>
                  </a:lnTo>
                  <a:lnTo>
                    <a:pt x="671934" y="706796"/>
                  </a:lnTo>
                  <a:lnTo>
                    <a:pt x="600311" y="638880"/>
                  </a:lnTo>
                  <a:lnTo>
                    <a:pt x="528689" y="569303"/>
                  </a:lnTo>
                  <a:lnTo>
                    <a:pt x="457066" y="498024"/>
                  </a:lnTo>
                  <a:lnTo>
                    <a:pt x="385444" y="425002"/>
                  </a:lnTo>
                  <a:lnTo>
                    <a:pt x="313821" y="350194"/>
                  </a:lnTo>
                  <a:lnTo>
                    <a:pt x="242199" y="273556"/>
                  </a:lnTo>
                  <a:lnTo>
                    <a:pt x="170576" y="195044"/>
                  </a:lnTo>
                  <a:lnTo>
                    <a:pt x="98954" y="114612"/>
                  </a:lnTo>
                  <a:lnTo>
                    <a:pt x="27331" y="322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672292" y="2073503"/>
              <a:ext cx="3590387" cy="3127626"/>
            </a:xfrm>
            <a:custGeom>
              <a:avLst/>
              <a:pathLst>
                <a:path w="3590387" h="3127626">
                  <a:moveTo>
                    <a:pt x="0" y="0"/>
                  </a:moveTo>
                  <a:lnTo>
                    <a:pt x="9260" y="44210"/>
                  </a:lnTo>
                  <a:lnTo>
                    <a:pt x="80883" y="355211"/>
                  </a:lnTo>
                  <a:lnTo>
                    <a:pt x="152505" y="638091"/>
                  </a:lnTo>
                  <a:lnTo>
                    <a:pt x="224128" y="895394"/>
                  </a:lnTo>
                  <a:lnTo>
                    <a:pt x="295751" y="1129431"/>
                  </a:lnTo>
                  <a:lnTo>
                    <a:pt x="367373" y="1342307"/>
                  </a:lnTo>
                  <a:lnTo>
                    <a:pt x="438996" y="1535934"/>
                  </a:lnTo>
                  <a:lnTo>
                    <a:pt x="510618" y="1712054"/>
                  </a:lnTo>
                  <a:lnTo>
                    <a:pt x="582241" y="1872250"/>
                  </a:lnTo>
                  <a:lnTo>
                    <a:pt x="653863" y="2017960"/>
                  </a:lnTo>
                  <a:lnTo>
                    <a:pt x="725486" y="2150496"/>
                  </a:lnTo>
                  <a:lnTo>
                    <a:pt x="797108" y="2271047"/>
                  </a:lnTo>
                  <a:lnTo>
                    <a:pt x="868731" y="2380699"/>
                  </a:lnTo>
                  <a:lnTo>
                    <a:pt x="940353" y="2480436"/>
                  </a:lnTo>
                  <a:lnTo>
                    <a:pt x="1011976" y="2571155"/>
                  </a:lnTo>
                  <a:lnTo>
                    <a:pt x="1083598" y="2653671"/>
                  </a:lnTo>
                  <a:lnTo>
                    <a:pt x="1155221" y="2673933"/>
                  </a:lnTo>
                  <a:lnTo>
                    <a:pt x="1226843" y="2693265"/>
                  </a:lnTo>
                  <a:lnTo>
                    <a:pt x="1298466" y="2712137"/>
                  </a:lnTo>
                  <a:lnTo>
                    <a:pt x="1370088" y="2730558"/>
                  </a:lnTo>
                  <a:lnTo>
                    <a:pt x="1441711" y="2748539"/>
                  </a:lnTo>
                  <a:lnTo>
                    <a:pt x="1513333" y="2766090"/>
                  </a:lnTo>
                  <a:lnTo>
                    <a:pt x="1584956" y="2783223"/>
                  </a:lnTo>
                  <a:lnTo>
                    <a:pt x="1656579" y="2799947"/>
                  </a:lnTo>
                  <a:lnTo>
                    <a:pt x="1728201" y="2816271"/>
                  </a:lnTo>
                  <a:lnTo>
                    <a:pt x="1799824" y="2832206"/>
                  </a:lnTo>
                  <a:lnTo>
                    <a:pt x="1871446" y="2847761"/>
                  </a:lnTo>
                  <a:lnTo>
                    <a:pt x="1943069" y="2862944"/>
                  </a:lnTo>
                  <a:lnTo>
                    <a:pt x="2014691" y="2877764"/>
                  </a:lnTo>
                  <a:lnTo>
                    <a:pt x="2086314" y="2892231"/>
                  </a:lnTo>
                  <a:lnTo>
                    <a:pt x="2157936" y="2906352"/>
                  </a:lnTo>
                  <a:lnTo>
                    <a:pt x="2229559" y="2920137"/>
                  </a:lnTo>
                  <a:lnTo>
                    <a:pt x="2301181" y="2933592"/>
                  </a:lnTo>
                  <a:lnTo>
                    <a:pt x="2372804" y="2946726"/>
                  </a:lnTo>
                  <a:lnTo>
                    <a:pt x="2444426" y="2959546"/>
                  </a:lnTo>
                  <a:lnTo>
                    <a:pt x="2516049" y="2972061"/>
                  </a:lnTo>
                  <a:lnTo>
                    <a:pt x="2587671" y="2984276"/>
                  </a:lnTo>
                  <a:lnTo>
                    <a:pt x="2659294" y="2996200"/>
                  </a:lnTo>
                  <a:lnTo>
                    <a:pt x="2730916" y="3007839"/>
                  </a:lnTo>
                  <a:lnTo>
                    <a:pt x="2802539" y="3019201"/>
                  </a:lnTo>
                  <a:lnTo>
                    <a:pt x="2874161" y="3030291"/>
                  </a:lnTo>
                  <a:lnTo>
                    <a:pt x="2945784" y="3041117"/>
                  </a:lnTo>
                  <a:lnTo>
                    <a:pt x="3017407" y="3051684"/>
                  </a:lnTo>
                  <a:lnTo>
                    <a:pt x="3089029" y="3061998"/>
                  </a:lnTo>
                  <a:lnTo>
                    <a:pt x="3160652" y="3072067"/>
                  </a:lnTo>
                  <a:lnTo>
                    <a:pt x="3232274" y="3081895"/>
                  </a:lnTo>
                  <a:lnTo>
                    <a:pt x="3303897" y="3091488"/>
                  </a:lnTo>
                  <a:lnTo>
                    <a:pt x="3375519" y="3100853"/>
                  </a:lnTo>
                  <a:lnTo>
                    <a:pt x="3447142" y="3109994"/>
                  </a:lnTo>
                  <a:lnTo>
                    <a:pt x="3518764" y="3118917"/>
                  </a:lnTo>
                  <a:lnTo>
                    <a:pt x="3590387" y="31276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02830" y="2073503"/>
              <a:ext cx="6759848" cy="3453647"/>
            </a:xfrm>
            <a:custGeom>
              <a:avLst/>
              <a:pathLst>
                <a:path w="6759848" h="3453647">
                  <a:moveTo>
                    <a:pt x="6759848" y="3453647"/>
                  </a:moveTo>
                  <a:lnTo>
                    <a:pt x="6688226" y="3450655"/>
                  </a:lnTo>
                  <a:lnTo>
                    <a:pt x="6616603" y="3447365"/>
                  </a:lnTo>
                  <a:lnTo>
                    <a:pt x="6544981" y="3443749"/>
                  </a:lnTo>
                  <a:lnTo>
                    <a:pt x="6473358" y="3439773"/>
                  </a:lnTo>
                  <a:lnTo>
                    <a:pt x="6401736" y="3435401"/>
                  </a:lnTo>
                  <a:lnTo>
                    <a:pt x="6330113" y="3430595"/>
                  </a:lnTo>
                  <a:lnTo>
                    <a:pt x="6258491" y="3425312"/>
                  </a:lnTo>
                  <a:lnTo>
                    <a:pt x="6186868" y="3419503"/>
                  </a:lnTo>
                  <a:lnTo>
                    <a:pt x="6115246" y="3413116"/>
                  </a:lnTo>
                  <a:lnTo>
                    <a:pt x="6043623" y="3406095"/>
                  </a:lnTo>
                  <a:lnTo>
                    <a:pt x="5972001" y="3398376"/>
                  </a:lnTo>
                  <a:lnTo>
                    <a:pt x="5900378" y="3389890"/>
                  </a:lnTo>
                  <a:lnTo>
                    <a:pt x="5828756" y="3380560"/>
                  </a:lnTo>
                  <a:lnTo>
                    <a:pt x="5757133" y="3370302"/>
                  </a:lnTo>
                  <a:lnTo>
                    <a:pt x="5685511" y="3359025"/>
                  </a:lnTo>
                  <a:lnTo>
                    <a:pt x="5613888" y="3346627"/>
                  </a:lnTo>
                  <a:lnTo>
                    <a:pt x="5542266" y="3332996"/>
                  </a:lnTo>
                  <a:lnTo>
                    <a:pt x="5470643" y="3318010"/>
                  </a:lnTo>
                  <a:lnTo>
                    <a:pt x="5399020" y="3301534"/>
                  </a:lnTo>
                  <a:lnTo>
                    <a:pt x="5327398" y="3283421"/>
                  </a:lnTo>
                  <a:lnTo>
                    <a:pt x="5255775" y="3263507"/>
                  </a:lnTo>
                  <a:lnTo>
                    <a:pt x="5184153" y="3241614"/>
                  </a:lnTo>
                  <a:lnTo>
                    <a:pt x="5112530" y="3217544"/>
                  </a:lnTo>
                  <a:lnTo>
                    <a:pt x="5040908" y="3191081"/>
                  </a:lnTo>
                  <a:lnTo>
                    <a:pt x="4969285" y="3161988"/>
                  </a:lnTo>
                  <a:lnTo>
                    <a:pt x="4897663" y="3130003"/>
                  </a:lnTo>
                  <a:lnTo>
                    <a:pt x="4826040" y="3094838"/>
                  </a:lnTo>
                  <a:lnTo>
                    <a:pt x="4754418" y="3056178"/>
                  </a:lnTo>
                  <a:lnTo>
                    <a:pt x="4682795" y="3013674"/>
                  </a:lnTo>
                  <a:lnTo>
                    <a:pt x="4611173" y="2966945"/>
                  </a:lnTo>
                  <a:lnTo>
                    <a:pt x="4539550" y="2915571"/>
                  </a:lnTo>
                  <a:lnTo>
                    <a:pt x="4467928" y="2859090"/>
                  </a:lnTo>
                  <a:lnTo>
                    <a:pt x="4396305" y="2796994"/>
                  </a:lnTo>
                  <a:lnTo>
                    <a:pt x="4324683" y="2728726"/>
                  </a:lnTo>
                  <a:lnTo>
                    <a:pt x="4253060" y="2654127"/>
                  </a:lnTo>
                  <a:lnTo>
                    <a:pt x="4181438" y="2633837"/>
                  </a:lnTo>
                  <a:lnTo>
                    <a:pt x="4109815" y="2613050"/>
                  </a:lnTo>
                  <a:lnTo>
                    <a:pt x="4038192" y="2591756"/>
                  </a:lnTo>
                  <a:lnTo>
                    <a:pt x="3966570" y="2569940"/>
                  </a:lnTo>
                  <a:lnTo>
                    <a:pt x="3894947" y="2547591"/>
                  </a:lnTo>
                  <a:lnTo>
                    <a:pt x="3823325" y="2524695"/>
                  </a:lnTo>
                  <a:lnTo>
                    <a:pt x="3751702" y="2501240"/>
                  </a:lnTo>
                  <a:lnTo>
                    <a:pt x="3680080" y="2477211"/>
                  </a:lnTo>
                  <a:lnTo>
                    <a:pt x="3608457" y="2452594"/>
                  </a:lnTo>
                  <a:lnTo>
                    <a:pt x="3536835" y="2427375"/>
                  </a:lnTo>
                  <a:lnTo>
                    <a:pt x="3465212" y="2401539"/>
                  </a:lnTo>
                  <a:lnTo>
                    <a:pt x="3393590" y="2375071"/>
                  </a:lnTo>
                  <a:lnTo>
                    <a:pt x="3321967" y="2347956"/>
                  </a:lnTo>
                  <a:lnTo>
                    <a:pt x="3250345" y="2320178"/>
                  </a:lnTo>
                  <a:lnTo>
                    <a:pt x="3178722" y="2291720"/>
                  </a:lnTo>
                  <a:lnTo>
                    <a:pt x="3107100" y="2262567"/>
                  </a:lnTo>
                  <a:lnTo>
                    <a:pt x="3035477" y="2232700"/>
                  </a:lnTo>
                  <a:lnTo>
                    <a:pt x="2963855" y="2202103"/>
                  </a:lnTo>
                  <a:lnTo>
                    <a:pt x="2892232" y="2170758"/>
                  </a:lnTo>
                  <a:lnTo>
                    <a:pt x="2820610" y="2138646"/>
                  </a:lnTo>
                  <a:lnTo>
                    <a:pt x="2748987" y="2105749"/>
                  </a:lnTo>
                  <a:lnTo>
                    <a:pt x="2677364" y="2072047"/>
                  </a:lnTo>
                  <a:lnTo>
                    <a:pt x="2605742" y="2037521"/>
                  </a:lnTo>
                  <a:lnTo>
                    <a:pt x="2534119" y="2002150"/>
                  </a:lnTo>
                  <a:lnTo>
                    <a:pt x="2462497" y="1965915"/>
                  </a:lnTo>
                  <a:lnTo>
                    <a:pt x="2390874" y="1928793"/>
                  </a:lnTo>
                  <a:lnTo>
                    <a:pt x="2319252" y="1890763"/>
                  </a:lnTo>
                  <a:lnTo>
                    <a:pt x="2247629" y="1851804"/>
                  </a:lnTo>
                  <a:lnTo>
                    <a:pt x="2176007" y="1811891"/>
                  </a:lnTo>
                  <a:lnTo>
                    <a:pt x="2104384" y="1771002"/>
                  </a:lnTo>
                  <a:lnTo>
                    <a:pt x="2032762" y="1729114"/>
                  </a:lnTo>
                  <a:lnTo>
                    <a:pt x="1961139" y="1686200"/>
                  </a:lnTo>
                  <a:lnTo>
                    <a:pt x="1889517" y="1642238"/>
                  </a:lnTo>
                  <a:lnTo>
                    <a:pt x="1817894" y="1597200"/>
                  </a:lnTo>
                  <a:lnTo>
                    <a:pt x="1746272" y="1551060"/>
                  </a:lnTo>
                  <a:lnTo>
                    <a:pt x="1674649" y="1503792"/>
                  </a:lnTo>
                  <a:lnTo>
                    <a:pt x="1603027" y="1455368"/>
                  </a:lnTo>
                  <a:lnTo>
                    <a:pt x="1531404" y="1405760"/>
                  </a:lnTo>
                  <a:lnTo>
                    <a:pt x="1459782" y="1354938"/>
                  </a:lnTo>
                  <a:lnTo>
                    <a:pt x="1388159" y="1302874"/>
                  </a:lnTo>
                  <a:lnTo>
                    <a:pt x="1316536" y="1249536"/>
                  </a:lnTo>
                  <a:lnTo>
                    <a:pt x="1244914" y="1194894"/>
                  </a:lnTo>
                  <a:lnTo>
                    <a:pt x="1173291" y="1138915"/>
                  </a:lnTo>
                  <a:lnTo>
                    <a:pt x="1101669" y="1081567"/>
                  </a:lnTo>
                  <a:lnTo>
                    <a:pt x="1030046" y="1022817"/>
                  </a:lnTo>
                  <a:lnTo>
                    <a:pt x="958424" y="962630"/>
                  </a:lnTo>
                  <a:lnTo>
                    <a:pt x="886801" y="900970"/>
                  </a:lnTo>
                  <a:lnTo>
                    <a:pt x="815179" y="837803"/>
                  </a:lnTo>
                  <a:lnTo>
                    <a:pt x="743556" y="773091"/>
                  </a:lnTo>
                  <a:lnTo>
                    <a:pt x="671934" y="706796"/>
                  </a:lnTo>
                  <a:lnTo>
                    <a:pt x="600311" y="638880"/>
                  </a:lnTo>
                  <a:lnTo>
                    <a:pt x="528689" y="569303"/>
                  </a:lnTo>
                  <a:lnTo>
                    <a:pt x="457066" y="498024"/>
                  </a:lnTo>
                  <a:lnTo>
                    <a:pt x="385444" y="425002"/>
                  </a:lnTo>
                  <a:lnTo>
                    <a:pt x="313821" y="350194"/>
                  </a:lnTo>
                  <a:lnTo>
                    <a:pt x="242199" y="273556"/>
                  </a:lnTo>
                  <a:lnTo>
                    <a:pt x="170576" y="195044"/>
                  </a:lnTo>
                  <a:lnTo>
                    <a:pt x="98954" y="114612"/>
                  </a:lnTo>
                  <a:lnTo>
                    <a:pt x="27331" y="322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28259" y="2073503"/>
              <a:ext cx="4234420" cy="3380214"/>
            </a:xfrm>
            <a:custGeom>
              <a:avLst/>
              <a:pathLst>
                <a:path w="4234420" h="3380214">
                  <a:moveTo>
                    <a:pt x="0" y="0"/>
                  </a:moveTo>
                  <a:lnTo>
                    <a:pt x="8691" y="25711"/>
                  </a:lnTo>
                  <a:lnTo>
                    <a:pt x="80313" y="225355"/>
                  </a:lnTo>
                  <a:lnTo>
                    <a:pt x="151936" y="413474"/>
                  </a:lnTo>
                  <a:lnTo>
                    <a:pt x="223558" y="590732"/>
                  </a:lnTo>
                  <a:lnTo>
                    <a:pt x="295181" y="757756"/>
                  </a:lnTo>
                  <a:lnTo>
                    <a:pt x="366803" y="915137"/>
                  </a:lnTo>
                  <a:lnTo>
                    <a:pt x="438426" y="1063432"/>
                  </a:lnTo>
                  <a:lnTo>
                    <a:pt x="510048" y="1203166"/>
                  </a:lnTo>
                  <a:lnTo>
                    <a:pt x="581671" y="1334832"/>
                  </a:lnTo>
                  <a:lnTo>
                    <a:pt x="653294" y="1458897"/>
                  </a:lnTo>
                  <a:lnTo>
                    <a:pt x="724916" y="1575798"/>
                  </a:lnTo>
                  <a:lnTo>
                    <a:pt x="796539" y="1685951"/>
                  </a:lnTo>
                  <a:lnTo>
                    <a:pt x="868161" y="1789744"/>
                  </a:lnTo>
                  <a:lnTo>
                    <a:pt x="939784" y="1887545"/>
                  </a:lnTo>
                  <a:lnTo>
                    <a:pt x="1011406" y="1979700"/>
                  </a:lnTo>
                  <a:lnTo>
                    <a:pt x="1083029" y="2066534"/>
                  </a:lnTo>
                  <a:lnTo>
                    <a:pt x="1154651" y="2148354"/>
                  </a:lnTo>
                  <a:lnTo>
                    <a:pt x="1226274" y="2225451"/>
                  </a:lnTo>
                  <a:lnTo>
                    <a:pt x="1297896" y="2298097"/>
                  </a:lnTo>
                  <a:lnTo>
                    <a:pt x="1369519" y="2366549"/>
                  </a:lnTo>
                  <a:lnTo>
                    <a:pt x="1441141" y="2431049"/>
                  </a:lnTo>
                  <a:lnTo>
                    <a:pt x="1512764" y="2491825"/>
                  </a:lnTo>
                  <a:lnTo>
                    <a:pt x="1584386" y="2549092"/>
                  </a:lnTo>
                  <a:lnTo>
                    <a:pt x="1656009" y="2603053"/>
                  </a:lnTo>
                  <a:lnTo>
                    <a:pt x="1727631" y="2653899"/>
                  </a:lnTo>
                  <a:lnTo>
                    <a:pt x="1799254" y="2701809"/>
                  </a:lnTo>
                  <a:lnTo>
                    <a:pt x="1870876" y="2746953"/>
                  </a:lnTo>
                  <a:lnTo>
                    <a:pt x="1942499" y="2789491"/>
                  </a:lnTo>
                  <a:lnTo>
                    <a:pt x="2014122" y="2829573"/>
                  </a:lnTo>
                  <a:lnTo>
                    <a:pt x="2085744" y="2867340"/>
                  </a:lnTo>
                  <a:lnTo>
                    <a:pt x="2157367" y="2902928"/>
                  </a:lnTo>
                  <a:lnTo>
                    <a:pt x="2228989" y="2936460"/>
                  </a:lnTo>
                  <a:lnTo>
                    <a:pt x="2300612" y="2968057"/>
                  </a:lnTo>
                  <a:lnTo>
                    <a:pt x="2372234" y="2997830"/>
                  </a:lnTo>
                  <a:lnTo>
                    <a:pt x="2443857" y="3025884"/>
                  </a:lnTo>
                  <a:lnTo>
                    <a:pt x="2515479" y="3052318"/>
                  </a:lnTo>
                  <a:lnTo>
                    <a:pt x="2587102" y="3077226"/>
                  </a:lnTo>
                  <a:lnTo>
                    <a:pt x="2658724" y="3100695"/>
                  </a:lnTo>
                  <a:lnTo>
                    <a:pt x="2730347" y="3122810"/>
                  </a:lnTo>
                  <a:lnTo>
                    <a:pt x="2801969" y="3143649"/>
                  </a:lnTo>
                  <a:lnTo>
                    <a:pt x="2873592" y="3163284"/>
                  </a:lnTo>
                  <a:lnTo>
                    <a:pt x="2945214" y="3181785"/>
                  </a:lnTo>
                  <a:lnTo>
                    <a:pt x="3016837" y="3199218"/>
                  </a:lnTo>
                  <a:lnTo>
                    <a:pt x="3088459" y="3215645"/>
                  </a:lnTo>
                  <a:lnTo>
                    <a:pt x="3160082" y="3231124"/>
                  </a:lnTo>
                  <a:lnTo>
                    <a:pt x="3231704" y="3245708"/>
                  </a:lnTo>
                  <a:lnTo>
                    <a:pt x="3303327" y="3259451"/>
                  </a:lnTo>
                  <a:lnTo>
                    <a:pt x="3374950" y="3272401"/>
                  </a:lnTo>
                  <a:lnTo>
                    <a:pt x="3446572" y="3284602"/>
                  </a:lnTo>
                  <a:lnTo>
                    <a:pt x="3518195" y="3296100"/>
                  </a:lnTo>
                  <a:lnTo>
                    <a:pt x="3589817" y="3306933"/>
                  </a:lnTo>
                  <a:lnTo>
                    <a:pt x="3661440" y="3317141"/>
                  </a:lnTo>
                  <a:lnTo>
                    <a:pt x="3733062" y="3326760"/>
                  </a:lnTo>
                  <a:lnTo>
                    <a:pt x="3804685" y="3335823"/>
                  </a:lnTo>
                  <a:lnTo>
                    <a:pt x="3876307" y="3344364"/>
                  </a:lnTo>
                  <a:lnTo>
                    <a:pt x="3947930" y="3352411"/>
                  </a:lnTo>
                  <a:lnTo>
                    <a:pt x="4019552" y="3359993"/>
                  </a:lnTo>
                  <a:lnTo>
                    <a:pt x="4091175" y="3367138"/>
                  </a:lnTo>
                  <a:lnTo>
                    <a:pt x="4162797" y="3373870"/>
                  </a:lnTo>
                  <a:lnTo>
                    <a:pt x="4234420" y="338021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2.28 (1.40-3.72), p_Bonf = 0.006 (n = 6)  |  per IQR decline (Δ = 24.2): 7.36 (2.25-24.05)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2026-08-06T10:34:55Z</dcterms:modified>
  <cp:category/>
</cp:coreProperties>
</file>