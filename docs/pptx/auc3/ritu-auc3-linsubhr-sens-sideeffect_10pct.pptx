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92429"/>
            </a:xfrm>
            <a:custGeom>
              <a:avLst/>
              <a:pathLst>
                <a:path w="7090630" h="3392429">
                  <a:moveTo>
                    <a:pt x="755170" y="0"/>
                  </a:moveTo>
                  <a:lnTo>
                    <a:pt x="787847" y="65537"/>
                  </a:lnTo>
                  <a:lnTo>
                    <a:pt x="859470" y="203391"/>
                  </a:lnTo>
                  <a:lnTo>
                    <a:pt x="931092" y="335685"/>
                  </a:lnTo>
                  <a:lnTo>
                    <a:pt x="1002715" y="462645"/>
                  </a:lnTo>
                  <a:lnTo>
                    <a:pt x="1074337" y="584484"/>
                  </a:lnTo>
                  <a:lnTo>
                    <a:pt x="1145960" y="701409"/>
                  </a:lnTo>
                  <a:lnTo>
                    <a:pt x="1217582" y="813619"/>
                  </a:lnTo>
                  <a:lnTo>
                    <a:pt x="1289205" y="921303"/>
                  </a:lnTo>
                  <a:lnTo>
                    <a:pt x="1360827" y="1024645"/>
                  </a:lnTo>
                  <a:lnTo>
                    <a:pt x="1432450" y="1123819"/>
                  </a:lnTo>
                  <a:lnTo>
                    <a:pt x="1504073" y="1218993"/>
                  </a:lnTo>
                  <a:lnTo>
                    <a:pt x="1575695" y="1310329"/>
                  </a:lnTo>
                  <a:lnTo>
                    <a:pt x="1647318" y="1397981"/>
                  </a:lnTo>
                  <a:lnTo>
                    <a:pt x="1718940" y="1482099"/>
                  </a:lnTo>
                  <a:lnTo>
                    <a:pt x="1790563" y="1562824"/>
                  </a:lnTo>
                  <a:lnTo>
                    <a:pt x="1862185" y="1640293"/>
                  </a:lnTo>
                  <a:lnTo>
                    <a:pt x="1933808" y="1714638"/>
                  </a:lnTo>
                  <a:lnTo>
                    <a:pt x="2005430" y="1785985"/>
                  </a:lnTo>
                  <a:lnTo>
                    <a:pt x="2077053" y="1854455"/>
                  </a:lnTo>
                  <a:lnTo>
                    <a:pt x="2148675" y="1920163"/>
                  </a:lnTo>
                  <a:lnTo>
                    <a:pt x="2220298" y="1983221"/>
                  </a:lnTo>
                  <a:lnTo>
                    <a:pt x="2291920" y="2043737"/>
                  </a:lnTo>
                  <a:lnTo>
                    <a:pt x="2363543" y="2101811"/>
                  </a:lnTo>
                  <a:lnTo>
                    <a:pt x="2435165" y="2157544"/>
                  </a:lnTo>
                  <a:lnTo>
                    <a:pt x="2506788" y="2211028"/>
                  </a:lnTo>
                  <a:lnTo>
                    <a:pt x="2578410" y="2262356"/>
                  </a:lnTo>
                  <a:lnTo>
                    <a:pt x="2650033" y="2311614"/>
                  </a:lnTo>
                  <a:lnTo>
                    <a:pt x="2721655" y="2358885"/>
                  </a:lnTo>
                  <a:lnTo>
                    <a:pt x="2793278" y="2404250"/>
                  </a:lnTo>
                  <a:lnTo>
                    <a:pt x="2864901" y="2447786"/>
                  </a:lnTo>
                  <a:lnTo>
                    <a:pt x="2936523" y="2489565"/>
                  </a:lnTo>
                  <a:lnTo>
                    <a:pt x="3008146" y="2529660"/>
                  </a:lnTo>
                  <a:lnTo>
                    <a:pt x="3079768" y="2568138"/>
                  </a:lnTo>
                  <a:lnTo>
                    <a:pt x="3151391" y="2605063"/>
                  </a:lnTo>
                  <a:lnTo>
                    <a:pt x="3223013" y="2640500"/>
                  </a:lnTo>
                  <a:lnTo>
                    <a:pt x="3294636" y="2631916"/>
                  </a:lnTo>
                  <a:lnTo>
                    <a:pt x="3366258" y="2593267"/>
                  </a:lnTo>
                  <a:lnTo>
                    <a:pt x="3437881" y="2552865"/>
                  </a:lnTo>
                  <a:lnTo>
                    <a:pt x="3509503" y="2510630"/>
                  </a:lnTo>
                  <a:lnTo>
                    <a:pt x="3581126" y="2466478"/>
                  </a:lnTo>
                  <a:lnTo>
                    <a:pt x="3652748" y="2420323"/>
                  </a:lnTo>
                  <a:lnTo>
                    <a:pt x="3724371" y="2372074"/>
                  </a:lnTo>
                  <a:lnTo>
                    <a:pt x="3795993" y="2321636"/>
                  </a:lnTo>
                  <a:lnTo>
                    <a:pt x="3867616" y="2268909"/>
                  </a:lnTo>
                  <a:lnTo>
                    <a:pt x="3939238" y="2213791"/>
                  </a:lnTo>
                  <a:lnTo>
                    <a:pt x="4010861" y="2156171"/>
                  </a:lnTo>
                  <a:lnTo>
                    <a:pt x="4082483" y="2095937"/>
                  </a:lnTo>
                  <a:lnTo>
                    <a:pt x="4154106" y="2032970"/>
                  </a:lnTo>
                  <a:lnTo>
                    <a:pt x="4225729" y="1967147"/>
                  </a:lnTo>
                  <a:lnTo>
                    <a:pt x="4297351" y="1898336"/>
                  </a:lnTo>
                  <a:lnTo>
                    <a:pt x="4368974" y="1826404"/>
                  </a:lnTo>
                  <a:lnTo>
                    <a:pt x="4440596" y="1751208"/>
                  </a:lnTo>
                  <a:lnTo>
                    <a:pt x="4512219" y="1672601"/>
                  </a:lnTo>
                  <a:lnTo>
                    <a:pt x="4583841" y="1590426"/>
                  </a:lnTo>
                  <a:lnTo>
                    <a:pt x="4655464" y="1504524"/>
                  </a:lnTo>
                  <a:lnTo>
                    <a:pt x="4727086" y="1414724"/>
                  </a:lnTo>
                  <a:lnTo>
                    <a:pt x="4798709" y="1320849"/>
                  </a:lnTo>
                  <a:lnTo>
                    <a:pt x="4870331" y="1222716"/>
                  </a:lnTo>
                  <a:lnTo>
                    <a:pt x="4941954" y="1120130"/>
                  </a:lnTo>
                  <a:lnTo>
                    <a:pt x="5013576" y="1012889"/>
                  </a:lnTo>
                  <a:lnTo>
                    <a:pt x="5085199" y="900783"/>
                  </a:lnTo>
                  <a:lnTo>
                    <a:pt x="5156821" y="783590"/>
                  </a:lnTo>
                  <a:lnTo>
                    <a:pt x="5228444" y="661081"/>
                  </a:lnTo>
                  <a:lnTo>
                    <a:pt x="5300066" y="533012"/>
                  </a:lnTo>
                  <a:lnTo>
                    <a:pt x="5371689" y="399133"/>
                  </a:lnTo>
                  <a:lnTo>
                    <a:pt x="5443311" y="259180"/>
                  </a:lnTo>
                  <a:lnTo>
                    <a:pt x="5514934" y="112877"/>
                  </a:lnTo>
                  <a:lnTo>
                    <a:pt x="5567795" y="0"/>
                  </a:lnTo>
                  <a:lnTo>
                    <a:pt x="7090630" y="0"/>
                  </a:lnTo>
                  <a:lnTo>
                    <a:pt x="7090630" y="3392429"/>
                  </a:lnTo>
                  <a:lnTo>
                    <a:pt x="7019007" y="3388591"/>
                  </a:lnTo>
                  <a:lnTo>
                    <a:pt x="6947385" y="3384592"/>
                  </a:lnTo>
                  <a:lnTo>
                    <a:pt x="6875762" y="3380426"/>
                  </a:lnTo>
                  <a:lnTo>
                    <a:pt x="6804139" y="3376084"/>
                  </a:lnTo>
                  <a:lnTo>
                    <a:pt x="6732517" y="3371559"/>
                  </a:lnTo>
                  <a:lnTo>
                    <a:pt x="6660894" y="3366845"/>
                  </a:lnTo>
                  <a:lnTo>
                    <a:pt x="6589272" y="3361932"/>
                  </a:lnTo>
                  <a:lnTo>
                    <a:pt x="6517649" y="3356813"/>
                  </a:lnTo>
                  <a:lnTo>
                    <a:pt x="6446027" y="3351478"/>
                  </a:lnTo>
                  <a:lnTo>
                    <a:pt x="6374404" y="3345920"/>
                  </a:lnTo>
                  <a:lnTo>
                    <a:pt x="6302782" y="3340128"/>
                  </a:lnTo>
                  <a:lnTo>
                    <a:pt x="6231159" y="3334092"/>
                  </a:lnTo>
                  <a:lnTo>
                    <a:pt x="6159537" y="3327803"/>
                  </a:lnTo>
                  <a:lnTo>
                    <a:pt x="6087914" y="3321250"/>
                  </a:lnTo>
                  <a:lnTo>
                    <a:pt x="6016292" y="3314421"/>
                  </a:lnTo>
                  <a:lnTo>
                    <a:pt x="5944669" y="3307306"/>
                  </a:lnTo>
                  <a:lnTo>
                    <a:pt x="5873047" y="3299891"/>
                  </a:lnTo>
                  <a:lnTo>
                    <a:pt x="5801424" y="3292164"/>
                  </a:lnTo>
                  <a:lnTo>
                    <a:pt x="5729802" y="3284113"/>
                  </a:lnTo>
                  <a:lnTo>
                    <a:pt x="5658179" y="3275724"/>
                  </a:lnTo>
                  <a:lnTo>
                    <a:pt x="5586557" y="3266982"/>
                  </a:lnTo>
                  <a:lnTo>
                    <a:pt x="5514934" y="3257873"/>
                  </a:lnTo>
                  <a:lnTo>
                    <a:pt x="5443311" y="3248381"/>
                  </a:lnTo>
                  <a:lnTo>
                    <a:pt x="5371689" y="3238489"/>
                  </a:lnTo>
                  <a:lnTo>
                    <a:pt x="5300066" y="3228183"/>
                  </a:lnTo>
                  <a:lnTo>
                    <a:pt x="5228444" y="3217443"/>
                  </a:lnTo>
                  <a:lnTo>
                    <a:pt x="5156821" y="3206252"/>
                  </a:lnTo>
                  <a:lnTo>
                    <a:pt x="5085199" y="3194590"/>
                  </a:lnTo>
                  <a:lnTo>
                    <a:pt x="5013576" y="3182439"/>
                  </a:lnTo>
                  <a:lnTo>
                    <a:pt x="4941954" y="3169777"/>
                  </a:lnTo>
                  <a:lnTo>
                    <a:pt x="4870331" y="3156582"/>
                  </a:lnTo>
                  <a:lnTo>
                    <a:pt x="4798709" y="3142833"/>
                  </a:lnTo>
                  <a:lnTo>
                    <a:pt x="4727086" y="3128507"/>
                  </a:lnTo>
                  <a:lnTo>
                    <a:pt x="4655464" y="3113578"/>
                  </a:lnTo>
                  <a:lnTo>
                    <a:pt x="4583841" y="3098022"/>
                  </a:lnTo>
                  <a:lnTo>
                    <a:pt x="4512219" y="3081813"/>
                  </a:lnTo>
                  <a:lnTo>
                    <a:pt x="4440596" y="3064922"/>
                  </a:lnTo>
                  <a:lnTo>
                    <a:pt x="4368974" y="3047321"/>
                  </a:lnTo>
                  <a:lnTo>
                    <a:pt x="4297351" y="3028981"/>
                  </a:lnTo>
                  <a:lnTo>
                    <a:pt x="4225729" y="3009869"/>
                  </a:lnTo>
                  <a:lnTo>
                    <a:pt x="4154106" y="2989955"/>
                  </a:lnTo>
                  <a:lnTo>
                    <a:pt x="4082483" y="2969204"/>
                  </a:lnTo>
                  <a:lnTo>
                    <a:pt x="4010861" y="2947581"/>
                  </a:lnTo>
                  <a:lnTo>
                    <a:pt x="3939238" y="2925049"/>
                  </a:lnTo>
                  <a:lnTo>
                    <a:pt x="3867616" y="2901570"/>
                  </a:lnTo>
                  <a:lnTo>
                    <a:pt x="3795993" y="2877105"/>
                  </a:lnTo>
                  <a:lnTo>
                    <a:pt x="3724371" y="2851611"/>
                  </a:lnTo>
                  <a:lnTo>
                    <a:pt x="3652748" y="2825046"/>
                  </a:lnTo>
                  <a:lnTo>
                    <a:pt x="3581126" y="2797365"/>
                  </a:lnTo>
                  <a:lnTo>
                    <a:pt x="3509503" y="2768520"/>
                  </a:lnTo>
                  <a:lnTo>
                    <a:pt x="3437881" y="2738464"/>
                  </a:lnTo>
                  <a:lnTo>
                    <a:pt x="3366258" y="2707144"/>
                  </a:lnTo>
                  <a:lnTo>
                    <a:pt x="3294636" y="2674508"/>
                  </a:lnTo>
                  <a:lnTo>
                    <a:pt x="3223013" y="2668887"/>
                  </a:lnTo>
                  <a:lnTo>
                    <a:pt x="3151391" y="2704254"/>
                  </a:lnTo>
                  <a:lnTo>
                    <a:pt x="3079768" y="2738086"/>
                  </a:lnTo>
                  <a:lnTo>
                    <a:pt x="3008146" y="2770449"/>
                  </a:lnTo>
                  <a:lnTo>
                    <a:pt x="2936523" y="2801407"/>
                  </a:lnTo>
                  <a:lnTo>
                    <a:pt x="2864901" y="2831022"/>
                  </a:lnTo>
                  <a:lnTo>
                    <a:pt x="2793278" y="2859352"/>
                  </a:lnTo>
                  <a:lnTo>
                    <a:pt x="2721655" y="2886452"/>
                  </a:lnTo>
                  <a:lnTo>
                    <a:pt x="2650033" y="2912376"/>
                  </a:lnTo>
                  <a:lnTo>
                    <a:pt x="2578410" y="2937175"/>
                  </a:lnTo>
                  <a:lnTo>
                    <a:pt x="2506788" y="2960897"/>
                  </a:lnTo>
                  <a:lnTo>
                    <a:pt x="2435165" y="2983590"/>
                  </a:lnTo>
                  <a:lnTo>
                    <a:pt x="2363543" y="3005298"/>
                  </a:lnTo>
                  <a:lnTo>
                    <a:pt x="2291920" y="3026063"/>
                  </a:lnTo>
                  <a:lnTo>
                    <a:pt x="2220298" y="3045928"/>
                  </a:lnTo>
                  <a:lnTo>
                    <a:pt x="2148675" y="3064930"/>
                  </a:lnTo>
                  <a:lnTo>
                    <a:pt x="2077053" y="3083108"/>
                  </a:lnTo>
                  <a:lnTo>
                    <a:pt x="2005430" y="3100496"/>
                  </a:lnTo>
                  <a:lnTo>
                    <a:pt x="1933808" y="3117130"/>
                  </a:lnTo>
                  <a:lnTo>
                    <a:pt x="1862185" y="3133042"/>
                  </a:lnTo>
                  <a:lnTo>
                    <a:pt x="1790563" y="3148263"/>
                  </a:lnTo>
                  <a:lnTo>
                    <a:pt x="1718940" y="3162824"/>
                  </a:lnTo>
                  <a:lnTo>
                    <a:pt x="1647318" y="3176753"/>
                  </a:lnTo>
                  <a:lnTo>
                    <a:pt x="1575695" y="3190077"/>
                  </a:lnTo>
                  <a:lnTo>
                    <a:pt x="1504073" y="3202823"/>
                  </a:lnTo>
                  <a:lnTo>
                    <a:pt x="1432450" y="3215016"/>
                  </a:lnTo>
                  <a:lnTo>
                    <a:pt x="1360827" y="3226679"/>
                  </a:lnTo>
                  <a:lnTo>
                    <a:pt x="1289205" y="3237836"/>
                  </a:lnTo>
                  <a:lnTo>
                    <a:pt x="1217582" y="3248509"/>
                  </a:lnTo>
                  <a:lnTo>
                    <a:pt x="1145960" y="3258719"/>
                  </a:lnTo>
                  <a:lnTo>
                    <a:pt x="1074337" y="3268486"/>
                  </a:lnTo>
                  <a:lnTo>
                    <a:pt x="1002715" y="3277829"/>
                  </a:lnTo>
                  <a:lnTo>
                    <a:pt x="931092" y="3286766"/>
                  </a:lnTo>
                  <a:lnTo>
                    <a:pt x="859470" y="3295315"/>
                  </a:lnTo>
                  <a:lnTo>
                    <a:pt x="787847" y="3303494"/>
                  </a:lnTo>
                  <a:lnTo>
                    <a:pt x="716225" y="3311317"/>
                  </a:lnTo>
                  <a:lnTo>
                    <a:pt x="644602" y="3318801"/>
                  </a:lnTo>
                  <a:lnTo>
                    <a:pt x="572980" y="3325960"/>
                  </a:lnTo>
                  <a:lnTo>
                    <a:pt x="501357" y="3332808"/>
                  </a:lnTo>
                  <a:lnTo>
                    <a:pt x="429735" y="3339359"/>
                  </a:lnTo>
                  <a:lnTo>
                    <a:pt x="358112" y="3345626"/>
                  </a:lnTo>
                  <a:lnTo>
                    <a:pt x="286490" y="3351621"/>
                  </a:lnTo>
                  <a:lnTo>
                    <a:pt x="214867" y="3357355"/>
                  </a:lnTo>
                  <a:lnTo>
                    <a:pt x="143245" y="3362841"/>
                  </a:lnTo>
                  <a:lnTo>
                    <a:pt x="71622" y="3368088"/>
                  </a:lnTo>
                  <a:lnTo>
                    <a:pt x="0" y="337310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27220" y="2073503"/>
              <a:ext cx="4812624" cy="2640500"/>
            </a:xfrm>
            <a:custGeom>
              <a:avLst/>
              <a:pathLst>
                <a:path w="4812624" h="2640500">
                  <a:moveTo>
                    <a:pt x="0" y="0"/>
                  </a:moveTo>
                  <a:lnTo>
                    <a:pt x="32676" y="65537"/>
                  </a:lnTo>
                  <a:lnTo>
                    <a:pt x="104299" y="203391"/>
                  </a:lnTo>
                  <a:lnTo>
                    <a:pt x="175922" y="335685"/>
                  </a:lnTo>
                  <a:lnTo>
                    <a:pt x="247544" y="462645"/>
                  </a:lnTo>
                  <a:lnTo>
                    <a:pt x="319167" y="584484"/>
                  </a:lnTo>
                  <a:lnTo>
                    <a:pt x="390789" y="701409"/>
                  </a:lnTo>
                  <a:lnTo>
                    <a:pt x="462412" y="813619"/>
                  </a:lnTo>
                  <a:lnTo>
                    <a:pt x="534034" y="921303"/>
                  </a:lnTo>
                  <a:lnTo>
                    <a:pt x="605657" y="1024645"/>
                  </a:lnTo>
                  <a:lnTo>
                    <a:pt x="677279" y="1123819"/>
                  </a:lnTo>
                  <a:lnTo>
                    <a:pt x="748902" y="1218993"/>
                  </a:lnTo>
                  <a:lnTo>
                    <a:pt x="820524" y="1310329"/>
                  </a:lnTo>
                  <a:lnTo>
                    <a:pt x="892147" y="1397981"/>
                  </a:lnTo>
                  <a:lnTo>
                    <a:pt x="963769" y="1482099"/>
                  </a:lnTo>
                  <a:lnTo>
                    <a:pt x="1035392" y="1562824"/>
                  </a:lnTo>
                  <a:lnTo>
                    <a:pt x="1107014" y="1640293"/>
                  </a:lnTo>
                  <a:lnTo>
                    <a:pt x="1178637" y="1714638"/>
                  </a:lnTo>
                  <a:lnTo>
                    <a:pt x="1250259" y="1785985"/>
                  </a:lnTo>
                  <a:lnTo>
                    <a:pt x="1321882" y="1854455"/>
                  </a:lnTo>
                  <a:lnTo>
                    <a:pt x="1393504" y="1920163"/>
                  </a:lnTo>
                  <a:lnTo>
                    <a:pt x="1465127" y="1983221"/>
                  </a:lnTo>
                  <a:lnTo>
                    <a:pt x="1536750" y="2043737"/>
                  </a:lnTo>
                  <a:lnTo>
                    <a:pt x="1608372" y="2101811"/>
                  </a:lnTo>
                  <a:lnTo>
                    <a:pt x="1679995" y="2157544"/>
                  </a:lnTo>
                  <a:lnTo>
                    <a:pt x="1751617" y="2211028"/>
                  </a:lnTo>
                  <a:lnTo>
                    <a:pt x="1823240" y="2262356"/>
                  </a:lnTo>
                  <a:lnTo>
                    <a:pt x="1894862" y="2311614"/>
                  </a:lnTo>
                  <a:lnTo>
                    <a:pt x="1966485" y="2358885"/>
                  </a:lnTo>
                  <a:lnTo>
                    <a:pt x="2038107" y="2404250"/>
                  </a:lnTo>
                  <a:lnTo>
                    <a:pt x="2109730" y="2447786"/>
                  </a:lnTo>
                  <a:lnTo>
                    <a:pt x="2181352" y="2489565"/>
                  </a:lnTo>
                  <a:lnTo>
                    <a:pt x="2252975" y="2529660"/>
                  </a:lnTo>
                  <a:lnTo>
                    <a:pt x="2324597" y="2568138"/>
                  </a:lnTo>
                  <a:lnTo>
                    <a:pt x="2396220" y="2605063"/>
                  </a:lnTo>
                  <a:lnTo>
                    <a:pt x="2467842" y="2640500"/>
                  </a:lnTo>
                  <a:lnTo>
                    <a:pt x="2539465" y="2631916"/>
                  </a:lnTo>
                  <a:lnTo>
                    <a:pt x="2611087" y="2593267"/>
                  </a:lnTo>
                  <a:lnTo>
                    <a:pt x="2682710" y="2552865"/>
                  </a:lnTo>
                  <a:lnTo>
                    <a:pt x="2754332" y="2510630"/>
                  </a:lnTo>
                  <a:lnTo>
                    <a:pt x="2825955" y="2466478"/>
                  </a:lnTo>
                  <a:lnTo>
                    <a:pt x="2897578" y="2420323"/>
                  </a:lnTo>
                  <a:lnTo>
                    <a:pt x="2969200" y="2372074"/>
                  </a:lnTo>
                  <a:lnTo>
                    <a:pt x="3040823" y="2321636"/>
                  </a:lnTo>
                  <a:lnTo>
                    <a:pt x="3112445" y="2268909"/>
                  </a:lnTo>
                  <a:lnTo>
                    <a:pt x="3184068" y="2213791"/>
                  </a:lnTo>
                  <a:lnTo>
                    <a:pt x="3255690" y="2156171"/>
                  </a:lnTo>
                  <a:lnTo>
                    <a:pt x="3327313" y="2095937"/>
                  </a:lnTo>
                  <a:lnTo>
                    <a:pt x="3398935" y="2032970"/>
                  </a:lnTo>
                  <a:lnTo>
                    <a:pt x="3470558" y="1967147"/>
                  </a:lnTo>
                  <a:lnTo>
                    <a:pt x="3542180" y="1898336"/>
                  </a:lnTo>
                  <a:lnTo>
                    <a:pt x="3613803" y="1826404"/>
                  </a:lnTo>
                  <a:lnTo>
                    <a:pt x="3685425" y="1751208"/>
                  </a:lnTo>
                  <a:lnTo>
                    <a:pt x="3757048" y="1672601"/>
                  </a:lnTo>
                  <a:lnTo>
                    <a:pt x="3828670" y="1590426"/>
                  </a:lnTo>
                  <a:lnTo>
                    <a:pt x="3900293" y="1504524"/>
                  </a:lnTo>
                  <a:lnTo>
                    <a:pt x="3971915" y="1414724"/>
                  </a:lnTo>
                  <a:lnTo>
                    <a:pt x="4043538" y="1320849"/>
                  </a:lnTo>
                  <a:lnTo>
                    <a:pt x="4115160" y="1222716"/>
                  </a:lnTo>
                  <a:lnTo>
                    <a:pt x="4186783" y="1120130"/>
                  </a:lnTo>
                  <a:lnTo>
                    <a:pt x="4258406" y="1012889"/>
                  </a:lnTo>
                  <a:lnTo>
                    <a:pt x="4330028" y="900783"/>
                  </a:lnTo>
                  <a:lnTo>
                    <a:pt x="4401651" y="783590"/>
                  </a:lnTo>
                  <a:lnTo>
                    <a:pt x="4473273" y="661081"/>
                  </a:lnTo>
                  <a:lnTo>
                    <a:pt x="4544896" y="533012"/>
                  </a:lnTo>
                  <a:lnTo>
                    <a:pt x="4616518" y="399133"/>
                  </a:lnTo>
                  <a:lnTo>
                    <a:pt x="4688141" y="259180"/>
                  </a:lnTo>
                  <a:lnTo>
                    <a:pt x="4759763" y="112877"/>
                  </a:lnTo>
                  <a:lnTo>
                    <a:pt x="48126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42390"/>
              <a:ext cx="7090630" cy="723541"/>
            </a:xfrm>
            <a:custGeom>
              <a:avLst/>
              <a:pathLst>
                <a:path w="7090630" h="723541">
                  <a:moveTo>
                    <a:pt x="7090630" y="723541"/>
                  </a:moveTo>
                  <a:lnTo>
                    <a:pt x="7019007" y="719703"/>
                  </a:lnTo>
                  <a:lnTo>
                    <a:pt x="6947385" y="715705"/>
                  </a:lnTo>
                  <a:lnTo>
                    <a:pt x="6875762" y="711538"/>
                  </a:lnTo>
                  <a:lnTo>
                    <a:pt x="6804139" y="707196"/>
                  </a:lnTo>
                  <a:lnTo>
                    <a:pt x="6732517" y="702671"/>
                  </a:lnTo>
                  <a:lnTo>
                    <a:pt x="6660894" y="697957"/>
                  </a:lnTo>
                  <a:lnTo>
                    <a:pt x="6589272" y="693044"/>
                  </a:lnTo>
                  <a:lnTo>
                    <a:pt x="6517649" y="687925"/>
                  </a:lnTo>
                  <a:lnTo>
                    <a:pt x="6446027" y="682591"/>
                  </a:lnTo>
                  <a:lnTo>
                    <a:pt x="6374404" y="677032"/>
                  </a:lnTo>
                  <a:lnTo>
                    <a:pt x="6302782" y="671240"/>
                  </a:lnTo>
                  <a:lnTo>
                    <a:pt x="6231159" y="665205"/>
                  </a:lnTo>
                  <a:lnTo>
                    <a:pt x="6159537" y="658916"/>
                  </a:lnTo>
                  <a:lnTo>
                    <a:pt x="6087914" y="652362"/>
                  </a:lnTo>
                  <a:lnTo>
                    <a:pt x="6016292" y="645534"/>
                  </a:lnTo>
                  <a:lnTo>
                    <a:pt x="5944669" y="638418"/>
                  </a:lnTo>
                  <a:lnTo>
                    <a:pt x="5873047" y="631003"/>
                  </a:lnTo>
                  <a:lnTo>
                    <a:pt x="5801424" y="623277"/>
                  </a:lnTo>
                  <a:lnTo>
                    <a:pt x="5729802" y="615226"/>
                  </a:lnTo>
                  <a:lnTo>
                    <a:pt x="5658179" y="606836"/>
                  </a:lnTo>
                  <a:lnTo>
                    <a:pt x="5586557" y="598094"/>
                  </a:lnTo>
                  <a:lnTo>
                    <a:pt x="5514934" y="588985"/>
                  </a:lnTo>
                  <a:lnTo>
                    <a:pt x="5443311" y="579493"/>
                  </a:lnTo>
                  <a:lnTo>
                    <a:pt x="5371689" y="569602"/>
                  </a:lnTo>
                  <a:lnTo>
                    <a:pt x="5300066" y="559295"/>
                  </a:lnTo>
                  <a:lnTo>
                    <a:pt x="5228444" y="548555"/>
                  </a:lnTo>
                  <a:lnTo>
                    <a:pt x="5156821" y="537364"/>
                  </a:lnTo>
                  <a:lnTo>
                    <a:pt x="5085199" y="525703"/>
                  </a:lnTo>
                  <a:lnTo>
                    <a:pt x="5013576" y="513551"/>
                  </a:lnTo>
                  <a:lnTo>
                    <a:pt x="4941954" y="500889"/>
                  </a:lnTo>
                  <a:lnTo>
                    <a:pt x="4870331" y="487695"/>
                  </a:lnTo>
                  <a:lnTo>
                    <a:pt x="4798709" y="473946"/>
                  </a:lnTo>
                  <a:lnTo>
                    <a:pt x="4727086" y="459619"/>
                  </a:lnTo>
                  <a:lnTo>
                    <a:pt x="4655464" y="444691"/>
                  </a:lnTo>
                  <a:lnTo>
                    <a:pt x="4583841" y="429135"/>
                  </a:lnTo>
                  <a:lnTo>
                    <a:pt x="4512219" y="412925"/>
                  </a:lnTo>
                  <a:lnTo>
                    <a:pt x="4440596" y="396034"/>
                  </a:lnTo>
                  <a:lnTo>
                    <a:pt x="4368974" y="378433"/>
                  </a:lnTo>
                  <a:lnTo>
                    <a:pt x="4297351" y="360093"/>
                  </a:lnTo>
                  <a:lnTo>
                    <a:pt x="4225729" y="340982"/>
                  </a:lnTo>
                  <a:lnTo>
                    <a:pt x="4154106" y="321067"/>
                  </a:lnTo>
                  <a:lnTo>
                    <a:pt x="4082483" y="300316"/>
                  </a:lnTo>
                  <a:lnTo>
                    <a:pt x="4010861" y="278693"/>
                  </a:lnTo>
                  <a:lnTo>
                    <a:pt x="3939238" y="256161"/>
                  </a:lnTo>
                  <a:lnTo>
                    <a:pt x="3867616" y="232682"/>
                  </a:lnTo>
                  <a:lnTo>
                    <a:pt x="3795993" y="208217"/>
                  </a:lnTo>
                  <a:lnTo>
                    <a:pt x="3724371" y="182723"/>
                  </a:lnTo>
                  <a:lnTo>
                    <a:pt x="3652748" y="156158"/>
                  </a:lnTo>
                  <a:lnTo>
                    <a:pt x="3581126" y="128477"/>
                  </a:lnTo>
                  <a:lnTo>
                    <a:pt x="3509503" y="99633"/>
                  </a:lnTo>
                  <a:lnTo>
                    <a:pt x="3437881" y="69576"/>
                  </a:lnTo>
                  <a:lnTo>
                    <a:pt x="3366258" y="38256"/>
                  </a:lnTo>
                  <a:lnTo>
                    <a:pt x="3294636" y="5620"/>
                  </a:lnTo>
                  <a:lnTo>
                    <a:pt x="3223013" y="0"/>
                  </a:lnTo>
                  <a:lnTo>
                    <a:pt x="3151391" y="35366"/>
                  </a:lnTo>
                  <a:lnTo>
                    <a:pt x="3079768" y="69198"/>
                  </a:lnTo>
                  <a:lnTo>
                    <a:pt x="3008146" y="101561"/>
                  </a:lnTo>
                  <a:lnTo>
                    <a:pt x="2936523" y="132520"/>
                  </a:lnTo>
                  <a:lnTo>
                    <a:pt x="2864901" y="162135"/>
                  </a:lnTo>
                  <a:lnTo>
                    <a:pt x="2793278" y="190464"/>
                  </a:lnTo>
                  <a:lnTo>
                    <a:pt x="2721655" y="217564"/>
                  </a:lnTo>
                  <a:lnTo>
                    <a:pt x="2650033" y="243488"/>
                  </a:lnTo>
                  <a:lnTo>
                    <a:pt x="2578410" y="268287"/>
                  </a:lnTo>
                  <a:lnTo>
                    <a:pt x="2506788" y="292009"/>
                  </a:lnTo>
                  <a:lnTo>
                    <a:pt x="2435165" y="314702"/>
                  </a:lnTo>
                  <a:lnTo>
                    <a:pt x="2363543" y="336410"/>
                  </a:lnTo>
                  <a:lnTo>
                    <a:pt x="2291920" y="357176"/>
                  </a:lnTo>
                  <a:lnTo>
                    <a:pt x="2220298" y="377040"/>
                  </a:lnTo>
                  <a:lnTo>
                    <a:pt x="2148675" y="396042"/>
                  </a:lnTo>
                  <a:lnTo>
                    <a:pt x="2077053" y="414220"/>
                  </a:lnTo>
                  <a:lnTo>
                    <a:pt x="2005430" y="431609"/>
                  </a:lnTo>
                  <a:lnTo>
                    <a:pt x="1933808" y="448242"/>
                  </a:lnTo>
                  <a:lnTo>
                    <a:pt x="1862185" y="464154"/>
                  </a:lnTo>
                  <a:lnTo>
                    <a:pt x="1790563" y="479376"/>
                  </a:lnTo>
                  <a:lnTo>
                    <a:pt x="1718940" y="493936"/>
                  </a:lnTo>
                  <a:lnTo>
                    <a:pt x="1647318" y="507865"/>
                  </a:lnTo>
                  <a:lnTo>
                    <a:pt x="1575695" y="521189"/>
                  </a:lnTo>
                  <a:lnTo>
                    <a:pt x="1504073" y="533935"/>
                  </a:lnTo>
                  <a:lnTo>
                    <a:pt x="1432450" y="546128"/>
                  </a:lnTo>
                  <a:lnTo>
                    <a:pt x="1360827" y="557791"/>
                  </a:lnTo>
                  <a:lnTo>
                    <a:pt x="1289205" y="568949"/>
                  </a:lnTo>
                  <a:lnTo>
                    <a:pt x="1217582" y="579622"/>
                  </a:lnTo>
                  <a:lnTo>
                    <a:pt x="1145960" y="589831"/>
                  </a:lnTo>
                  <a:lnTo>
                    <a:pt x="1074337" y="599598"/>
                  </a:lnTo>
                  <a:lnTo>
                    <a:pt x="1002715" y="608941"/>
                  </a:lnTo>
                  <a:lnTo>
                    <a:pt x="931092" y="617878"/>
                  </a:lnTo>
                  <a:lnTo>
                    <a:pt x="859470" y="626428"/>
                  </a:lnTo>
                  <a:lnTo>
                    <a:pt x="787847" y="634606"/>
                  </a:lnTo>
                  <a:lnTo>
                    <a:pt x="716225" y="642429"/>
                  </a:lnTo>
                  <a:lnTo>
                    <a:pt x="644602" y="649913"/>
                  </a:lnTo>
                  <a:lnTo>
                    <a:pt x="572980" y="657072"/>
                  </a:lnTo>
                  <a:lnTo>
                    <a:pt x="501357" y="663920"/>
                  </a:lnTo>
                  <a:lnTo>
                    <a:pt x="429735" y="670471"/>
                  </a:lnTo>
                  <a:lnTo>
                    <a:pt x="358112" y="676738"/>
                  </a:lnTo>
                  <a:lnTo>
                    <a:pt x="286490" y="682733"/>
                  </a:lnTo>
                  <a:lnTo>
                    <a:pt x="214867" y="688467"/>
                  </a:lnTo>
                  <a:lnTo>
                    <a:pt x="143245" y="693953"/>
                  </a:lnTo>
                  <a:lnTo>
                    <a:pt x="71622" y="699201"/>
                  </a:lnTo>
                  <a:lnTo>
                    <a:pt x="0" y="7042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653340"/>
              <a:ext cx="7090630" cy="132686"/>
            </a:xfrm>
            <a:custGeom>
              <a:avLst/>
              <a:pathLst>
                <a:path w="7090630" h="132686">
                  <a:moveTo>
                    <a:pt x="0" y="132686"/>
                  </a:moveTo>
                  <a:lnTo>
                    <a:pt x="71622" y="131449"/>
                  </a:lnTo>
                  <a:lnTo>
                    <a:pt x="143245" y="130209"/>
                  </a:lnTo>
                  <a:lnTo>
                    <a:pt x="214867" y="128967"/>
                  </a:lnTo>
                  <a:lnTo>
                    <a:pt x="286490" y="127724"/>
                  </a:lnTo>
                  <a:lnTo>
                    <a:pt x="358112" y="126478"/>
                  </a:lnTo>
                  <a:lnTo>
                    <a:pt x="429735" y="125230"/>
                  </a:lnTo>
                  <a:lnTo>
                    <a:pt x="501357" y="123981"/>
                  </a:lnTo>
                  <a:lnTo>
                    <a:pt x="572980" y="122729"/>
                  </a:lnTo>
                  <a:lnTo>
                    <a:pt x="644602" y="121475"/>
                  </a:lnTo>
                  <a:lnTo>
                    <a:pt x="716225" y="120220"/>
                  </a:lnTo>
                  <a:lnTo>
                    <a:pt x="787847" y="118962"/>
                  </a:lnTo>
                  <a:lnTo>
                    <a:pt x="859470" y="117702"/>
                  </a:lnTo>
                  <a:lnTo>
                    <a:pt x="931092" y="116441"/>
                  </a:lnTo>
                  <a:lnTo>
                    <a:pt x="1002715" y="115177"/>
                  </a:lnTo>
                  <a:lnTo>
                    <a:pt x="1074337" y="113911"/>
                  </a:lnTo>
                  <a:lnTo>
                    <a:pt x="1145960" y="112643"/>
                  </a:lnTo>
                  <a:lnTo>
                    <a:pt x="1217582" y="111373"/>
                  </a:lnTo>
                  <a:lnTo>
                    <a:pt x="1289205" y="110101"/>
                  </a:lnTo>
                  <a:lnTo>
                    <a:pt x="1360827" y="108828"/>
                  </a:lnTo>
                  <a:lnTo>
                    <a:pt x="1432450" y="107552"/>
                  </a:lnTo>
                  <a:lnTo>
                    <a:pt x="1504073" y="106274"/>
                  </a:lnTo>
                  <a:lnTo>
                    <a:pt x="1575695" y="104993"/>
                  </a:lnTo>
                  <a:lnTo>
                    <a:pt x="1647318" y="103711"/>
                  </a:lnTo>
                  <a:lnTo>
                    <a:pt x="1718940" y="102427"/>
                  </a:lnTo>
                  <a:lnTo>
                    <a:pt x="1790563" y="101141"/>
                  </a:lnTo>
                  <a:lnTo>
                    <a:pt x="1862185" y="99853"/>
                  </a:lnTo>
                  <a:lnTo>
                    <a:pt x="1933808" y="98562"/>
                  </a:lnTo>
                  <a:lnTo>
                    <a:pt x="2005430" y="97270"/>
                  </a:lnTo>
                  <a:lnTo>
                    <a:pt x="2077053" y="95975"/>
                  </a:lnTo>
                  <a:lnTo>
                    <a:pt x="2148675" y="94679"/>
                  </a:lnTo>
                  <a:lnTo>
                    <a:pt x="2220298" y="93380"/>
                  </a:lnTo>
                  <a:lnTo>
                    <a:pt x="2291920" y="92079"/>
                  </a:lnTo>
                  <a:lnTo>
                    <a:pt x="2363543" y="90776"/>
                  </a:lnTo>
                  <a:lnTo>
                    <a:pt x="2435165" y="89471"/>
                  </a:lnTo>
                  <a:lnTo>
                    <a:pt x="2506788" y="88164"/>
                  </a:lnTo>
                  <a:lnTo>
                    <a:pt x="2578410" y="86855"/>
                  </a:lnTo>
                  <a:lnTo>
                    <a:pt x="2650033" y="85544"/>
                  </a:lnTo>
                  <a:lnTo>
                    <a:pt x="2721655" y="84231"/>
                  </a:lnTo>
                  <a:lnTo>
                    <a:pt x="2793278" y="82915"/>
                  </a:lnTo>
                  <a:lnTo>
                    <a:pt x="2864901" y="81597"/>
                  </a:lnTo>
                  <a:lnTo>
                    <a:pt x="2936523" y="80278"/>
                  </a:lnTo>
                  <a:lnTo>
                    <a:pt x="3008146" y="78956"/>
                  </a:lnTo>
                  <a:lnTo>
                    <a:pt x="3079768" y="77632"/>
                  </a:lnTo>
                  <a:lnTo>
                    <a:pt x="3151391" y="76306"/>
                  </a:lnTo>
                  <a:lnTo>
                    <a:pt x="3223013" y="74978"/>
                  </a:lnTo>
                  <a:lnTo>
                    <a:pt x="3294636" y="73648"/>
                  </a:lnTo>
                  <a:lnTo>
                    <a:pt x="3366258" y="72315"/>
                  </a:lnTo>
                  <a:lnTo>
                    <a:pt x="3437881" y="70981"/>
                  </a:lnTo>
                  <a:lnTo>
                    <a:pt x="3509503" y="69644"/>
                  </a:lnTo>
                  <a:lnTo>
                    <a:pt x="3581126" y="68305"/>
                  </a:lnTo>
                  <a:lnTo>
                    <a:pt x="3652748" y="66964"/>
                  </a:lnTo>
                  <a:lnTo>
                    <a:pt x="3724371" y="65621"/>
                  </a:lnTo>
                  <a:lnTo>
                    <a:pt x="3795993" y="64275"/>
                  </a:lnTo>
                  <a:lnTo>
                    <a:pt x="3867616" y="62928"/>
                  </a:lnTo>
                  <a:lnTo>
                    <a:pt x="3939238" y="61578"/>
                  </a:lnTo>
                  <a:lnTo>
                    <a:pt x="4010861" y="60226"/>
                  </a:lnTo>
                  <a:lnTo>
                    <a:pt x="4082483" y="58873"/>
                  </a:lnTo>
                  <a:lnTo>
                    <a:pt x="4154106" y="57516"/>
                  </a:lnTo>
                  <a:lnTo>
                    <a:pt x="4225729" y="56158"/>
                  </a:lnTo>
                  <a:lnTo>
                    <a:pt x="4297351" y="54798"/>
                  </a:lnTo>
                  <a:lnTo>
                    <a:pt x="4368974" y="53435"/>
                  </a:lnTo>
                  <a:lnTo>
                    <a:pt x="4440596" y="52070"/>
                  </a:lnTo>
                  <a:lnTo>
                    <a:pt x="4512219" y="50703"/>
                  </a:lnTo>
                  <a:lnTo>
                    <a:pt x="4583841" y="49334"/>
                  </a:lnTo>
                  <a:lnTo>
                    <a:pt x="4655464" y="47962"/>
                  </a:lnTo>
                  <a:lnTo>
                    <a:pt x="4727086" y="46589"/>
                  </a:lnTo>
                  <a:lnTo>
                    <a:pt x="4798709" y="45213"/>
                  </a:lnTo>
                  <a:lnTo>
                    <a:pt x="4870331" y="43835"/>
                  </a:lnTo>
                  <a:lnTo>
                    <a:pt x="4941954" y="42454"/>
                  </a:lnTo>
                  <a:lnTo>
                    <a:pt x="5013576" y="41072"/>
                  </a:lnTo>
                  <a:lnTo>
                    <a:pt x="5085199" y="39687"/>
                  </a:lnTo>
                  <a:lnTo>
                    <a:pt x="5156821" y="38300"/>
                  </a:lnTo>
                  <a:lnTo>
                    <a:pt x="5228444" y="36911"/>
                  </a:lnTo>
                  <a:lnTo>
                    <a:pt x="5300066" y="35520"/>
                  </a:lnTo>
                  <a:lnTo>
                    <a:pt x="5371689" y="34126"/>
                  </a:lnTo>
                  <a:lnTo>
                    <a:pt x="5443311" y="32730"/>
                  </a:lnTo>
                  <a:lnTo>
                    <a:pt x="5514934" y="31332"/>
                  </a:lnTo>
                  <a:lnTo>
                    <a:pt x="5586557" y="29932"/>
                  </a:lnTo>
                  <a:lnTo>
                    <a:pt x="5658179" y="28529"/>
                  </a:lnTo>
                  <a:lnTo>
                    <a:pt x="5729802" y="27124"/>
                  </a:lnTo>
                  <a:lnTo>
                    <a:pt x="5801424" y="25717"/>
                  </a:lnTo>
                  <a:lnTo>
                    <a:pt x="5873047" y="24308"/>
                  </a:lnTo>
                  <a:lnTo>
                    <a:pt x="5944669" y="22896"/>
                  </a:lnTo>
                  <a:lnTo>
                    <a:pt x="6016292" y="21482"/>
                  </a:lnTo>
                  <a:lnTo>
                    <a:pt x="6087914" y="20066"/>
                  </a:lnTo>
                  <a:lnTo>
                    <a:pt x="6159537" y="18648"/>
                  </a:lnTo>
                  <a:lnTo>
                    <a:pt x="6231159" y="17227"/>
                  </a:lnTo>
                  <a:lnTo>
                    <a:pt x="6302782" y="15804"/>
                  </a:lnTo>
                  <a:lnTo>
                    <a:pt x="6374404" y="14379"/>
                  </a:lnTo>
                  <a:lnTo>
                    <a:pt x="6446027" y="12951"/>
                  </a:lnTo>
                  <a:lnTo>
                    <a:pt x="6517649" y="11521"/>
                  </a:lnTo>
                  <a:lnTo>
                    <a:pt x="6589272" y="10089"/>
                  </a:lnTo>
                  <a:lnTo>
                    <a:pt x="6660894" y="8655"/>
                  </a:lnTo>
                  <a:lnTo>
                    <a:pt x="6732517" y="7218"/>
                  </a:lnTo>
                  <a:lnTo>
                    <a:pt x="6804139" y="5779"/>
                  </a:lnTo>
                  <a:lnTo>
                    <a:pt x="6875762" y="4337"/>
                  </a:lnTo>
                  <a:lnTo>
                    <a:pt x="6947385" y="2894"/>
                  </a:lnTo>
                  <a:lnTo>
                    <a:pt x="7019007" y="1448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0.98 (0.59-1.62), p_Bonf = 1.000 (n = 6)  |  per IQR decline (Δ = 23.5 %): 0.96 (0.30-3.10)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49615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2026-10-09T13:21:41Z</dcterms:modified>
  <cp:category/>
</cp:coreProperties>
</file>