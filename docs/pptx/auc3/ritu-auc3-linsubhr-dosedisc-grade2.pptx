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42631"/>
              <a:ext cx="7090630" cy="2909677"/>
            </a:xfrm>
            <a:custGeom>
              <a:avLst/>
              <a:pathLst>
                <a:path w="7090630" h="2909677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  <a:lnTo>
                    <a:pt x="7090630" y="2546386"/>
                  </a:lnTo>
                  <a:lnTo>
                    <a:pt x="7019007" y="2543026"/>
                  </a:lnTo>
                  <a:lnTo>
                    <a:pt x="6947385" y="2539649"/>
                  </a:lnTo>
                  <a:lnTo>
                    <a:pt x="6875762" y="2536254"/>
                  </a:lnTo>
                  <a:lnTo>
                    <a:pt x="6804139" y="2532843"/>
                  </a:lnTo>
                  <a:lnTo>
                    <a:pt x="6732517" y="2529414"/>
                  </a:lnTo>
                  <a:lnTo>
                    <a:pt x="6660894" y="2525967"/>
                  </a:lnTo>
                  <a:lnTo>
                    <a:pt x="6589272" y="2522503"/>
                  </a:lnTo>
                  <a:lnTo>
                    <a:pt x="6517649" y="2519021"/>
                  </a:lnTo>
                  <a:lnTo>
                    <a:pt x="6446027" y="2515522"/>
                  </a:lnTo>
                  <a:lnTo>
                    <a:pt x="6374404" y="2512005"/>
                  </a:lnTo>
                  <a:lnTo>
                    <a:pt x="6302782" y="2508470"/>
                  </a:lnTo>
                  <a:lnTo>
                    <a:pt x="6231159" y="2504917"/>
                  </a:lnTo>
                  <a:lnTo>
                    <a:pt x="6159537" y="2501346"/>
                  </a:lnTo>
                  <a:lnTo>
                    <a:pt x="6087914" y="2497756"/>
                  </a:lnTo>
                  <a:lnTo>
                    <a:pt x="6016292" y="2494149"/>
                  </a:lnTo>
                  <a:lnTo>
                    <a:pt x="5944669" y="2490523"/>
                  </a:lnTo>
                  <a:lnTo>
                    <a:pt x="5873047" y="2486878"/>
                  </a:lnTo>
                  <a:lnTo>
                    <a:pt x="5801424" y="2483215"/>
                  </a:lnTo>
                  <a:lnTo>
                    <a:pt x="5729802" y="2479534"/>
                  </a:lnTo>
                  <a:lnTo>
                    <a:pt x="5658179" y="2475833"/>
                  </a:lnTo>
                  <a:lnTo>
                    <a:pt x="5586557" y="2472114"/>
                  </a:lnTo>
                  <a:lnTo>
                    <a:pt x="5514934" y="2468376"/>
                  </a:lnTo>
                  <a:lnTo>
                    <a:pt x="5443311" y="2464619"/>
                  </a:lnTo>
                  <a:lnTo>
                    <a:pt x="5371689" y="2460843"/>
                  </a:lnTo>
                  <a:lnTo>
                    <a:pt x="5300066" y="2457047"/>
                  </a:lnTo>
                  <a:lnTo>
                    <a:pt x="5228444" y="2453232"/>
                  </a:lnTo>
                  <a:lnTo>
                    <a:pt x="5156821" y="2449398"/>
                  </a:lnTo>
                  <a:lnTo>
                    <a:pt x="5085199" y="2445545"/>
                  </a:lnTo>
                  <a:lnTo>
                    <a:pt x="5013576" y="2441671"/>
                  </a:lnTo>
                  <a:lnTo>
                    <a:pt x="4941954" y="2437778"/>
                  </a:lnTo>
                  <a:lnTo>
                    <a:pt x="4870331" y="2433865"/>
                  </a:lnTo>
                  <a:lnTo>
                    <a:pt x="4798709" y="2429933"/>
                  </a:lnTo>
                  <a:lnTo>
                    <a:pt x="4727086" y="2425980"/>
                  </a:lnTo>
                  <a:lnTo>
                    <a:pt x="4655464" y="2422007"/>
                  </a:lnTo>
                  <a:lnTo>
                    <a:pt x="4583841" y="2418014"/>
                  </a:lnTo>
                  <a:lnTo>
                    <a:pt x="4512219" y="2414000"/>
                  </a:lnTo>
                  <a:lnTo>
                    <a:pt x="4440596" y="2409966"/>
                  </a:lnTo>
                  <a:lnTo>
                    <a:pt x="4368974" y="2405912"/>
                  </a:lnTo>
                  <a:lnTo>
                    <a:pt x="4297351" y="2401837"/>
                  </a:lnTo>
                  <a:lnTo>
                    <a:pt x="4225729" y="2397741"/>
                  </a:lnTo>
                  <a:lnTo>
                    <a:pt x="4154106" y="2393624"/>
                  </a:lnTo>
                  <a:lnTo>
                    <a:pt x="4082483" y="2389487"/>
                  </a:lnTo>
                  <a:lnTo>
                    <a:pt x="4010861" y="2385328"/>
                  </a:lnTo>
                  <a:lnTo>
                    <a:pt x="3939238" y="2381148"/>
                  </a:lnTo>
                  <a:lnTo>
                    <a:pt x="3867616" y="2376947"/>
                  </a:lnTo>
                  <a:lnTo>
                    <a:pt x="3795993" y="2372725"/>
                  </a:lnTo>
                  <a:lnTo>
                    <a:pt x="3724371" y="2368481"/>
                  </a:lnTo>
                  <a:lnTo>
                    <a:pt x="3652748" y="2364215"/>
                  </a:lnTo>
                  <a:lnTo>
                    <a:pt x="3581126" y="2359928"/>
                  </a:lnTo>
                  <a:lnTo>
                    <a:pt x="3509503" y="2355619"/>
                  </a:lnTo>
                  <a:lnTo>
                    <a:pt x="3437881" y="2351288"/>
                  </a:lnTo>
                  <a:lnTo>
                    <a:pt x="3366258" y="2346935"/>
                  </a:lnTo>
                  <a:lnTo>
                    <a:pt x="3294636" y="2342560"/>
                  </a:lnTo>
                  <a:lnTo>
                    <a:pt x="3223013" y="2338162"/>
                  </a:lnTo>
                  <a:lnTo>
                    <a:pt x="3151391" y="2351683"/>
                  </a:lnTo>
                  <a:lnTo>
                    <a:pt x="3079768" y="2371987"/>
                  </a:lnTo>
                  <a:lnTo>
                    <a:pt x="3008146" y="2391808"/>
                  </a:lnTo>
                  <a:lnTo>
                    <a:pt x="2936523" y="2411158"/>
                  </a:lnTo>
                  <a:lnTo>
                    <a:pt x="2864901" y="2430049"/>
                  </a:lnTo>
                  <a:lnTo>
                    <a:pt x="2793278" y="2448491"/>
                  </a:lnTo>
                  <a:lnTo>
                    <a:pt x="2721655" y="2466495"/>
                  </a:lnTo>
                  <a:lnTo>
                    <a:pt x="2650033" y="2484072"/>
                  </a:lnTo>
                  <a:lnTo>
                    <a:pt x="2578410" y="2501231"/>
                  </a:lnTo>
                  <a:lnTo>
                    <a:pt x="2506788" y="2517982"/>
                  </a:lnTo>
                  <a:lnTo>
                    <a:pt x="2435165" y="2534336"/>
                  </a:lnTo>
                  <a:lnTo>
                    <a:pt x="2363543" y="2550301"/>
                  </a:lnTo>
                  <a:lnTo>
                    <a:pt x="2291920" y="2565888"/>
                  </a:lnTo>
                  <a:lnTo>
                    <a:pt x="2220298" y="2581104"/>
                  </a:lnTo>
                  <a:lnTo>
                    <a:pt x="2148675" y="2595958"/>
                  </a:lnTo>
                  <a:lnTo>
                    <a:pt x="2077053" y="2610460"/>
                  </a:lnTo>
                  <a:lnTo>
                    <a:pt x="2005430" y="2624617"/>
                  </a:lnTo>
                  <a:lnTo>
                    <a:pt x="1933808" y="2638439"/>
                  </a:lnTo>
                  <a:lnTo>
                    <a:pt x="1862185" y="2651932"/>
                  </a:lnTo>
                  <a:lnTo>
                    <a:pt x="1790563" y="2665104"/>
                  </a:lnTo>
                  <a:lnTo>
                    <a:pt x="1718940" y="2677964"/>
                  </a:lnTo>
                  <a:lnTo>
                    <a:pt x="1647318" y="2690518"/>
                  </a:lnTo>
                  <a:lnTo>
                    <a:pt x="1575695" y="2702774"/>
                  </a:lnTo>
                  <a:lnTo>
                    <a:pt x="1504073" y="2714739"/>
                  </a:lnTo>
                  <a:lnTo>
                    <a:pt x="1432450" y="2726420"/>
                  </a:lnTo>
                  <a:lnTo>
                    <a:pt x="1360827" y="2737823"/>
                  </a:lnTo>
                  <a:lnTo>
                    <a:pt x="1289205" y="2748956"/>
                  </a:lnTo>
                  <a:lnTo>
                    <a:pt x="1217582" y="2759824"/>
                  </a:lnTo>
                  <a:lnTo>
                    <a:pt x="1145960" y="2770434"/>
                  </a:lnTo>
                  <a:lnTo>
                    <a:pt x="1074337" y="2780793"/>
                  </a:lnTo>
                  <a:lnTo>
                    <a:pt x="1002715" y="2790905"/>
                  </a:lnTo>
                  <a:lnTo>
                    <a:pt x="931092" y="2800777"/>
                  </a:lnTo>
                  <a:lnTo>
                    <a:pt x="859470" y="2810414"/>
                  </a:lnTo>
                  <a:lnTo>
                    <a:pt x="787847" y="2819823"/>
                  </a:lnTo>
                  <a:lnTo>
                    <a:pt x="716225" y="2829008"/>
                  </a:lnTo>
                  <a:lnTo>
                    <a:pt x="644602" y="2837975"/>
                  </a:lnTo>
                  <a:lnTo>
                    <a:pt x="572980" y="2846729"/>
                  </a:lnTo>
                  <a:lnTo>
                    <a:pt x="501357" y="2855275"/>
                  </a:lnTo>
                  <a:lnTo>
                    <a:pt x="429735" y="2863618"/>
                  </a:lnTo>
                  <a:lnTo>
                    <a:pt x="358112" y="2871763"/>
                  </a:lnTo>
                  <a:lnTo>
                    <a:pt x="286490" y="2879715"/>
                  </a:lnTo>
                  <a:lnTo>
                    <a:pt x="214867" y="2887478"/>
                  </a:lnTo>
                  <a:lnTo>
                    <a:pt x="143245" y="2895056"/>
                  </a:lnTo>
                  <a:lnTo>
                    <a:pt x="71622" y="2902455"/>
                  </a:lnTo>
                  <a:lnTo>
                    <a:pt x="0" y="2909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42631"/>
              <a:ext cx="7090630" cy="2333742"/>
            </a:xfrm>
            <a:custGeom>
              <a:avLst/>
              <a:pathLst>
                <a:path w="7090630" h="2333742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794"/>
              <a:ext cx="7090630" cy="571515"/>
            </a:xfrm>
            <a:custGeom>
              <a:avLst/>
              <a:pathLst>
                <a:path w="7090630" h="571515">
                  <a:moveTo>
                    <a:pt x="7090630" y="208223"/>
                  </a:moveTo>
                  <a:lnTo>
                    <a:pt x="7019007" y="204863"/>
                  </a:lnTo>
                  <a:lnTo>
                    <a:pt x="6947385" y="201486"/>
                  </a:lnTo>
                  <a:lnTo>
                    <a:pt x="6875762" y="198092"/>
                  </a:lnTo>
                  <a:lnTo>
                    <a:pt x="6804139" y="194680"/>
                  </a:lnTo>
                  <a:lnTo>
                    <a:pt x="6732517" y="191251"/>
                  </a:lnTo>
                  <a:lnTo>
                    <a:pt x="6660894" y="187804"/>
                  </a:lnTo>
                  <a:lnTo>
                    <a:pt x="6589272" y="184340"/>
                  </a:lnTo>
                  <a:lnTo>
                    <a:pt x="6517649" y="180859"/>
                  </a:lnTo>
                  <a:lnTo>
                    <a:pt x="6446027" y="177359"/>
                  </a:lnTo>
                  <a:lnTo>
                    <a:pt x="6374404" y="173842"/>
                  </a:lnTo>
                  <a:lnTo>
                    <a:pt x="6302782" y="170307"/>
                  </a:lnTo>
                  <a:lnTo>
                    <a:pt x="6231159" y="166754"/>
                  </a:lnTo>
                  <a:lnTo>
                    <a:pt x="6159537" y="163183"/>
                  </a:lnTo>
                  <a:lnTo>
                    <a:pt x="6087914" y="159594"/>
                  </a:lnTo>
                  <a:lnTo>
                    <a:pt x="6016292" y="155986"/>
                  </a:lnTo>
                  <a:lnTo>
                    <a:pt x="5944669" y="152360"/>
                  </a:lnTo>
                  <a:lnTo>
                    <a:pt x="5873047" y="148716"/>
                  </a:lnTo>
                  <a:lnTo>
                    <a:pt x="5801424" y="145053"/>
                  </a:lnTo>
                  <a:lnTo>
                    <a:pt x="5729802" y="141371"/>
                  </a:lnTo>
                  <a:lnTo>
                    <a:pt x="5658179" y="137671"/>
                  </a:lnTo>
                  <a:lnTo>
                    <a:pt x="5586557" y="133952"/>
                  </a:lnTo>
                  <a:lnTo>
                    <a:pt x="5514934" y="130213"/>
                  </a:lnTo>
                  <a:lnTo>
                    <a:pt x="5443311" y="126456"/>
                  </a:lnTo>
                  <a:lnTo>
                    <a:pt x="5371689" y="122680"/>
                  </a:lnTo>
                  <a:lnTo>
                    <a:pt x="5300066" y="118885"/>
                  </a:lnTo>
                  <a:lnTo>
                    <a:pt x="5228444" y="115070"/>
                  </a:lnTo>
                  <a:lnTo>
                    <a:pt x="5156821" y="111236"/>
                  </a:lnTo>
                  <a:lnTo>
                    <a:pt x="5085199" y="107382"/>
                  </a:lnTo>
                  <a:lnTo>
                    <a:pt x="5013576" y="103509"/>
                  </a:lnTo>
                  <a:lnTo>
                    <a:pt x="4941954" y="99615"/>
                  </a:lnTo>
                  <a:lnTo>
                    <a:pt x="4870331" y="95703"/>
                  </a:lnTo>
                  <a:lnTo>
                    <a:pt x="4798709" y="91770"/>
                  </a:lnTo>
                  <a:lnTo>
                    <a:pt x="4727086" y="87817"/>
                  </a:lnTo>
                  <a:lnTo>
                    <a:pt x="4655464" y="83844"/>
                  </a:lnTo>
                  <a:lnTo>
                    <a:pt x="4583841" y="79851"/>
                  </a:lnTo>
                  <a:lnTo>
                    <a:pt x="4512219" y="75838"/>
                  </a:lnTo>
                  <a:lnTo>
                    <a:pt x="4440596" y="71804"/>
                  </a:lnTo>
                  <a:lnTo>
                    <a:pt x="4368974" y="67749"/>
                  </a:lnTo>
                  <a:lnTo>
                    <a:pt x="4297351" y="63674"/>
                  </a:lnTo>
                  <a:lnTo>
                    <a:pt x="4225729" y="59578"/>
                  </a:lnTo>
                  <a:lnTo>
                    <a:pt x="4154106" y="55462"/>
                  </a:lnTo>
                  <a:lnTo>
                    <a:pt x="4082483" y="51324"/>
                  </a:lnTo>
                  <a:lnTo>
                    <a:pt x="4010861" y="47166"/>
                  </a:lnTo>
                  <a:lnTo>
                    <a:pt x="3939238" y="42986"/>
                  </a:lnTo>
                  <a:lnTo>
                    <a:pt x="3867616" y="38785"/>
                  </a:lnTo>
                  <a:lnTo>
                    <a:pt x="3795993" y="34562"/>
                  </a:lnTo>
                  <a:lnTo>
                    <a:pt x="3724371" y="30318"/>
                  </a:lnTo>
                  <a:lnTo>
                    <a:pt x="3652748" y="26053"/>
                  </a:lnTo>
                  <a:lnTo>
                    <a:pt x="3581126" y="21765"/>
                  </a:lnTo>
                  <a:lnTo>
                    <a:pt x="3509503" y="17456"/>
                  </a:lnTo>
                  <a:lnTo>
                    <a:pt x="3437881" y="13125"/>
                  </a:lnTo>
                  <a:lnTo>
                    <a:pt x="3366258" y="8772"/>
                  </a:lnTo>
                  <a:lnTo>
                    <a:pt x="3294636" y="4397"/>
                  </a:lnTo>
                  <a:lnTo>
                    <a:pt x="3223013" y="0"/>
                  </a:lnTo>
                  <a:lnTo>
                    <a:pt x="3151391" y="13521"/>
                  </a:lnTo>
                  <a:lnTo>
                    <a:pt x="3079768" y="33824"/>
                  </a:lnTo>
                  <a:lnTo>
                    <a:pt x="3008146" y="53645"/>
                  </a:lnTo>
                  <a:lnTo>
                    <a:pt x="2936523" y="72995"/>
                  </a:lnTo>
                  <a:lnTo>
                    <a:pt x="2864901" y="91886"/>
                  </a:lnTo>
                  <a:lnTo>
                    <a:pt x="2793278" y="110328"/>
                  </a:lnTo>
                  <a:lnTo>
                    <a:pt x="2721655" y="128332"/>
                  </a:lnTo>
                  <a:lnTo>
                    <a:pt x="2650033" y="145909"/>
                  </a:lnTo>
                  <a:lnTo>
                    <a:pt x="2578410" y="163068"/>
                  </a:lnTo>
                  <a:lnTo>
                    <a:pt x="2506788" y="179820"/>
                  </a:lnTo>
                  <a:lnTo>
                    <a:pt x="2435165" y="196173"/>
                  </a:lnTo>
                  <a:lnTo>
                    <a:pt x="2363543" y="212139"/>
                  </a:lnTo>
                  <a:lnTo>
                    <a:pt x="2291920" y="227725"/>
                  </a:lnTo>
                  <a:lnTo>
                    <a:pt x="2220298" y="242941"/>
                  </a:lnTo>
                  <a:lnTo>
                    <a:pt x="2148675" y="257796"/>
                  </a:lnTo>
                  <a:lnTo>
                    <a:pt x="2077053" y="272297"/>
                  </a:lnTo>
                  <a:lnTo>
                    <a:pt x="2005430" y="286455"/>
                  </a:lnTo>
                  <a:lnTo>
                    <a:pt x="1933808" y="300276"/>
                  </a:lnTo>
                  <a:lnTo>
                    <a:pt x="1862185" y="313769"/>
                  </a:lnTo>
                  <a:lnTo>
                    <a:pt x="1790563" y="326941"/>
                  </a:lnTo>
                  <a:lnTo>
                    <a:pt x="1718940" y="339801"/>
                  </a:lnTo>
                  <a:lnTo>
                    <a:pt x="1647318" y="352355"/>
                  </a:lnTo>
                  <a:lnTo>
                    <a:pt x="1575695" y="364611"/>
                  </a:lnTo>
                  <a:lnTo>
                    <a:pt x="1504073" y="376576"/>
                  </a:lnTo>
                  <a:lnTo>
                    <a:pt x="1432450" y="388257"/>
                  </a:lnTo>
                  <a:lnTo>
                    <a:pt x="1360827" y="399661"/>
                  </a:lnTo>
                  <a:lnTo>
                    <a:pt x="1289205" y="410793"/>
                  </a:lnTo>
                  <a:lnTo>
                    <a:pt x="1217582" y="421662"/>
                  </a:lnTo>
                  <a:lnTo>
                    <a:pt x="1145960" y="432272"/>
                  </a:lnTo>
                  <a:lnTo>
                    <a:pt x="1074337" y="442630"/>
                  </a:lnTo>
                  <a:lnTo>
                    <a:pt x="1002715" y="452742"/>
                  </a:lnTo>
                  <a:lnTo>
                    <a:pt x="931092" y="462614"/>
                  </a:lnTo>
                  <a:lnTo>
                    <a:pt x="859470" y="472251"/>
                  </a:lnTo>
                  <a:lnTo>
                    <a:pt x="787847" y="481660"/>
                  </a:lnTo>
                  <a:lnTo>
                    <a:pt x="716225" y="490845"/>
                  </a:lnTo>
                  <a:lnTo>
                    <a:pt x="644602" y="499812"/>
                  </a:lnTo>
                  <a:lnTo>
                    <a:pt x="572980" y="508566"/>
                  </a:lnTo>
                  <a:lnTo>
                    <a:pt x="501357" y="517113"/>
                  </a:lnTo>
                  <a:lnTo>
                    <a:pt x="429735" y="525456"/>
                  </a:lnTo>
                  <a:lnTo>
                    <a:pt x="358112" y="533601"/>
                  </a:lnTo>
                  <a:lnTo>
                    <a:pt x="286490" y="541552"/>
                  </a:lnTo>
                  <a:lnTo>
                    <a:pt x="214867" y="549315"/>
                  </a:lnTo>
                  <a:lnTo>
                    <a:pt x="143245" y="556894"/>
                  </a:lnTo>
                  <a:lnTo>
                    <a:pt x="71622" y="564292"/>
                  </a:lnTo>
                  <a:lnTo>
                    <a:pt x="0" y="571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94234"/>
              <a:ext cx="7090630" cy="885760"/>
            </a:xfrm>
            <a:custGeom>
              <a:avLst/>
              <a:pathLst>
                <a:path w="7090630" h="885760">
                  <a:moveTo>
                    <a:pt x="0" y="885760"/>
                  </a:moveTo>
                  <a:lnTo>
                    <a:pt x="71622" y="880339"/>
                  </a:lnTo>
                  <a:lnTo>
                    <a:pt x="143245" y="874865"/>
                  </a:lnTo>
                  <a:lnTo>
                    <a:pt x="214867" y="869340"/>
                  </a:lnTo>
                  <a:lnTo>
                    <a:pt x="286490" y="863762"/>
                  </a:lnTo>
                  <a:lnTo>
                    <a:pt x="358112" y="858131"/>
                  </a:lnTo>
                  <a:lnTo>
                    <a:pt x="429735" y="852446"/>
                  </a:lnTo>
                  <a:lnTo>
                    <a:pt x="501357" y="846707"/>
                  </a:lnTo>
                  <a:lnTo>
                    <a:pt x="572980" y="840914"/>
                  </a:lnTo>
                  <a:lnTo>
                    <a:pt x="644602" y="835065"/>
                  </a:lnTo>
                  <a:lnTo>
                    <a:pt x="716225" y="829160"/>
                  </a:lnTo>
                  <a:lnTo>
                    <a:pt x="787847" y="823200"/>
                  </a:lnTo>
                  <a:lnTo>
                    <a:pt x="859470" y="817182"/>
                  </a:lnTo>
                  <a:lnTo>
                    <a:pt x="931092" y="811107"/>
                  </a:lnTo>
                  <a:lnTo>
                    <a:pt x="1002715" y="804975"/>
                  </a:lnTo>
                  <a:lnTo>
                    <a:pt x="1074337" y="798784"/>
                  </a:lnTo>
                  <a:lnTo>
                    <a:pt x="1145960" y="792534"/>
                  </a:lnTo>
                  <a:lnTo>
                    <a:pt x="1217582" y="786224"/>
                  </a:lnTo>
                  <a:lnTo>
                    <a:pt x="1289205" y="779854"/>
                  </a:lnTo>
                  <a:lnTo>
                    <a:pt x="1360827" y="773424"/>
                  </a:lnTo>
                  <a:lnTo>
                    <a:pt x="1432450" y="766932"/>
                  </a:lnTo>
                  <a:lnTo>
                    <a:pt x="1504073" y="760379"/>
                  </a:lnTo>
                  <a:lnTo>
                    <a:pt x="1575695" y="753763"/>
                  </a:lnTo>
                  <a:lnTo>
                    <a:pt x="1647318" y="747084"/>
                  </a:lnTo>
                  <a:lnTo>
                    <a:pt x="1718940" y="740342"/>
                  </a:lnTo>
                  <a:lnTo>
                    <a:pt x="1790563" y="733535"/>
                  </a:lnTo>
                  <a:lnTo>
                    <a:pt x="1862185" y="726664"/>
                  </a:lnTo>
                  <a:lnTo>
                    <a:pt x="1933808" y="719727"/>
                  </a:lnTo>
                  <a:lnTo>
                    <a:pt x="2005430" y="712724"/>
                  </a:lnTo>
                  <a:lnTo>
                    <a:pt x="2077053" y="705654"/>
                  </a:lnTo>
                  <a:lnTo>
                    <a:pt x="2148675" y="698517"/>
                  </a:lnTo>
                  <a:lnTo>
                    <a:pt x="2220298" y="691312"/>
                  </a:lnTo>
                  <a:lnTo>
                    <a:pt x="2291920" y="684038"/>
                  </a:lnTo>
                  <a:lnTo>
                    <a:pt x="2363543" y="676695"/>
                  </a:lnTo>
                  <a:lnTo>
                    <a:pt x="2435165" y="669282"/>
                  </a:lnTo>
                  <a:lnTo>
                    <a:pt x="2506788" y="661799"/>
                  </a:lnTo>
                  <a:lnTo>
                    <a:pt x="2578410" y="654244"/>
                  </a:lnTo>
                  <a:lnTo>
                    <a:pt x="2650033" y="646617"/>
                  </a:lnTo>
                  <a:lnTo>
                    <a:pt x="2721655" y="638918"/>
                  </a:lnTo>
                  <a:lnTo>
                    <a:pt x="2793278" y="631145"/>
                  </a:lnTo>
                  <a:lnTo>
                    <a:pt x="2864901" y="623298"/>
                  </a:lnTo>
                  <a:lnTo>
                    <a:pt x="2936523" y="615377"/>
                  </a:lnTo>
                  <a:lnTo>
                    <a:pt x="3008146" y="607380"/>
                  </a:lnTo>
                  <a:lnTo>
                    <a:pt x="3079768" y="599307"/>
                  </a:lnTo>
                  <a:lnTo>
                    <a:pt x="3151391" y="591157"/>
                  </a:lnTo>
                  <a:lnTo>
                    <a:pt x="3223013" y="582929"/>
                  </a:lnTo>
                  <a:lnTo>
                    <a:pt x="3294636" y="574623"/>
                  </a:lnTo>
                  <a:lnTo>
                    <a:pt x="3366258" y="566238"/>
                  </a:lnTo>
                  <a:lnTo>
                    <a:pt x="3437881" y="557773"/>
                  </a:lnTo>
                  <a:lnTo>
                    <a:pt x="3509503" y="549227"/>
                  </a:lnTo>
                  <a:lnTo>
                    <a:pt x="3581126" y="540600"/>
                  </a:lnTo>
                  <a:lnTo>
                    <a:pt x="3652748" y="531891"/>
                  </a:lnTo>
                  <a:lnTo>
                    <a:pt x="3724371" y="523099"/>
                  </a:lnTo>
                  <a:lnTo>
                    <a:pt x="3795993" y="514223"/>
                  </a:lnTo>
                  <a:lnTo>
                    <a:pt x="3867616" y="505263"/>
                  </a:lnTo>
                  <a:lnTo>
                    <a:pt x="3939238" y="496217"/>
                  </a:lnTo>
                  <a:lnTo>
                    <a:pt x="4010861" y="487085"/>
                  </a:lnTo>
                  <a:lnTo>
                    <a:pt x="4082483" y="477866"/>
                  </a:lnTo>
                  <a:lnTo>
                    <a:pt x="4154106" y="468559"/>
                  </a:lnTo>
                  <a:lnTo>
                    <a:pt x="4225729" y="459164"/>
                  </a:lnTo>
                  <a:lnTo>
                    <a:pt x="4297351" y="449679"/>
                  </a:lnTo>
                  <a:lnTo>
                    <a:pt x="4368974" y="440104"/>
                  </a:lnTo>
                  <a:lnTo>
                    <a:pt x="4440596" y="430438"/>
                  </a:lnTo>
                  <a:lnTo>
                    <a:pt x="4512219" y="420679"/>
                  </a:lnTo>
                  <a:lnTo>
                    <a:pt x="4583841" y="410828"/>
                  </a:lnTo>
                  <a:lnTo>
                    <a:pt x="4655464" y="400883"/>
                  </a:lnTo>
                  <a:lnTo>
                    <a:pt x="4727086" y="390843"/>
                  </a:lnTo>
                  <a:lnTo>
                    <a:pt x="4798709" y="380707"/>
                  </a:lnTo>
                  <a:lnTo>
                    <a:pt x="4870331" y="370475"/>
                  </a:lnTo>
                  <a:lnTo>
                    <a:pt x="4941954" y="360145"/>
                  </a:lnTo>
                  <a:lnTo>
                    <a:pt x="5013576" y="349717"/>
                  </a:lnTo>
                  <a:lnTo>
                    <a:pt x="5085199" y="339190"/>
                  </a:lnTo>
                  <a:lnTo>
                    <a:pt x="5156821" y="328562"/>
                  </a:lnTo>
                  <a:lnTo>
                    <a:pt x="5228444" y="317834"/>
                  </a:lnTo>
                  <a:lnTo>
                    <a:pt x="5300066" y="307003"/>
                  </a:lnTo>
                  <a:lnTo>
                    <a:pt x="5371689" y="296069"/>
                  </a:lnTo>
                  <a:lnTo>
                    <a:pt x="5443311" y="285030"/>
                  </a:lnTo>
                  <a:lnTo>
                    <a:pt x="5514934" y="273887"/>
                  </a:lnTo>
                  <a:lnTo>
                    <a:pt x="5586557" y="262637"/>
                  </a:lnTo>
                  <a:lnTo>
                    <a:pt x="5658179" y="251281"/>
                  </a:lnTo>
                  <a:lnTo>
                    <a:pt x="5729802" y="239816"/>
                  </a:lnTo>
                  <a:lnTo>
                    <a:pt x="5801424" y="228242"/>
                  </a:lnTo>
                  <a:lnTo>
                    <a:pt x="5873047" y="216557"/>
                  </a:lnTo>
                  <a:lnTo>
                    <a:pt x="5944669" y="204762"/>
                  </a:lnTo>
                  <a:lnTo>
                    <a:pt x="6016292" y="192854"/>
                  </a:lnTo>
                  <a:lnTo>
                    <a:pt x="6087914" y="180832"/>
                  </a:lnTo>
                  <a:lnTo>
                    <a:pt x="6159537" y="168696"/>
                  </a:lnTo>
                  <a:lnTo>
                    <a:pt x="6231159" y="156445"/>
                  </a:lnTo>
                  <a:lnTo>
                    <a:pt x="6302782" y="144077"/>
                  </a:lnTo>
                  <a:lnTo>
                    <a:pt x="6374404" y="131591"/>
                  </a:lnTo>
                  <a:lnTo>
                    <a:pt x="6446027" y="118986"/>
                  </a:lnTo>
                  <a:lnTo>
                    <a:pt x="6517649" y="106261"/>
                  </a:lnTo>
                  <a:lnTo>
                    <a:pt x="6589272" y="93415"/>
                  </a:lnTo>
                  <a:lnTo>
                    <a:pt x="6660894" y="80446"/>
                  </a:lnTo>
                  <a:lnTo>
                    <a:pt x="6732517" y="67354"/>
                  </a:lnTo>
                  <a:lnTo>
                    <a:pt x="6804139" y="54137"/>
                  </a:lnTo>
                  <a:lnTo>
                    <a:pt x="6875762" y="40795"/>
                  </a:lnTo>
                  <a:lnTo>
                    <a:pt x="6947385" y="27325"/>
                  </a:lnTo>
                  <a:lnTo>
                    <a:pt x="7019007" y="1372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2026-07-29T17:42:35Z</dcterms:modified>
  <cp:category/>
</cp:coreProperties>
</file>