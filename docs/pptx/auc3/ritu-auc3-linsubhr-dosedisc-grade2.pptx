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8073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6079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54085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91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2076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0082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8088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01980"/>
              <a:ext cx="7090630" cy="3266706"/>
            </a:xfrm>
            <a:custGeom>
              <a:avLst/>
              <a:pathLst>
                <a:path w="7090630" h="3266706">
                  <a:moveTo>
                    <a:pt x="0" y="2495410"/>
                  </a:moveTo>
                  <a:lnTo>
                    <a:pt x="71622" y="2499930"/>
                  </a:lnTo>
                  <a:lnTo>
                    <a:pt x="143245" y="2504432"/>
                  </a:lnTo>
                  <a:lnTo>
                    <a:pt x="214867" y="2508913"/>
                  </a:lnTo>
                  <a:lnTo>
                    <a:pt x="286490" y="2513376"/>
                  </a:lnTo>
                  <a:lnTo>
                    <a:pt x="358112" y="2517819"/>
                  </a:lnTo>
                  <a:lnTo>
                    <a:pt x="429735" y="2522243"/>
                  </a:lnTo>
                  <a:lnTo>
                    <a:pt x="501357" y="2526649"/>
                  </a:lnTo>
                  <a:lnTo>
                    <a:pt x="572980" y="2531035"/>
                  </a:lnTo>
                  <a:lnTo>
                    <a:pt x="644602" y="2535402"/>
                  </a:lnTo>
                  <a:lnTo>
                    <a:pt x="716225" y="2539751"/>
                  </a:lnTo>
                  <a:lnTo>
                    <a:pt x="787847" y="2544081"/>
                  </a:lnTo>
                  <a:lnTo>
                    <a:pt x="859470" y="2548392"/>
                  </a:lnTo>
                  <a:lnTo>
                    <a:pt x="931092" y="2552685"/>
                  </a:lnTo>
                  <a:lnTo>
                    <a:pt x="1002715" y="2556960"/>
                  </a:lnTo>
                  <a:lnTo>
                    <a:pt x="1074337" y="2561216"/>
                  </a:lnTo>
                  <a:lnTo>
                    <a:pt x="1145960" y="2565453"/>
                  </a:lnTo>
                  <a:lnTo>
                    <a:pt x="1217582" y="2569673"/>
                  </a:lnTo>
                  <a:lnTo>
                    <a:pt x="1289205" y="2573874"/>
                  </a:lnTo>
                  <a:lnTo>
                    <a:pt x="1360827" y="2578058"/>
                  </a:lnTo>
                  <a:lnTo>
                    <a:pt x="1432450" y="2582223"/>
                  </a:lnTo>
                  <a:lnTo>
                    <a:pt x="1504073" y="2586370"/>
                  </a:lnTo>
                  <a:lnTo>
                    <a:pt x="1575695" y="2590500"/>
                  </a:lnTo>
                  <a:lnTo>
                    <a:pt x="1647318" y="2594612"/>
                  </a:lnTo>
                  <a:lnTo>
                    <a:pt x="1718940" y="2598706"/>
                  </a:lnTo>
                  <a:lnTo>
                    <a:pt x="1790563" y="2602783"/>
                  </a:lnTo>
                  <a:lnTo>
                    <a:pt x="1862185" y="2606842"/>
                  </a:lnTo>
                  <a:lnTo>
                    <a:pt x="1933808" y="2610884"/>
                  </a:lnTo>
                  <a:lnTo>
                    <a:pt x="2005430" y="2614908"/>
                  </a:lnTo>
                  <a:lnTo>
                    <a:pt x="2077053" y="2618915"/>
                  </a:lnTo>
                  <a:lnTo>
                    <a:pt x="2148675" y="2622904"/>
                  </a:lnTo>
                  <a:lnTo>
                    <a:pt x="2220298" y="2626877"/>
                  </a:lnTo>
                  <a:lnTo>
                    <a:pt x="2291920" y="2630833"/>
                  </a:lnTo>
                  <a:lnTo>
                    <a:pt x="2363543" y="2634771"/>
                  </a:lnTo>
                  <a:lnTo>
                    <a:pt x="2435165" y="2638693"/>
                  </a:lnTo>
                  <a:lnTo>
                    <a:pt x="2506788" y="2642598"/>
                  </a:lnTo>
                  <a:lnTo>
                    <a:pt x="2578410" y="2646485"/>
                  </a:lnTo>
                  <a:lnTo>
                    <a:pt x="2650033" y="2650357"/>
                  </a:lnTo>
                  <a:lnTo>
                    <a:pt x="2721655" y="2654211"/>
                  </a:lnTo>
                  <a:lnTo>
                    <a:pt x="2793278" y="2658049"/>
                  </a:lnTo>
                  <a:lnTo>
                    <a:pt x="2864901" y="2661871"/>
                  </a:lnTo>
                  <a:lnTo>
                    <a:pt x="2936523" y="2665676"/>
                  </a:lnTo>
                  <a:lnTo>
                    <a:pt x="3008146" y="2669465"/>
                  </a:lnTo>
                  <a:lnTo>
                    <a:pt x="3079768" y="2673237"/>
                  </a:lnTo>
                  <a:lnTo>
                    <a:pt x="3151391" y="2676994"/>
                  </a:lnTo>
                  <a:lnTo>
                    <a:pt x="3223013" y="2658355"/>
                  </a:lnTo>
                  <a:lnTo>
                    <a:pt x="3294636" y="2635280"/>
                  </a:lnTo>
                  <a:lnTo>
                    <a:pt x="3366258" y="2611605"/>
                  </a:lnTo>
                  <a:lnTo>
                    <a:pt x="3437881" y="2587316"/>
                  </a:lnTo>
                  <a:lnTo>
                    <a:pt x="3509503" y="2562397"/>
                  </a:lnTo>
                  <a:lnTo>
                    <a:pt x="3581126" y="2536830"/>
                  </a:lnTo>
                  <a:lnTo>
                    <a:pt x="3652748" y="2510600"/>
                  </a:lnTo>
                  <a:lnTo>
                    <a:pt x="3724371" y="2483689"/>
                  </a:lnTo>
                  <a:lnTo>
                    <a:pt x="3795993" y="2456079"/>
                  </a:lnTo>
                  <a:lnTo>
                    <a:pt x="3867616" y="2427753"/>
                  </a:lnTo>
                  <a:lnTo>
                    <a:pt x="3939238" y="2398691"/>
                  </a:lnTo>
                  <a:lnTo>
                    <a:pt x="4010861" y="2368875"/>
                  </a:lnTo>
                  <a:lnTo>
                    <a:pt x="4082483" y="2338284"/>
                  </a:lnTo>
                  <a:lnTo>
                    <a:pt x="4154106" y="2306900"/>
                  </a:lnTo>
                  <a:lnTo>
                    <a:pt x="4225729" y="2274700"/>
                  </a:lnTo>
                  <a:lnTo>
                    <a:pt x="4297351" y="2241665"/>
                  </a:lnTo>
                  <a:lnTo>
                    <a:pt x="4368974" y="2207773"/>
                  </a:lnTo>
                  <a:lnTo>
                    <a:pt x="4440596" y="2173000"/>
                  </a:lnTo>
                  <a:lnTo>
                    <a:pt x="4512219" y="2137325"/>
                  </a:lnTo>
                  <a:lnTo>
                    <a:pt x="4583841" y="2100723"/>
                  </a:lnTo>
                  <a:lnTo>
                    <a:pt x="4655464" y="2063171"/>
                  </a:lnTo>
                  <a:lnTo>
                    <a:pt x="4727086" y="2024645"/>
                  </a:lnTo>
                  <a:lnTo>
                    <a:pt x="4798709" y="1985118"/>
                  </a:lnTo>
                  <a:lnTo>
                    <a:pt x="4870331" y="1944565"/>
                  </a:lnTo>
                  <a:lnTo>
                    <a:pt x="4941954" y="1902960"/>
                  </a:lnTo>
                  <a:lnTo>
                    <a:pt x="5013576" y="1860274"/>
                  </a:lnTo>
                  <a:lnTo>
                    <a:pt x="5085199" y="1816480"/>
                  </a:lnTo>
                  <a:lnTo>
                    <a:pt x="5156821" y="1771550"/>
                  </a:lnTo>
                  <a:lnTo>
                    <a:pt x="5228444" y="1725453"/>
                  </a:lnTo>
                  <a:lnTo>
                    <a:pt x="5300066" y="1678159"/>
                  </a:lnTo>
                  <a:lnTo>
                    <a:pt x="5371689" y="1629637"/>
                  </a:lnTo>
                  <a:lnTo>
                    <a:pt x="5443311" y="1579856"/>
                  </a:lnTo>
                  <a:lnTo>
                    <a:pt x="5514934" y="1528783"/>
                  </a:lnTo>
                  <a:lnTo>
                    <a:pt x="5586557" y="1476383"/>
                  </a:lnTo>
                  <a:lnTo>
                    <a:pt x="5658179" y="1422623"/>
                  </a:lnTo>
                  <a:lnTo>
                    <a:pt x="5729802" y="1367468"/>
                  </a:lnTo>
                  <a:lnTo>
                    <a:pt x="5801424" y="1310881"/>
                  </a:lnTo>
                  <a:lnTo>
                    <a:pt x="5873047" y="1252825"/>
                  </a:lnTo>
                  <a:lnTo>
                    <a:pt x="5944669" y="1193261"/>
                  </a:lnTo>
                  <a:lnTo>
                    <a:pt x="6016292" y="1132152"/>
                  </a:lnTo>
                  <a:lnTo>
                    <a:pt x="6087914" y="1069455"/>
                  </a:lnTo>
                  <a:lnTo>
                    <a:pt x="6159537" y="1005132"/>
                  </a:lnTo>
                  <a:lnTo>
                    <a:pt x="6231159" y="939138"/>
                  </a:lnTo>
                  <a:lnTo>
                    <a:pt x="6302782" y="871431"/>
                  </a:lnTo>
                  <a:lnTo>
                    <a:pt x="6374404" y="801967"/>
                  </a:lnTo>
                  <a:lnTo>
                    <a:pt x="6446027" y="730699"/>
                  </a:lnTo>
                  <a:lnTo>
                    <a:pt x="6517649" y="657581"/>
                  </a:lnTo>
                  <a:lnTo>
                    <a:pt x="6589272" y="582565"/>
                  </a:lnTo>
                  <a:lnTo>
                    <a:pt x="6660894" y="505602"/>
                  </a:lnTo>
                  <a:lnTo>
                    <a:pt x="6732517" y="426640"/>
                  </a:lnTo>
                  <a:lnTo>
                    <a:pt x="6804139" y="345629"/>
                  </a:lnTo>
                  <a:lnTo>
                    <a:pt x="6875762" y="262514"/>
                  </a:lnTo>
                  <a:lnTo>
                    <a:pt x="6947385" y="177242"/>
                  </a:lnTo>
                  <a:lnTo>
                    <a:pt x="7019007" y="89756"/>
                  </a:lnTo>
                  <a:lnTo>
                    <a:pt x="7090630" y="0"/>
                  </a:lnTo>
                  <a:lnTo>
                    <a:pt x="7090630" y="2860546"/>
                  </a:lnTo>
                  <a:lnTo>
                    <a:pt x="7019007" y="2857582"/>
                  </a:lnTo>
                  <a:lnTo>
                    <a:pt x="6947385" y="2854605"/>
                  </a:lnTo>
                  <a:lnTo>
                    <a:pt x="6875762" y="2851616"/>
                  </a:lnTo>
                  <a:lnTo>
                    <a:pt x="6804139" y="2848613"/>
                  </a:lnTo>
                  <a:lnTo>
                    <a:pt x="6732517" y="2845597"/>
                  </a:lnTo>
                  <a:lnTo>
                    <a:pt x="6660894" y="2842569"/>
                  </a:lnTo>
                  <a:lnTo>
                    <a:pt x="6589272" y="2839527"/>
                  </a:lnTo>
                  <a:lnTo>
                    <a:pt x="6517649" y="2836473"/>
                  </a:lnTo>
                  <a:lnTo>
                    <a:pt x="6446027" y="2833405"/>
                  </a:lnTo>
                  <a:lnTo>
                    <a:pt x="6374404" y="2830324"/>
                  </a:lnTo>
                  <a:lnTo>
                    <a:pt x="6302782" y="2827229"/>
                  </a:lnTo>
                  <a:lnTo>
                    <a:pt x="6231159" y="2824121"/>
                  </a:lnTo>
                  <a:lnTo>
                    <a:pt x="6159537" y="2821000"/>
                  </a:lnTo>
                  <a:lnTo>
                    <a:pt x="6087914" y="2817865"/>
                  </a:lnTo>
                  <a:lnTo>
                    <a:pt x="6016292" y="2814717"/>
                  </a:lnTo>
                  <a:lnTo>
                    <a:pt x="5944669" y="2811555"/>
                  </a:lnTo>
                  <a:lnTo>
                    <a:pt x="5873047" y="2808380"/>
                  </a:lnTo>
                  <a:lnTo>
                    <a:pt x="5801424" y="2805191"/>
                  </a:lnTo>
                  <a:lnTo>
                    <a:pt x="5729802" y="2801988"/>
                  </a:lnTo>
                  <a:lnTo>
                    <a:pt x="5658179" y="2798771"/>
                  </a:lnTo>
                  <a:lnTo>
                    <a:pt x="5586557" y="2795540"/>
                  </a:lnTo>
                  <a:lnTo>
                    <a:pt x="5514934" y="2792296"/>
                  </a:lnTo>
                  <a:lnTo>
                    <a:pt x="5443311" y="2789037"/>
                  </a:lnTo>
                  <a:lnTo>
                    <a:pt x="5371689" y="2785765"/>
                  </a:lnTo>
                  <a:lnTo>
                    <a:pt x="5300066" y="2782478"/>
                  </a:lnTo>
                  <a:lnTo>
                    <a:pt x="5228444" y="2779177"/>
                  </a:lnTo>
                  <a:lnTo>
                    <a:pt x="5156821" y="2775862"/>
                  </a:lnTo>
                  <a:lnTo>
                    <a:pt x="5085199" y="2772532"/>
                  </a:lnTo>
                  <a:lnTo>
                    <a:pt x="5013576" y="2769188"/>
                  </a:lnTo>
                  <a:lnTo>
                    <a:pt x="4941954" y="2765830"/>
                  </a:lnTo>
                  <a:lnTo>
                    <a:pt x="4870331" y="2762457"/>
                  </a:lnTo>
                  <a:lnTo>
                    <a:pt x="4798709" y="2759070"/>
                  </a:lnTo>
                  <a:lnTo>
                    <a:pt x="4727086" y="2755668"/>
                  </a:lnTo>
                  <a:lnTo>
                    <a:pt x="4655464" y="2752251"/>
                  </a:lnTo>
                  <a:lnTo>
                    <a:pt x="4583841" y="2748820"/>
                  </a:lnTo>
                  <a:lnTo>
                    <a:pt x="4512219" y="2745373"/>
                  </a:lnTo>
                  <a:lnTo>
                    <a:pt x="4440596" y="2741912"/>
                  </a:lnTo>
                  <a:lnTo>
                    <a:pt x="4368974" y="2738436"/>
                  </a:lnTo>
                  <a:lnTo>
                    <a:pt x="4297351" y="2734945"/>
                  </a:lnTo>
                  <a:lnTo>
                    <a:pt x="4225729" y="2731439"/>
                  </a:lnTo>
                  <a:lnTo>
                    <a:pt x="4154106" y="2727918"/>
                  </a:lnTo>
                  <a:lnTo>
                    <a:pt x="4082483" y="2724381"/>
                  </a:lnTo>
                  <a:lnTo>
                    <a:pt x="4010861" y="2720829"/>
                  </a:lnTo>
                  <a:lnTo>
                    <a:pt x="3939238" y="2717262"/>
                  </a:lnTo>
                  <a:lnTo>
                    <a:pt x="3867616" y="2713680"/>
                  </a:lnTo>
                  <a:lnTo>
                    <a:pt x="3795993" y="2710082"/>
                  </a:lnTo>
                  <a:lnTo>
                    <a:pt x="3724371" y="2706469"/>
                  </a:lnTo>
                  <a:lnTo>
                    <a:pt x="3652748" y="2702839"/>
                  </a:lnTo>
                  <a:lnTo>
                    <a:pt x="3581126" y="2699195"/>
                  </a:lnTo>
                  <a:lnTo>
                    <a:pt x="3509503" y="2695534"/>
                  </a:lnTo>
                  <a:lnTo>
                    <a:pt x="3437881" y="2691858"/>
                  </a:lnTo>
                  <a:lnTo>
                    <a:pt x="3366258" y="2688166"/>
                  </a:lnTo>
                  <a:lnTo>
                    <a:pt x="3294636" y="2684458"/>
                  </a:lnTo>
                  <a:lnTo>
                    <a:pt x="3223013" y="2680734"/>
                  </a:lnTo>
                  <a:lnTo>
                    <a:pt x="3151391" y="2680847"/>
                  </a:lnTo>
                  <a:lnTo>
                    <a:pt x="3079768" y="2702769"/>
                  </a:lnTo>
                  <a:lnTo>
                    <a:pt x="3008146" y="2724137"/>
                  </a:lnTo>
                  <a:lnTo>
                    <a:pt x="2936523" y="2744964"/>
                  </a:lnTo>
                  <a:lnTo>
                    <a:pt x="2864901" y="2765264"/>
                  </a:lnTo>
                  <a:lnTo>
                    <a:pt x="2793278" y="2785050"/>
                  </a:lnTo>
                  <a:lnTo>
                    <a:pt x="2721655" y="2804336"/>
                  </a:lnTo>
                  <a:lnTo>
                    <a:pt x="2650033" y="2823133"/>
                  </a:lnTo>
                  <a:lnTo>
                    <a:pt x="2578410" y="2841455"/>
                  </a:lnTo>
                  <a:lnTo>
                    <a:pt x="2506788" y="2859314"/>
                  </a:lnTo>
                  <a:lnTo>
                    <a:pt x="2435165" y="2876720"/>
                  </a:lnTo>
                  <a:lnTo>
                    <a:pt x="2363543" y="2893686"/>
                  </a:lnTo>
                  <a:lnTo>
                    <a:pt x="2291920" y="2910223"/>
                  </a:lnTo>
                  <a:lnTo>
                    <a:pt x="2220298" y="2926342"/>
                  </a:lnTo>
                  <a:lnTo>
                    <a:pt x="2148675" y="2942052"/>
                  </a:lnTo>
                  <a:lnTo>
                    <a:pt x="2077053" y="2957365"/>
                  </a:lnTo>
                  <a:lnTo>
                    <a:pt x="2005430" y="2972291"/>
                  </a:lnTo>
                  <a:lnTo>
                    <a:pt x="1933808" y="2986838"/>
                  </a:lnTo>
                  <a:lnTo>
                    <a:pt x="1862185" y="3001018"/>
                  </a:lnTo>
                  <a:lnTo>
                    <a:pt x="1790563" y="3014839"/>
                  </a:lnTo>
                  <a:lnTo>
                    <a:pt x="1718940" y="3028310"/>
                  </a:lnTo>
                  <a:lnTo>
                    <a:pt x="1647318" y="3041441"/>
                  </a:lnTo>
                  <a:lnTo>
                    <a:pt x="1575695" y="3054239"/>
                  </a:lnTo>
                  <a:lnTo>
                    <a:pt x="1504073" y="3066713"/>
                  </a:lnTo>
                  <a:lnTo>
                    <a:pt x="1432450" y="3078872"/>
                  </a:lnTo>
                  <a:lnTo>
                    <a:pt x="1360827" y="3090723"/>
                  </a:lnTo>
                  <a:lnTo>
                    <a:pt x="1289205" y="3102274"/>
                  </a:lnTo>
                  <a:lnTo>
                    <a:pt x="1217582" y="3113533"/>
                  </a:lnTo>
                  <a:lnTo>
                    <a:pt x="1145960" y="3124506"/>
                  </a:lnTo>
                  <a:lnTo>
                    <a:pt x="1074337" y="3135203"/>
                  </a:lnTo>
                  <a:lnTo>
                    <a:pt x="1002715" y="3145628"/>
                  </a:lnTo>
                  <a:lnTo>
                    <a:pt x="931092" y="3155790"/>
                  </a:lnTo>
                  <a:lnTo>
                    <a:pt x="859470" y="3165695"/>
                  </a:lnTo>
                  <a:lnTo>
                    <a:pt x="787847" y="3175349"/>
                  </a:lnTo>
                  <a:lnTo>
                    <a:pt x="716225" y="3184759"/>
                  </a:lnTo>
                  <a:lnTo>
                    <a:pt x="644602" y="3193930"/>
                  </a:lnTo>
                  <a:lnTo>
                    <a:pt x="572980" y="3202870"/>
                  </a:lnTo>
                  <a:lnTo>
                    <a:pt x="501357" y="3211583"/>
                  </a:lnTo>
                  <a:lnTo>
                    <a:pt x="429735" y="3220076"/>
                  </a:lnTo>
                  <a:lnTo>
                    <a:pt x="358112" y="3228354"/>
                  </a:lnTo>
                  <a:lnTo>
                    <a:pt x="286490" y="3236423"/>
                  </a:lnTo>
                  <a:lnTo>
                    <a:pt x="214867" y="3244287"/>
                  </a:lnTo>
                  <a:lnTo>
                    <a:pt x="143245" y="3251953"/>
                  </a:lnTo>
                  <a:lnTo>
                    <a:pt x="71622" y="3259424"/>
                  </a:lnTo>
                  <a:lnTo>
                    <a:pt x="0" y="326670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2001980"/>
              <a:ext cx="7090630" cy="2676994"/>
            </a:xfrm>
            <a:custGeom>
              <a:avLst/>
              <a:pathLst>
                <a:path w="7090630" h="2676994">
                  <a:moveTo>
                    <a:pt x="0" y="2495410"/>
                  </a:moveTo>
                  <a:lnTo>
                    <a:pt x="71622" y="2499930"/>
                  </a:lnTo>
                  <a:lnTo>
                    <a:pt x="143245" y="2504432"/>
                  </a:lnTo>
                  <a:lnTo>
                    <a:pt x="214867" y="2508913"/>
                  </a:lnTo>
                  <a:lnTo>
                    <a:pt x="286490" y="2513376"/>
                  </a:lnTo>
                  <a:lnTo>
                    <a:pt x="358112" y="2517819"/>
                  </a:lnTo>
                  <a:lnTo>
                    <a:pt x="429735" y="2522243"/>
                  </a:lnTo>
                  <a:lnTo>
                    <a:pt x="501357" y="2526649"/>
                  </a:lnTo>
                  <a:lnTo>
                    <a:pt x="572980" y="2531035"/>
                  </a:lnTo>
                  <a:lnTo>
                    <a:pt x="644602" y="2535402"/>
                  </a:lnTo>
                  <a:lnTo>
                    <a:pt x="716225" y="2539751"/>
                  </a:lnTo>
                  <a:lnTo>
                    <a:pt x="787847" y="2544081"/>
                  </a:lnTo>
                  <a:lnTo>
                    <a:pt x="859470" y="2548392"/>
                  </a:lnTo>
                  <a:lnTo>
                    <a:pt x="931092" y="2552685"/>
                  </a:lnTo>
                  <a:lnTo>
                    <a:pt x="1002715" y="2556960"/>
                  </a:lnTo>
                  <a:lnTo>
                    <a:pt x="1074337" y="2561216"/>
                  </a:lnTo>
                  <a:lnTo>
                    <a:pt x="1145960" y="2565453"/>
                  </a:lnTo>
                  <a:lnTo>
                    <a:pt x="1217582" y="2569673"/>
                  </a:lnTo>
                  <a:lnTo>
                    <a:pt x="1289205" y="2573874"/>
                  </a:lnTo>
                  <a:lnTo>
                    <a:pt x="1360827" y="2578058"/>
                  </a:lnTo>
                  <a:lnTo>
                    <a:pt x="1432450" y="2582223"/>
                  </a:lnTo>
                  <a:lnTo>
                    <a:pt x="1504073" y="2586370"/>
                  </a:lnTo>
                  <a:lnTo>
                    <a:pt x="1575695" y="2590500"/>
                  </a:lnTo>
                  <a:lnTo>
                    <a:pt x="1647318" y="2594612"/>
                  </a:lnTo>
                  <a:lnTo>
                    <a:pt x="1718940" y="2598706"/>
                  </a:lnTo>
                  <a:lnTo>
                    <a:pt x="1790563" y="2602783"/>
                  </a:lnTo>
                  <a:lnTo>
                    <a:pt x="1862185" y="2606842"/>
                  </a:lnTo>
                  <a:lnTo>
                    <a:pt x="1933808" y="2610884"/>
                  </a:lnTo>
                  <a:lnTo>
                    <a:pt x="2005430" y="2614908"/>
                  </a:lnTo>
                  <a:lnTo>
                    <a:pt x="2077053" y="2618915"/>
                  </a:lnTo>
                  <a:lnTo>
                    <a:pt x="2148675" y="2622904"/>
                  </a:lnTo>
                  <a:lnTo>
                    <a:pt x="2220298" y="2626877"/>
                  </a:lnTo>
                  <a:lnTo>
                    <a:pt x="2291920" y="2630833"/>
                  </a:lnTo>
                  <a:lnTo>
                    <a:pt x="2363543" y="2634771"/>
                  </a:lnTo>
                  <a:lnTo>
                    <a:pt x="2435165" y="2638693"/>
                  </a:lnTo>
                  <a:lnTo>
                    <a:pt x="2506788" y="2642598"/>
                  </a:lnTo>
                  <a:lnTo>
                    <a:pt x="2578410" y="2646485"/>
                  </a:lnTo>
                  <a:lnTo>
                    <a:pt x="2650033" y="2650357"/>
                  </a:lnTo>
                  <a:lnTo>
                    <a:pt x="2721655" y="2654211"/>
                  </a:lnTo>
                  <a:lnTo>
                    <a:pt x="2793278" y="2658049"/>
                  </a:lnTo>
                  <a:lnTo>
                    <a:pt x="2864901" y="2661871"/>
                  </a:lnTo>
                  <a:lnTo>
                    <a:pt x="2936523" y="2665676"/>
                  </a:lnTo>
                  <a:lnTo>
                    <a:pt x="3008146" y="2669465"/>
                  </a:lnTo>
                  <a:lnTo>
                    <a:pt x="3079768" y="2673237"/>
                  </a:lnTo>
                  <a:lnTo>
                    <a:pt x="3151391" y="2676994"/>
                  </a:lnTo>
                  <a:lnTo>
                    <a:pt x="3223013" y="2658355"/>
                  </a:lnTo>
                  <a:lnTo>
                    <a:pt x="3294636" y="2635280"/>
                  </a:lnTo>
                  <a:lnTo>
                    <a:pt x="3366258" y="2611605"/>
                  </a:lnTo>
                  <a:lnTo>
                    <a:pt x="3437881" y="2587316"/>
                  </a:lnTo>
                  <a:lnTo>
                    <a:pt x="3509503" y="2562397"/>
                  </a:lnTo>
                  <a:lnTo>
                    <a:pt x="3581126" y="2536830"/>
                  </a:lnTo>
                  <a:lnTo>
                    <a:pt x="3652748" y="2510600"/>
                  </a:lnTo>
                  <a:lnTo>
                    <a:pt x="3724371" y="2483689"/>
                  </a:lnTo>
                  <a:lnTo>
                    <a:pt x="3795993" y="2456079"/>
                  </a:lnTo>
                  <a:lnTo>
                    <a:pt x="3867616" y="2427753"/>
                  </a:lnTo>
                  <a:lnTo>
                    <a:pt x="3939238" y="2398691"/>
                  </a:lnTo>
                  <a:lnTo>
                    <a:pt x="4010861" y="2368875"/>
                  </a:lnTo>
                  <a:lnTo>
                    <a:pt x="4082483" y="2338284"/>
                  </a:lnTo>
                  <a:lnTo>
                    <a:pt x="4154106" y="2306900"/>
                  </a:lnTo>
                  <a:lnTo>
                    <a:pt x="4225729" y="2274700"/>
                  </a:lnTo>
                  <a:lnTo>
                    <a:pt x="4297351" y="2241665"/>
                  </a:lnTo>
                  <a:lnTo>
                    <a:pt x="4368974" y="2207773"/>
                  </a:lnTo>
                  <a:lnTo>
                    <a:pt x="4440596" y="2173000"/>
                  </a:lnTo>
                  <a:lnTo>
                    <a:pt x="4512219" y="2137325"/>
                  </a:lnTo>
                  <a:lnTo>
                    <a:pt x="4583841" y="2100723"/>
                  </a:lnTo>
                  <a:lnTo>
                    <a:pt x="4655464" y="2063171"/>
                  </a:lnTo>
                  <a:lnTo>
                    <a:pt x="4727086" y="2024645"/>
                  </a:lnTo>
                  <a:lnTo>
                    <a:pt x="4798709" y="1985118"/>
                  </a:lnTo>
                  <a:lnTo>
                    <a:pt x="4870331" y="1944565"/>
                  </a:lnTo>
                  <a:lnTo>
                    <a:pt x="4941954" y="1902960"/>
                  </a:lnTo>
                  <a:lnTo>
                    <a:pt x="5013576" y="1860274"/>
                  </a:lnTo>
                  <a:lnTo>
                    <a:pt x="5085199" y="1816480"/>
                  </a:lnTo>
                  <a:lnTo>
                    <a:pt x="5156821" y="1771550"/>
                  </a:lnTo>
                  <a:lnTo>
                    <a:pt x="5228444" y="1725453"/>
                  </a:lnTo>
                  <a:lnTo>
                    <a:pt x="5300066" y="1678159"/>
                  </a:lnTo>
                  <a:lnTo>
                    <a:pt x="5371689" y="1629637"/>
                  </a:lnTo>
                  <a:lnTo>
                    <a:pt x="5443311" y="1579856"/>
                  </a:lnTo>
                  <a:lnTo>
                    <a:pt x="5514934" y="1528783"/>
                  </a:lnTo>
                  <a:lnTo>
                    <a:pt x="5586557" y="1476383"/>
                  </a:lnTo>
                  <a:lnTo>
                    <a:pt x="5658179" y="1422623"/>
                  </a:lnTo>
                  <a:lnTo>
                    <a:pt x="5729802" y="1367468"/>
                  </a:lnTo>
                  <a:lnTo>
                    <a:pt x="5801424" y="1310881"/>
                  </a:lnTo>
                  <a:lnTo>
                    <a:pt x="5873047" y="1252825"/>
                  </a:lnTo>
                  <a:lnTo>
                    <a:pt x="5944669" y="1193261"/>
                  </a:lnTo>
                  <a:lnTo>
                    <a:pt x="6016292" y="1132152"/>
                  </a:lnTo>
                  <a:lnTo>
                    <a:pt x="6087914" y="1069455"/>
                  </a:lnTo>
                  <a:lnTo>
                    <a:pt x="6159537" y="1005132"/>
                  </a:lnTo>
                  <a:lnTo>
                    <a:pt x="6231159" y="939138"/>
                  </a:lnTo>
                  <a:lnTo>
                    <a:pt x="6302782" y="871431"/>
                  </a:lnTo>
                  <a:lnTo>
                    <a:pt x="6374404" y="801967"/>
                  </a:lnTo>
                  <a:lnTo>
                    <a:pt x="6446027" y="730699"/>
                  </a:lnTo>
                  <a:lnTo>
                    <a:pt x="6517649" y="657581"/>
                  </a:lnTo>
                  <a:lnTo>
                    <a:pt x="6589272" y="582565"/>
                  </a:lnTo>
                  <a:lnTo>
                    <a:pt x="6660894" y="505602"/>
                  </a:lnTo>
                  <a:lnTo>
                    <a:pt x="6732517" y="426640"/>
                  </a:lnTo>
                  <a:lnTo>
                    <a:pt x="6804139" y="345629"/>
                  </a:lnTo>
                  <a:lnTo>
                    <a:pt x="6875762" y="262514"/>
                  </a:lnTo>
                  <a:lnTo>
                    <a:pt x="6947385" y="177242"/>
                  </a:lnTo>
                  <a:lnTo>
                    <a:pt x="7019007" y="89756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682714"/>
              <a:ext cx="7090630" cy="585972"/>
            </a:xfrm>
            <a:custGeom>
              <a:avLst/>
              <a:pathLst>
                <a:path w="7090630" h="585972">
                  <a:moveTo>
                    <a:pt x="7090630" y="179812"/>
                  </a:moveTo>
                  <a:lnTo>
                    <a:pt x="7019007" y="176848"/>
                  </a:lnTo>
                  <a:lnTo>
                    <a:pt x="6947385" y="173871"/>
                  </a:lnTo>
                  <a:lnTo>
                    <a:pt x="6875762" y="170881"/>
                  </a:lnTo>
                  <a:lnTo>
                    <a:pt x="6804139" y="167879"/>
                  </a:lnTo>
                  <a:lnTo>
                    <a:pt x="6732517" y="164863"/>
                  </a:lnTo>
                  <a:lnTo>
                    <a:pt x="6660894" y="161835"/>
                  </a:lnTo>
                  <a:lnTo>
                    <a:pt x="6589272" y="158793"/>
                  </a:lnTo>
                  <a:lnTo>
                    <a:pt x="6517649" y="155738"/>
                  </a:lnTo>
                  <a:lnTo>
                    <a:pt x="6446027" y="152670"/>
                  </a:lnTo>
                  <a:lnTo>
                    <a:pt x="6374404" y="149589"/>
                  </a:lnTo>
                  <a:lnTo>
                    <a:pt x="6302782" y="146495"/>
                  </a:lnTo>
                  <a:lnTo>
                    <a:pt x="6231159" y="143387"/>
                  </a:lnTo>
                  <a:lnTo>
                    <a:pt x="6159537" y="140266"/>
                  </a:lnTo>
                  <a:lnTo>
                    <a:pt x="6087914" y="137131"/>
                  </a:lnTo>
                  <a:lnTo>
                    <a:pt x="6016292" y="133983"/>
                  </a:lnTo>
                  <a:lnTo>
                    <a:pt x="5944669" y="130821"/>
                  </a:lnTo>
                  <a:lnTo>
                    <a:pt x="5873047" y="127646"/>
                  </a:lnTo>
                  <a:lnTo>
                    <a:pt x="5801424" y="124457"/>
                  </a:lnTo>
                  <a:lnTo>
                    <a:pt x="5729802" y="121254"/>
                  </a:lnTo>
                  <a:lnTo>
                    <a:pt x="5658179" y="118037"/>
                  </a:lnTo>
                  <a:lnTo>
                    <a:pt x="5586557" y="114806"/>
                  </a:lnTo>
                  <a:lnTo>
                    <a:pt x="5514934" y="111562"/>
                  </a:lnTo>
                  <a:lnTo>
                    <a:pt x="5443311" y="108303"/>
                  </a:lnTo>
                  <a:lnTo>
                    <a:pt x="5371689" y="105030"/>
                  </a:lnTo>
                  <a:lnTo>
                    <a:pt x="5300066" y="101744"/>
                  </a:lnTo>
                  <a:lnTo>
                    <a:pt x="5228444" y="98443"/>
                  </a:lnTo>
                  <a:lnTo>
                    <a:pt x="5156821" y="95127"/>
                  </a:lnTo>
                  <a:lnTo>
                    <a:pt x="5085199" y="91798"/>
                  </a:lnTo>
                  <a:lnTo>
                    <a:pt x="5013576" y="88454"/>
                  </a:lnTo>
                  <a:lnTo>
                    <a:pt x="4941954" y="85096"/>
                  </a:lnTo>
                  <a:lnTo>
                    <a:pt x="4870331" y="81723"/>
                  </a:lnTo>
                  <a:lnTo>
                    <a:pt x="4798709" y="78335"/>
                  </a:lnTo>
                  <a:lnTo>
                    <a:pt x="4727086" y="74933"/>
                  </a:lnTo>
                  <a:lnTo>
                    <a:pt x="4655464" y="71517"/>
                  </a:lnTo>
                  <a:lnTo>
                    <a:pt x="4583841" y="68085"/>
                  </a:lnTo>
                  <a:lnTo>
                    <a:pt x="4512219" y="64639"/>
                  </a:lnTo>
                  <a:lnTo>
                    <a:pt x="4440596" y="61178"/>
                  </a:lnTo>
                  <a:lnTo>
                    <a:pt x="4368974" y="57702"/>
                  </a:lnTo>
                  <a:lnTo>
                    <a:pt x="4297351" y="54211"/>
                  </a:lnTo>
                  <a:lnTo>
                    <a:pt x="4225729" y="50705"/>
                  </a:lnTo>
                  <a:lnTo>
                    <a:pt x="4154106" y="47183"/>
                  </a:lnTo>
                  <a:lnTo>
                    <a:pt x="4082483" y="43647"/>
                  </a:lnTo>
                  <a:lnTo>
                    <a:pt x="4010861" y="40095"/>
                  </a:lnTo>
                  <a:lnTo>
                    <a:pt x="3939238" y="36528"/>
                  </a:lnTo>
                  <a:lnTo>
                    <a:pt x="3867616" y="32946"/>
                  </a:lnTo>
                  <a:lnTo>
                    <a:pt x="3795993" y="29348"/>
                  </a:lnTo>
                  <a:lnTo>
                    <a:pt x="3724371" y="25734"/>
                  </a:lnTo>
                  <a:lnTo>
                    <a:pt x="3652748" y="22105"/>
                  </a:lnTo>
                  <a:lnTo>
                    <a:pt x="3581126" y="18460"/>
                  </a:lnTo>
                  <a:lnTo>
                    <a:pt x="3509503" y="14800"/>
                  </a:lnTo>
                  <a:lnTo>
                    <a:pt x="3437881" y="11124"/>
                  </a:lnTo>
                  <a:lnTo>
                    <a:pt x="3366258" y="7432"/>
                  </a:lnTo>
                  <a:lnTo>
                    <a:pt x="3294636" y="3724"/>
                  </a:lnTo>
                  <a:lnTo>
                    <a:pt x="3223013" y="0"/>
                  </a:lnTo>
                  <a:lnTo>
                    <a:pt x="3151391" y="112"/>
                  </a:lnTo>
                  <a:lnTo>
                    <a:pt x="3079768" y="22035"/>
                  </a:lnTo>
                  <a:lnTo>
                    <a:pt x="3008146" y="43402"/>
                  </a:lnTo>
                  <a:lnTo>
                    <a:pt x="2936523" y="64229"/>
                  </a:lnTo>
                  <a:lnTo>
                    <a:pt x="2864901" y="84529"/>
                  </a:lnTo>
                  <a:lnTo>
                    <a:pt x="2793278" y="104316"/>
                  </a:lnTo>
                  <a:lnTo>
                    <a:pt x="2721655" y="123601"/>
                  </a:lnTo>
                  <a:lnTo>
                    <a:pt x="2650033" y="142399"/>
                  </a:lnTo>
                  <a:lnTo>
                    <a:pt x="2578410" y="160721"/>
                  </a:lnTo>
                  <a:lnTo>
                    <a:pt x="2506788" y="178579"/>
                  </a:lnTo>
                  <a:lnTo>
                    <a:pt x="2435165" y="195986"/>
                  </a:lnTo>
                  <a:lnTo>
                    <a:pt x="2363543" y="212952"/>
                  </a:lnTo>
                  <a:lnTo>
                    <a:pt x="2291920" y="229489"/>
                  </a:lnTo>
                  <a:lnTo>
                    <a:pt x="2220298" y="245607"/>
                  </a:lnTo>
                  <a:lnTo>
                    <a:pt x="2148675" y="261318"/>
                  </a:lnTo>
                  <a:lnTo>
                    <a:pt x="2077053" y="276631"/>
                  </a:lnTo>
                  <a:lnTo>
                    <a:pt x="2005430" y="291556"/>
                  </a:lnTo>
                  <a:lnTo>
                    <a:pt x="1933808" y="306104"/>
                  </a:lnTo>
                  <a:lnTo>
                    <a:pt x="1862185" y="320284"/>
                  </a:lnTo>
                  <a:lnTo>
                    <a:pt x="1790563" y="334105"/>
                  </a:lnTo>
                  <a:lnTo>
                    <a:pt x="1718940" y="347576"/>
                  </a:lnTo>
                  <a:lnTo>
                    <a:pt x="1647318" y="360706"/>
                  </a:lnTo>
                  <a:lnTo>
                    <a:pt x="1575695" y="373504"/>
                  </a:lnTo>
                  <a:lnTo>
                    <a:pt x="1504073" y="385979"/>
                  </a:lnTo>
                  <a:lnTo>
                    <a:pt x="1432450" y="398137"/>
                  </a:lnTo>
                  <a:lnTo>
                    <a:pt x="1360827" y="409988"/>
                  </a:lnTo>
                  <a:lnTo>
                    <a:pt x="1289205" y="421539"/>
                  </a:lnTo>
                  <a:lnTo>
                    <a:pt x="1217582" y="432798"/>
                  </a:lnTo>
                  <a:lnTo>
                    <a:pt x="1145960" y="443772"/>
                  </a:lnTo>
                  <a:lnTo>
                    <a:pt x="1074337" y="454468"/>
                  </a:lnTo>
                  <a:lnTo>
                    <a:pt x="1002715" y="464894"/>
                  </a:lnTo>
                  <a:lnTo>
                    <a:pt x="931092" y="475056"/>
                  </a:lnTo>
                  <a:lnTo>
                    <a:pt x="859470" y="484960"/>
                  </a:lnTo>
                  <a:lnTo>
                    <a:pt x="787847" y="494615"/>
                  </a:lnTo>
                  <a:lnTo>
                    <a:pt x="716225" y="504024"/>
                  </a:lnTo>
                  <a:lnTo>
                    <a:pt x="644602" y="513196"/>
                  </a:lnTo>
                  <a:lnTo>
                    <a:pt x="572980" y="522136"/>
                  </a:lnTo>
                  <a:lnTo>
                    <a:pt x="501357" y="530849"/>
                  </a:lnTo>
                  <a:lnTo>
                    <a:pt x="429735" y="539342"/>
                  </a:lnTo>
                  <a:lnTo>
                    <a:pt x="358112" y="547620"/>
                  </a:lnTo>
                  <a:lnTo>
                    <a:pt x="286490" y="555688"/>
                  </a:lnTo>
                  <a:lnTo>
                    <a:pt x="214867" y="563553"/>
                  </a:lnTo>
                  <a:lnTo>
                    <a:pt x="143245" y="571218"/>
                  </a:lnTo>
                  <a:lnTo>
                    <a:pt x="71622" y="578690"/>
                  </a:lnTo>
                  <a:lnTo>
                    <a:pt x="0" y="58597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988498"/>
              <a:ext cx="7090630" cy="1017518"/>
            </a:xfrm>
            <a:custGeom>
              <a:avLst/>
              <a:pathLst>
                <a:path w="7090630" h="1017518">
                  <a:moveTo>
                    <a:pt x="0" y="1017518"/>
                  </a:moveTo>
                  <a:lnTo>
                    <a:pt x="71622" y="1011696"/>
                  </a:lnTo>
                  <a:lnTo>
                    <a:pt x="143245" y="1005812"/>
                  </a:lnTo>
                  <a:lnTo>
                    <a:pt x="214867" y="999864"/>
                  </a:lnTo>
                  <a:lnTo>
                    <a:pt x="286490" y="993853"/>
                  </a:lnTo>
                  <a:lnTo>
                    <a:pt x="358112" y="987778"/>
                  </a:lnTo>
                  <a:lnTo>
                    <a:pt x="429735" y="981637"/>
                  </a:lnTo>
                  <a:lnTo>
                    <a:pt x="501357" y="975430"/>
                  </a:lnTo>
                  <a:lnTo>
                    <a:pt x="572980" y="969157"/>
                  </a:lnTo>
                  <a:lnTo>
                    <a:pt x="644602" y="962817"/>
                  </a:lnTo>
                  <a:lnTo>
                    <a:pt x="716225" y="956409"/>
                  </a:lnTo>
                  <a:lnTo>
                    <a:pt x="787847" y="949932"/>
                  </a:lnTo>
                  <a:lnTo>
                    <a:pt x="859470" y="943386"/>
                  </a:lnTo>
                  <a:lnTo>
                    <a:pt x="931092" y="936769"/>
                  </a:lnTo>
                  <a:lnTo>
                    <a:pt x="1002715" y="930082"/>
                  </a:lnTo>
                  <a:lnTo>
                    <a:pt x="1074337" y="923323"/>
                  </a:lnTo>
                  <a:lnTo>
                    <a:pt x="1145960" y="916491"/>
                  </a:lnTo>
                  <a:lnTo>
                    <a:pt x="1217582" y="909587"/>
                  </a:lnTo>
                  <a:lnTo>
                    <a:pt x="1289205" y="902608"/>
                  </a:lnTo>
                  <a:lnTo>
                    <a:pt x="1360827" y="895555"/>
                  </a:lnTo>
                  <a:lnTo>
                    <a:pt x="1432450" y="888425"/>
                  </a:lnTo>
                  <a:lnTo>
                    <a:pt x="1504073" y="881220"/>
                  </a:lnTo>
                  <a:lnTo>
                    <a:pt x="1575695" y="873937"/>
                  </a:lnTo>
                  <a:lnTo>
                    <a:pt x="1647318" y="866576"/>
                  </a:lnTo>
                  <a:lnTo>
                    <a:pt x="1718940" y="859137"/>
                  </a:lnTo>
                  <a:lnTo>
                    <a:pt x="1790563" y="851617"/>
                  </a:lnTo>
                  <a:lnTo>
                    <a:pt x="1862185" y="844017"/>
                  </a:lnTo>
                  <a:lnTo>
                    <a:pt x="1933808" y="836336"/>
                  </a:lnTo>
                  <a:lnTo>
                    <a:pt x="2005430" y="828572"/>
                  </a:lnTo>
                  <a:lnTo>
                    <a:pt x="2077053" y="820725"/>
                  </a:lnTo>
                  <a:lnTo>
                    <a:pt x="2148675" y="812794"/>
                  </a:lnTo>
                  <a:lnTo>
                    <a:pt x="2220298" y="804778"/>
                  </a:lnTo>
                  <a:lnTo>
                    <a:pt x="2291920" y="796675"/>
                  </a:lnTo>
                  <a:lnTo>
                    <a:pt x="2363543" y="788487"/>
                  </a:lnTo>
                  <a:lnTo>
                    <a:pt x="2435165" y="780210"/>
                  </a:lnTo>
                  <a:lnTo>
                    <a:pt x="2506788" y="771845"/>
                  </a:lnTo>
                  <a:lnTo>
                    <a:pt x="2578410" y="763389"/>
                  </a:lnTo>
                  <a:lnTo>
                    <a:pt x="2650033" y="754844"/>
                  </a:lnTo>
                  <a:lnTo>
                    <a:pt x="2721655" y="746207"/>
                  </a:lnTo>
                  <a:lnTo>
                    <a:pt x="2793278" y="737477"/>
                  </a:lnTo>
                  <a:lnTo>
                    <a:pt x="2864901" y="728653"/>
                  </a:lnTo>
                  <a:lnTo>
                    <a:pt x="2936523" y="719735"/>
                  </a:lnTo>
                  <a:lnTo>
                    <a:pt x="3008146" y="710722"/>
                  </a:lnTo>
                  <a:lnTo>
                    <a:pt x="3079768" y="701612"/>
                  </a:lnTo>
                  <a:lnTo>
                    <a:pt x="3151391" y="692404"/>
                  </a:lnTo>
                  <a:lnTo>
                    <a:pt x="3223013" y="683097"/>
                  </a:lnTo>
                  <a:lnTo>
                    <a:pt x="3294636" y="673691"/>
                  </a:lnTo>
                  <a:lnTo>
                    <a:pt x="3366258" y="664184"/>
                  </a:lnTo>
                  <a:lnTo>
                    <a:pt x="3437881" y="654575"/>
                  </a:lnTo>
                  <a:lnTo>
                    <a:pt x="3509503" y="644863"/>
                  </a:lnTo>
                  <a:lnTo>
                    <a:pt x="3581126" y="635047"/>
                  </a:lnTo>
                  <a:lnTo>
                    <a:pt x="3652748" y="625126"/>
                  </a:lnTo>
                  <a:lnTo>
                    <a:pt x="3724371" y="615098"/>
                  </a:lnTo>
                  <a:lnTo>
                    <a:pt x="3795993" y="604963"/>
                  </a:lnTo>
                  <a:lnTo>
                    <a:pt x="3867616" y="594720"/>
                  </a:lnTo>
                  <a:lnTo>
                    <a:pt x="3939238" y="584366"/>
                  </a:lnTo>
                  <a:lnTo>
                    <a:pt x="4010861" y="573902"/>
                  </a:lnTo>
                  <a:lnTo>
                    <a:pt x="4082483" y="563325"/>
                  </a:lnTo>
                  <a:lnTo>
                    <a:pt x="4154106" y="552635"/>
                  </a:lnTo>
                  <a:lnTo>
                    <a:pt x="4225729" y="541831"/>
                  </a:lnTo>
                  <a:lnTo>
                    <a:pt x="4297351" y="530911"/>
                  </a:lnTo>
                  <a:lnTo>
                    <a:pt x="4368974" y="519873"/>
                  </a:lnTo>
                  <a:lnTo>
                    <a:pt x="4440596" y="508717"/>
                  </a:lnTo>
                  <a:lnTo>
                    <a:pt x="4512219" y="497442"/>
                  </a:lnTo>
                  <a:lnTo>
                    <a:pt x="4583841" y="486046"/>
                  </a:lnTo>
                  <a:lnTo>
                    <a:pt x="4655464" y="474528"/>
                  </a:lnTo>
                  <a:lnTo>
                    <a:pt x="4727086" y="462886"/>
                  </a:lnTo>
                  <a:lnTo>
                    <a:pt x="4798709" y="451120"/>
                  </a:lnTo>
                  <a:lnTo>
                    <a:pt x="4870331" y="439227"/>
                  </a:lnTo>
                  <a:lnTo>
                    <a:pt x="4941954" y="427207"/>
                  </a:lnTo>
                  <a:lnTo>
                    <a:pt x="5013576" y="415058"/>
                  </a:lnTo>
                  <a:lnTo>
                    <a:pt x="5085199" y="402779"/>
                  </a:lnTo>
                  <a:lnTo>
                    <a:pt x="5156821" y="390369"/>
                  </a:lnTo>
                  <a:lnTo>
                    <a:pt x="5228444" y="377825"/>
                  </a:lnTo>
                  <a:lnTo>
                    <a:pt x="5300066" y="365147"/>
                  </a:lnTo>
                  <a:lnTo>
                    <a:pt x="5371689" y="352333"/>
                  </a:lnTo>
                  <a:lnTo>
                    <a:pt x="5443311" y="339381"/>
                  </a:lnTo>
                  <a:lnTo>
                    <a:pt x="5514934" y="326291"/>
                  </a:lnTo>
                  <a:lnTo>
                    <a:pt x="5586557" y="313061"/>
                  </a:lnTo>
                  <a:lnTo>
                    <a:pt x="5658179" y="299688"/>
                  </a:lnTo>
                  <a:lnTo>
                    <a:pt x="5729802" y="286173"/>
                  </a:lnTo>
                  <a:lnTo>
                    <a:pt x="5801424" y="272512"/>
                  </a:lnTo>
                  <a:lnTo>
                    <a:pt x="5873047" y="258706"/>
                  </a:lnTo>
                  <a:lnTo>
                    <a:pt x="5944669" y="244751"/>
                  </a:lnTo>
                  <a:lnTo>
                    <a:pt x="6016292" y="230646"/>
                  </a:lnTo>
                  <a:lnTo>
                    <a:pt x="6087914" y="216391"/>
                  </a:lnTo>
                  <a:lnTo>
                    <a:pt x="6159537" y="201982"/>
                  </a:lnTo>
                  <a:lnTo>
                    <a:pt x="6231159" y="187419"/>
                  </a:lnTo>
                  <a:lnTo>
                    <a:pt x="6302782" y="172701"/>
                  </a:lnTo>
                  <a:lnTo>
                    <a:pt x="6374404" y="157824"/>
                  </a:lnTo>
                  <a:lnTo>
                    <a:pt x="6446027" y="142788"/>
                  </a:lnTo>
                  <a:lnTo>
                    <a:pt x="6517649" y="127590"/>
                  </a:lnTo>
                  <a:lnTo>
                    <a:pt x="6589272" y="112230"/>
                  </a:lnTo>
                  <a:lnTo>
                    <a:pt x="6660894" y="96706"/>
                  </a:lnTo>
                  <a:lnTo>
                    <a:pt x="6732517" y="81014"/>
                  </a:lnTo>
                  <a:lnTo>
                    <a:pt x="6804139" y="65155"/>
                  </a:lnTo>
                  <a:lnTo>
                    <a:pt x="6875762" y="49126"/>
                  </a:lnTo>
                  <a:lnTo>
                    <a:pt x="6947385" y="32925"/>
                  </a:lnTo>
                  <a:lnTo>
                    <a:pt x="7019007" y="16550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3405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008892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3697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587619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34996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2026-10-09T15:12:24Z</dcterms:modified>
  <cp:category/>
</cp:coreProperties>
</file>