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213278" y="5061455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213278" y="4220703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213278" y="3379951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213278" y="2539198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49245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93114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236983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80852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924722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68591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007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213278" y="5481832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213278" y="4641079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13278" y="3800327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13278" y="2959575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13278" y="2118822"/>
              <a:ext cx="7391280" cy="0"/>
            </a:xfrm>
            <a:custGeom>
              <a:avLst/>
              <a:pathLst>
                <a:path w="7391280" h="0">
                  <a:moveTo>
                    <a:pt x="0" y="0"/>
                  </a:moveTo>
                  <a:lnTo>
                    <a:pt x="7391280" y="0"/>
                  </a:lnTo>
                  <a:lnTo>
                    <a:pt x="739128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21180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565049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908918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252787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596656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6014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1754332" y="1950672"/>
              <a:ext cx="3155575" cy="3531159"/>
            </a:xfrm>
            <a:custGeom>
              <a:avLst/>
              <a:pathLst>
                <a:path w="3155575" h="3531159">
                  <a:moveTo>
                    <a:pt x="989" y="3530411"/>
                  </a:moveTo>
                  <a:lnTo>
                    <a:pt x="1978" y="3530403"/>
                  </a:lnTo>
                  <a:lnTo>
                    <a:pt x="17503" y="3530279"/>
                  </a:lnTo>
                  <a:lnTo>
                    <a:pt x="18492" y="3530271"/>
                  </a:lnTo>
                  <a:lnTo>
                    <a:pt x="19482" y="3530262"/>
                  </a:lnTo>
                  <a:lnTo>
                    <a:pt x="35006" y="3530120"/>
                  </a:lnTo>
                  <a:lnTo>
                    <a:pt x="35996" y="3530110"/>
                  </a:lnTo>
                  <a:lnTo>
                    <a:pt x="36985" y="3530100"/>
                  </a:lnTo>
                  <a:lnTo>
                    <a:pt x="52510" y="3529937"/>
                  </a:lnTo>
                  <a:lnTo>
                    <a:pt x="53499" y="3529926"/>
                  </a:lnTo>
                  <a:lnTo>
                    <a:pt x="54489" y="3529914"/>
                  </a:lnTo>
                  <a:lnTo>
                    <a:pt x="70013" y="3529719"/>
                  </a:lnTo>
                  <a:lnTo>
                    <a:pt x="71003" y="3529706"/>
                  </a:lnTo>
                  <a:lnTo>
                    <a:pt x="71992" y="3529692"/>
                  </a:lnTo>
                  <a:lnTo>
                    <a:pt x="87517" y="3529465"/>
                  </a:lnTo>
                  <a:lnTo>
                    <a:pt x="88506" y="3529450"/>
                  </a:lnTo>
                  <a:lnTo>
                    <a:pt x="89496" y="3529434"/>
                  </a:lnTo>
                  <a:lnTo>
                    <a:pt x="105020" y="3529175"/>
                  </a:lnTo>
                  <a:lnTo>
                    <a:pt x="106010" y="3529158"/>
                  </a:lnTo>
                  <a:lnTo>
                    <a:pt x="106999" y="3529140"/>
                  </a:lnTo>
                  <a:lnTo>
                    <a:pt x="122524" y="3528846"/>
                  </a:lnTo>
                  <a:lnTo>
                    <a:pt x="123513" y="3528827"/>
                  </a:lnTo>
                  <a:lnTo>
                    <a:pt x="124503" y="3528805"/>
                  </a:lnTo>
                  <a:lnTo>
                    <a:pt x="140027" y="3528465"/>
                  </a:lnTo>
                  <a:lnTo>
                    <a:pt x="141017" y="3528443"/>
                  </a:lnTo>
                  <a:lnTo>
                    <a:pt x="142006" y="3528418"/>
                  </a:lnTo>
                  <a:lnTo>
                    <a:pt x="157531" y="3528019"/>
                  </a:lnTo>
                  <a:lnTo>
                    <a:pt x="158520" y="3527994"/>
                  </a:lnTo>
                  <a:lnTo>
                    <a:pt x="159510" y="3527965"/>
                  </a:lnTo>
                  <a:lnTo>
                    <a:pt x="175034" y="3527514"/>
                  </a:lnTo>
                  <a:lnTo>
                    <a:pt x="176024" y="3527485"/>
                  </a:lnTo>
                  <a:lnTo>
                    <a:pt x="177013" y="3527453"/>
                  </a:lnTo>
                  <a:lnTo>
                    <a:pt x="192538" y="3526944"/>
                  </a:lnTo>
                  <a:lnTo>
                    <a:pt x="193527" y="3526912"/>
                  </a:lnTo>
                  <a:lnTo>
                    <a:pt x="194517" y="3526876"/>
                  </a:lnTo>
                  <a:lnTo>
                    <a:pt x="210041" y="3526304"/>
                  </a:lnTo>
                  <a:lnTo>
                    <a:pt x="211031" y="3526268"/>
                  </a:lnTo>
                  <a:lnTo>
                    <a:pt x="212020" y="3526225"/>
                  </a:lnTo>
                  <a:lnTo>
                    <a:pt x="227545" y="3525553"/>
                  </a:lnTo>
                  <a:lnTo>
                    <a:pt x="228534" y="3525510"/>
                  </a:lnTo>
                  <a:lnTo>
                    <a:pt x="229524" y="3525462"/>
                  </a:lnTo>
                  <a:lnTo>
                    <a:pt x="245048" y="3524708"/>
                  </a:lnTo>
                  <a:lnTo>
                    <a:pt x="246038" y="3524660"/>
                  </a:lnTo>
                  <a:lnTo>
                    <a:pt x="247027" y="3524606"/>
                  </a:lnTo>
                  <a:lnTo>
                    <a:pt x="262552" y="3523764"/>
                  </a:lnTo>
                  <a:lnTo>
                    <a:pt x="263541" y="3523710"/>
                  </a:lnTo>
                  <a:lnTo>
                    <a:pt x="264531" y="3523650"/>
                  </a:lnTo>
                  <a:lnTo>
                    <a:pt x="280055" y="3522713"/>
                  </a:lnTo>
                  <a:lnTo>
                    <a:pt x="281045" y="3522653"/>
                  </a:lnTo>
                  <a:lnTo>
                    <a:pt x="282034" y="3522585"/>
                  </a:lnTo>
                  <a:lnTo>
                    <a:pt x="297559" y="3521510"/>
                  </a:lnTo>
                  <a:lnTo>
                    <a:pt x="298548" y="3521441"/>
                  </a:lnTo>
                  <a:lnTo>
                    <a:pt x="299538" y="3521364"/>
                  </a:lnTo>
                  <a:lnTo>
                    <a:pt x="315062" y="3520154"/>
                  </a:lnTo>
                  <a:lnTo>
                    <a:pt x="316052" y="3520077"/>
                  </a:lnTo>
                  <a:lnTo>
                    <a:pt x="317041" y="3519992"/>
                  </a:lnTo>
                  <a:lnTo>
                    <a:pt x="332566" y="3518652"/>
                  </a:lnTo>
                  <a:lnTo>
                    <a:pt x="333555" y="3518566"/>
                  </a:lnTo>
                  <a:lnTo>
                    <a:pt x="334545" y="3518472"/>
                  </a:lnTo>
                  <a:lnTo>
                    <a:pt x="350069" y="3516993"/>
                  </a:lnTo>
                  <a:lnTo>
                    <a:pt x="351059" y="3516899"/>
                  </a:lnTo>
                  <a:lnTo>
                    <a:pt x="352048" y="3516793"/>
                  </a:lnTo>
                  <a:lnTo>
                    <a:pt x="367573" y="3515142"/>
                  </a:lnTo>
                  <a:lnTo>
                    <a:pt x="368562" y="3515036"/>
                  </a:lnTo>
                  <a:lnTo>
                    <a:pt x="369552" y="3514918"/>
                  </a:lnTo>
                  <a:lnTo>
                    <a:pt x="385076" y="3513053"/>
                  </a:lnTo>
                  <a:lnTo>
                    <a:pt x="386066" y="3512934"/>
                  </a:lnTo>
                  <a:lnTo>
                    <a:pt x="387055" y="3512803"/>
                  </a:lnTo>
                  <a:lnTo>
                    <a:pt x="402580" y="3510756"/>
                  </a:lnTo>
                  <a:lnTo>
                    <a:pt x="403569" y="3510625"/>
                  </a:lnTo>
                  <a:lnTo>
                    <a:pt x="404559" y="3510483"/>
                  </a:lnTo>
                  <a:lnTo>
                    <a:pt x="420083" y="3508243"/>
                  </a:lnTo>
                  <a:lnTo>
                    <a:pt x="421073" y="3508100"/>
                  </a:lnTo>
                  <a:lnTo>
                    <a:pt x="422062" y="3507944"/>
                  </a:lnTo>
                  <a:lnTo>
                    <a:pt x="437587" y="3505500"/>
                  </a:lnTo>
                  <a:lnTo>
                    <a:pt x="438576" y="3505345"/>
                  </a:lnTo>
                  <a:lnTo>
                    <a:pt x="439566" y="3505169"/>
                  </a:lnTo>
                  <a:lnTo>
                    <a:pt x="455090" y="3502407"/>
                  </a:lnTo>
                  <a:lnTo>
                    <a:pt x="456080" y="3502231"/>
                  </a:lnTo>
                  <a:lnTo>
                    <a:pt x="457069" y="3502040"/>
                  </a:lnTo>
                  <a:lnTo>
                    <a:pt x="472594" y="3499036"/>
                  </a:lnTo>
                  <a:lnTo>
                    <a:pt x="473583" y="3498844"/>
                  </a:lnTo>
                  <a:lnTo>
                    <a:pt x="474573" y="3498636"/>
                  </a:lnTo>
                  <a:lnTo>
                    <a:pt x="490097" y="3495378"/>
                  </a:lnTo>
                  <a:lnTo>
                    <a:pt x="491087" y="3495170"/>
                  </a:lnTo>
                  <a:lnTo>
                    <a:pt x="492076" y="3494946"/>
                  </a:lnTo>
                  <a:lnTo>
                    <a:pt x="507601" y="3491421"/>
                  </a:lnTo>
                  <a:lnTo>
                    <a:pt x="508590" y="3491197"/>
                  </a:lnTo>
                  <a:lnTo>
                    <a:pt x="509580" y="3490949"/>
                  </a:lnTo>
                  <a:lnTo>
                    <a:pt x="525104" y="3487063"/>
                  </a:lnTo>
                  <a:lnTo>
                    <a:pt x="526094" y="3486815"/>
                  </a:lnTo>
                  <a:lnTo>
                    <a:pt x="527083" y="3486545"/>
                  </a:lnTo>
                  <a:lnTo>
                    <a:pt x="542608" y="3482311"/>
                  </a:lnTo>
                  <a:lnTo>
                    <a:pt x="543597" y="3482041"/>
                  </a:lnTo>
                  <a:lnTo>
                    <a:pt x="544587" y="3481751"/>
                  </a:lnTo>
                  <a:lnTo>
                    <a:pt x="560111" y="3477198"/>
                  </a:lnTo>
                  <a:lnTo>
                    <a:pt x="561101" y="3476908"/>
                  </a:lnTo>
                  <a:lnTo>
                    <a:pt x="562090" y="3476597"/>
                  </a:lnTo>
                  <a:lnTo>
                    <a:pt x="577615" y="3471716"/>
                  </a:lnTo>
                  <a:lnTo>
                    <a:pt x="578604" y="3471405"/>
                  </a:lnTo>
                  <a:lnTo>
                    <a:pt x="579594" y="3471069"/>
                  </a:lnTo>
                  <a:lnTo>
                    <a:pt x="595118" y="3465801"/>
                  </a:lnTo>
                  <a:lnTo>
                    <a:pt x="596108" y="3465466"/>
                  </a:lnTo>
                  <a:lnTo>
                    <a:pt x="597097" y="3465100"/>
                  </a:lnTo>
                  <a:lnTo>
                    <a:pt x="612622" y="3459365"/>
                  </a:lnTo>
                  <a:lnTo>
                    <a:pt x="613611" y="3458999"/>
                  </a:lnTo>
                  <a:lnTo>
                    <a:pt x="614601" y="3458610"/>
                  </a:lnTo>
                  <a:lnTo>
                    <a:pt x="630125" y="3452499"/>
                  </a:lnTo>
                  <a:lnTo>
                    <a:pt x="631115" y="3452110"/>
                  </a:lnTo>
                  <a:lnTo>
                    <a:pt x="632104" y="3451696"/>
                  </a:lnTo>
                  <a:lnTo>
                    <a:pt x="647629" y="3445202"/>
                  </a:lnTo>
                  <a:lnTo>
                    <a:pt x="648618" y="3444788"/>
                  </a:lnTo>
                  <a:lnTo>
                    <a:pt x="649608" y="3444349"/>
                  </a:lnTo>
                  <a:lnTo>
                    <a:pt x="665132" y="3437462"/>
                  </a:lnTo>
                  <a:lnTo>
                    <a:pt x="666122" y="3437023"/>
                  </a:lnTo>
                  <a:lnTo>
                    <a:pt x="667111" y="3436548"/>
                  </a:lnTo>
                  <a:lnTo>
                    <a:pt x="682636" y="3429092"/>
                  </a:lnTo>
                  <a:lnTo>
                    <a:pt x="683625" y="3428617"/>
                  </a:lnTo>
                  <a:lnTo>
                    <a:pt x="684615" y="3428115"/>
                  </a:lnTo>
                  <a:lnTo>
                    <a:pt x="700139" y="3420234"/>
                  </a:lnTo>
                  <a:lnTo>
                    <a:pt x="701129" y="3419732"/>
                  </a:lnTo>
                  <a:lnTo>
                    <a:pt x="702118" y="3419203"/>
                  </a:lnTo>
                  <a:lnTo>
                    <a:pt x="717643" y="3410902"/>
                  </a:lnTo>
                  <a:lnTo>
                    <a:pt x="718632" y="3410373"/>
                  </a:lnTo>
                  <a:lnTo>
                    <a:pt x="719621" y="3409817"/>
                  </a:lnTo>
                  <a:lnTo>
                    <a:pt x="735146" y="3401092"/>
                  </a:lnTo>
                  <a:lnTo>
                    <a:pt x="736136" y="3400536"/>
                  </a:lnTo>
                  <a:lnTo>
                    <a:pt x="737125" y="3399946"/>
                  </a:lnTo>
                  <a:lnTo>
                    <a:pt x="752650" y="3390682"/>
                  </a:lnTo>
                  <a:lnTo>
                    <a:pt x="753639" y="3390092"/>
                  </a:lnTo>
                  <a:lnTo>
                    <a:pt x="754628" y="3389470"/>
                  </a:lnTo>
                  <a:lnTo>
                    <a:pt x="770153" y="3379704"/>
                  </a:lnTo>
                  <a:lnTo>
                    <a:pt x="771142" y="3379082"/>
                  </a:lnTo>
                  <a:lnTo>
                    <a:pt x="772132" y="3378432"/>
                  </a:lnTo>
                  <a:lnTo>
                    <a:pt x="787656" y="3368238"/>
                  </a:lnTo>
                  <a:lnTo>
                    <a:pt x="788646" y="3367588"/>
                  </a:lnTo>
                  <a:lnTo>
                    <a:pt x="789635" y="3366911"/>
                  </a:lnTo>
                  <a:lnTo>
                    <a:pt x="805160" y="3356292"/>
                  </a:lnTo>
                  <a:lnTo>
                    <a:pt x="806149" y="3355615"/>
                  </a:lnTo>
                  <a:lnTo>
                    <a:pt x="807139" y="3354908"/>
                  </a:lnTo>
                  <a:lnTo>
                    <a:pt x="822663" y="3343821"/>
                  </a:lnTo>
                  <a:lnTo>
                    <a:pt x="823653" y="3343114"/>
                  </a:lnTo>
                  <a:lnTo>
                    <a:pt x="824642" y="3342373"/>
                  </a:lnTo>
                  <a:lnTo>
                    <a:pt x="840167" y="3330743"/>
                  </a:lnTo>
                  <a:lnTo>
                    <a:pt x="841156" y="3330002"/>
                  </a:lnTo>
                  <a:lnTo>
                    <a:pt x="842146" y="3329235"/>
                  </a:lnTo>
                  <a:lnTo>
                    <a:pt x="857670" y="3317205"/>
                  </a:lnTo>
                  <a:lnTo>
                    <a:pt x="858660" y="3316439"/>
                  </a:lnTo>
                  <a:lnTo>
                    <a:pt x="859649" y="3315647"/>
                  </a:lnTo>
                  <a:lnTo>
                    <a:pt x="875174" y="3303227"/>
                  </a:lnTo>
                  <a:lnTo>
                    <a:pt x="876163" y="3302436"/>
                  </a:lnTo>
                  <a:lnTo>
                    <a:pt x="877153" y="3301620"/>
                  </a:lnTo>
                  <a:lnTo>
                    <a:pt x="892677" y="3288821"/>
                  </a:lnTo>
                  <a:lnTo>
                    <a:pt x="893667" y="3288006"/>
                  </a:lnTo>
                  <a:lnTo>
                    <a:pt x="894656" y="3287158"/>
                  </a:lnTo>
                  <a:lnTo>
                    <a:pt x="910181" y="3273863"/>
                  </a:lnTo>
                  <a:lnTo>
                    <a:pt x="911170" y="3273016"/>
                  </a:lnTo>
                  <a:lnTo>
                    <a:pt x="912160" y="3272146"/>
                  </a:lnTo>
                  <a:lnTo>
                    <a:pt x="927684" y="3258505"/>
                  </a:lnTo>
                  <a:lnTo>
                    <a:pt x="928674" y="3257636"/>
                  </a:lnTo>
                  <a:lnTo>
                    <a:pt x="929663" y="3256746"/>
                  </a:lnTo>
                  <a:lnTo>
                    <a:pt x="945188" y="3242791"/>
                  </a:lnTo>
                  <a:lnTo>
                    <a:pt x="946177" y="3241902"/>
                  </a:lnTo>
                  <a:lnTo>
                    <a:pt x="947167" y="3240993"/>
                  </a:lnTo>
                  <a:lnTo>
                    <a:pt x="962691" y="3226742"/>
                  </a:lnTo>
                  <a:lnTo>
                    <a:pt x="963681" y="3225833"/>
                  </a:lnTo>
                  <a:lnTo>
                    <a:pt x="964670" y="3224904"/>
                  </a:lnTo>
                  <a:lnTo>
                    <a:pt x="980195" y="3210319"/>
                  </a:lnTo>
                  <a:lnTo>
                    <a:pt x="981184" y="3209389"/>
                  </a:lnTo>
                  <a:lnTo>
                    <a:pt x="982174" y="3208442"/>
                  </a:lnTo>
                  <a:lnTo>
                    <a:pt x="997698" y="3193579"/>
                  </a:lnTo>
                  <a:lnTo>
                    <a:pt x="998688" y="3192632"/>
                  </a:lnTo>
                  <a:lnTo>
                    <a:pt x="999677" y="3191672"/>
                  </a:lnTo>
                  <a:lnTo>
                    <a:pt x="1015202" y="3176607"/>
                  </a:lnTo>
                  <a:lnTo>
                    <a:pt x="1016191" y="3175647"/>
                  </a:lnTo>
                  <a:lnTo>
                    <a:pt x="1017181" y="3174675"/>
                  </a:lnTo>
                  <a:lnTo>
                    <a:pt x="1032705" y="3159430"/>
                  </a:lnTo>
                  <a:lnTo>
                    <a:pt x="1033695" y="3158458"/>
                  </a:lnTo>
                  <a:lnTo>
                    <a:pt x="1034684" y="3157476"/>
                  </a:lnTo>
                  <a:lnTo>
                    <a:pt x="1050209" y="3142066"/>
                  </a:lnTo>
                  <a:lnTo>
                    <a:pt x="1051198" y="3141084"/>
                  </a:lnTo>
                  <a:lnTo>
                    <a:pt x="1052188" y="3140093"/>
                  </a:lnTo>
                  <a:lnTo>
                    <a:pt x="1067712" y="3124538"/>
                  </a:lnTo>
                  <a:lnTo>
                    <a:pt x="1068702" y="3123547"/>
                  </a:lnTo>
                  <a:lnTo>
                    <a:pt x="1069691" y="3122551"/>
                  </a:lnTo>
                  <a:lnTo>
                    <a:pt x="1085216" y="3106930"/>
                  </a:lnTo>
                  <a:lnTo>
                    <a:pt x="1086205" y="3105934"/>
                  </a:lnTo>
                  <a:lnTo>
                    <a:pt x="1087195" y="3104936"/>
                  </a:lnTo>
                  <a:lnTo>
                    <a:pt x="1102719" y="3089274"/>
                  </a:lnTo>
                  <a:lnTo>
                    <a:pt x="1103709" y="3088276"/>
                  </a:lnTo>
                  <a:lnTo>
                    <a:pt x="1104698" y="3087277"/>
                  </a:lnTo>
                  <a:lnTo>
                    <a:pt x="1120223" y="3071602"/>
                  </a:lnTo>
                  <a:lnTo>
                    <a:pt x="1121212" y="3070603"/>
                  </a:lnTo>
                  <a:lnTo>
                    <a:pt x="1122202" y="3069607"/>
                  </a:lnTo>
                  <a:lnTo>
                    <a:pt x="1137726" y="3053973"/>
                  </a:lnTo>
                  <a:lnTo>
                    <a:pt x="1138716" y="3052977"/>
                  </a:lnTo>
                  <a:lnTo>
                    <a:pt x="1139705" y="3051986"/>
                  </a:lnTo>
                  <a:lnTo>
                    <a:pt x="1155230" y="3036434"/>
                  </a:lnTo>
                  <a:lnTo>
                    <a:pt x="1156219" y="3035443"/>
                  </a:lnTo>
                  <a:lnTo>
                    <a:pt x="1157209" y="3034458"/>
                  </a:lnTo>
                  <a:lnTo>
                    <a:pt x="1172733" y="3019013"/>
                  </a:lnTo>
                  <a:lnTo>
                    <a:pt x="1173723" y="3018028"/>
                  </a:lnTo>
                  <a:lnTo>
                    <a:pt x="1174712" y="3017052"/>
                  </a:lnTo>
                  <a:lnTo>
                    <a:pt x="1190237" y="3001739"/>
                  </a:lnTo>
                  <a:lnTo>
                    <a:pt x="1191226" y="3000762"/>
                  </a:lnTo>
                  <a:lnTo>
                    <a:pt x="1192216" y="2999799"/>
                  </a:lnTo>
                  <a:lnTo>
                    <a:pt x="1207740" y="2984689"/>
                  </a:lnTo>
                  <a:lnTo>
                    <a:pt x="1208730" y="2983726"/>
                  </a:lnTo>
                  <a:lnTo>
                    <a:pt x="1209719" y="2982779"/>
                  </a:lnTo>
                  <a:lnTo>
                    <a:pt x="1225244" y="2967923"/>
                  </a:lnTo>
                  <a:lnTo>
                    <a:pt x="1226233" y="2966976"/>
                  </a:lnTo>
                  <a:lnTo>
                    <a:pt x="1227223" y="2966044"/>
                  </a:lnTo>
                  <a:lnTo>
                    <a:pt x="1242747" y="2951429"/>
                  </a:lnTo>
                  <a:lnTo>
                    <a:pt x="1243737" y="2950497"/>
                  </a:lnTo>
                  <a:lnTo>
                    <a:pt x="1244726" y="2949583"/>
                  </a:lnTo>
                  <a:lnTo>
                    <a:pt x="1260251" y="2935230"/>
                  </a:lnTo>
                  <a:lnTo>
                    <a:pt x="1261240" y="2934315"/>
                  </a:lnTo>
                  <a:lnTo>
                    <a:pt x="1262230" y="2933420"/>
                  </a:lnTo>
                  <a:lnTo>
                    <a:pt x="1277754" y="2919373"/>
                  </a:lnTo>
                  <a:lnTo>
                    <a:pt x="1278744" y="2918478"/>
                  </a:lnTo>
                  <a:lnTo>
                    <a:pt x="1279733" y="2917610"/>
                  </a:lnTo>
                  <a:lnTo>
                    <a:pt x="1295258" y="2903997"/>
                  </a:lnTo>
                  <a:lnTo>
                    <a:pt x="1296247" y="2903130"/>
                  </a:lnTo>
                  <a:lnTo>
                    <a:pt x="1297237" y="2902284"/>
                  </a:lnTo>
                  <a:lnTo>
                    <a:pt x="1312761" y="2889018"/>
                  </a:lnTo>
                  <a:lnTo>
                    <a:pt x="1313751" y="2888173"/>
                  </a:lnTo>
                  <a:lnTo>
                    <a:pt x="1314740" y="2887350"/>
                  </a:lnTo>
                  <a:lnTo>
                    <a:pt x="1330265" y="2874445"/>
                  </a:lnTo>
                  <a:lnTo>
                    <a:pt x="1331254" y="2873623"/>
                  </a:lnTo>
                  <a:lnTo>
                    <a:pt x="1332244" y="2872824"/>
                  </a:lnTo>
                  <a:lnTo>
                    <a:pt x="1347768" y="2860294"/>
                  </a:lnTo>
                  <a:lnTo>
                    <a:pt x="1348758" y="2859496"/>
                  </a:lnTo>
                  <a:lnTo>
                    <a:pt x="1349747" y="2858731"/>
                  </a:lnTo>
                  <a:lnTo>
                    <a:pt x="1365272" y="2846730"/>
                  </a:lnTo>
                  <a:lnTo>
                    <a:pt x="1366261" y="2845965"/>
                  </a:lnTo>
                  <a:lnTo>
                    <a:pt x="1367251" y="2845228"/>
                  </a:lnTo>
                  <a:lnTo>
                    <a:pt x="1382775" y="2833667"/>
                  </a:lnTo>
                  <a:lnTo>
                    <a:pt x="1383765" y="2832931"/>
                  </a:lnTo>
                  <a:lnTo>
                    <a:pt x="1384754" y="2832220"/>
                  </a:lnTo>
                  <a:lnTo>
                    <a:pt x="1400279" y="2821072"/>
                  </a:lnTo>
                  <a:lnTo>
                    <a:pt x="1401268" y="2820362"/>
                  </a:lnTo>
                  <a:lnTo>
                    <a:pt x="1402258" y="2819678"/>
                  </a:lnTo>
                  <a:lnTo>
                    <a:pt x="1417782" y="2808947"/>
                  </a:lnTo>
                  <a:lnTo>
                    <a:pt x="1418772" y="2808263"/>
                  </a:lnTo>
                  <a:lnTo>
                    <a:pt x="1419761" y="2807611"/>
                  </a:lnTo>
                  <a:lnTo>
                    <a:pt x="1435286" y="2797382"/>
                  </a:lnTo>
                  <a:lnTo>
                    <a:pt x="1436275" y="2796730"/>
                  </a:lnTo>
                  <a:lnTo>
                    <a:pt x="1437265" y="2796111"/>
                  </a:lnTo>
                  <a:lnTo>
                    <a:pt x="1452789" y="2786394"/>
                  </a:lnTo>
                  <a:lnTo>
                    <a:pt x="1453779" y="2785774"/>
                  </a:lnTo>
                  <a:lnTo>
                    <a:pt x="1454768" y="2785181"/>
                  </a:lnTo>
                  <a:lnTo>
                    <a:pt x="1470293" y="2775873"/>
                  </a:lnTo>
                  <a:lnTo>
                    <a:pt x="1471282" y="2775280"/>
                  </a:lnTo>
                  <a:lnTo>
                    <a:pt x="1472272" y="2774712"/>
                  </a:lnTo>
                  <a:lnTo>
                    <a:pt x="1487796" y="2765807"/>
                  </a:lnTo>
                  <a:lnTo>
                    <a:pt x="1488786" y="2765239"/>
                  </a:lnTo>
                  <a:lnTo>
                    <a:pt x="1489775" y="2764698"/>
                  </a:lnTo>
                  <a:lnTo>
                    <a:pt x="1505300" y="2756204"/>
                  </a:lnTo>
                  <a:lnTo>
                    <a:pt x="1506289" y="2755663"/>
                  </a:lnTo>
                  <a:lnTo>
                    <a:pt x="1507278" y="2755154"/>
                  </a:lnTo>
                  <a:lnTo>
                    <a:pt x="1522803" y="2747174"/>
                  </a:lnTo>
                  <a:lnTo>
                    <a:pt x="1523793" y="2746665"/>
                  </a:lnTo>
                  <a:lnTo>
                    <a:pt x="1524782" y="2746179"/>
                  </a:lnTo>
                  <a:lnTo>
                    <a:pt x="1540307" y="2738547"/>
                  </a:lnTo>
                  <a:lnTo>
                    <a:pt x="1541296" y="2738060"/>
                  </a:lnTo>
                  <a:lnTo>
                    <a:pt x="1542285" y="2737595"/>
                  </a:lnTo>
                  <a:lnTo>
                    <a:pt x="1557810" y="2730294"/>
                  </a:lnTo>
                  <a:lnTo>
                    <a:pt x="1558799" y="2729828"/>
                  </a:lnTo>
                  <a:lnTo>
                    <a:pt x="1559789" y="2729383"/>
                  </a:lnTo>
                  <a:lnTo>
                    <a:pt x="1575313" y="2722394"/>
                  </a:lnTo>
                  <a:lnTo>
                    <a:pt x="1576303" y="2721948"/>
                  </a:lnTo>
                  <a:lnTo>
                    <a:pt x="1577292" y="2721526"/>
                  </a:lnTo>
                  <a:lnTo>
                    <a:pt x="1592817" y="2714908"/>
                  </a:lnTo>
                  <a:lnTo>
                    <a:pt x="1593806" y="2714487"/>
                  </a:lnTo>
                  <a:lnTo>
                    <a:pt x="1594796" y="2714082"/>
                  </a:lnTo>
                  <a:lnTo>
                    <a:pt x="1610320" y="2707728"/>
                  </a:lnTo>
                  <a:lnTo>
                    <a:pt x="1611310" y="2707323"/>
                  </a:lnTo>
                  <a:lnTo>
                    <a:pt x="1612299" y="2706931"/>
                  </a:lnTo>
                  <a:lnTo>
                    <a:pt x="1627824" y="2700788"/>
                  </a:lnTo>
                  <a:lnTo>
                    <a:pt x="1628813" y="2700397"/>
                  </a:lnTo>
                  <a:lnTo>
                    <a:pt x="1629803" y="2700017"/>
                  </a:lnTo>
                  <a:lnTo>
                    <a:pt x="1645327" y="2694059"/>
                  </a:lnTo>
                  <a:lnTo>
                    <a:pt x="1646317" y="2693680"/>
                  </a:lnTo>
                  <a:lnTo>
                    <a:pt x="1647306" y="2693311"/>
                  </a:lnTo>
                  <a:lnTo>
                    <a:pt x="1662831" y="2687530"/>
                  </a:lnTo>
                  <a:lnTo>
                    <a:pt x="1663820" y="2687162"/>
                  </a:lnTo>
                  <a:lnTo>
                    <a:pt x="1664810" y="2686801"/>
                  </a:lnTo>
                  <a:lnTo>
                    <a:pt x="1680334" y="2681148"/>
                  </a:lnTo>
                  <a:lnTo>
                    <a:pt x="1681324" y="2680787"/>
                  </a:lnTo>
                  <a:lnTo>
                    <a:pt x="1682313" y="2680431"/>
                  </a:lnTo>
                  <a:lnTo>
                    <a:pt x="1697838" y="2674839"/>
                  </a:lnTo>
                  <a:lnTo>
                    <a:pt x="1698827" y="2674482"/>
                  </a:lnTo>
                  <a:lnTo>
                    <a:pt x="1699817" y="2674128"/>
                  </a:lnTo>
                  <a:lnTo>
                    <a:pt x="1715341" y="2668568"/>
                  </a:lnTo>
                  <a:lnTo>
                    <a:pt x="1716331" y="2668214"/>
                  </a:lnTo>
                  <a:lnTo>
                    <a:pt x="1717320" y="2667860"/>
                  </a:lnTo>
                  <a:lnTo>
                    <a:pt x="1732845" y="2662304"/>
                  </a:lnTo>
                  <a:lnTo>
                    <a:pt x="1733834" y="2661949"/>
                  </a:lnTo>
                  <a:lnTo>
                    <a:pt x="1734824" y="2661591"/>
                  </a:lnTo>
                  <a:lnTo>
                    <a:pt x="1750348" y="2655971"/>
                  </a:lnTo>
                  <a:lnTo>
                    <a:pt x="1751338" y="2655612"/>
                  </a:lnTo>
                  <a:lnTo>
                    <a:pt x="1752327" y="2655248"/>
                  </a:lnTo>
                  <a:lnTo>
                    <a:pt x="1767852" y="2649536"/>
                  </a:lnTo>
                  <a:lnTo>
                    <a:pt x="1768841" y="2649172"/>
                  </a:lnTo>
                  <a:lnTo>
                    <a:pt x="1769831" y="2648800"/>
                  </a:lnTo>
                  <a:lnTo>
                    <a:pt x="1785355" y="2642971"/>
                  </a:lnTo>
                  <a:lnTo>
                    <a:pt x="1786345" y="2642599"/>
                  </a:lnTo>
                  <a:lnTo>
                    <a:pt x="1787334" y="2642219"/>
                  </a:lnTo>
                  <a:lnTo>
                    <a:pt x="1802859" y="2636247"/>
                  </a:lnTo>
                  <a:lnTo>
                    <a:pt x="1803848" y="2635866"/>
                  </a:lnTo>
                  <a:lnTo>
                    <a:pt x="1804838" y="2635471"/>
                  </a:lnTo>
                  <a:lnTo>
                    <a:pt x="1820362" y="2629267"/>
                  </a:lnTo>
                  <a:lnTo>
                    <a:pt x="1821352" y="2628871"/>
                  </a:lnTo>
                  <a:lnTo>
                    <a:pt x="1822341" y="2628460"/>
                  </a:lnTo>
                  <a:lnTo>
                    <a:pt x="1837866" y="2622016"/>
                  </a:lnTo>
                  <a:lnTo>
                    <a:pt x="1838855" y="2621606"/>
                  </a:lnTo>
                  <a:lnTo>
                    <a:pt x="1839845" y="2621180"/>
                  </a:lnTo>
                  <a:lnTo>
                    <a:pt x="1855369" y="2614500"/>
                  </a:lnTo>
                  <a:lnTo>
                    <a:pt x="1856359" y="2614074"/>
                  </a:lnTo>
                  <a:lnTo>
                    <a:pt x="1857348" y="2613633"/>
                  </a:lnTo>
                  <a:lnTo>
                    <a:pt x="1872873" y="2606701"/>
                  </a:lnTo>
                  <a:lnTo>
                    <a:pt x="1873862" y="2606259"/>
                  </a:lnTo>
                  <a:lnTo>
                    <a:pt x="1874852" y="2605798"/>
                  </a:lnTo>
                  <a:lnTo>
                    <a:pt x="1890376" y="2598554"/>
                  </a:lnTo>
                  <a:lnTo>
                    <a:pt x="1891366" y="2598093"/>
                  </a:lnTo>
                  <a:lnTo>
                    <a:pt x="1892355" y="2597608"/>
                  </a:lnTo>
                  <a:lnTo>
                    <a:pt x="1907880" y="2589998"/>
                  </a:lnTo>
                  <a:lnTo>
                    <a:pt x="1908869" y="2589513"/>
                  </a:lnTo>
                  <a:lnTo>
                    <a:pt x="1909859" y="2589009"/>
                  </a:lnTo>
                  <a:lnTo>
                    <a:pt x="1925383" y="2581102"/>
                  </a:lnTo>
                  <a:lnTo>
                    <a:pt x="1926373" y="2580598"/>
                  </a:lnTo>
                  <a:lnTo>
                    <a:pt x="1927362" y="2580074"/>
                  </a:lnTo>
                  <a:lnTo>
                    <a:pt x="1942887" y="2571865"/>
                  </a:lnTo>
                  <a:lnTo>
                    <a:pt x="1943876" y="2571342"/>
                  </a:lnTo>
                  <a:lnTo>
                    <a:pt x="1944866" y="2570799"/>
                  </a:lnTo>
                  <a:lnTo>
                    <a:pt x="1960390" y="2562283"/>
                  </a:lnTo>
                  <a:lnTo>
                    <a:pt x="1961380" y="2561740"/>
                  </a:lnTo>
                  <a:lnTo>
                    <a:pt x="1962369" y="2561170"/>
                  </a:lnTo>
                  <a:lnTo>
                    <a:pt x="1977894" y="2552226"/>
                  </a:lnTo>
                  <a:lnTo>
                    <a:pt x="1978883" y="2551655"/>
                  </a:lnTo>
                  <a:lnTo>
                    <a:pt x="1979873" y="2551067"/>
                  </a:lnTo>
                  <a:lnTo>
                    <a:pt x="1995397" y="2541829"/>
                  </a:lnTo>
                  <a:lnTo>
                    <a:pt x="1996387" y="2541241"/>
                  </a:lnTo>
                  <a:lnTo>
                    <a:pt x="1997376" y="2540634"/>
                  </a:lnTo>
                  <a:lnTo>
                    <a:pt x="2012901" y="2531112"/>
                  </a:lnTo>
                  <a:lnTo>
                    <a:pt x="2013890" y="2530505"/>
                  </a:lnTo>
                  <a:lnTo>
                    <a:pt x="2014880" y="2529881"/>
                  </a:lnTo>
                  <a:lnTo>
                    <a:pt x="2030404" y="2520085"/>
                  </a:lnTo>
                  <a:lnTo>
                    <a:pt x="2031394" y="2519461"/>
                  </a:lnTo>
                  <a:lnTo>
                    <a:pt x="2032383" y="2518815"/>
                  </a:lnTo>
                  <a:lnTo>
                    <a:pt x="2047908" y="2508690"/>
                  </a:lnTo>
                  <a:lnTo>
                    <a:pt x="2048897" y="2508045"/>
                  </a:lnTo>
                  <a:lnTo>
                    <a:pt x="2049887" y="2507383"/>
                  </a:lnTo>
                  <a:lnTo>
                    <a:pt x="2065411" y="2496995"/>
                  </a:lnTo>
                  <a:lnTo>
                    <a:pt x="2066401" y="2496333"/>
                  </a:lnTo>
                  <a:lnTo>
                    <a:pt x="2067390" y="2495658"/>
                  </a:lnTo>
                  <a:lnTo>
                    <a:pt x="2082915" y="2485062"/>
                  </a:lnTo>
                  <a:lnTo>
                    <a:pt x="2083904" y="2484387"/>
                  </a:lnTo>
                  <a:lnTo>
                    <a:pt x="2084894" y="2483699"/>
                  </a:lnTo>
                  <a:lnTo>
                    <a:pt x="2100418" y="2472913"/>
                  </a:lnTo>
                  <a:lnTo>
                    <a:pt x="2101408" y="2472226"/>
                  </a:lnTo>
                  <a:lnTo>
                    <a:pt x="2102397" y="2471526"/>
                  </a:lnTo>
                  <a:lnTo>
                    <a:pt x="2117922" y="2460550"/>
                  </a:lnTo>
                  <a:lnTo>
                    <a:pt x="2118911" y="2459851"/>
                  </a:lnTo>
                  <a:lnTo>
                    <a:pt x="2119901" y="2459140"/>
                  </a:lnTo>
                  <a:lnTo>
                    <a:pt x="2135425" y="2447994"/>
                  </a:lnTo>
                  <a:lnTo>
                    <a:pt x="2136415" y="2447284"/>
                  </a:lnTo>
                  <a:lnTo>
                    <a:pt x="2137404" y="2446567"/>
                  </a:lnTo>
                  <a:lnTo>
                    <a:pt x="2152929" y="2435319"/>
                  </a:lnTo>
                  <a:lnTo>
                    <a:pt x="2153918" y="2434602"/>
                  </a:lnTo>
                  <a:lnTo>
                    <a:pt x="2154908" y="2433880"/>
                  </a:lnTo>
                  <a:lnTo>
                    <a:pt x="2170432" y="2422551"/>
                  </a:lnTo>
                  <a:lnTo>
                    <a:pt x="2171422" y="2421829"/>
                  </a:lnTo>
                  <a:lnTo>
                    <a:pt x="2172411" y="2421103"/>
                  </a:lnTo>
                  <a:lnTo>
                    <a:pt x="2187936" y="2409711"/>
                  </a:lnTo>
                  <a:lnTo>
                    <a:pt x="2188925" y="2408985"/>
                  </a:lnTo>
                  <a:lnTo>
                    <a:pt x="2189915" y="2408256"/>
                  </a:lnTo>
                  <a:lnTo>
                    <a:pt x="2205439" y="2396823"/>
                  </a:lnTo>
                  <a:lnTo>
                    <a:pt x="2206429" y="2396094"/>
                  </a:lnTo>
                  <a:lnTo>
                    <a:pt x="2207418" y="2395365"/>
                  </a:lnTo>
                  <a:lnTo>
                    <a:pt x="2222943" y="2383930"/>
                  </a:lnTo>
                  <a:lnTo>
                    <a:pt x="2223932" y="2383202"/>
                  </a:lnTo>
                  <a:lnTo>
                    <a:pt x="2224922" y="2382474"/>
                  </a:lnTo>
                  <a:lnTo>
                    <a:pt x="2240446" y="2371052"/>
                  </a:lnTo>
                  <a:lnTo>
                    <a:pt x="2241436" y="2370324"/>
                  </a:lnTo>
                  <a:lnTo>
                    <a:pt x="2242425" y="2369598"/>
                  </a:lnTo>
                  <a:lnTo>
                    <a:pt x="2257950" y="2358204"/>
                  </a:lnTo>
                  <a:lnTo>
                    <a:pt x="2258939" y="2357477"/>
                  </a:lnTo>
                  <a:lnTo>
                    <a:pt x="2259929" y="2356755"/>
                  </a:lnTo>
                  <a:lnTo>
                    <a:pt x="2275453" y="2345414"/>
                  </a:lnTo>
                  <a:lnTo>
                    <a:pt x="2276443" y="2344691"/>
                  </a:lnTo>
                  <a:lnTo>
                    <a:pt x="2277432" y="2343973"/>
                  </a:lnTo>
                  <a:lnTo>
                    <a:pt x="2292957" y="2332697"/>
                  </a:lnTo>
                  <a:lnTo>
                    <a:pt x="2293946" y="2331979"/>
                  </a:lnTo>
                  <a:lnTo>
                    <a:pt x="2294935" y="2331264"/>
                  </a:lnTo>
                  <a:lnTo>
                    <a:pt x="2310460" y="2320049"/>
                  </a:lnTo>
                  <a:lnTo>
                    <a:pt x="2311449" y="2319334"/>
                  </a:lnTo>
                  <a:lnTo>
                    <a:pt x="2312439" y="2318623"/>
                  </a:lnTo>
                  <a:lnTo>
                    <a:pt x="2327964" y="2307470"/>
                  </a:lnTo>
                  <a:lnTo>
                    <a:pt x="2328953" y="2306759"/>
                  </a:lnTo>
                  <a:lnTo>
                    <a:pt x="2329942" y="2306053"/>
                  </a:lnTo>
                  <a:lnTo>
                    <a:pt x="2345467" y="2294968"/>
                  </a:lnTo>
                  <a:lnTo>
                    <a:pt x="2346456" y="2294262"/>
                  </a:lnTo>
                  <a:lnTo>
                    <a:pt x="2347446" y="2293560"/>
                  </a:lnTo>
                  <a:lnTo>
                    <a:pt x="2362970" y="2282544"/>
                  </a:lnTo>
                  <a:lnTo>
                    <a:pt x="2363960" y="2281842"/>
                  </a:lnTo>
                  <a:lnTo>
                    <a:pt x="2364949" y="2281142"/>
                  </a:lnTo>
                  <a:lnTo>
                    <a:pt x="2380474" y="2270166"/>
                  </a:lnTo>
                  <a:lnTo>
                    <a:pt x="2381463" y="2269467"/>
                  </a:lnTo>
                  <a:lnTo>
                    <a:pt x="2382453" y="2268769"/>
                  </a:lnTo>
                  <a:lnTo>
                    <a:pt x="2397977" y="2257820"/>
                  </a:lnTo>
                  <a:lnTo>
                    <a:pt x="2398967" y="2257123"/>
                  </a:lnTo>
                  <a:lnTo>
                    <a:pt x="2399956" y="2256426"/>
                  </a:lnTo>
                  <a:lnTo>
                    <a:pt x="2415481" y="2245492"/>
                  </a:lnTo>
                  <a:lnTo>
                    <a:pt x="2416470" y="2244795"/>
                  </a:lnTo>
                  <a:lnTo>
                    <a:pt x="2417460" y="2244097"/>
                  </a:lnTo>
                  <a:lnTo>
                    <a:pt x="2432984" y="2233146"/>
                  </a:lnTo>
                  <a:lnTo>
                    <a:pt x="2433974" y="2232448"/>
                  </a:lnTo>
                  <a:lnTo>
                    <a:pt x="2434963" y="2231747"/>
                  </a:lnTo>
                  <a:lnTo>
                    <a:pt x="2450488" y="2220748"/>
                  </a:lnTo>
                  <a:lnTo>
                    <a:pt x="2451477" y="2220047"/>
                  </a:lnTo>
                  <a:lnTo>
                    <a:pt x="2452467" y="2219342"/>
                  </a:lnTo>
                  <a:lnTo>
                    <a:pt x="2467991" y="2208276"/>
                  </a:lnTo>
                  <a:lnTo>
                    <a:pt x="2468981" y="2207570"/>
                  </a:lnTo>
                  <a:lnTo>
                    <a:pt x="2469970" y="2206859"/>
                  </a:lnTo>
                  <a:lnTo>
                    <a:pt x="2485495" y="2195704"/>
                  </a:lnTo>
                  <a:lnTo>
                    <a:pt x="2486484" y="2194993"/>
                  </a:lnTo>
                  <a:lnTo>
                    <a:pt x="2487474" y="2194272"/>
                  </a:lnTo>
                  <a:lnTo>
                    <a:pt x="2502998" y="2182965"/>
                  </a:lnTo>
                  <a:lnTo>
                    <a:pt x="2503988" y="2182244"/>
                  </a:lnTo>
                  <a:lnTo>
                    <a:pt x="2504977" y="2181511"/>
                  </a:lnTo>
                  <a:lnTo>
                    <a:pt x="2520502" y="2170013"/>
                  </a:lnTo>
                  <a:lnTo>
                    <a:pt x="2521491" y="2169280"/>
                  </a:lnTo>
                  <a:lnTo>
                    <a:pt x="2522481" y="2168535"/>
                  </a:lnTo>
                  <a:lnTo>
                    <a:pt x="2538005" y="2156846"/>
                  </a:lnTo>
                  <a:lnTo>
                    <a:pt x="2538995" y="2156101"/>
                  </a:lnTo>
                  <a:lnTo>
                    <a:pt x="2539984" y="2155342"/>
                  </a:lnTo>
                  <a:lnTo>
                    <a:pt x="2555509" y="2143439"/>
                  </a:lnTo>
                  <a:lnTo>
                    <a:pt x="2556498" y="2142681"/>
                  </a:lnTo>
                  <a:lnTo>
                    <a:pt x="2557488" y="2141905"/>
                  </a:lnTo>
                  <a:lnTo>
                    <a:pt x="2573012" y="2129742"/>
                  </a:lnTo>
                  <a:lnTo>
                    <a:pt x="2574002" y="2128967"/>
                  </a:lnTo>
                  <a:lnTo>
                    <a:pt x="2574991" y="2128169"/>
                  </a:lnTo>
                  <a:lnTo>
                    <a:pt x="2590516" y="2115647"/>
                  </a:lnTo>
                  <a:lnTo>
                    <a:pt x="2591505" y="2114849"/>
                  </a:lnTo>
                  <a:lnTo>
                    <a:pt x="2592495" y="2114032"/>
                  </a:lnTo>
                  <a:lnTo>
                    <a:pt x="2608019" y="2101217"/>
                  </a:lnTo>
                  <a:lnTo>
                    <a:pt x="2609009" y="2100400"/>
                  </a:lnTo>
                  <a:lnTo>
                    <a:pt x="2609998" y="2099564"/>
                  </a:lnTo>
                  <a:lnTo>
                    <a:pt x="2625523" y="2086444"/>
                  </a:lnTo>
                  <a:lnTo>
                    <a:pt x="2626512" y="2085608"/>
                  </a:lnTo>
                  <a:lnTo>
                    <a:pt x="2627502" y="2084752"/>
                  </a:lnTo>
                  <a:lnTo>
                    <a:pt x="2643026" y="2071318"/>
                  </a:lnTo>
                  <a:lnTo>
                    <a:pt x="2644016" y="2070462"/>
                  </a:lnTo>
                  <a:lnTo>
                    <a:pt x="2645005" y="2069578"/>
                  </a:lnTo>
                  <a:lnTo>
                    <a:pt x="2660530" y="2055702"/>
                  </a:lnTo>
                  <a:lnTo>
                    <a:pt x="2661519" y="2054817"/>
                  </a:lnTo>
                  <a:lnTo>
                    <a:pt x="2662509" y="2053912"/>
                  </a:lnTo>
                  <a:lnTo>
                    <a:pt x="2678033" y="2039699"/>
                  </a:lnTo>
                  <a:lnTo>
                    <a:pt x="2679023" y="2038793"/>
                  </a:lnTo>
                  <a:lnTo>
                    <a:pt x="2680012" y="2037867"/>
                  </a:lnTo>
                  <a:lnTo>
                    <a:pt x="2695537" y="2023344"/>
                  </a:lnTo>
                  <a:lnTo>
                    <a:pt x="2696526" y="2022418"/>
                  </a:lnTo>
                  <a:lnTo>
                    <a:pt x="2697516" y="2021474"/>
                  </a:lnTo>
                  <a:lnTo>
                    <a:pt x="2713040" y="2006650"/>
                  </a:lnTo>
                  <a:lnTo>
                    <a:pt x="2714030" y="2005705"/>
                  </a:lnTo>
                  <a:lnTo>
                    <a:pt x="2715019" y="2004739"/>
                  </a:lnTo>
                  <a:lnTo>
                    <a:pt x="2730544" y="1989574"/>
                  </a:lnTo>
                  <a:lnTo>
                    <a:pt x="2731533" y="1988607"/>
                  </a:lnTo>
                  <a:lnTo>
                    <a:pt x="2732523" y="1987622"/>
                  </a:lnTo>
                  <a:lnTo>
                    <a:pt x="2748047" y="1972171"/>
                  </a:lnTo>
                  <a:lnTo>
                    <a:pt x="2749037" y="1971186"/>
                  </a:lnTo>
                  <a:lnTo>
                    <a:pt x="2750026" y="1970189"/>
                  </a:lnTo>
                  <a:lnTo>
                    <a:pt x="2765551" y="1954541"/>
                  </a:lnTo>
                  <a:lnTo>
                    <a:pt x="2766540" y="1953544"/>
                  </a:lnTo>
                  <a:lnTo>
                    <a:pt x="2767530" y="1952536"/>
                  </a:lnTo>
                  <a:lnTo>
                    <a:pt x="2783054" y="1936726"/>
                  </a:lnTo>
                  <a:lnTo>
                    <a:pt x="2784044" y="1935718"/>
                  </a:lnTo>
                  <a:lnTo>
                    <a:pt x="2785033" y="1934703"/>
                  </a:lnTo>
                  <a:lnTo>
                    <a:pt x="2800558" y="1918765"/>
                  </a:lnTo>
                  <a:lnTo>
                    <a:pt x="2801547" y="1917750"/>
                  </a:lnTo>
                  <a:lnTo>
                    <a:pt x="2802537" y="1916730"/>
                  </a:lnTo>
                  <a:lnTo>
                    <a:pt x="2818061" y="1900740"/>
                  </a:lnTo>
                  <a:lnTo>
                    <a:pt x="2819051" y="1899720"/>
                  </a:lnTo>
                  <a:lnTo>
                    <a:pt x="2820040" y="1898704"/>
                  </a:lnTo>
                  <a:lnTo>
                    <a:pt x="2835565" y="1882757"/>
                  </a:lnTo>
                  <a:lnTo>
                    <a:pt x="2836554" y="1881741"/>
                  </a:lnTo>
                  <a:lnTo>
                    <a:pt x="2837544" y="1880731"/>
                  </a:lnTo>
                  <a:lnTo>
                    <a:pt x="2853068" y="1864885"/>
                  </a:lnTo>
                  <a:lnTo>
                    <a:pt x="2854058" y="1863875"/>
                  </a:lnTo>
                  <a:lnTo>
                    <a:pt x="2855047" y="1862875"/>
                  </a:lnTo>
                  <a:lnTo>
                    <a:pt x="2870572" y="1847187"/>
                  </a:lnTo>
                  <a:lnTo>
                    <a:pt x="2871561" y="1846188"/>
                  </a:lnTo>
                  <a:lnTo>
                    <a:pt x="2872551" y="1845210"/>
                  </a:lnTo>
                  <a:lnTo>
                    <a:pt x="2888075" y="1829874"/>
                  </a:lnTo>
                  <a:lnTo>
                    <a:pt x="2889065" y="1828897"/>
                  </a:lnTo>
                  <a:lnTo>
                    <a:pt x="2890054" y="1827945"/>
                  </a:lnTo>
                  <a:lnTo>
                    <a:pt x="2905579" y="1813011"/>
                  </a:lnTo>
                  <a:lnTo>
                    <a:pt x="2906568" y="1812059"/>
                  </a:lnTo>
                  <a:lnTo>
                    <a:pt x="2907558" y="1811136"/>
                  </a:lnTo>
                  <a:lnTo>
                    <a:pt x="2923082" y="1796653"/>
                  </a:lnTo>
                  <a:lnTo>
                    <a:pt x="2924072" y="1795730"/>
                  </a:lnTo>
                  <a:lnTo>
                    <a:pt x="2925061" y="1794840"/>
                  </a:lnTo>
                  <a:lnTo>
                    <a:pt x="2940586" y="1780877"/>
                  </a:lnTo>
                  <a:lnTo>
                    <a:pt x="2941575" y="1779987"/>
                  </a:lnTo>
                  <a:lnTo>
                    <a:pt x="2942565" y="1779145"/>
                  </a:lnTo>
                  <a:lnTo>
                    <a:pt x="2958089" y="1765922"/>
                  </a:lnTo>
                  <a:lnTo>
                    <a:pt x="2959079" y="1765080"/>
                  </a:lnTo>
                  <a:lnTo>
                    <a:pt x="2960068" y="1764294"/>
                  </a:lnTo>
                  <a:lnTo>
                    <a:pt x="2975593" y="1751968"/>
                  </a:lnTo>
                  <a:lnTo>
                    <a:pt x="2976582" y="1751183"/>
                  </a:lnTo>
                  <a:lnTo>
                    <a:pt x="2977572" y="1750450"/>
                  </a:lnTo>
                  <a:lnTo>
                    <a:pt x="2993096" y="1738951"/>
                  </a:lnTo>
                  <a:lnTo>
                    <a:pt x="2994086" y="1738219"/>
                  </a:lnTo>
                  <a:lnTo>
                    <a:pt x="2995075" y="1737543"/>
                  </a:lnTo>
                  <a:lnTo>
                    <a:pt x="3010600" y="1726936"/>
                  </a:lnTo>
                  <a:lnTo>
                    <a:pt x="3011589" y="1726260"/>
                  </a:lnTo>
                  <a:lnTo>
                    <a:pt x="3012579" y="1725649"/>
                  </a:lnTo>
                  <a:lnTo>
                    <a:pt x="3028103" y="1716059"/>
                  </a:lnTo>
                  <a:lnTo>
                    <a:pt x="3029093" y="1715448"/>
                  </a:lnTo>
                  <a:lnTo>
                    <a:pt x="3030082" y="1714930"/>
                  </a:lnTo>
                  <a:lnTo>
                    <a:pt x="3045607" y="1706798"/>
                  </a:lnTo>
                  <a:lnTo>
                    <a:pt x="3046596" y="1706280"/>
                  </a:lnTo>
                  <a:lnTo>
                    <a:pt x="3047586" y="1705835"/>
                  </a:lnTo>
                  <a:lnTo>
                    <a:pt x="3063110" y="1698856"/>
                  </a:lnTo>
                  <a:lnTo>
                    <a:pt x="3064100" y="1698412"/>
                  </a:lnTo>
                  <a:lnTo>
                    <a:pt x="3065089" y="1698043"/>
                  </a:lnTo>
                  <a:lnTo>
                    <a:pt x="3080614" y="1692264"/>
                  </a:lnTo>
                  <a:lnTo>
                    <a:pt x="3081603" y="1691895"/>
                  </a:lnTo>
                  <a:lnTo>
                    <a:pt x="3082592" y="1691606"/>
                  </a:lnTo>
                  <a:lnTo>
                    <a:pt x="3098117" y="1687070"/>
                  </a:lnTo>
                  <a:lnTo>
                    <a:pt x="3099106" y="1686781"/>
                  </a:lnTo>
                  <a:lnTo>
                    <a:pt x="3100096" y="1686603"/>
                  </a:lnTo>
                  <a:lnTo>
                    <a:pt x="3115621" y="1683806"/>
                  </a:lnTo>
                  <a:lnTo>
                    <a:pt x="3116610" y="1683628"/>
                  </a:lnTo>
                  <a:lnTo>
                    <a:pt x="3117599" y="1683544"/>
                  </a:lnTo>
                  <a:lnTo>
                    <a:pt x="3133124" y="1682228"/>
                  </a:lnTo>
                  <a:lnTo>
                    <a:pt x="3134113" y="1682144"/>
                  </a:lnTo>
                  <a:lnTo>
                    <a:pt x="3135103" y="1682148"/>
                  </a:lnTo>
                  <a:lnTo>
                    <a:pt x="3150627" y="1682210"/>
                  </a:lnTo>
                  <a:lnTo>
                    <a:pt x="3151617" y="1682214"/>
                  </a:lnTo>
                  <a:lnTo>
                    <a:pt x="3152606" y="1682307"/>
                  </a:lnTo>
                  <a:lnTo>
                    <a:pt x="3153596" y="1682400"/>
                  </a:lnTo>
                  <a:lnTo>
                    <a:pt x="3154496" y="0"/>
                  </a:lnTo>
                  <a:lnTo>
                    <a:pt x="3154674" y="0"/>
                  </a:lnTo>
                  <a:lnTo>
                    <a:pt x="3155575" y="1682585"/>
                  </a:lnTo>
                  <a:lnTo>
                    <a:pt x="3154585" y="1682492"/>
                  </a:lnTo>
                  <a:lnTo>
                    <a:pt x="3153596" y="3531159"/>
                  </a:lnTo>
                  <a:lnTo>
                    <a:pt x="3152606" y="3531159"/>
                  </a:lnTo>
                  <a:lnTo>
                    <a:pt x="3151617" y="3531159"/>
                  </a:lnTo>
                  <a:lnTo>
                    <a:pt x="3150627" y="3531159"/>
                  </a:lnTo>
                  <a:lnTo>
                    <a:pt x="3135103" y="3531159"/>
                  </a:lnTo>
                  <a:lnTo>
                    <a:pt x="3134113" y="3531159"/>
                  </a:lnTo>
                  <a:lnTo>
                    <a:pt x="3133124" y="3531159"/>
                  </a:lnTo>
                  <a:lnTo>
                    <a:pt x="3117599" y="3531159"/>
                  </a:lnTo>
                  <a:lnTo>
                    <a:pt x="3116610" y="3531159"/>
                  </a:lnTo>
                  <a:lnTo>
                    <a:pt x="3115621" y="3531159"/>
                  </a:lnTo>
                  <a:lnTo>
                    <a:pt x="3100096" y="3531159"/>
                  </a:lnTo>
                  <a:lnTo>
                    <a:pt x="3099106" y="3531159"/>
                  </a:lnTo>
                  <a:lnTo>
                    <a:pt x="3098117" y="3531159"/>
                  </a:lnTo>
                  <a:lnTo>
                    <a:pt x="3082592" y="3531159"/>
                  </a:lnTo>
                  <a:lnTo>
                    <a:pt x="3081603" y="3531159"/>
                  </a:lnTo>
                  <a:lnTo>
                    <a:pt x="3080614" y="3531159"/>
                  </a:lnTo>
                  <a:lnTo>
                    <a:pt x="3065089" y="3531159"/>
                  </a:lnTo>
                  <a:lnTo>
                    <a:pt x="3064100" y="3531159"/>
                  </a:lnTo>
                  <a:lnTo>
                    <a:pt x="3063110" y="3531159"/>
                  </a:lnTo>
                  <a:lnTo>
                    <a:pt x="3047586" y="3531159"/>
                  </a:lnTo>
                  <a:lnTo>
                    <a:pt x="3046596" y="3531159"/>
                  </a:lnTo>
                  <a:lnTo>
                    <a:pt x="3045607" y="3531159"/>
                  </a:lnTo>
                  <a:lnTo>
                    <a:pt x="3030082" y="3531159"/>
                  </a:lnTo>
                  <a:lnTo>
                    <a:pt x="3029093" y="3531159"/>
                  </a:lnTo>
                  <a:lnTo>
                    <a:pt x="3028103" y="3531159"/>
                  </a:lnTo>
                  <a:lnTo>
                    <a:pt x="3012579" y="3531159"/>
                  </a:lnTo>
                  <a:lnTo>
                    <a:pt x="3011589" y="3531159"/>
                  </a:lnTo>
                  <a:lnTo>
                    <a:pt x="3010600" y="3531159"/>
                  </a:lnTo>
                  <a:lnTo>
                    <a:pt x="2995075" y="3531159"/>
                  </a:lnTo>
                  <a:lnTo>
                    <a:pt x="2994086" y="3531159"/>
                  </a:lnTo>
                  <a:lnTo>
                    <a:pt x="2993096" y="3531159"/>
                  </a:lnTo>
                  <a:lnTo>
                    <a:pt x="2977572" y="3531159"/>
                  </a:lnTo>
                  <a:lnTo>
                    <a:pt x="2976582" y="3531159"/>
                  </a:lnTo>
                  <a:lnTo>
                    <a:pt x="2975593" y="3531159"/>
                  </a:lnTo>
                  <a:lnTo>
                    <a:pt x="2960068" y="3531159"/>
                  </a:lnTo>
                  <a:lnTo>
                    <a:pt x="2959079" y="3531159"/>
                  </a:lnTo>
                  <a:lnTo>
                    <a:pt x="2958089" y="3531159"/>
                  </a:lnTo>
                  <a:lnTo>
                    <a:pt x="2942565" y="3531159"/>
                  </a:lnTo>
                  <a:lnTo>
                    <a:pt x="2941575" y="3531159"/>
                  </a:lnTo>
                  <a:lnTo>
                    <a:pt x="2940586" y="3531159"/>
                  </a:lnTo>
                  <a:lnTo>
                    <a:pt x="2925061" y="3531159"/>
                  </a:lnTo>
                  <a:lnTo>
                    <a:pt x="2924072" y="3531159"/>
                  </a:lnTo>
                  <a:lnTo>
                    <a:pt x="2923082" y="3531159"/>
                  </a:lnTo>
                  <a:lnTo>
                    <a:pt x="2907558" y="3531159"/>
                  </a:lnTo>
                  <a:lnTo>
                    <a:pt x="2906568" y="3531159"/>
                  </a:lnTo>
                  <a:lnTo>
                    <a:pt x="2905579" y="3531159"/>
                  </a:lnTo>
                  <a:lnTo>
                    <a:pt x="2890054" y="3531159"/>
                  </a:lnTo>
                  <a:lnTo>
                    <a:pt x="2889065" y="3531159"/>
                  </a:lnTo>
                  <a:lnTo>
                    <a:pt x="2888075" y="3531159"/>
                  </a:lnTo>
                  <a:lnTo>
                    <a:pt x="2872551" y="3531159"/>
                  </a:lnTo>
                  <a:lnTo>
                    <a:pt x="2871561" y="3531159"/>
                  </a:lnTo>
                  <a:lnTo>
                    <a:pt x="2870572" y="3531159"/>
                  </a:lnTo>
                  <a:lnTo>
                    <a:pt x="2855047" y="3531159"/>
                  </a:lnTo>
                  <a:lnTo>
                    <a:pt x="2854058" y="3531159"/>
                  </a:lnTo>
                  <a:lnTo>
                    <a:pt x="2853068" y="3531159"/>
                  </a:lnTo>
                  <a:lnTo>
                    <a:pt x="2837544" y="3531159"/>
                  </a:lnTo>
                  <a:lnTo>
                    <a:pt x="2836554" y="3531159"/>
                  </a:lnTo>
                  <a:lnTo>
                    <a:pt x="2835565" y="3531159"/>
                  </a:lnTo>
                  <a:lnTo>
                    <a:pt x="2820040" y="3531159"/>
                  </a:lnTo>
                  <a:lnTo>
                    <a:pt x="2819051" y="3531159"/>
                  </a:lnTo>
                  <a:lnTo>
                    <a:pt x="2818061" y="3531159"/>
                  </a:lnTo>
                  <a:lnTo>
                    <a:pt x="2802537" y="3531159"/>
                  </a:lnTo>
                  <a:lnTo>
                    <a:pt x="2801547" y="3531159"/>
                  </a:lnTo>
                  <a:lnTo>
                    <a:pt x="2800558" y="3531159"/>
                  </a:lnTo>
                  <a:lnTo>
                    <a:pt x="2785033" y="3531159"/>
                  </a:lnTo>
                  <a:lnTo>
                    <a:pt x="2784044" y="3531159"/>
                  </a:lnTo>
                  <a:lnTo>
                    <a:pt x="2783054" y="3531159"/>
                  </a:lnTo>
                  <a:lnTo>
                    <a:pt x="2767530" y="3531159"/>
                  </a:lnTo>
                  <a:lnTo>
                    <a:pt x="2766540" y="3531159"/>
                  </a:lnTo>
                  <a:lnTo>
                    <a:pt x="2765551" y="3531159"/>
                  </a:lnTo>
                  <a:lnTo>
                    <a:pt x="2750026" y="3531159"/>
                  </a:lnTo>
                  <a:lnTo>
                    <a:pt x="2749037" y="3531159"/>
                  </a:lnTo>
                  <a:lnTo>
                    <a:pt x="2748047" y="3531159"/>
                  </a:lnTo>
                  <a:lnTo>
                    <a:pt x="2732523" y="3531159"/>
                  </a:lnTo>
                  <a:lnTo>
                    <a:pt x="2731533" y="3531159"/>
                  </a:lnTo>
                  <a:lnTo>
                    <a:pt x="2730544" y="3531159"/>
                  </a:lnTo>
                  <a:lnTo>
                    <a:pt x="2715019" y="3531159"/>
                  </a:lnTo>
                  <a:lnTo>
                    <a:pt x="2714030" y="3531159"/>
                  </a:lnTo>
                  <a:lnTo>
                    <a:pt x="2713040" y="3531159"/>
                  </a:lnTo>
                  <a:lnTo>
                    <a:pt x="2697516" y="3531159"/>
                  </a:lnTo>
                  <a:lnTo>
                    <a:pt x="2696526" y="3531159"/>
                  </a:lnTo>
                  <a:lnTo>
                    <a:pt x="2695537" y="3531159"/>
                  </a:lnTo>
                  <a:lnTo>
                    <a:pt x="2680012" y="3531159"/>
                  </a:lnTo>
                  <a:lnTo>
                    <a:pt x="2679023" y="3531159"/>
                  </a:lnTo>
                  <a:lnTo>
                    <a:pt x="2678033" y="3531159"/>
                  </a:lnTo>
                  <a:lnTo>
                    <a:pt x="2662509" y="3531159"/>
                  </a:lnTo>
                  <a:lnTo>
                    <a:pt x="2661519" y="3531159"/>
                  </a:lnTo>
                  <a:lnTo>
                    <a:pt x="2660530" y="3531159"/>
                  </a:lnTo>
                  <a:lnTo>
                    <a:pt x="2645005" y="3531159"/>
                  </a:lnTo>
                  <a:lnTo>
                    <a:pt x="2644016" y="3531159"/>
                  </a:lnTo>
                  <a:lnTo>
                    <a:pt x="2643026" y="3531159"/>
                  </a:lnTo>
                  <a:lnTo>
                    <a:pt x="2627502" y="3531159"/>
                  </a:lnTo>
                  <a:lnTo>
                    <a:pt x="2626512" y="3531159"/>
                  </a:lnTo>
                  <a:lnTo>
                    <a:pt x="2625523" y="3531159"/>
                  </a:lnTo>
                  <a:lnTo>
                    <a:pt x="2609998" y="3531159"/>
                  </a:lnTo>
                  <a:lnTo>
                    <a:pt x="2609009" y="3531159"/>
                  </a:lnTo>
                  <a:lnTo>
                    <a:pt x="2608019" y="3531159"/>
                  </a:lnTo>
                  <a:lnTo>
                    <a:pt x="2592495" y="3531159"/>
                  </a:lnTo>
                  <a:lnTo>
                    <a:pt x="2591505" y="3531159"/>
                  </a:lnTo>
                  <a:lnTo>
                    <a:pt x="2590516" y="3531159"/>
                  </a:lnTo>
                  <a:lnTo>
                    <a:pt x="2574991" y="3531159"/>
                  </a:lnTo>
                  <a:lnTo>
                    <a:pt x="2574002" y="3531159"/>
                  </a:lnTo>
                  <a:lnTo>
                    <a:pt x="2573012" y="3531159"/>
                  </a:lnTo>
                  <a:lnTo>
                    <a:pt x="2557488" y="3531159"/>
                  </a:lnTo>
                  <a:lnTo>
                    <a:pt x="2556498" y="3531159"/>
                  </a:lnTo>
                  <a:lnTo>
                    <a:pt x="2555509" y="3531159"/>
                  </a:lnTo>
                  <a:lnTo>
                    <a:pt x="2539984" y="3531159"/>
                  </a:lnTo>
                  <a:lnTo>
                    <a:pt x="2538995" y="3531159"/>
                  </a:lnTo>
                  <a:lnTo>
                    <a:pt x="2538005" y="3531159"/>
                  </a:lnTo>
                  <a:lnTo>
                    <a:pt x="2522481" y="3531159"/>
                  </a:lnTo>
                  <a:lnTo>
                    <a:pt x="2521491" y="3531159"/>
                  </a:lnTo>
                  <a:lnTo>
                    <a:pt x="2520502" y="3531159"/>
                  </a:lnTo>
                  <a:lnTo>
                    <a:pt x="2504977" y="3531159"/>
                  </a:lnTo>
                  <a:lnTo>
                    <a:pt x="2503988" y="3531159"/>
                  </a:lnTo>
                  <a:lnTo>
                    <a:pt x="2502998" y="3531159"/>
                  </a:lnTo>
                  <a:lnTo>
                    <a:pt x="2487474" y="3531159"/>
                  </a:lnTo>
                  <a:lnTo>
                    <a:pt x="2486484" y="3531159"/>
                  </a:lnTo>
                  <a:lnTo>
                    <a:pt x="2485495" y="3531159"/>
                  </a:lnTo>
                  <a:lnTo>
                    <a:pt x="2469970" y="3531159"/>
                  </a:lnTo>
                  <a:lnTo>
                    <a:pt x="2468981" y="3531159"/>
                  </a:lnTo>
                  <a:lnTo>
                    <a:pt x="2467991" y="3531159"/>
                  </a:lnTo>
                  <a:lnTo>
                    <a:pt x="2452467" y="3531159"/>
                  </a:lnTo>
                  <a:lnTo>
                    <a:pt x="2451477" y="3531159"/>
                  </a:lnTo>
                  <a:lnTo>
                    <a:pt x="2450488" y="3531159"/>
                  </a:lnTo>
                  <a:lnTo>
                    <a:pt x="2434963" y="3531159"/>
                  </a:lnTo>
                  <a:lnTo>
                    <a:pt x="2433974" y="3531159"/>
                  </a:lnTo>
                  <a:lnTo>
                    <a:pt x="2432984" y="3531159"/>
                  </a:lnTo>
                  <a:lnTo>
                    <a:pt x="2417460" y="3531159"/>
                  </a:lnTo>
                  <a:lnTo>
                    <a:pt x="2416470" y="3531159"/>
                  </a:lnTo>
                  <a:lnTo>
                    <a:pt x="2415481" y="3531159"/>
                  </a:lnTo>
                  <a:lnTo>
                    <a:pt x="2399956" y="3531159"/>
                  </a:lnTo>
                  <a:lnTo>
                    <a:pt x="2398967" y="3531159"/>
                  </a:lnTo>
                  <a:lnTo>
                    <a:pt x="2397977" y="3531159"/>
                  </a:lnTo>
                  <a:lnTo>
                    <a:pt x="2382453" y="3531159"/>
                  </a:lnTo>
                  <a:lnTo>
                    <a:pt x="2381463" y="3531159"/>
                  </a:lnTo>
                  <a:lnTo>
                    <a:pt x="2380474" y="3531159"/>
                  </a:lnTo>
                  <a:lnTo>
                    <a:pt x="2364949" y="3531159"/>
                  </a:lnTo>
                  <a:lnTo>
                    <a:pt x="2363960" y="3531159"/>
                  </a:lnTo>
                  <a:lnTo>
                    <a:pt x="2362970" y="3531159"/>
                  </a:lnTo>
                  <a:lnTo>
                    <a:pt x="2347446" y="3531159"/>
                  </a:lnTo>
                  <a:lnTo>
                    <a:pt x="2346456" y="3531159"/>
                  </a:lnTo>
                  <a:lnTo>
                    <a:pt x="2345467" y="3531159"/>
                  </a:lnTo>
                  <a:lnTo>
                    <a:pt x="2329942" y="3531159"/>
                  </a:lnTo>
                  <a:lnTo>
                    <a:pt x="2328953" y="3531159"/>
                  </a:lnTo>
                  <a:lnTo>
                    <a:pt x="2327964" y="3531159"/>
                  </a:lnTo>
                  <a:lnTo>
                    <a:pt x="2312439" y="3531159"/>
                  </a:lnTo>
                  <a:lnTo>
                    <a:pt x="2311449" y="3531159"/>
                  </a:lnTo>
                  <a:lnTo>
                    <a:pt x="2310460" y="3531159"/>
                  </a:lnTo>
                  <a:lnTo>
                    <a:pt x="2294935" y="3531159"/>
                  </a:lnTo>
                  <a:lnTo>
                    <a:pt x="2293946" y="3531159"/>
                  </a:lnTo>
                  <a:lnTo>
                    <a:pt x="2292957" y="3531159"/>
                  </a:lnTo>
                  <a:lnTo>
                    <a:pt x="2277432" y="3531159"/>
                  </a:lnTo>
                  <a:lnTo>
                    <a:pt x="2276443" y="3531159"/>
                  </a:lnTo>
                  <a:lnTo>
                    <a:pt x="2275453" y="3531159"/>
                  </a:lnTo>
                  <a:lnTo>
                    <a:pt x="2259929" y="3531159"/>
                  </a:lnTo>
                  <a:lnTo>
                    <a:pt x="2258939" y="3531159"/>
                  </a:lnTo>
                  <a:lnTo>
                    <a:pt x="2257950" y="3531159"/>
                  </a:lnTo>
                  <a:lnTo>
                    <a:pt x="2242425" y="3531159"/>
                  </a:lnTo>
                  <a:lnTo>
                    <a:pt x="2241436" y="3531159"/>
                  </a:lnTo>
                  <a:lnTo>
                    <a:pt x="2240446" y="3531159"/>
                  </a:lnTo>
                  <a:lnTo>
                    <a:pt x="2224922" y="3531159"/>
                  </a:lnTo>
                  <a:lnTo>
                    <a:pt x="2223932" y="3531159"/>
                  </a:lnTo>
                  <a:lnTo>
                    <a:pt x="2222943" y="3531159"/>
                  </a:lnTo>
                  <a:lnTo>
                    <a:pt x="2207418" y="3531159"/>
                  </a:lnTo>
                  <a:lnTo>
                    <a:pt x="2206429" y="3531159"/>
                  </a:lnTo>
                  <a:lnTo>
                    <a:pt x="2205439" y="3531159"/>
                  </a:lnTo>
                  <a:lnTo>
                    <a:pt x="2189915" y="3531159"/>
                  </a:lnTo>
                  <a:lnTo>
                    <a:pt x="2188925" y="3531159"/>
                  </a:lnTo>
                  <a:lnTo>
                    <a:pt x="2187936" y="3531159"/>
                  </a:lnTo>
                  <a:lnTo>
                    <a:pt x="2172411" y="3531159"/>
                  </a:lnTo>
                  <a:lnTo>
                    <a:pt x="2171422" y="3531159"/>
                  </a:lnTo>
                  <a:lnTo>
                    <a:pt x="2170432" y="3531159"/>
                  </a:lnTo>
                  <a:lnTo>
                    <a:pt x="2154908" y="3531159"/>
                  </a:lnTo>
                  <a:lnTo>
                    <a:pt x="2153918" y="3531159"/>
                  </a:lnTo>
                  <a:lnTo>
                    <a:pt x="2152929" y="3531159"/>
                  </a:lnTo>
                  <a:lnTo>
                    <a:pt x="2137404" y="3531159"/>
                  </a:lnTo>
                  <a:lnTo>
                    <a:pt x="2136415" y="3531159"/>
                  </a:lnTo>
                  <a:lnTo>
                    <a:pt x="2135425" y="3531159"/>
                  </a:lnTo>
                  <a:lnTo>
                    <a:pt x="2119901" y="3531159"/>
                  </a:lnTo>
                  <a:lnTo>
                    <a:pt x="2118911" y="3531159"/>
                  </a:lnTo>
                  <a:lnTo>
                    <a:pt x="2117922" y="3531159"/>
                  </a:lnTo>
                  <a:lnTo>
                    <a:pt x="2102397" y="3531159"/>
                  </a:lnTo>
                  <a:lnTo>
                    <a:pt x="2101408" y="3531159"/>
                  </a:lnTo>
                  <a:lnTo>
                    <a:pt x="2100418" y="3531159"/>
                  </a:lnTo>
                  <a:lnTo>
                    <a:pt x="2084894" y="3531159"/>
                  </a:lnTo>
                  <a:lnTo>
                    <a:pt x="2083904" y="3531159"/>
                  </a:lnTo>
                  <a:lnTo>
                    <a:pt x="2082915" y="3531159"/>
                  </a:lnTo>
                  <a:lnTo>
                    <a:pt x="2067390" y="3531159"/>
                  </a:lnTo>
                  <a:lnTo>
                    <a:pt x="2066401" y="3531159"/>
                  </a:lnTo>
                  <a:lnTo>
                    <a:pt x="2065411" y="3531159"/>
                  </a:lnTo>
                  <a:lnTo>
                    <a:pt x="2049887" y="3531159"/>
                  </a:lnTo>
                  <a:lnTo>
                    <a:pt x="2048897" y="3531159"/>
                  </a:lnTo>
                  <a:lnTo>
                    <a:pt x="2047908" y="3531159"/>
                  </a:lnTo>
                  <a:lnTo>
                    <a:pt x="2032383" y="3531159"/>
                  </a:lnTo>
                  <a:lnTo>
                    <a:pt x="2031394" y="3531159"/>
                  </a:lnTo>
                  <a:lnTo>
                    <a:pt x="2030404" y="3531159"/>
                  </a:lnTo>
                  <a:lnTo>
                    <a:pt x="2014880" y="3531159"/>
                  </a:lnTo>
                  <a:lnTo>
                    <a:pt x="2013890" y="3531159"/>
                  </a:lnTo>
                  <a:lnTo>
                    <a:pt x="2012901" y="3531159"/>
                  </a:lnTo>
                  <a:lnTo>
                    <a:pt x="1997376" y="3531159"/>
                  </a:lnTo>
                  <a:lnTo>
                    <a:pt x="1996387" y="3531159"/>
                  </a:lnTo>
                  <a:lnTo>
                    <a:pt x="1995397" y="3531159"/>
                  </a:lnTo>
                  <a:lnTo>
                    <a:pt x="1979873" y="3531159"/>
                  </a:lnTo>
                  <a:lnTo>
                    <a:pt x="1978883" y="3531159"/>
                  </a:lnTo>
                  <a:lnTo>
                    <a:pt x="1977894" y="3531159"/>
                  </a:lnTo>
                  <a:lnTo>
                    <a:pt x="1962369" y="3531159"/>
                  </a:lnTo>
                  <a:lnTo>
                    <a:pt x="1961380" y="3531159"/>
                  </a:lnTo>
                  <a:lnTo>
                    <a:pt x="1960390" y="3531159"/>
                  </a:lnTo>
                  <a:lnTo>
                    <a:pt x="1944866" y="3531159"/>
                  </a:lnTo>
                  <a:lnTo>
                    <a:pt x="1943876" y="3531159"/>
                  </a:lnTo>
                  <a:lnTo>
                    <a:pt x="1942887" y="3531159"/>
                  </a:lnTo>
                  <a:lnTo>
                    <a:pt x="1927362" y="3531159"/>
                  </a:lnTo>
                  <a:lnTo>
                    <a:pt x="1926373" y="3531159"/>
                  </a:lnTo>
                  <a:lnTo>
                    <a:pt x="1925383" y="3531159"/>
                  </a:lnTo>
                  <a:lnTo>
                    <a:pt x="1909859" y="3531159"/>
                  </a:lnTo>
                  <a:lnTo>
                    <a:pt x="1908869" y="3531159"/>
                  </a:lnTo>
                  <a:lnTo>
                    <a:pt x="1907880" y="3531159"/>
                  </a:lnTo>
                  <a:lnTo>
                    <a:pt x="1892355" y="3531159"/>
                  </a:lnTo>
                  <a:lnTo>
                    <a:pt x="1891366" y="3531159"/>
                  </a:lnTo>
                  <a:lnTo>
                    <a:pt x="1890376" y="3531159"/>
                  </a:lnTo>
                  <a:lnTo>
                    <a:pt x="1874852" y="3531159"/>
                  </a:lnTo>
                  <a:lnTo>
                    <a:pt x="1873862" y="3531159"/>
                  </a:lnTo>
                  <a:lnTo>
                    <a:pt x="1872873" y="3531159"/>
                  </a:lnTo>
                  <a:lnTo>
                    <a:pt x="1857348" y="3531159"/>
                  </a:lnTo>
                  <a:lnTo>
                    <a:pt x="1856359" y="3531159"/>
                  </a:lnTo>
                  <a:lnTo>
                    <a:pt x="1855369" y="3531159"/>
                  </a:lnTo>
                  <a:lnTo>
                    <a:pt x="1839845" y="3531159"/>
                  </a:lnTo>
                  <a:lnTo>
                    <a:pt x="1838855" y="3531159"/>
                  </a:lnTo>
                  <a:lnTo>
                    <a:pt x="1837866" y="3531159"/>
                  </a:lnTo>
                  <a:lnTo>
                    <a:pt x="1822341" y="3531159"/>
                  </a:lnTo>
                  <a:lnTo>
                    <a:pt x="1821352" y="3531159"/>
                  </a:lnTo>
                  <a:lnTo>
                    <a:pt x="1820362" y="3531159"/>
                  </a:lnTo>
                  <a:lnTo>
                    <a:pt x="1804838" y="3531159"/>
                  </a:lnTo>
                  <a:lnTo>
                    <a:pt x="1803848" y="3531159"/>
                  </a:lnTo>
                  <a:lnTo>
                    <a:pt x="1802859" y="3531159"/>
                  </a:lnTo>
                  <a:lnTo>
                    <a:pt x="1787334" y="3531159"/>
                  </a:lnTo>
                  <a:lnTo>
                    <a:pt x="1786345" y="3531159"/>
                  </a:lnTo>
                  <a:lnTo>
                    <a:pt x="1785355" y="3531159"/>
                  </a:lnTo>
                  <a:lnTo>
                    <a:pt x="1769831" y="3531159"/>
                  </a:lnTo>
                  <a:lnTo>
                    <a:pt x="1768841" y="3531159"/>
                  </a:lnTo>
                  <a:lnTo>
                    <a:pt x="1767852" y="3531159"/>
                  </a:lnTo>
                  <a:lnTo>
                    <a:pt x="1752327" y="3531159"/>
                  </a:lnTo>
                  <a:lnTo>
                    <a:pt x="1751338" y="3531159"/>
                  </a:lnTo>
                  <a:lnTo>
                    <a:pt x="1750348" y="3531159"/>
                  </a:lnTo>
                  <a:lnTo>
                    <a:pt x="1734824" y="3531159"/>
                  </a:lnTo>
                  <a:lnTo>
                    <a:pt x="1733834" y="3531159"/>
                  </a:lnTo>
                  <a:lnTo>
                    <a:pt x="1732845" y="3531159"/>
                  </a:lnTo>
                  <a:lnTo>
                    <a:pt x="1717320" y="3531159"/>
                  </a:lnTo>
                  <a:lnTo>
                    <a:pt x="1716331" y="3531159"/>
                  </a:lnTo>
                  <a:lnTo>
                    <a:pt x="1715341" y="3531159"/>
                  </a:lnTo>
                  <a:lnTo>
                    <a:pt x="1699817" y="3531159"/>
                  </a:lnTo>
                  <a:lnTo>
                    <a:pt x="1698827" y="3531159"/>
                  </a:lnTo>
                  <a:lnTo>
                    <a:pt x="1697838" y="3531159"/>
                  </a:lnTo>
                  <a:lnTo>
                    <a:pt x="1682313" y="3531159"/>
                  </a:lnTo>
                  <a:lnTo>
                    <a:pt x="1681324" y="3531159"/>
                  </a:lnTo>
                  <a:lnTo>
                    <a:pt x="1680334" y="3531159"/>
                  </a:lnTo>
                  <a:lnTo>
                    <a:pt x="1664810" y="3531159"/>
                  </a:lnTo>
                  <a:lnTo>
                    <a:pt x="1663820" y="3531159"/>
                  </a:lnTo>
                  <a:lnTo>
                    <a:pt x="1662831" y="3531159"/>
                  </a:lnTo>
                  <a:lnTo>
                    <a:pt x="1647306" y="3531159"/>
                  </a:lnTo>
                  <a:lnTo>
                    <a:pt x="1646317" y="3531159"/>
                  </a:lnTo>
                  <a:lnTo>
                    <a:pt x="1645327" y="3531159"/>
                  </a:lnTo>
                  <a:lnTo>
                    <a:pt x="1629803" y="3531159"/>
                  </a:lnTo>
                  <a:lnTo>
                    <a:pt x="1628813" y="3531159"/>
                  </a:lnTo>
                  <a:lnTo>
                    <a:pt x="1627824" y="3531159"/>
                  </a:lnTo>
                  <a:lnTo>
                    <a:pt x="1612299" y="3531159"/>
                  </a:lnTo>
                  <a:lnTo>
                    <a:pt x="1611310" y="3531159"/>
                  </a:lnTo>
                  <a:lnTo>
                    <a:pt x="1610320" y="3531159"/>
                  </a:lnTo>
                  <a:lnTo>
                    <a:pt x="1594796" y="3531159"/>
                  </a:lnTo>
                  <a:lnTo>
                    <a:pt x="1593806" y="3531159"/>
                  </a:lnTo>
                  <a:lnTo>
                    <a:pt x="1592817" y="3531159"/>
                  </a:lnTo>
                  <a:lnTo>
                    <a:pt x="1577292" y="3531159"/>
                  </a:lnTo>
                  <a:lnTo>
                    <a:pt x="1576303" y="3531159"/>
                  </a:lnTo>
                  <a:lnTo>
                    <a:pt x="1575313" y="3531159"/>
                  </a:lnTo>
                  <a:lnTo>
                    <a:pt x="1559789" y="3531159"/>
                  </a:lnTo>
                  <a:lnTo>
                    <a:pt x="1558799" y="3531159"/>
                  </a:lnTo>
                  <a:lnTo>
                    <a:pt x="1557810" y="3531159"/>
                  </a:lnTo>
                  <a:lnTo>
                    <a:pt x="1542285" y="3531159"/>
                  </a:lnTo>
                  <a:lnTo>
                    <a:pt x="1541296" y="3531159"/>
                  </a:lnTo>
                  <a:lnTo>
                    <a:pt x="1540307" y="3531159"/>
                  </a:lnTo>
                  <a:lnTo>
                    <a:pt x="1524782" y="3531159"/>
                  </a:lnTo>
                  <a:lnTo>
                    <a:pt x="1523793" y="3531159"/>
                  </a:lnTo>
                  <a:lnTo>
                    <a:pt x="1522803" y="3531159"/>
                  </a:lnTo>
                  <a:lnTo>
                    <a:pt x="1507278" y="3531159"/>
                  </a:lnTo>
                  <a:lnTo>
                    <a:pt x="1506289" y="3531159"/>
                  </a:lnTo>
                  <a:lnTo>
                    <a:pt x="1505300" y="3531159"/>
                  </a:lnTo>
                  <a:lnTo>
                    <a:pt x="1489775" y="3531159"/>
                  </a:lnTo>
                  <a:lnTo>
                    <a:pt x="1488786" y="3531159"/>
                  </a:lnTo>
                  <a:lnTo>
                    <a:pt x="1487796" y="3531159"/>
                  </a:lnTo>
                  <a:lnTo>
                    <a:pt x="1472272" y="3531159"/>
                  </a:lnTo>
                  <a:lnTo>
                    <a:pt x="1471282" y="3531159"/>
                  </a:lnTo>
                  <a:lnTo>
                    <a:pt x="1470293" y="3531159"/>
                  </a:lnTo>
                  <a:lnTo>
                    <a:pt x="1454768" y="3531159"/>
                  </a:lnTo>
                  <a:lnTo>
                    <a:pt x="1453779" y="3531159"/>
                  </a:lnTo>
                  <a:lnTo>
                    <a:pt x="1452789" y="3531159"/>
                  </a:lnTo>
                  <a:lnTo>
                    <a:pt x="1437265" y="3531159"/>
                  </a:lnTo>
                  <a:lnTo>
                    <a:pt x="1436275" y="3531159"/>
                  </a:lnTo>
                  <a:lnTo>
                    <a:pt x="1435286" y="3531159"/>
                  </a:lnTo>
                  <a:lnTo>
                    <a:pt x="1419761" y="3531159"/>
                  </a:lnTo>
                  <a:lnTo>
                    <a:pt x="1418772" y="3531159"/>
                  </a:lnTo>
                  <a:lnTo>
                    <a:pt x="1417782" y="3531159"/>
                  </a:lnTo>
                  <a:lnTo>
                    <a:pt x="1402258" y="3531159"/>
                  </a:lnTo>
                  <a:lnTo>
                    <a:pt x="1401268" y="3531159"/>
                  </a:lnTo>
                  <a:lnTo>
                    <a:pt x="1400279" y="3531159"/>
                  </a:lnTo>
                  <a:lnTo>
                    <a:pt x="1384754" y="3531159"/>
                  </a:lnTo>
                  <a:lnTo>
                    <a:pt x="1383765" y="3531159"/>
                  </a:lnTo>
                  <a:lnTo>
                    <a:pt x="1382775" y="3531159"/>
                  </a:lnTo>
                  <a:lnTo>
                    <a:pt x="1367251" y="3531159"/>
                  </a:lnTo>
                  <a:lnTo>
                    <a:pt x="1366261" y="3531159"/>
                  </a:lnTo>
                  <a:lnTo>
                    <a:pt x="1365272" y="3531159"/>
                  </a:lnTo>
                  <a:lnTo>
                    <a:pt x="1349747" y="3531159"/>
                  </a:lnTo>
                  <a:lnTo>
                    <a:pt x="1348758" y="3531159"/>
                  </a:lnTo>
                  <a:lnTo>
                    <a:pt x="1347768" y="3531159"/>
                  </a:lnTo>
                  <a:lnTo>
                    <a:pt x="1332244" y="3531159"/>
                  </a:lnTo>
                  <a:lnTo>
                    <a:pt x="1331254" y="3531159"/>
                  </a:lnTo>
                  <a:lnTo>
                    <a:pt x="1330265" y="3531159"/>
                  </a:lnTo>
                  <a:lnTo>
                    <a:pt x="1314740" y="3531159"/>
                  </a:lnTo>
                  <a:lnTo>
                    <a:pt x="1313751" y="3531159"/>
                  </a:lnTo>
                  <a:lnTo>
                    <a:pt x="1312761" y="3531159"/>
                  </a:lnTo>
                  <a:lnTo>
                    <a:pt x="1297237" y="3531159"/>
                  </a:lnTo>
                  <a:lnTo>
                    <a:pt x="1296247" y="3531159"/>
                  </a:lnTo>
                  <a:lnTo>
                    <a:pt x="1295258" y="3531159"/>
                  </a:lnTo>
                  <a:lnTo>
                    <a:pt x="1279733" y="3531159"/>
                  </a:lnTo>
                  <a:lnTo>
                    <a:pt x="1278744" y="3531159"/>
                  </a:lnTo>
                  <a:lnTo>
                    <a:pt x="1277754" y="3531159"/>
                  </a:lnTo>
                  <a:lnTo>
                    <a:pt x="1262230" y="3531159"/>
                  </a:lnTo>
                  <a:lnTo>
                    <a:pt x="1261240" y="3531159"/>
                  </a:lnTo>
                  <a:lnTo>
                    <a:pt x="1260251" y="3531159"/>
                  </a:lnTo>
                  <a:lnTo>
                    <a:pt x="1244726" y="3531159"/>
                  </a:lnTo>
                  <a:lnTo>
                    <a:pt x="1243737" y="3531159"/>
                  </a:lnTo>
                  <a:lnTo>
                    <a:pt x="1242747" y="3531159"/>
                  </a:lnTo>
                  <a:lnTo>
                    <a:pt x="1227223" y="3531159"/>
                  </a:lnTo>
                  <a:lnTo>
                    <a:pt x="1226233" y="3531159"/>
                  </a:lnTo>
                  <a:lnTo>
                    <a:pt x="1225244" y="3531159"/>
                  </a:lnTo>
                  <a:lnTo>
                    <a:pt x="1209719" y="3531159"/>
                  </a:lnTo>
                  <a:lnTo>
                    <a:pt x="1208730" y="3531159"/>
                  </a:lnTo>
                  <a:lnTo>
                    <a:pt x="1207740" y="3531159"/>
                  </a:lnTo>
                  <a:lnTo>
                    <a:pt x="1192216" y="3531159"/>
                  </a:lnTo>
                  <a:lnTo>
                    <a:pt x="1191226" y="3531159"/>
                  </a:lnTo>
                  <a:lnTo>
                    <a:pt x="1190237" y="3531159"/>
                  </a:lnTo>
                  <a:lnTo>
                    <a:pt x="1174712" y="3531159"/>
                  </a:lnTo>
                  <a:lnTo>
                    <a:pt x="1173723" y="3531159"/>
                  </a:lnTo>
                  <a:lnTo>
                    <a:pt x="1172733" y="3531159"/>
                  </a:lnTo>
                  <a:lnTo>
                    <a:pt x="1157209" y="3531159"/>
                  </a:lnTo>
                  <a:lnTo>
                    <a:pt x="1156219" y="3531159"/>
                  </a:lnTo>
                  <a:lnTo>
                    <a:pt x="1155230" y="3531159"/>
                  </a:lnTo>
                  <a:lnTo>
                    <a:pt x="1139705" y="3531159"/>
                  </a:lnTo>
                  <a:lnTo>
                    <a:pt x="1138716" y="3531159"/>
                  </a:lnTo>
                  <a:lnTo>
                    <a:pt x="1137726" y="3531159"/>
                  </a:lnTo>
                  <a:lnTo>
                    <a:pt x="1122202" y="3531159"/>
                  </a:lnTo>
                  <a:lnTo>
                    <a:pt x="1121212" y="3531159"/>
                  </a:lnTo>
                  <a:lnTo>
                    <a:pt x="1120223" y="3531159"/>
                  </a:lnTo>
                  <a:lnTo>
                    <a:pt x="1104698" y="3531159"/>
                  </a:lnTo>
                  <a:lnTo>
                    <a:pt x="1103709" y="3531159"/>
                  </a:lnTo>
                  <a:lnTo>
                    <a:pt x="1102719" y="3531159"/>
                  </a:lnTo>
                  <a:lnTo>
                    <a:pt x="1087195" y="3531159"/>
                  </a:lnTo>
                  <a:lnTo>
                    <a:pt x="1086205" y="3531159"/>
                  </a:lnTo>
                  <a:lnTo>
                    <a:pt x="1085216" y="3531159"/>
                  </a:lnTo>
                  <a:lnTo>
                    <a:pt x="1069691" y="3531159"/>
                  </a:lnTo>
                  <a:lnTo>
                    <a:pt x="1068702" y="3531159"/>
                  </a:lnTo>
                  <a:lnTo>
                    <a:pt x="1067712" y="3531159"/>
                  </a:lnTo>
                  <a:lnTo>
                    <a:pt x="1052188" y="3531159"/>
                  </a:lnTo>
                  <a:lnTo>
                    <a:pt x="1051198" y="3531159"/>
                  </a:lnTo>
                  <a:lnTo>
                    <a:pt x="1050209" y="3531159"/>
                  </a:lnTo>
                  <a:lnTo>
                    <a:pt x="1034684" y="3531159"/>
                  </a:lnTo>
                  <a:lnTo>
                    <a:pt x="1033695" y="3531159"/>
                  </a:lnTo>
                  <a:lnTo>
                    <a:pt x="1032705" y="3531159"/>
                  </a:lnTo>
                  <a:lnTo>
                    <a:pt x="1017181" y="3531159"/>
                  </a:lnTo>
                  <a:lnTo>
                    <a:pt x="1016191" y="3531159"/>
                  </a:lnTo>
                  <a:lnTo>
                    <a:pt x="1015202" y="3531159"/>
                  </a:lnTo>
                  <a:lnTo>
                    <a:pt x="999677" y="3531159"/>
                  </a:lnTo>
                  <a:lnTo>
                    <a:pt x="998688" y="3531159"/>
                  </a:lnTo>
                  <a:lnTo>
                    <a:pt x="997698" y="3531159"/>
                  </a:lnTo>
                  <a:lnTo>
                    <a:pt x="982174" y="3531159"/>
                  </a:lnTo>
                  <a:lnTo>
                    <a:pt x="981184" y="3531159"/>
                  </a:lnTo>
                  <a:lnTo>
                    <a:pt x="980195" y="3531159"/>
                  </a:lnTo>
                  <a:lnTo>
                    <a:pt x="964670" y="3531159"/>
                  </a:lnTo>
                  <a:lnTo>
                    <a:pt x="963681" y="3531159"/>
                  </a:lnTo>
                  <a:lnTo>
                    <a:pt x="962691" y="3531159"/>
                  </a:lnTo>
                  <a:lnTo>
                    <a:pt x="947167" y="3531159"/>
                  </a:lnTo>
                  <a:lnTo>
                    <a:pt x="946177" y="3531159"/>
                  </a:lnTo>
                  <a:lnTo>
                    <a:pt x="945188" y="3531159"/>
                  </a:lnTo>
                  <a:lnTo>
                    <a:pt x="929663" y="3531159"/>
                  </a:lnTo>
                  <a:lnTo>
                    <a:pt x="928674" y="3531159"/>
                  </a:lnTo>
                  <a:lnTo>
                    <a:pt x="927684" y="3531159"/>
                  </a:lnTo>
                  <a:lnTo>
                    <a:pt x="912160" y="3531159"/>
                  </a:lnTo>
                  <a:lnTo>
                    <a:pt x="911170" y="3531159"/>
                  </a:lnTo>
                  <a:lnTo>
                    <a:pt x="910181" y="3531159"/>
                  </a:lnTo>
                  <a:lnTo>
                    <a:pt x="894656" y="3531159"/>
                  </a:lnTo>
                  <a:lnTo>
                    <a:pt x="893667" y="3531159"/>
                  </a:lnTo>
                  <a:lnTo>
                    <a:pt x="892677" y="3531159"/>
                  </a:lnTo>
                  <a:lnTo>
                    <a:pt x="877153" y="3531159"/>
                  </a:lnTo>
                  <a:lnTo>
                    <a:pt x="876163" y="3531159"/>
                  </a:lnTo>
                  <a:lnTo>
                    <a:pt x="875174" y="3531159"/>
                  </a:lnTo>
                  <a:lnTo>
                    <a:pt x="859649" y="3531159"/>
                  </a:lnTo>
                  <a:lnTo>
                    <a:pt x="858660" y="3531159"/>
                  </a:lnTo>
                  <a:lnTo>
                    <a:pt x="857670" y="3531159"/>
                  </a:lnTo>
                  <a:lnTo>
                    <a:pt x="842146" y="3531159"/>
                  </a:lnTo>
                  <a:lnTo>
                    <a:pt x="841156" y="3531159"/>
                  </a:lnTo>
                  <a:lnTo>
                    <a:pt x="840167" y="3531159"/>
                  </a:lnTo>
                  <a:lnTo>
                    <a:pt x="824642" y="3531159"/>
                  </a:lnTo>
                  <a:lnTo>
                    <a:pt x="823653" y="3531159"/>
                  </a:lnTo>
                  <a:lnTo>
                    <a:pt x="822663" y="3531159"/>
                  </a:lnTo>
                  <a:lnTo>
                    <a:pt x="807139" y="3531159"/>
                  </a:lnTo>
                  <a:lnTo>
                    <a:pt x="806149" y="3531159"/>
                  </a:lnTo>
                  <a:lnTo>
                    <a:pt x="805160" y="3531159"/>
                  </a:lnTo>
                  <a:lnTo>
                    <a:pt x="789635" y="3531159"/>
                  </a:lnTo>
                  <a:lnTo>
                    <a:pt x="788646" y="3531159"/>
                  </a:lnTo>
                  <a:lnTo>
                    <a:pt x="787656" y="3531159"/>
                  </a:lnTo>
                  <a:lnTo>
                    <a:pt x="772132" y="3531159"/>
                  </a:lnTo>
                  <a:lnTo>
                    <a:pt x="771142" y="3531159"/>
                  </a:lnTo>
                  <a:lnTo>
                    <a:pt x="770153" y="3531159"/>
                  </a:lnTo>
                  <a:lnTo>
                    <a:pt x="754628" y="3531159"/>
                  </a:lnTo>
                  <a:lnTo>
                    <a:pt x="753639" y="3531159"/>
                  </a:lnTo>
                  <a:lnTo>
                    <a:pt x="752650" y="3531159"/>
                  </a:lnTo>
                  <a:lnTo>
                    <a:pt x="737125" y="3531159"/>
                  </a:lnTo>
                  <a:lnTo>
                    <a:pt x="736136" y="3531159"/>
                  </a:lnTo>
                  <a:lnTo>
                    <a:pt x="735146" y="3531159"/>
                  </a:lnTo>
                  <a:lnTo>
                    <a:pt x="719621" y="3531159"/>
                  </a:lnTo>
                  <a:lnTo>
                    <a:pt x="718632" y="3531159"/>
                  </a:lnTo>
                  <a:lnTo>
                    <a:pt x="717643" y="3531159"/>
                  </a:lnTo>
                  <a:lnTo>
                    <a:pt x="702118" y="3531159"/>
                  </a:lnTo>
                  <a:lnTo>
                    <a:pt x="701129" y="3531159"/>
                  </a:lnTo>
                  <a:lnTo>
                    <a:pt x="700139" y="3531159"/>
                  </a:lnTo>
                  <a:lnTo>
                    <a:pt x="684615" y="3531159"/>
                  </a:lnTo>
                  <a:lnTo>
                    <a:pt x="683625" y="3531159"/>
                  </a:lnTo>
                  <a:lnTo>
                    <a:pt x="682636" y="3531159"/>
                  </a:lnTo>
                  <a:lnTo>
                    <a:pt x="667111" y="3531159"/>
                  </a:lnTo>
                  <a:lnTo>
                    <a:pt x="666122" y="3531159"/>
                  </a:lnTo>
                  <a:lnTo>
                    <a:pt x="665132" y="3531159"/>
                  </a:lnTo>
                  <a:lnTo>
                    <a:pt x="649608" y="3531159"/>
                  </a:lnTo>
                  <a:lnTo>
                    <a:pt x="648618" y="3531159"/>
                  </a:lnTo>
                  <a:lnTo>
                    <a:pt x="647629" y="3531159"/>
                  </a:lnTo>
                  <a:lnTo>
                    <a:pt x="632104" y="3531159"/>
                  </a:lnTo>
                  <a:lnTo>
                    <a:pt x="631115" y="3531159"/>
                  </a:lnTo>
                  <a:lnTo>
                    <a:pt x="630125" y="3531159"/>
                  </a:lnTo>
                  <a:lnTo>
                    <a:pt x="614601" y="3531159"/>
                  </a:lnTo>
                  <a:lnTo>
                    <a:pt x="613611" y="3531159"/>
                  </a:lnTo>
                  <a:lnTo>
                    <a:pt x="612622" y="3531159"/>
                  </a:lnTo>
                  <a:lnTo>
                    <a:pt x="597097" y="3531159"/>
                  </a:lnTo>
                  <a:lnTo>
                    <a:pt x="596108" y="3531159"/>
                  </a:lnTo>
                  <a:lnTo>
                    <a:pt x="595118" y="3531159"/>
                  </a:lnTo>
                  <a:lnTo>
                    <a:pt x="579594" y="3531159"/>
                  </a:lnTo>
                  <a:lnTo>
                    <a:pt x="578604" y="3531159"/>
                  </a:lnTo>
                  <a:lnTo>
                    <a:pt x="577615" y="3531159"/>
                  </a:lnTo>
                  <a:lnTo>
                    <a:pt x="562090" y="3531159"/>
                  </a:lnTo>
                  <a:lnTo>
                    <a:pt x="561101" y="3531159"/>
                  </a:lnTo>
                  <a:lnTo>
                    <a:pt x="560111" y="3531159"/>
                  </a:lnTo>
                  <a:lnTo>
                    <a:pt x="544587" y="3531159"/>
                  </a:lnTo>
                  <a:lnTo>
                    <a:pt x="543597" y="3531159"/>
                  </a:lnTo>
                  <a:lnTo>
                    <a:pt x="542608" y="3531159"/>
                  </a:lnTo>
                  <a:lnTo>
                    <a:pt x="527083" y="3531159"/>
                  </a:lnTo>
                  <a:lnTo>
                    <a:pt x="526094" y="3531159"/>
                  </a:lnTo>
                  <a:lnTo>
                    <a:pt x="525104" y="3531159"/>
                  </a:lnTo>
                  <a:lnTo>
                    <a:pt x="509580" y="3531159"/>
                  </a:lnTo>
                  <a:lnTo>
                    <a:pt x="508590" y="3531159"/>
                  </a:lnTo>
                  <a:lnTo>
                    <a:pt x="507601" y="3531159"/>
                  </a:lnTo>
                  <a:lnTo>
                    <a:pt x="492076" y="3531159"/>
                  </a:lnTo>
                  <a:lnTo>
                    <a:pt x="491087" y="3531159"/>
                  </a:lnTo>
                  <a:lnTo>
                    <a:pt x="490097" y="3531159"/>
                  </a:lnTo>
                  <a:lnTo>
                    <a:pt x="474573" y="3531159"/>
                  </a:lnTo>
                  <a:lnTo>
                    <a:pt x="473583" y="3531159"/>
                  </a:lnTo>
                  <a:lnTo>
                    <a:pt x="472594" y="3531159"/>
                  </a:lnTo>
                  <a:lnTo>
                    <a:pt x="457069" y="3531159"/>
                  </a:lnTo>
                  <a:lnTo>
                    <a:pt x="456080" y="3531159"/>
                  </a:lnTo>
                  <a:lnTo>
                    <a:pt x="455090" y="3531159"/>
                  </a:lnTo>
                  <a:lnTo>
                    <a:pt x="439566" y="3531159"/>
                  </a:lnTo>
                  <a:lnTo>
                    <a:pt x="438576" y="3531159"/>
                  </a:lnTo>
                  <a:lnTo>
                    <a:pt x="437587" y="3531159"/>
                  </a:lnTo>
                  <a:lnTo>
                    <a:pt x="422062" y="3531159"/>
                  </a:lnTo>
                  <a:lnTo>
                    <a:pt x="421073" y="3531159"/>
                  </a:lnTo>
                  <a:lnTo>
                    <a:pt x="420083" y="3531159"/>
                  </a:lnTo>
                  <a:lnTo>
                    <a:pt x="404559" y="3531159"/>
                  </a:lnTo>
                  <a:lnTo>
                    <a:pt x="403569" y="3531159"/>
                  </a:lnTo>
                  <a:lnTo>
                    <a:pt x="402580" y="3531159"/>
                  </a:lnTo>
                  <a:lnTo>
                    <a:pt x="387055" y="3531159"/>
                  </a:lnTo>
                  <a:lnTo>
                    <a:pt x="386066" y="3531159"/>
                  </a:lnTo>
                  <a:lnTo>
                    <a:pt x="385076" y="3531159"/>
                  </a:lnTo>
                  <a:lnTo>
                    <a:pt x="369552" y="3531159"/>
                  </a:lnTo>
                  <a:lnTo>
                    <a:pt x="368562" y="3531159"/>
                  </a:lnTo>
                  <a:lnTo>
                    <a:pt x="367573" y="3531159"/>
                  </a:lnTo>
                  <a:lnTo>
                    <a:pt x="352048" y="3531159"/>
                  </a:lnTo>
                  <a:lnTo>
                    <a:pt x="351059" y="3531159"/>
                  </a:lnTo>
                  <a:lnTo>
                    <a:pt x="350069" y="3531159"/>
                  </a:lnTo>
                  <a:lnTo>
                    <a:pt x="334545" y="3531159"/>
                  </a:lnTo>
                  <a:lnTo>
                    <a:pt x="333555" y="3531159"/>
                  </a:lnTo>
                  <a:lnTo>
                    <a:pt x="332566" y="3531159"/>
                  </a:lnTo>
                  <a:lnTo>
                    <a:pt x="317041" y="3531159"/>
                  </a:lnTo>
                  <a:lnTo>
                    <a:pt x="316052" y="3531159"/>
                  </a:lnTo>
                  <a:lnTo>
                    <a:pt x="315062" y="3531159"/>
                  </a:lnTo>
                  <a:lnTo>
                    <a:pt x="299538" y="3531159"/>
                  </a:lnTo>
                  <a:lnTo>
                    <a:pt x="298548" y="3531159"/>
                  </a:lnTo>
                  <a:lnTo>
                    <a:pt x="297559" y="3531159"/>
                  </a:lnTo>
                  <a:lnTo>
                    <a:pt x="282034" y="3531159"/>
                  </a:lnTo>
                  <a:lnTo>
                    <a:pt x="281045" y="3531159"/>
                  </a:lnTo>
                  <a:lnTo>
                    <a:pt x="280055" y="3531159"/>
                  </a:lnTo>
                  <a:lnTo>
                    <a:pt x="264531" y="3531159"/>
                  </a:lnTo>
                  <a:lnTo>
                    <a:pt x="263541" y="3531159"/>
                  </a:lnTo>
                  <a:lnTo>
                    <a:pt x="262552" y="3531159"/>
                  </a:lnTo>
                  <a:lnTo>
                    <a:pt x="247027" y="3531159"/>
                  </a:lnTo>
                  <a:lnTo>
                    <a:pt x="246038" y="3531159"/>
                  </a:lnTo>
                  <a:lnTo>
                    <a:pt x="245048" y="3531159"/>
                  </a:lnTo>
                  <a:lnTo>
                    <a:pt x="229524" y="3531159"/>
                  </a:lnTo>
                  <a:lnTo>
                    <a:pt x="228534" y="3531159"/>
                  </a:lnTo>
                  <a:lnTo>
                    <a:pt x="227545" y="3531159"/>
                  </a:lnTo>
                  <a:lnTo>
                    <a:pt x="212020" y="3531159"/>
                  </a:lnTo>
                  <a:lnTo>
                    <a:pt x="211031" y="3531159"/>
                  </a:lnTo>
                  <a:lnTo>
                    <a:pt x="210041" y="3531159"/>
                  </a:lnTo>
                  <a:lnTo>
                    <a:pt x="194517" y="3531159"/>
                  </a:lnTo>
                  <a:lnTo>
                    <a:pt x="193527" y="3531159"/>
                  </a:lnTo>
                  <a:lnTo>
                    <a:pt x="192538" y="3531159"/>
                  </a:lnTo>
                  <a:lnTo>
                    <a:pt x="177013" y="3531159"/>
                  </a:lnTo>
                  <a:lnTo>
                    <a:pt x="176024" y="3531159"/>
                  </a:lnTo>
                  <a:lnTo>
                    <a:pt x="175034" y="3531159"/>
                  </a:lnTo>
                  <a:lnTo>
                    <a:pt x="159510" y="3531159"/>
                  </a:lnTo>
                  <a:lnTo>
                    <a:pt x="158520" y="3531159"/>
                  </a:lnTo>
                  <a:lnTo>
                    <a:pt x="157531" y="3531159"/>
                  </a:lnTo>
                  <a:lnTo>
                    <a:pt x="142006" y="3531159"/>
                  </a:lnTo>
                  <a:lnTo>
                    <a:pt x="141017" y="3531159"/>
                  </a:lnTo>
                  <a:lnTo>
                    <a:pt x="140027" y="3531159"/>
                  </a:lnTo>
                  <a:lnTo>
                    <a:pt x="124503" y="3531159"/>
                  </a:lnTo>
                  <a:lnTo>
                    <a:pt x="123513" y="3531159"/>
                  </a:lnTo>
                  <a:lnTo>
                    <a:pt x="122524" y="3531159"/>
                  </a:lnTo>
                  <a:lnTo>
                    <a:pt x="106999" y="3531159"/>
                  </a:lnTo>
                  <a:lnTo>
                    <a:pt x="106010" y="3531159"/>
                  </a:lnTo>
                  <a:lnTo>
                    <a:pt x="105020" y="3531159"/>
                  </a:lnTo>
                  <a:lnTo>
                    <a:pt x="89496" y="3531159"/>
                  </a:lnTo>
                  <a:lnTo>
                    <a:pt x="88506" y="3531159"/>
                  </a:lnTo>
                  <a:lnTo>
                    <a:pt x="87517" y="3531159"/>
                  </a:lnTo>
                  <a:lnTo>
                    <a:pt x="71992" y="3531159"/>
                  </a:lnTo>
                  <a:lnTo>
                    <a:pt x="71003" y="3531159"/>
                  </a:lnTo>
                  <a:lnTo>
                    <a:pt x="70013" y="3531159"/>
                  </a:lnTo>
                  <a:lnTo>
                    <a:pt x="54489" y="3531159"/>
                  </a:lnTo>
                  <a:lnTo>
                    <a:pt x="53499" y="3531159"/>
                  </a:lnTo>
                  <a:lnTo>
                    <a:pt x="52510" y="3531159"/>
                  </a:lnTo>
                  <a:lnTo>
                    <a:pt x="36985" y="3531159"/>
                  </a:lnTo>
                  <a:lnTo>
                    <a:pt x="35996" y="3531159"/>
                  </a:lnTo>
                  <a:lnTo>
                    <a:pt x="35006" y="3531159"/>
                  </a:lnTo>
                  <a:lnTo>
                    <a:pt x="19482" y="3531159"/>
                  </a:lnTo>
                  <a:lnTo>
                    <a:pt x="18492" y="3531159"/>
                  </a:lnTo>
                  <a:lnTo>
                    <a:pt x="17503" y="3531159"/>
                  </a:lnTo>
                  <a:lnTo>
                    <a:pt x="1978" y="3531159"/>
                  </a:lnTo>
                  <a:lnTo>
                    <a:pt x="989" y="3531159"/>
                  </a:lnTo>
                  <a:lnTo>
                    <a:pt x="0" y="3531159"/>
                  </a:lnTo>
                  <a:close/>
                </a:path>
              </a:pathLst>
            </a:custGeom>
            <a:solidFill>
              <a:srgbClr val="E31A1C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755321" y="1950672"/>
              <a:ext cx="3153507" cy="3530411"/>
            </a:xfrm>
            <a:custGeom>
              <a:avLst/>
              <a:pathLst>
                <a:path w="3153507" h="3530411">
                  <a:moveTo>
                    <a:pt x="0" y="3530411"/>
                  </a:moveTo>
                  <a:lnTo>
                    <a:pt x="989" y="3530403"/>
                  </a:lnTo>
                  <a:lnTo>
                    <a:pt x="16514" y="3530279"/>
                  </a:lnTo>
                  <a:lnTo>
                    <a:pt x="17503" y="3530271"/>
                  </a:lnTo>
                  <a:lnTo>
                    <a:pt x="18492" y="3530262"/>
                  </a:lnTo>
                  <a:lnTo>
                    <a:pt x="34017" y="3530120"/>
                  </a:lnTo>
                  <a:lnTo>
                    <a:pt x="35006" y="3530110"/>
                  </a:lnTo>
                  <a:lnTo>
                    <a:pt x="35996" y="3530100"/>
                  </a:lnTo>
                  <a:lnTo>
                    <a:pt x="51520" y="3529937"/>
                  </a:lnTo>
                  <a:lnTo>
                    <a:pt x="52510" y="3529926"/>
                  </a:lnTo>
                  <a:lnTo>
                    <a:pt x="53499" y="3529914"/>
                  </a:lnTo>
                  <a:lnTo>
                    <a:pt x="69024" y="3529719"/>
                  </a:lnTo>
                  <a:lnTo>
                    <a:pt x="70013" y="3529706"/>
                  </a:lnTo>
                  <a:lnTo>
                    <a:pt x="71003" y="3529692"/>
                  </a:lnTo>
                  <a:lnTo>
                    <a:pt x="86527" y="3529465"/>
                  </a:lnTo>
                  <a:lnTo>
                    <a:pt x="87517" y="3529450"/>
                  </a:lnTo>
                  <a:lnTo>
                    <a:pt x="88506" y="3529434"/>
                  </a:lnTo>
                  <a:lnTo>
                    <a:pt x="104031" y="3529175"/>
                  </a:lnTo>
                  <a:lnTo>
                    <a:pt x="105020" y="3529158"/>
                  </a:lnTo>
                  <a:lnTo>
                    <a:pt x="106010" y="3529140"/>
                  </a:lnTo>
                  <a:lnTo>
                    <a:pt x="121534" y="3528846"/>
                  </a:lnTo>
                  <a:lnTo>
                    <a:pt x="122524" y="3528827"/>
                  </a:lnTo>
                  <a:lnTo>
                    <a:pt x="123513" y="3528805"/>
                  </a:lnTo>
                  <a:lnTo>
                    <a:pt x="139038" y="3528465"/>
                  </a:lnTo>
                  <a:lnTo>
                    <a:pt x="140027" y="3528443"/>
                  </a:lnTo>
                  <a:lnTo>
                    <a:pt x="141017" y="3528418"/>
                  </a:lnTo>
                  <a:lnTo>
                    <a:pt x="156541" y="3528019"/>
                  </a:lnTo>
                  <a:lnTo>
                    <a:pt x="157531" y="3527994"/>
                  </a:lnTo>
                  <a:lnTo>
                    <a:pt x="158520" y="3527965"/>
                  </a:lnTo>
                  <a:lnTo>
                    <a:pt x="174045" y="3527514"/>
                  </a:lnTo>
                  <a:lnTo>
                    <a:pt x="175034" y="3527485"/>
                  </a:lnTo>
                  <a:lnTo>
                    <a:pt x="176024" y="3527453"/>
                  </a:lnTo>
                  <a:lnTo>
                    <a:pt x="191548" y="3526944"/>
                  </a:lnTo>
                  <a:lnTo>
                    <a:pt x="192538" y="3526912"/>
                  </a:lnTo>
                  <a:lnTo>
                    <a:pt x="193527" y="3526876"/>
                  </a:lnTo>
                  <a:lnTo>
                    <a:pt x="209052" y="3526304"/>
                  </a:lnTo>
                  <a:lnTo>
                    <a:pt x="210041" y="3526268"/>
                  </a:lnTo>
                  <a:lnTo>
                    <a:pt x="211031" y="3526225"/>
                  </a:lnTo>
                  <a:lnTo>
                    <a:pt x="226555" y="3525553"/>
                  </a:lnTo>
                  <a:lnTo>
                    <a:pt x="227545" y="3525510"/>
                  </a:lnTo>
                  <a:lnTo>
                    <a:pt x="228534" y="3525462"/>
                  </a:lnTo>
                  <a:lnTo>
                    <a:pt x="244059" y="3524708"/>
                  </a:lnTo>
                  <a:lnTo>
                    <a:pt x="245048" y="3524660"/>
                  </a:lnTo>
                  <a:lnTo>
                    <a:pt x="246038" y="3524606"/>
                  </a:lnTo>
                  <a:lnTo>
                    <a:pt x="261562" y="3523764"/>
                  </a:lnTo>
                  <a:lnTo>
                    <a:pt x="262552" y="3523710"/>
                  </a:lnTo>
                  <a:lnTo>
                    <a:pt x="263541" y="3523650"/>
                  </a:lnTo>
                  <a:lnTo>
                    <a:pt x="279066" y="3522713"/>
                  </a:lnTo>
                  <a:lnTo>
                    <a:pt x="280055" y="3522653"/>
                  </a:lnTo>
                  <a:lnTo>
                    <a:pt x="281045" y="3522585"/>
                  </a:lnTo>
                  <a:lnTo>
                    <a:pt x="296569" y="3521510"/>
                  </a:lnTo>
                  <a:lnTo>
                    <a:pt x="297559" y="3521441"/>
                  </a:lnTo>
                  <a:lnTo>
                    <a:pt x="298548" y="3521364"/>
                  </a:lnTo>
                  <a:lnTo>
                    <a:pt x="314073" y="3520154"/>
                  </a:lnTo>
                  <a:lnTo>
                    <a:pt x="315062" y="3520077"/>
                  </a:lnTo>
                  <a:lnTo>
                    <a:pt x="316052" y="3519992"/>
                  </a:lnTo>
                  <a:lnTo>
                    <a:pt x="331576" y="3518652"/>
                  </a:lnTo>
                  <a:lnTo>
                    <a:pt x="332566" y="3518566"/>
                  </a:lnTo>
                  <a:lnTo>
                    <a:pt x="333555" y="3518472"/>
                  </a:lnTo>
                  <a:lnTo>
                    <a:pt x="349080" y="3516993"/>
                  </a:lnTo>
                  <a:lnTo>
                    <a:pt x="350069" y="3516899"/>
                  </a:lnTo>
                  <a:lnTo>
                    <a:pt x="351059" y="3516793"/>
                  </a:lnTo>
                  <a:lnTo>
                    <a:pt x="366583" y="3515142"/>
                  </a:lnTo>
                  <a:lnTo>
                    <a:pt x="367573" y="3515036"/>
                  </a:lnTo>
                  <a:lnTo>
                    <a:pt x="368562" y="3514918"/>
                  </a:lnTo>
                  <a:lnTo>
                    <a:pt x="384087" y="3513053"/>
                  </a:lnTo>
                  <a:lnTo>
                    <a:pt x="385076" y="3512934"/>
                  </a:lnTo>
                  <a:lnTo>
                    <a:pt x="386066" y="3512803"/>
                  </a:lnTo>
                  <a:lnTo>
                    <a:pt x="401590" y="3510756"/>
                  </a:lnTo>
                  <a:lnTo>
                    <a:pt x="402580" y="3510625"/>
                  </a:lnTo>
                  <a:lnTo>
                    <a:pt x="403569" y="3510483"/>
                  </a:lnTo>
                  <a:lnTo>
                    <a:pt x="419094" y="3508243"/>
                  </a:lnTo>
                  <a:lnTo>
                    <a:pt x="420083" y="3508100"/>
                  </a:lnTo>
                  <a:lnTo>
                    <a:pt x="421073" y="3507944"/>
                  </a:lnTo>
                  <a:lnTo>
                    <a:pt x="436597" y="3505500"/>
                  </a:lnTo>
                  <a:lnTo>
                    <a:pt x="437587" y="3505345"/>
                  </a:lnTo>
                  <a:lnTo>
                    <a:pt x="438576" y="3505169"/>
                  </a:lnTo>
                  <a:lnTo>
                    <a:pt x="454101" y="3502407"/>
                  </a:lnTo>
                  <a:lnTo>
                    <a:pt x="455090" y="3502231"/>
                  </a:lnTo>
                  <a:lnTo>
                    <a:pt x="456080" y="3502040"/>
                  </a:lnTo>
                  <a:lnTo>
                    <a:pt x="471604" y="3499036"/>
                  </a:lnTo>
                  <a:lnTo>
                    <a:pt x="472594" y="3498844"/>
                  </a:lnTo>
                  <a:lnTo>
                    <a:pt x="473583" y="3498636"/>
                  </a:lnTo>
                  <a:lnTo>
                    <a:pt x="489108" y="3495378"/>
                  </a:lnTo>
                  <a:lnTo>
                    <a:pt x="490097" y="3495170"/>
                  </a:lnTo>
                  <a:lnTo>
                    <a:pt x="491087" y="3494946"/>
                  </a:lnTo>
                  <a:lnTo>
                    <a:pt x="506611" y="3491421"/>
                  </a:lnTo>
                  <a:lnTo>
                    <a:pt x="507601" y="3491197"/>
                  </a:lnTo>
                  <a:lnTo>
                    <a:pt x="508590" y="3490949"/>
                  </a:lnTo>
                  <a:lnTo>
                    <a:pt x="524115" y="3487063"/>
                  </a:lnTo>
                  <a:lnTo>
                    <a:pt x="525104" y="3486815"/>
                  </a:lnTo>
                  <a:lnTo>
                    <a:pt x="526094" y="3486545"/>
                  </a:lnTo>
                  <a:lnTo>
                    <a:pt x="541618" y="3482311"/>
                  </a:lnTo>
                  <a:lnTo>
                    <a:pt x="542608" y="3482041"/>
                  </a:lnTo>
                  <a:lnTo>
                    <a:pt x="543597" y="3481751"/>
                  </a:lnTo>
                  <a:lnTo>
                    <a:pt x="559122" y="3477198"/>
                  </a:lnTo>
                  <a:lnTo>
                    <a:pt x="560111" y="3476908"/>
                  </a:lnTo>
                  <a:lnTo>
                    <a:pt x="561101" y="3476597"/>
                  </a:lnTo>
                  <a:lnTo>
                    <a:pt x="576625" y="3471716"/>
                  </a:lnTo>
                  <a:lnTo>
                    <a:pt x="577615" y="3471405"/>
                  </a:lnTo>
                  <a:lnTo>
                    <a:pt x="578604" y="3471069"/>
                  </a:lnTo>
                  <a:lnTo>
                    <a:pt x="594129" y="3465801"/>
                  </a:lnTo>
                  <a:lnTo>
                    <a:pt x="595118" y="3465466"/>
                  </a:lnTo>
                  <a:lnTo>
                    <a:pt x="596108" y="3465100"/>
                  </a:lnTo>
                  <a:lnTo>
                    <a:pt x="611632" y="3459365"/>
                  </a:lnTo>
                  <a:lnTo>
                    <a:pt x="612622" y="3458999"/>
                  </a:lnTo>
                  <a:lnTo>
                    <a:pt x="613611" y="3458610"/>
                  </a:lnTo>
                  <a:lnTo>
                    <a:pt x="629136" y="3452499"/>
                  </a:lnTo>
                  <a:lnTo>
                    <a:pt x="630125" y="3452110"/>
                  </a:lnTo>
                  <a:lnTo>
                    <a:pt x="631115" y="3451696"/>
                  </a:lnTo>
                  <a:lnTo>
                    <a:pt x="646639" y="3445202"/>
                  </a:lnTo>
                  <a:lnTo>
                    <a:pt x="647629" y="3444788"/>
                  </a:lnTo>
                  <a:lnTo>
                    <a:pt x="648618" y="3444349"/>
                  </a:lnTo>
                  <a:lnTo>
                    <a:pt x="664143" y="3437462"/>
                  </a:lnTo>
                  <a:lnTo>
                    <a:pt x="665132" y="3437023"/>
                  </a:lnTo>
                  <a:lnTo>
                    <a:pt x="666122" y="3436548"/>
                  </a:lnTo>
                  <a:lnTo>
                    <a:pt x="681646" y="3429092"/>
                  </a:lnTo>
                  <a:lnTo>
                    <a:pt x="682636" y="3428617"/>
                  </a:lnTo>
                  <a:lnTo>
                    <a:pt x="683625" y="3428115"/>
                  </a:lnTo>
                  <a:lnTo>
                    <a:pt x="699150" y="3420234"/>
                  </a:lnTo>
                  <a:lnTo>
                    <a:pt x="700139" y="3419732"/>
                  </a:lnTo>
                  <a:lnTo>
                    <a:pt x="701129" y="3419203"/>
                  </a:lnTo>
                  <a:lnTo>
                    <a:pt x="716653" y="3410902"/>
                  </a:lnTo>
                  <a:lnTo>
                    <a:pt x="717643" y="3410373"/>
                  </a:lnTo>
                  <a:lnTo>
                    <a:pt x="718632" y="3409817"/>
                  </a:lnTo>
                  <a:lnTo>
                    <a:pt x="734157" y="3401092"/>
                  </a:lnTo>
                  <a:lnTo>
                    <a:pt x="735146" y="3400536"/>
                  </a:lnTo>
                  <a:lnTo>
                    <a:pt x="736136" y="3399946"/>
                  </a:lnTo>
                  <a:lnTo>
                    <a:pt x="751660" y="3390682"/>
                  </a:lnTo>
                  <a:lnTo>
                    <a:pt x="752650" y="3390092"/>
                  </a:lnTo>
                  <a:lnTo>
                    <a:pt x="753639" y="3389470"/>
                  </a:lnTo>
                  <a:lnTo>
                    <a:pt x="769164" y="3379704"/>
                  </a:lnTo>
                  <a:lnTo>
                    <a:pt x="770153" y="3379082"/>
                  </a:lnTo>
                  <a:lnTo>
                    <a:pt x="771142" y="3378432"/>
                  </a:lnTo>
                  <a:lnTo>
                    <a:pt x="786667" y="3368238"/>
                  </a:lnTo>
                  <a:lnTo>
                    <a:pt x="787656" y="3367588"/>
                  </a:lnTo>
                  <a:lnTo>
                    <a:pt x="788646" y="3366911"/>
                  </a:lnTo>
                  <a:lnTo>
                    <a:pt x="804171" y="3356292"/>
                  </a:lnTo>
                  <a:lnTo>
                    <a:pt x="805160" y="3355615"/>
                  </a:lnTo>
                  <a:lnTo>
                    <a:pt x="806149" y="3354908"/>
                  </a:lnTo>
                  <a:lnTo>
                    <a:pt x="821674" y="3343821"/>
                  </a:lnTo>
                  <a:lnTo>
                    <a:pt x="822663" y="3343114"/>
                  </a:lnTo>
                  <a:lnTo>
                    <a:pt x="823653" y="3342373"/>
                  </a:lnTo>
                  <a:lnTo>
                    <a:pt x="839177" y="3330743"/>
                  </a:lnTo>
                  <a:lnTo>
                    <a:pt x="840167" y="3330002"/>
                  </a:lnTo>
                  <a:lnTo>
                    <a:pt x="841156" y="3329235"/>
                  </a:lnTo>
                  <a:lnTo>
                    <a:pt x="856681" y="3317205"/>
                  </a:lnTo>
                  <a:lnTo>
                    <a:pt x="857670" y="3316439"/>
                  </a:lnTo>
                  <a:lnTo>
                    <a:pt x="858660" y="3315647"/>
                  </a:lnTo>
                  <a:lnTo>
                    <a:pt x="874184" y="3303227"/>
                  </a:lnTo>
                  <a:lnTo>
                    <a:pt x="875174" y="3302436"/>
                  </a:lnTo>
                  <a:lnTo>
                    <a:pt x="876163" y="3301620"/>
                  </a:lnTo>
                  <a:lnTo>
                    <a:pt x="891688" y="3288821"/>
                  </a:lnTo>
                  <a:lnTo>
                    <a:pt x="892677" y="3288006"/>
                  </a:lnTo>
                  <a:lnTo>
                    <a:pt x="893667" y="3287158"/>
                  </a:lnTo>
                  <a:lnTo>
                    <a:pt x="909191" y="3273863"/>
                  </a:lnTo>
                  <a:lnTo>
                    <a:pt x="910181" y="3273016"/>
                  </a:lnTo>
                  <a:lnTo>
                    <a:pt x="911170" y="3272146"/>
                  </a:lnTo>
                  <a:lnTo>
                    <a:pt x="926695" y="3258505"/>
                  </a:lnTo>
                  <a:lnTo>
                    <a:pt x="927684" y="3257636"/>
                  </a:lnTo>
                  <a:lnTo>
                    <a:pt x="928674" y="3256746"/>
                  </a:lnTo>
                  <a:lnTo>
                    <a:pt x="944198" y="3242791"/>
                  </a:lnTo>
                  <a:lnTo>
                    <a:pt x="945188" y="3241902"/>
                  </a:lnTo>
                  <a:lnTo>
                    <a:pt x="946177" y="3240993"/>
                  </a:lnTo>
                  <a:lnTo>
                    <a:pt x="961702" y="3226742"/>
                  </a:lnTo>
                  <a:lnTo>
                    <a:pt x="962691" y="3225833"/>
                  </a:lnTo>
                  <a:lnTo>
                    <a:pt x="963681" y="3224904"/>
                  </a:lnTo>
                  <a:lnTo>
                    <a:pt x="979205" y="3210319"/>
                  </a:lnTo>
                  <a:lnTo>
                    <a:pt x="980195" y="3209389"/>
                  </a:lnTo>
                  <a:lnTo>
                    <a:pt x="981184" y="3208442"/>
                  </a:lnTo>
                  <a:lnTo>
                    <a:pt x="996709" y="3193579"/>
                  </a:lnTo>
                  <a:lnTo>
                    <a:pt x="997698" y="3192632"/>
                  </a:lnTo>
                  <a:lnTo>
                    <a:pt x="998688" y="3191672"/>
                  </a:lnTo>
                  <a:lnTo>
                    <a:pt x="1014212" y="3176607"/>
                  </a:lnTo>
                  <a:lnTo>
                    <a:pt x="1015202" y="3175647"/>
                  </a:lnTo>
                  <a:lnTo>
                    <a:pt x="1016191" y="3174675"/>
                  </a:lnTo>
                  <a:lnTo>
                    <a:pt x="1031716" y="3159430"/>
                  </a:lnTo>
                  <a:lnTo>
                    <a:pt x="1032705" y="3158458"/>
                  </a:lnTo>
                  <a:lnTo>
                    <a:pt x="1033695" y="3157476"/>
                  </a:lnTo>
                  <a:lnTo>
                    <a:pt x="1049219" y="3142066"/>
                  </a:lnTo>
                  <a:lnTo>
                    <a:pt x="1050209" y="3141084"/>
                  </a:lnTo>
                  <a:lnTo>
                    <a:pt x="1051198" y="3140093"/>
                  </a:lnTo>
                  <a:lnTo>
                    <a:pt x="1066723" y="3124538"/>
                  </a:lnTo>
                  <a:lnTo>
                    <a:pt x="1067712" y="3123547"/>
                  </a:lnTo>
                  <a:lnTo>
                    <a:pt x="1068702" y="3122551"/>
                  </a:lnTo>
                  <a:lnTo>
                    <a:pt x="1084226" y="3106930"/>
                  </a:lnTo>
                  <a:lnTo>
                    <a:pt x="1085216" y="3105934"/>
                  </a:lnTo>
                  <a:lnTo>
                    <a:pt x="1086205" y="3104936"/>
                  </a:lnTo>
                  <a:lnTo>
                    <a:pt x="1101730" y="3089274"/>
                  </a:lnTo>
                  <a:lnTo>
                    <a:pt x="1102719" y="3088276"/>
                  </a:lnTo>
                  <a:lnTo>
                    <a:pt x="1103709" y="3087277"/>
                  </a:lnTo>
                  <a:lnTo>
                    <a:pt x="1119233" y="3071602"/>
                  </a:lnTo>
                  <a:lnTo>
                    <a:pt x="1120223" y="3070603"/>
                  </a:lnTo>
                  <a:lnTo>
                    <a:pt x="1121212" y="3069607"/>
                  </a:lnTo>
                  <a:lnTo>
                    <a:pt x="1136737" y="3053973"/>
                  </a:lnTo>
                  <a:lnTo>
                    <a:pt x="1137726" y="3052977"/>
                  </a:lnTo>
                  <a:lnTo>
                    <a:pt x="1138716" y="3051986"/>
                  </a:lnTo>
                  <a:lnTo>
                    <a:pt x="1154240" y="3036434"/>
                  </a:lnTo>
                  <a:lnTo>
                    <a:pt x="1155230" y="3035443"/>
                  </a:lnTo>
                  <a:lnTo>
                    <a:pt x="1156219" y="3034458"/>
                  </a:lnTo>
                  <a:lnTo>
                    <a:pt x="1171744" y="3019013"/>
                  </a:lnTo>
                  <a:lnTo>
                    <a:pt x="1172733" y="3018028"/>
                  </a:lnTo>
                  <a:lnTo>
                    <a:pt x="1173723" y="3017052"/>
                  </a:lnTo>
                  <a:lnTo>
                    <a:pt x="1189247" y="3001739"/>
                  </a:lnTo>
                  <a:lnTo>
                    <a:pt x="1190237" y="3000762"/>
                  </a:lnTo>
                  <a:lnTo>
                    <a:pt x="1191226" y="2999799"/>
                  </a:lnTo>
                  <a:lnTo>
                    <a:pt x="1206751" y="2984689"/>
                  </a:lnTo>
                  <a:lnTo>
                    <a:pt x="1207740" y="2983726"/>
                  </a:lnTo>
                  <a:lnTo>
                    <a:pt x="1208730" y="2982779"/>
                  </a:lnTo>
                  <a:lnTo>
                    <a:pt x="1224254" y="2967923"/>
                  </a:lnTo>
                  <a:lnTo>
                    <a:pt x="1225244" y="2966976"/>
                  </a:lnTo>
                  <a:lnTo>
                    <a:pt x="1226233" y="2966044"/>
                  </a:lnTo>
                  <a:lnTo>
                    <a:pt x="1241758" y="2951429"/>
                  </a:lnTo>
                  <a:lnTo>
                    <a:pt x="1242747" y="2950497"/>
                  </a:lnTo>
                  <a:lnTo>
                    <a:pt x="1243737" y="2949583"/>
                  </a:lnTo>
                  <a:lnTo>
                    <a:pt x="1259261" y="2935230"/>
                  </a:lnTo>
                  <a:lnTo>
                    <a:pt x="1260251" y="2934315"/>
                  </a:lnTo>
                  <a:lnTo>
                    <a:pt x="1261240" y="2933420"/>
                  </a:lnTo>
                  <a:lnTo>
                    <a:pt x="1276765" y="2919373"/>
                  </a:lnTo>
                  <a:lnTo>
                    <a:pt x="1277754" y="2918478"/>
                  </a:lnTo>
                  <a:lnTo>
                    <a:pt x="1278744" y="2917610"/>
                  </a:lnTo>
                  <a:lnTo>
                    <a:pt x="1294268" y="2903997"/>
                  </a:lnTo>
                  <a:lnTo>
                    <a:pt x="1295258" y="2903130"/>
                  </a:lnTo>
                  <a:lnTo>
                    <a:pt x="1296247" y="2902284"/>
                  </a:lnTo>
                  <a:lnTo>
                    <a:pt x="1311772" y="2889018"/>
                  </a:lnTo>
                  <a:lnTo>
                    <a:pt x="1312761" y="2888173"/>
                  </a:lnTo>
                  <a:lnTo>
                    <a:pt x="1313751" y="2887350"/>
                  </a:lnTo>
                  <a:lnTo>
                    <a:pt x="1329275" y="2874445"/>
                  </a:lnTo>
                  <a:lnTo>
                    <a:pt x="1330265" y="2873623"/>
                  </a:lnTo>
                  <a:lnTo>
                    <a:pt x="1331254" y="2872824"/>
                  </a:lnTo>
                  <a:lnTo>
                    <a:pt x="1346779" y="2860294"/>
                  </a:lnTo>
                  <a:lnTo>
                    <a:pt x="1347768" y="2859496"/>
                  </a:lnTo>
                  <a:lnTo>
                    <a:pt x="1348758" y="2858731"/>
                  </a:lnTo>
                  <a:lnTo>
                    <a:pt x="1364282" y="2846730"/>
                  </a:lnTo>
                  <a:lnTo>
                    <a:pt x="1365272" y="2845965"/>
                  </a:lnTo>
                  <a:lnTo>
                    <a:pt x="1366261" y="2845228"/>
                  </a:lnTo>
                  <a:lnTo>
                    <a:pt x="1381786" y="2833667"/>
                  </a:lnTo>
                  <a:lnTo>
                    <a:pt x="1382775" y="2832931"/>
                  </a:lnTo>
                  <a:lnTo>
                    <a:pt x="1383765" y="2832220"/>
                  </a:lnTo>
                  <a:lnTo>
                    <a:pt x="1399289" y="2821072"/>
                  </a:lnTo>
                  <a:lnTo>
                    <a:pt x="1400279" y="2820362"/>
                  </a:lnTo>
                  <a:lnTo>
                    <a:pt x="1401268" y="2819678"/>
                  </a:lnTo>
                  <a:lnTo>
                    <a:pt x="1416793" y="2808947"/>
                  </a:lnTo>
                  <a:lnTo>
                    <a:pt x="1417782" y="2808263"/>
                  </a:lnTo>
                  <a:lnTo>
                    <a:pt x="1418772" y="2807611"/>
                  </a:lnTo>
                  <a:lnTo>
                    <a:pt x="1434296" y="2797382"/>
                  </a:lnTo>
                  <a:lnTo>
                    <a:pt x="1435286" y="2796730"/>
                  </a:lnTo>
                  <a:lnTo>
                    <a:pt x="1436275" y="2796111"/>
                  </a:lnTo>
                  <a:lnTo>
                    <a:pt x="1451800" y="2786394"/>
                  </a:lnTo>
                  <a:lnTo>
                    <a:pt x="1452789" y="2785774"/>
                  </a:lnTo>
                  <a:lnTo>
                    <a:pt x="1453779" y="2785181"/>
                  </a:lnTo>
                  <a:lnTo>
                    <a:pt x="1469303" y="2775873"/>
                  </a:lnTo>
                  <a:lnTo>
                    <a:pt x="1470293" y="2775280"/>
                  </a:lnTo>
                  <a:lnTo>
                    <a:pt x="1471282" y="2774712"/>
                  </a:lnTo>
                  <a:lnTo>
                    <a:pt x="1486807" y="2765807"/>
                  </a:lnTo>
                  <a:lnTo>
                    <a:pt x="1487796" y="2765239"/>
                  </a:lnTo>
                  <a:lnTo>
                    <a:pt x="1488786" y="2764698"/>
                  </a:lnTo>
                  <a:lnTo>
                    <a:pt x="1504310" y="2756204"/>
                  </a:lnTo>
                  <a:lnTo>
                    <a:pt x="1505300" y="2755663"/>
                  </a:lnTo>
                  <a:lnTo>
                    <a:pt x="1506289" y="2755154"/>
                  </a:lnTo>
                  <a:lnTo>
                    <a:pt x="1521814" y="2747174"/>
                  </a:lnTo>
                  <a:lnTo>
                    <a:pt x="1522803" y="2746665"/>
                  </a:lnTo>
                  <a:lnTo>
                    <a:pt x="1523793" y="2746179"/>
                  </a:lnTo>
                  <a:lnTo>
                    <a:pt x="1539317" y="2738547"/>
                  </a:lnTo>
                  <a:lnTo>
                    <a:pt x="1540307" y="2738060"/>
                  </a:lnTo>
                  <a:lnTo>
                    <a:pt x="1541296" y="2737595"/>
                  </a:lnTo>
                  <a:lnTo>
                    <a:pt x="1556821" y="2730294"/>
                  </a:lnTo>
                  <a:lnTo>
                    <a:pt x="1557810" y="2729828"/>
                  </a:lnTo>
                  <a:lnTo>
                    <a:pt x="1558799" y="2729383"/>
                  </a:lnTo>
                  <a:lnTo>
                    <a:pt x="1574324" y="2722394"/>
                  </a:lnTo>
                  <a:lnTo>
                    <a:pt x="1575313" y="2721948"/>
                  </a:lnTo>
                  <a:lnTo>
                    <a:pt x="1576303" y="2721526"/>
                  </a:lnTo>
                  <a:lnTo>
                    <a:pt x="1591828" y="2714908"/>
                  </a:lnTo>
                  <a:lnTo>
                    <a:pt x="1592817" y="2714487"/>
                  </a:lnTo>
                  <a:lnTo>
                    <a:pt x="1593806" y="2714082"/>
                  </a:lnTo>
                  <a:lnTo>
                    <a:pt x="1609331" y="2707728"/>
                  </a:lnTo>
                  <a:lnTo>
                    <a:pt x="1610320" y="2707323"/>
                  </a:lnTo>
                  <a:lnTo>
                    <a:pt x="1611310" y="2706931"/>
                  </a:lnTo>
                  <a:lnTo>
                    <a:pt x="1626834" y="2700788"/>
                  </a:lnTo>
                  <a:lnTo>
                    <a:pt x="1627824" y="2700397"/>
                  </a:lnTo>
                  <a:lnTo>
                    <a:pt x="1628813" y="2700017"/>
                  </a:lnTo>
                  <a:lnTo>
                    <a:pt x="1644338" y="2694059"/>
                  </a:lnTo>
                  <a:lnTo>
                    <a:pt x="1645327" y="2693680"/>
                  </a:lnTo>
                  <a:lnTo>
                    <a:pt x="1646317" y="2693311"/>
                  </a:lnTo>
                  <a:lnTo>
                    <a:pt x="1661841" y="2687530"/>
                  </a:lnTo>
                  <a:lnTo>
                    <a:pt x="1662831" y="2687162"/>
                  </a:lnTo>
                  <a:lnTo>
                    <a:pt x="1663820" y="2686801"/>
                  </a:lnTo>
                  <a:lnTo>
                    <a:pt x="1679345" y="2681148"/>
                  </a:lnTo>
                  <a:lnTo>
                    <a:pt x="1680334" y="2680787"/>
                  </a:lnTo>
                  <a:lnTo>
                    <a:pt x="1681324" y="2680431"/>
                  </a:lnTo>
                  <a:lnTo>
                    <a:pt x="1696848" y="2674839"/>
                  </a:lnTo>
                  <a:lnTo>
                    <a:pt x="1697838" y="2674482"/>
                  </a:lnTo>
                  <a:lnTo>
                    <a:pt x="1698827" y="2674128"/>
                  </a:lnTo>
                  <a:lnTo>
                    <a:pt x="1714352" y="2668568"/>
                  </a:lnTo>
                  <a:lnTo>
                    <a:pt x="1715341" y="2668214"/>
                  </a:lnTo>
                  <a:lnTo>
                    <a:pt x="1716331" y="2667860"/>
                  </a:lnTo>
                  <a:lnTo>
                    <a:pt x="1731855" y="2662304"/>
                  </a:lnTo>
                  <a:lnTo>
                    <a:pt x="1732845" y="2661949"/>
                  </a:lnTo>
                  <a:lnTo>
                    <a:pt x="1733834" y="2661591"/>
                  </a:lnTo>
                  <a:lnTo>
                    <a:pt x="1749359" y="2655971"/>
                  </a:lnTo>
                  <a:lnTo>
                    <a:pt x="1750348" y="2655612"/>
                  </a:lnTo>
                  <a:lnTo>
                    <a:pt x="1751338" y="2655248"/>
                  </a:lnTo>
                  <a:lnTo>
                    <a:pt x="1766862" y="2649536"/>
                  </a:lnTo>
                  <a:lnTo>
                    <a:pt x="1767852" y="2649172"/>
                  </a:lnTo>
                  <a:lnTo>
                    <a:pt x="1768841" y="2648800"/>
                  </a:lnTo>
                  <a:lnTo>
                    <a:pt x="1784366" y="2642971"/>
                  </a:lnTo>
                  <a:lnTo>
                    <a:pt x="1785355" y="2642599"/>
                  </a:lnTo>
                  <a:lnTo>
                    <a:pt x="1786345" y="2642219"/>
                  </a:lnTo>
                  <a:lnTo>
                    <a:pt x="1801869" y="2636247"/>
                  </a:lnTo>
                  <a:lnTo>
                    <a:pt x="1802859" y="2635866"/>
                  </a:lnTo>
                  <a:lnTo>
                    <a:pt x="1803848" y="2635471"/>
                  </a:lnTo>
                  <a:lnTo>
                    <a:pt x="1819373" y="2629267"/>
                  </a:lnTo>
                  <a:lnTo>
                    <a:pt x="1820362" y="2628871"/>
                  </a:lnTo>
                  <a:lnTo>
                    <a:pt x="1821352" y="2628460"/>
                  </a:lnTo>
                  <a:lnTo>
                    <a:pt x="1836876" y="2622016"/>
                  </a:lnTo>
                  <a:lnTo>
                    <a:pt x="1837866" y="2621606"/>
                  </a:lnTo>
                  <a:lnTo>
                    <a:pt x="1838855" y="2621180"/>
                  </a:lnTo>
                  <a:lnTo>
                    <a:pt x="1854380" y="2614500"/>
                  </a:lnTo>
                  <a:lnTo>
                    <a:pt x="1855369" y="2614074"/>
                  </a:lnTo>
                  <a:lnTo>
                    <a:pt x="1856359" y="2613633"/>
                  </a:lnTo>
                  <a:lnTo>
                    <a:pt x="1871883" y="2606701"/>
                  </a:lnTo>
                  <a:lnTo>
                    <a:pt x="1872873" y="2606259"/>
                  </a:lnTo>
                  <a:lnTo>
                    <a:pt x="1873862" y="2605798"/>
                  </a:lnTo>
                  <a:lnTo>
                    <a:pt x="1889387" y="2598554"/>
                  </a:lnTo>
                  <a:lnTo>
                    <a:pt x="1890376" y="2598093"/>
                  </a:lnTo>
                  <a:lnTo>
                    <a:pt x="1891366" y="2597608"/>
                  </a:lnTo>
                  <a:lnTo>
                    <a:pt x="1906890" y="2589998"/>
                  </a:lnTo>
                  <a:lnTo>
                    <a:pt x="1907880" y="2589513"/>
                  </a:lnTo>
                  <a:lnTo>
                    <a:pt x="1908869" y="2589009"/>
                  </a:lnTo>
                  <a:lnTo>
                    <a:pt x="1924394" y="2581102"/>
                  </a:lnTo>
                  <a:lnTo>
                    <a:pt x="1925383" y="2580598"/>
                  </a:lnTo>
                  <a:lnTo>
                    <a:pt x="1926373" y="2580074"/>
                  </a:lnTo>
                  <a:lnTo>
                    <a:pt x="1941897" y="2571865"/>
                  </a:lnTo>
                  <a:lnTo>
                    <a:pt x="1942887" y="2571342"/>
                  </a:lnTo>
                  <a:lnTo>
                    <a:pt x="1943876" y="2570799"/>
                  </a:lnTo>
                  <a:lnTo>
                    <a:pt x="1959401" y="2562283"/>
                  </a:lnTo>
                  <a:lnTo>
                    <a:pt x="1960390" y="2561740"/>
                  </a:lnTo>
                  <a:lnTo>
                    <a:pt x="1961380" y="2561170"/>
                  </a:lnTo>
                  <a:lnTo>
                    <a:pt x="1976904" y="2552226"/>
                  </a:lnTo>
                  <a:lnTo>
                    <a:pt x="1977894" y="2551655"/>
                  </a:lnTo>
                  <a:lnTo>
                    <a:pt x="1978883" y="2551067"/>
                  </a:lnTo>
                  <a:lnTo>
                    <a:pt x="1994408" y="2541829"/>
                  </a:lnTo>
                  <a:lnTo>
                    <a:pt x="1995397" y="2541241"/>
                  </a:lnTo>
                  <a:lnTo>
                    <a:pt x="1996387" y="2540634"/>
                  </a:lnTo>
                  <a:lnTo>
                    <a:pt x="2011911" y="2531112"/>
                  </a:lnTo>
                  <a:lnTo>
                    <a:pt x="2012901" y="2530505"/>
                  </a:lnTo>
                  <a:lnTo>
                    <a:pt x="2013890" y="2529881"/>
                  </a:lnTo>
                  <a:lnTo>
                    <a:pt x="2029415" y="2520085"/>
                  </a:lnTo>
                  <a:lnTo>
                    <a:pt x="2030404" y="2519461"/>
                  </a:lnTo>
                  <a:lnTo>
                    <a:pt x="2031394" y="2518815"/>
                  </a:lnTo>
                  <a:lnTo>
                    <a:pt x="2046918" y="2508690"/>
                  </a:lnTo>
                  <a:lnTo>
                    <a:pt x="2047908" y="2508045"/>
                  </a:lnTo>
                  <a:lnTo>
                    <a:pt x="2048897" y="2507383"/>
                  </a:lnTo>
                  <a:lnTo>
                    <a:pt x="2064422" y="2496995"/>
                  </a:lnTo>
                  <a:lnTo>
                    <a:pt x="2065411" y="2496333"/>
                  </a:lnTo>
                  <a:lnTo>
                    <a:pt x="2066401" y="2495658"/>
                  </a:lnTo>
                  <a:lnTo>
                    <a:pt x="2081925" y="2485062"/>
                  </a:lnTo>
                  <a:lnTo>
                    <a:pt x="2082915" y="2484387"/>
                  </a:lnTo>
                  <a:lnTo>
                    <a:pt x="2083904" y="2483699"/>
                  </a:lnTo>
                  <a:lnTo>
                    <a:pt x="2099429" y="2472913"/>
                  </a:lnTo>
                  <a:lnTo>
                    <a:pt x="2100418" y="2472226"/>
                  </a:lnTo>
                  <a:lnTo>
                    <a:pt x="2101408" y="2471526"/>
                  </a:lnTo>
                  <a:lnTo>
                    <a:pt x="2116932" y="2460550"/>
                  </a:lnTo>
                  <a:lnTo>
                    <a:pt x="2117922" y="2459851"/>
                  </a:lnTo>
                  <a:lnTo>
                    <a:pt x="2118911" y="2459140"/>
                  </a:lnTo>
                  <a:lnTo>
                    <a:pt x="2134436" y="2447994"/>
                  </a:lnTo>
                  <a:lnTo>
                    <a:pt x="2135425" y="2447284"/>
                  </a:lnTo>
                  <a:lnTo>
                    <a:pt x="2136415" y="2446567"/>
                  </a:lnTo>
                  <a:lnTo>
                    <a:pt x="2151939" y="2435319"/>
                  </a:lnTo>
                  <a:lnTo>
                    <a:pt x="2152929" y="2434602"/>
                  </a:lnTo>
                  <a:lnTo>
                    <a:pt x="2153918" y="2433880"/>
                  </a:lnTo>
                  <a:lnTo>
                    <a:pt x="2169443" y="2422551"/>
                  </a:lnTo>
                  <a:lnTo>
                    <a:pt x="2170432" y="2421829"/>
                  </a:lnTo>
                  <a:lnTo>
                    <a:pt x="2171422" y="2421103"/>
                  </a:lnTo>
                  <a:lnTo>
                    <a:pt x="2186946" y="2409711"/>
                  </a:lnTo>
                  <a:lnTo>
                    <a:pt x="2187936" y="2408985"/>
                  </a:lnTo>
                  <a:lnTo>
                    <a:pt x="2188925" y="2408256"/>
                  </a:lnTo>
                  <a:lnTo>
                    <a:pt x="2204450" y="2396823"/>
                  </a:lnTo>
                  <a:lnTo>
                    <a:pt x="2205439" y="2396094"/>
                  </a:lnTo>
                  <a:lnTo>
                    <a:pt x="2206429" y="2395365"/>
                  </a:lnTo>
                  <a:lnTo>
                    <a:pt x="2221953" y="2383930"/>
                  </a:lnTo>
                  <a:lnTo>
                    <a:pt x="2222943" y="2383202"/>
                  </a:lnTo>
                  <a:lnTo>
                    <a:pt x="2223932" y="2382474"/>
                  </a:lnTo>
                  <a:lnTo>
                    <a:pt x="2239457" y="2371052"/>
                  </a:lnTo>
                  <a:lnTo>
                    <a:pt x="2240446" y="2370324"/>
                  </a:lnTo>
                  <a:lnTo>
                    <a:pt x="2241436" y="2369598"/>
                  </a:lnTo>
                  <a:lnTo>
                    <a:pt x="2256960" y="2358204"/>
                  </a:lnTo>
                  <a:lnTo>
                    <a:pt x="2257950" y="2357477"/>
                  </a:lnTo>
                  <a:lnTo>
                    <a:pt x="2258939" y="2356755"/>
                  </a:lnTo>
                  <a:lnTo>
                    <a:pt x="2274464" y="2345414"/>
                  </a:lnTo>
                  <a:lnTo>
                    <a:pt x="2275453" y="2344691"/>
                  </a:lnTo>
                  <a:lnTo>
                    <a:pt x="2276443" y="2343973"/>
                  </a:lnTo>
                  <a:lnTo>
                    <a:pt x="2291967" y="2332697"/>
                  </a:lnTo>
                  <a:lnTo>
                    <a:pt x="2292957" y="2331979"/>
                  </a:lnTo>
                  <a:lnTo>
                    <a:pt x="2293946" y="2331264"/>
                  </a:lnTo>
                  <a:lnTo>
                    <a:pt x="2309471" y="2320049"/>
                  </a:lnTo>
                  <a:lnTo>
                    <a:pt x="2310460" y="2319334"/>
                  </a:lnTo>
                  <a:lnTo>
                    <a:pt x="2311449" y="2318623"/>
                  </a:lnTo>
                  <a:lnTo>
                    <a:pt x="2326974" y="2307470"/>
                  </a:lnTo>
                  <a:lnTo>
                    <a:pt x="2327964" y="2306759"/>
                  </a:lnTo>
                  <a:lnTo>
                    <a:pt x="2328953" y="2306053"/>
                  </a:lnTo>
                  <a:lnTo>
                    <a:pt x="2344478" y="2294968"/>
                  </a:lnTo>
                  <a:lnTo>
                    <a:pt x="2345467" y="2294262"/>
                  </a:lnTo>
                  <a:lnTo>
                    <a:pt x="2346456" y="2293560"/>
                  </a:lnTo>
                  <a:lnTo>
                    <a:pt x="2361981" y="2282544"/>
                  </a:lnTo>
                  <a:lnTo>
                    <a:pt x="2362970" y="2281842"/>
                  </a:lnTo>
                  <a:lnTo>
                    <a:pt x="2363960" y="2281142"/>
                  </a:lnTo>
                  <a:lnTo>
                    <a:pt x="2379485" y="2270166"/>
                  </a:lnTo>
                  <a:lnTo>
                    <a:pt x="2380474" y="2269467"/>
                  </a:lnTo>
                  <a:lnTo>
                    <a:pt x="2381463" y="2268769"/>
                  </a:lnTo>
                  <a:lnTo>
                    <a:pt x="2396988" y="2257820"/>
                  </a:lnTo>
                  <a:lnTo>
                    <a:pt x="2397977" y="2257123"/>
                  </a:lnTo>
                  <a:lnTo>
                    <a:pt x="2398967" y="2256426"/>
                  </a:lnTo>
                  <a:lnTo>
                    <a:pt x="2414491" y="2245492"/>
                  </a:lnTo>
                  <a:lnTo>
                    <a:pt x="2415481" y="2244795"/>
                  </a:lnTo>
                  <a:lnTo>
                    <a:pt x="2416470" y="2244097"/>
                  </a:lnTo>
                  <a:lnTo>
                    <a:pt x="2431995" y="2233146"/>
                  </a:lnTo>
                  <a:lnTo>
                    <a:pt x="2432984" y="2232448"/>
                  </a:lnTo>
                  <a:lnTo>
                    <a:pt x="2433974" y="2231747"/>
                  </a:lnTo>
                  <a:lnTo>
                    <a:pt x="2449498" y="2220748"/>
                  </a:lnTo>
                  <a:lnTo>
                    <a:pt x="2450488" y="2220047"/>
                  </a:lnTo>
                  <a:lnTo>
                    <a:pt x="2451477" y="2219342"/>
                  </a:lnTo>
                  <a:lnTo>
                    <a:pt x="2467002" y="2208276"/>
                  </a:lnTo>
                  <a:lnTo>
                    <a:pt x="2467991" y="2207570"/>
                  </a:lnTo>
                  <a:lnTo>
                    <a:pt x="2468981" y="2206859"/>
                  </a:lnTo>
                  <a:lnTo>
                    <a:pt x="2484505" y="2195704"/>
                  </a:lnTo>
                  <a:lnTo>
                    <a:pt x="2485495" y="2194993"/>
                  </a:lnTo>
                  <a:lnTo>
                    <a:pt x="2486484" y="2194272"/>
                  </a:lnTo>
                  <a:lnTo>
                    <a:pt x="2502009" y="2182965"/>
                  </a:lnTo>
                  <a:lnTo>
                    <a:pt x="2502998" y="2182244"/>
                  </a:lnTo>
                  <a:lnTo>
                    <a:pt x="2503988" y="2181511"/>
                  </a:lnTo>
                  <a:lnTo>
                    <a:pt x="2519512" y="2170013"/>
                  </a:lnTo>
                  <a:lnTo>
                    <a:pt x="2520502" y="2169280"/>
                  </a:lnTo>
                  <a:lnTo>
                    <a:pt x="2521491" y="2168535"/>
                  </a:lnTo>
                  <a:lnTo>
                    <a:pt x="2537016" y="2156846"/>
                  </a:lnTo>
                  <a:lnTo>
                    <a:pt x="2538005" y="2156101"/>
                  </a:lnTo>
                  <a:lnTo>
                    <a:pt x="2538995" y="2155342"/>
                  </a:lnTo>
                  <a:lnTo>
                    <a:pt x="2554519" y="2143439"/>
                  </a:lnTo>
                  <a:lnTo>
                    <a:pt x="2555509" y="2142681"/>
                  </a:lnTo>
                  <a:lnTo>
                    <a:pt x="2556498" y="2141905"/>
                  </a:lnTo>
                  <a:lnTo>
                    <a:pt x="2572023" y="2129742"/>
                  </a:lnTo>
                  <a:lnTo>
                    <a:pt x="2573012" y="2128967"/>
                  </a:lnTo>
                  <a:lnTo>
                    <a:pt x="2574002" y="2128169"/>
                  </a:lnTo>
                  <a:lnTo>
                    <a:pt x="2589526" y="2115647"/>
                  </a:lnTo>
                  <a:lnTo>
                    <a:pt x="2590516" y="2114849"/>
                  </a:lnTo>
                  <a:lnTo>
                    <a:pt x="2591505" y="2114032"/>
                  </a:lnTo>
                  <a:lnTo>
                    <a:pt x="2607030" y="2101217"/>
                  </a:lnTo>
                  <a:lnTo>
                    <a:pt x="2608019" y="2100400"/>
                  </a:lnTo>
                  <a:lnTo>
                    <a:pt x="2609009" y="2099564"/>
                  </a:lnTo>
                  <a:lnTo>
                    <a:pt x="2624533" y="2086444"/>
                  </a:lnTo>
                  <a:lnTo>
                    <a:pt x="2625523" y="2085608"/>
                  </a:lnTo>
                  <a:lnTo>
                    <a:pt x="2626512" y="2084752"/>
                  </a:lnTo>
                  <a:lnTo>
                    <a:pt x="2642037" y="2071318"/>
                  </a:lnTo>
                  <a:lnTo>
                    <a:pt x="2643026" y="2070462"/>
                  </a:lnTo>
                  <a:lnTo>
                    <a:pt x="2644016" y="2069578"/>
                  </a:lnTo>
                  <a:lnTo>
                    <a:pt x="2659540" y="2055702"/>
                  </a:lnTo>
                  <a:lnTo>
                    <a:pt x="2660530" y="2054817"/>
                  </a:lnTo>
                  <a:lnTo>
                    <a:pt x="2661519" y="2053912"/>
                  </a:lnTo>
                  <a:lnTo>
                    <a:pt x="2677044" y="2039699"/>
                  </a:lnTo>
                  <a:lnTo>
                    <a:pt x="2678033" y="2038793"/>
                  </a:lnTo>
                  <a:lnTo>
                    <a:pt x="2679023" y="2037867"/>
                  </a:lnTo>
                  <a:lnTo>
                    <a:pt x="2694547" y="2023344"/>
                  </a:lnTo>
                  <a:lnTo>
                    <a:pt x="2695537" y="2022418"/>
                  </a:lnTo>
                  <a:lnTo>
                    <a:pt x="2696526" y="2021474"/>
                  </a:lnTo>
                  <a:lnTo>
                    <a:pt x="2712051" y="2006650"/>
                  </a:lnTo>
                  <a:lnTo>
                    <a:pt x="2713040" y="2005705"/>
                  </a:lnTo>
                  <a:lnTo>
                    <a:pt x="2714030" y="2004739"/>
                  </a:lnTo>
                  <a:lnTo>
                    <a:pt x="2729554" y="1989574"/>
                  </a:lnTo>
                  <a:lnTo>
                    <a:pt x="2730544" y="1988607"/>
                  </a:lnTo>
                  <a:lnTo>
                    <a:pt x="2731533" y="1987622"/>
                  </a:lnTo>
                  <a:lnTo>
                    <a:pt x="2747058" y="1972171"/>
                  </a:lnTo>
                  <a:lnTo>
                    <a:pt x="2748047" y="1971186"/>
                  </a:lnTo>
                  <a:lnTo>
                    <a:pt x="2749037" y="1970189"/>
                  </a:lnTo>
                  <a:lnTo>
                    <a:pt x="2764561" y="1954541"/>
                  </a:lnTo>
                  <a:lnTo>
                    <a:pt x="2765551" y="1953544"/>
                  </a:lnTo>
                  <a:lnTo>
                    <a:pt x="2766540" y="1952536"/>
                  </a:lnTo>
                  <a:lnTo>
                    <a:pt x="2782065" y="1936726"/>
                  </a:lnTo>
                  <a:lnTo>
                    <a:pt x="2783054" y="1935718"/>
                  </a:lnTo>
                  <a:lnTo>
                    <a:pt x="2784044" y="1934703"/>
                  </a:lnTo>
                  <a:lnTo>
                    <a:pt x="2799568" y="1918765"/>
                  </a:lnTo>
                  <a:lnTo>
                    <a:pt x="2800558" y="1917750"/>
                  </a:lnTo>
                  <a:lnTo>
                    <a:pt x="2801547" y="1916730"/>
                  </a:lnTo>
                  <a:lnTo>
                    <a:pt x="2817072" y="1900740"/>
                  </a:lnTo>
                  <a:lnTo>
                    <a:pt x="2818061" y="1899720"/>
                  </a:lnTo>
                  <a:lnTo>
                    <a:pt x="2819051" y="1898704"/>
                  </a:lnTo>
                  <a:lnTo>
                    <a:pt x="2834575" y="1882757"/>
                  </a:lnTo>
                  <a:lnTo>
                    <a:pt x="2835565" y="1881741"/>
                  </a:lnTo>
                  <a:lnTo>
                    <a:pt x="2836554" y="1880731"/>
                  </a:lnTo>
                  <a:lnTo>
                    <a:pt x="2852079" y="1864885"/>
                  </a:lnTo>
                  <a:lnTo>
                    <a:pt x="2853068" y="1863875"/>
                  </a:lnTo>
                  <a:lnTo>
                    <a:pt x="2854058" y="1862875"/>
                  </a:lnTo>
                  <a:lnTo>
                    <a:pt x="2869582" y="1847187"/>
                  </a:lnTo>
                  <a:lnTo>
                    <a:pt x="2870572" y="1846188"/>
                  </a:lnTo>
                  <a:lnTo>
                    <a:pt x="2871561" y="1845210"/>
                  </a:lnTo>
                  <a:lnTo>
                    <a:pt x="2887086" y="1829874"/>
                  </a:lnTo>
                  <a:lnTo>
                    <a:pt x="2888075" y="1828897"/>
                  </a:lnTo>
                  <a:lnTo>
                    <a:pt x="2889065" y="1827945"/>
                  </a:lnTo>
                  <a:lnTo>
                    <a:pt x="2904589" y="1813011"/>
                  </a:lnTo>
                  <a:lnTo>
                    <a:pt x="2905579" y="1812059"/>
                  </a:lnTo>
                  <a:lnTo>
                    <a:pt x="2906568" y="1811136"/>
                  </a:lnTo>
                  <a:lnTo>
                    <a:pt x="2922093" y="1796653"/>
                  </a:lnTo>
                  <a:lnTo>
                    <a:pt x="2923082" y="1795730"/>
                  </a:lnTo>
                  <a:lnTo>
                    <a:pt x="2924072" y="1794840"/>
                  </a:lnTo>
                  <a:lnTo>
                    <a:pt x="2939596" y="1780877"/>
                  </a:lnTo>
                  <a:lnTo>
                    <a:pt x="2940586" y="1779987"/>
                  </a:lnTo>
                  <a:lnTo>
                    <a:pt x="2941575" y="1779145"/>
                  </a:lnTo>
                  <a:lnTo>
                    <a:pt x="2957100" y="1765922"/>
                  </a:lnTo>
                  <a:lnTo>
                    <a:pt x="2958089" y="1765080"/>
                  </a:lnTo>
                  <a:lnTo>
                    <a:pt x="2959079" y="1764294"/>
                  </a:lnTo>
                  <a:lnTo>
                    <a:pt x="2974603" y="1751968"/>
                  </a:lnTo>
                  <a:lnTo>
                    <a:pt x="2975593" y="1751183"/>
                  </a:lnTo>
                  <a:lnTo>
                    <a:pt x="2976582" y="1750450"/>
                  </a:lnTo>
                  <a:lnTo>
                    <a:pt x="2992107" y="1738951"/>
                  </a:lnTo>
                  <a:lnTo>
                    <a:pt x="2993096" y="1738219"/>
                  </a:lnTo>
                  <a:lnTo>
                    <a:pt x="2994086" y="1737543"/>
                  </a:lnTo>
                  <a:lnTo>
                    <a:pt x="3009610" y="1726936"/>
                  </a:lnTo>
                  <a:lnTo>
                    <a:pt x="3010600" y="1726260"/>
                  </a:lnTo>
                  <a:lnTo>
                    <a:pt x="3011589" y="1725649"/>
                  </a:lnTo>
                  <a:lnTo>
                    <a:pt x="3027114" y="1716059"/>
                  </a:lnTo>
                  <a:lnTo>
                    <a:pt x="3028103" y="1715448"/>
                  </a:lnTo>
                  <a:lnTo>
                    <a:pt x="3029093" y="1714930"/>
                  </a:lnTo>
                  <a:lnTo>
                    <a:pt x="3044617" y="1706798"/>
                  </a:lnTo>
                  <a:lnTo>
                    <a:pt x="3045607" y="1706280"/>
                  </a:lnTo>
                  <a:lnTo>
                    <a:pt x="3046596" y="1705835"/>
                  </a:lnTo>
                  <a:lnTo>
                    <a:pt x="3062121" y="1698856"/>
                  </a:lnTo>
                  <a:lnTo>
                    <a:pt x="3063110" y="1698412"/>
                  </a:lnTo>
                  <a:lnTo>
                    <a:pt x="3064100" y="1698043"/>
                  </a:lnTo>
                  <a:lnTo>
                    <a:pt x="3079624" y="1692264"/>
                  </a:lnTo>
                  <a:lnTo>
                    <a:pt x="3080614" y="1691895"/>
                  </a:lnTo>
                  <a:lnTo>
                    <a:pt x="3081603" y="1691606"/>
                  </a:lnTo>
                  <a:lnTo>
                    <a:pt x="3097128" y="1687070"/>
                  </a:lnTo>
                  <a:lnTo>
                    <a:pt x="3098117" y="1686781"/>
                  </a:lnTo>
                  <a:lnTo>
                    <a:pt x="3099106" y="1686603"/>
                  </a:lnTo>
                  <a:lnTo>
                    <a:pt x="3114631" y="1683806"/>
                  </a:lnTo>
                  <a:lnTo>
                    <a:pt x="3115621" y="1683628"/>
                  </a:lnTo>
                  <a:lnTo>
                    <a:pt x="3116610" y="1683544"/>
                  </a:lnTo>
                  <a:lnTo>
                    <a:pt x="3132135" y="1682228"/>
                  </a:lnTo>
                  <a:lnTo>
                    <a:pt x="3133124" y="1682144"/>
                  </a:lnTo>
                  <a:lnTo>
                    <a:pt x="3134113" y="1682148"/>
                  </a:lnTo>
                  <a:lnTo>
                    <a:pt x="3149638" y="1682210"/>
                  </a:lnTo>
                  <a:lnTo>
                    <a:pt x="3150627" y="1682214"/>
                  </a:lnTo>
                  <a:lnTo>
                    <a:pt x="3151617" y="1682307"/>
                  </a:lnTo>
                  <a:lnTo>
                    <a:pt x="3152606" y="1682400"/>
                  </a:lnTo>
                  <a:lnTo>
                    <a:pt x="3153507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4907928" y="3633165"/>
              <a:ext cx="3696629" cy="1848667"/>
            </a:xfrm>
            <a:custGeom>
              <a:avLst/>
              <a:pathLst>
                <a:path w="3696629" h="1848667">
                  <a:moveTo>
                    <a:pt x="989" y="0"/>
                  </a:moveTo>
                  <a:lnTo>
                    <a:pt x="1978" y="92"/>
                  </a:lnTo>
                  <a:lnTo>
                    <a:pt x="14535" y="1270"/>
                  </a:lnTo>
                  <a:lnTo>
                    <a:pt x="15524" y="1363"/>
                  </a:lnTo>
                  <a:lnTo>
                    <a:pt x="16514" y="1562"/>
                  </a:lnTo>
                  <a:lnTo>
                    <a:pt x="32038" y="4687"/>
                  </a:lnTo>
                  <a:lnTo>
                    <a:pt x="33028" y="4886"/>
                  </a:lnTo>
                  <a:lnTo>
                    <a:pt x="34017" y="5196"/>
                  </a:lnTo>
                  <a:lnTo>
                    <a:pt x="49542" y="10069"/>
                  </a:lnTo>
                  <a:lnTo>
                    <a:pt x="50531" y="10380"/>
                  </a:lnTo>
                  <a:lnTo>
                    <a:pt x="51520" y="10779"/>
                  </a:lnTo>
                  <a:lnTo>
                    <a:pt x="67045" y="17048"/>
                  </a:lnTo>
                  <a:lnTo>
                    <a:pt x="68035" y="17448"/>
                  </a:lnTo>
                  <a:lnTo>
                    <a:pt x="69024" y="17935"/>
                  </a:lnTo>
                  <a:lnTo>
                    <a:pt x="84549" y="25584"/>
                  </a:lnTo>
                  <a:lnTo>
                    <a:pt x="85538" y="26072"/>
                  </a:lnTo>
                  <a:lnTo>
                    <a:pt x="86527" y="26649"/>
                  </a:lnTo>
                  <a:lnTo>
                    <a:pt x="102052" y="35709"/>
                  </a:lnTo>
                  <a:lnTo>
                    <a:pt x="103041" y="36286"/>
                  </a:lnTo>
                  <a:lnTo>
                    <a:pt x="104031" y="36980"/>
                  </a:lnTo>
                  <a:lnTo>
                    <a:pt x="119555" y="47864"/>
                  </a:lnTo>
                  <a:lnTo>
                    <a:pt x="120545" y="48558"/>
                  </a:lnTo>
                  <a:lnTo>
                    <a:pt x="121534" y="49332"/>
                  </a:lnTo>
                  <a:lnTo>
                    <a:pt x="137059" y="61470"/>
                  </a:lnTo>
                  <a:lnTo>
                    <a:pt x="138048" y="62244"/>
                  </a:lnTo>
                  <a:lnTo>
                    <a:pt x="139038" y="63095"/>
                  </a:lnTo>
                  <a:lnTo>
                    <a:pt x="154562" y="76445"/>
                  </a:lnTo>
                  <a:lnTo>
                    <a:pt x="155552" y="77296"/>
                  </a:lnTo>
                  <a:lnTo>
                    <a:pt x="156541" y="78221"/>
                  </a:lnTo>
                  <a:lnTo>
                    <a:pt x="172066" y="92739"/>
                  </a:lnTo>
                  <a:lnTo>
                    <a:pt x="173055" y="93665"/>
                  </a:lnTo>
                  <a:lnTo>
                    <a:pt x="174045" y="94682"/>
                  </a:lnTo>
                  <a:lnTo>
                    <a:pt x="189569" y="110634"/>
                  </a:lnTo>
                  <a:lnTo>
                    <a:pt x="190559" y="111651"/>
                  </a:lnTo>
                  <a:lnTo>
                    <a:pt x="191548" y="112739"/>
                  </a:lnTo>
                  <a:lnTo>
                    <a:pt x="207073" y="129802"/>
                  </a:lnTo>
                  <a:lnTo>
                    <a:pt x="208062" y="130889"/>
                  </a:lnTo>
                  <a:lnTo>
                    <a:pt x="209052" y="132036"/>
                  </a:lnTo>
                  <a:lnTo>
                    <a:pt x="224576" y="150027"/>
                  </a:lnTo>
                  <a:lnTo>
                    <a:pt x="225566" y="151174"/>
                  </a:lnTo>
                  <a:lnTo>
                    <a:pt x="226555" y="152376"/>
                  </a:lnTo>
                  <a:lnTo>
                    <a:pt x="242080" y="171235"/>
                  </a:lnTo>
                  <a:lnTo>
                    <a:pt x="243069" y="172437"/>
                  </a:lnTo>
                  <a:lnTo>
                    <a:pt x="244059" y="173698"/>
                  </a:lnTo>
                  <a:lnTo>
                    <a:pt x="259583" y="193476"/>
                  </a:lnTo>
                  <a:lnTo>
                    <a:pt x="260573" y="194736"/>
                  </a:lnTo>
                  <a:lnTo>
                    <a:pt x="261562" y="196051"/>
                  </a:lnTo>
                  <a:lnTo>
                    <a:pt x="277087" y="216685"/>
                  </a:lnTo>
                  <a:lnTo>
                    <a:pt x="278076" y="218000"/>
                  </a:lnTo>
                  <a:lnTo>
                    <a:pt x="279066" y="219352"/>
                  </a:lnTo>
                  <a:lnTo>
                    <a:pt x="294590" y="240571"/>
                  </a:lnTo>
                  <a:lnTo>
                    <a:pt x="295580" y="241923"/>
                  </a:lnTo>
                  <a:lnTo>
                    <a:pt x="296569" y="243309"/>
                  </a:lnTo>
                  <a:lnTo>
                    <a:pt x="312094" y="265047"/>
                  </a:lnTo>
                  <a:lnTo>
                    <a:pt x="313083" y="266432"/>
                  </a:lnTo>
                  <a:lnTo>
                    <a:pt x="314073" y="267847"/>
                  </a:lnTo>
                  <a:lnTo>
                    <a:pt x="329597" y="290047"/>
                  </a:lnTo>
                  <a:lnTo>
                    <a:pt x="330587" y="291462"/>
                  </a:lnTo>
                  <a:lnTo>
                    <a:pt x="331576" y="292907"/>
                  </a:lnTo>
                  <a:lnTo>
                    <a:pt x="347101" y="315591"/>
                  </a:lnTo>
                  <a:lnTo>
                    <a:pt x="348090" y="317037"/>
                  </a:lnTo>
                  <a:lnTo>
                    <a:pt x="349080" y="318498"/>
                  </a:lnTo>
                  <a:lnTo>
                    <a:pt x="364604" y="341419"/>
                  </a:lnTo>
                  <a:lnTo>
                    <a:pt x="365594" y="342880"/>
                  </a:lnTo>
                  <a:lnTo>
                    <a:pt x="366583" y="344352"/>
                  </a:lnTo>
                  <a:lnTo>
                    <a:pt x="382108" y="367452"/>
                  </a:lnTo>
                  <a:lnTo>
                    <a:pt x="383097" y="368925"/>
                  </a:lnTo>
                  <a:lnTo>
                    <a:pt x="384087" y="370405"/>
                  </a:lnTo>
                  <a:lnTo>
                    <a:pt x="399611" y="393625"/>
                  </a:lnTo>
                  <a:lnTo>
                    <a:pt x="400601" y="395105"/>
                  </a:lnTo>
                  <a:lnTo>
                    <a:pt x="401590" y="396588"/>
                  </a:lnTo>
                  <a:lnTo>
                    <a:pt x="417115" y="419854"/>
                  </a:lnTo>
                  <a:lnTo>
                    <a:pt x="418104" y="421337"/>
                  </a:lnTo>
                  <a:lnTo>
                    <a:pt x="419094" y="422816"/>
                  </a:lnTo>
                  <a:lnTo>
                    <a:pt x="434618" y="446019"/>
                  </a:lnTo>
                  <a:lnTo>
                    <a:pt x="435608" y="447498"/>
                  </a:lnTo>
                  <a:lnTo>
                    <a:pt x="436597" y="448970"/>
                  </a:lnTo>
                  <a:lnTo>
                    <a:pt x="452122" y="472059"/>
                  </a:lnTo>
                  <a:lnTo>
                    <a:pt x="453111" y="473530"/>
                  </a:lnTo>
                  <a:lnTo>
                    <a:pt x="454101" y="474992"/>
                  </a:lnTo>
                  <a:lnTo>
                    <a:pt x="469625" y="497920"/>
                  </a:lnTo>
                  <a:lnTo>
                    <a:pt x="470615" y="499381"/>
                  </a:lnTo>
                  <a:lnTo>
                    <a:pt x="471604" y="500827"/>
                  </a:lnTo>
                  <a:lnTo>
                    <a:pt x="487129" y="523508"/>
                  </a:lnTo>
                  <a:lnTo>
                    <a:pt x="488118" y="524954"/>
                  </a:lnTo>
                  <a:lnTo>
                    <a:pt x="489108" y="526377"/>
                  </a:lnTo>
                  <a:lnTo>
                    <a:pt x="504632" y="548695"/>
                  </a:lnTo>
                  <a:lnTo>
                    <a:pt x="505622" y="550118"/>
                  </a:lnTo>
                  <a:lnTo>
                    <a:pt x="506611" y="551519"/>
                  </a:lnTo>
                  <a:lnTo>
                    <a:pt x="522136" y="573503"/>
                  </a:lnTo>
                  <a:lnTo>
                    <a:pt x="523125" y="574904"/>
                  </a:lnTo>
                  <a:lnTo>
                    <a:pt x="524115" y="576282"/>
                  </a:lnTo>
                  <a:lnTo>
                    <a:pt x="539639" y="597902"/>
                  </a:lnTo>
                  <a:lnTo>
                    <a:pt x="540629" y="599279"/>
                  </a:lnTo>
                  <a:lnTo>
                    <a:pt x="541618" y="600632"/>
                  </a:lnTo>
                  <a:lnTo>
                    <a:pt x="557143" y="621857"/>
                  </a:lnTo>
                  <a:lnTo>
                    <a:pt x="558132" y="623210"/>
                  </a:lnTo>
                  <a:lnTo>
                    <a:pt x="559122" y="624523"/>
                  </a:lnTo>
                  <a:lnTo>
                    <a:pt x="574646" y="645128"/>
                  </a:lnTo>
                  <a:lnTo>
                    <a:pt x="575636" y="646441"/>
                  </a:lnTo>
                  <a:lnTo>
                    <a:pt x="576625" y="647724"/>
                  </a:lnTo>
                  <a:lnTo>
                    <a:pt x="592150" y="667856"/>
                  </a:lnTo>
                  <a:lnTo>
                    <a:pt x="593139" y="669139"/>
                  </a:lnTo>
                  <a:lnTo>
                    <a:pt x="594129" y="670392"/>
                  </a:lnTo>
                  <a:lnTo>
                    <a:pt x="609653" y="690039"/>
                  </a:lnTo>
                  <a:lnTo>
                    <a:pt x="610643" y="691291"/>
                  </a:lnTo>
                  <a:lnTo>
                    <a:pt x="611632" y="692511"/>
                  </a:lnTo>
                  <a:lnTo>
                    <a:pt x="627157" y="711660"/>
                  </a:lnTo>
                  <a:lnTo>
                    <a:pt x="628146" y="712880"/>
                  </a:lnTo>
                  <a:lnTo>
                    <a:pt x="629136" y="714059"/>
                  </a:lnTo>
                  <a:lnTo>
                    <a:pt x="644660" y="732555"/>
                  </a:lnTo>
                  <a:lnTo>
                    <a:pt x="645650" y="733734"/>
                  </a:lnTo>
                  <a:lnTo>
                    <a:pt x="646639" y="734874"/>
                  </a:lnTo>
                  <a:lnTo>
                    <a:pt x="662164" y="752768"/>
                  </a:lnTo>
                  <a:lnTo>
                    <a:pt x="663153" y="753908"/>
                  </a:lnTo>
                  <a:lnTo>
                    <a:pt x="664143" y="755015"/>
                  </a:lnTo>
                  <a:lnTo>
                    <a:pt x="679667" y="772385"/>
                  </a:lnTo>
                  <a:lnTo>
                    <a:pt x="680657" y="773492"/>
                  </a:lnTo>
                  <a:lnTo>
                    <a:pt x="681646" y="774566"/>
                  </a:lnTo>
                  <a:lnTo>
                    <a:pt x="697171" y="791414"/>
                  </a:lnTo>
                  <a:lnTo>
                    <a:pt x="698160" y="792488"/>
                  </a:lnTo>
                  <a:lnTo>
                    <a:pt x="699150" y="793524"/>
                  </a:lnTo>
                  <a:lnTo>
                    <a:pt x="714674" y="809789"/>
                  </a:lnTo>
                  <a:lnTo>
                    <a:pt x="715664" y="810826"/>
                  </a:lnTo>
                  <a:lnTo>
                    <a:pt x="716653" y="811821"/>
                  </a:lnTo>
                  <a:lnTo>
                    <a:pt x="732178" y="827427"/>
                  </a:lnTo>
                  <a:lnTo>
                    <a:pt x="733167" y="828422"/>
                  </a:lnTo>
                  <a:lnTo>
                    <a:pt x="734157" y="829385"/>
                  </a:lnTo>
                  <a:lnTo>
                    <a:pt x="749681" y="844502"/>
                  </a:lnTo>
                  <a:lnTo>
                    <a:pt x="750671" y="845465"/>
                  </a:lnTo>
                  <a:lnTo>
                    <a:pt x="751660" y="846398"/>
                  </a:lnTo>
                  <a:lnTo>
                    <a:pt x="767185" y="861038"/>
                  </a:lnTo>
                  <a:lnTo>
                    <a:pt x="768174" y="861971"/>
                  </a:lnTo>
                  <a:lnTo>
                    <a:pt x="769164" y="862875"/>
                  </a:lnTo>
                  <a:lnTo>
                    <a:pt x="784688" y="877052"/>
                  </a:lnTo>
                  <a:lnTo>
                    <a:pt x="785678" y="877956"/>
                  </a:lnTo>
                  <a:lnTo>
                    <a:pt x="786667" y="878821"/>
                  </a:lnTo>
                  <a:lnTo>
                    <a:pt x="802192" y="892389"/>
                  </a:lnTo>
                  <a:lnTo>
                    <a:pt x="803181" y="893254"/>
                  </a:lnTo>
                  <a:lnTo>
                    <a:pt x="804171" y="894092"/>
                  </a:lnTo>
                  <a:lnTo>
                    <a:pt x="819695" y="907250"/>
                  </a:lnTo>
                  <a:lnTo>
                    <a:pt x="820685" y="908089"/>
                  </a:lnTo>
                  <a:lnTo>
                    <a:pt x="821674" y="908903"/>
                  </a:lnTo>
                  <a:lnTo>
                    <a:pt x="837199" y="921682"/>
                  </a:lnTo>
                  <a:lnTo>
                    <a:pt x="838188" y="922496"/>
                  </a:lnTo>
                  <a:lnTo>
                    <a:pt x="839177" y="923288"/>
                  </a:lnTo>
                  <a:lnTo>
                    <a:pt x="854702" y="935709"/>
                  </a:lnTo>
                  <a:lnTo>
                    <a:pt x="855691" y="936501"/>
                  </a:lnTo>
                  <a:lnTo>
                    <a:pt x="856681" y="937267"/>
                  </a:lnTo>
                  <a:lnTo>
                    <a:pt x="872206" y="949281"/>
                  </a:lnTo>
                  <a:lnTo>
                    <a:pt x="873195" y="950047"/>
                  </a:lnTo>
                  <a:lnTo>
                    <a:pt x="874184" y="950792"/>
                  </a:lnTo>
                  <a:lnTo>
                    <a:pt x="889709" y="962474"/>
                  </a:lnTo>
                  <a:lnTo>
                    <a:pt x="890698" y="963218"/>
                  </a:lnTo>
                  <a:lnTo>
                    <a:pt x="891688" y="963947"/>
                  </a:lnTo>
                  <a:lnTo>
                    <a:pt x="907212" y="975377"/>
                  </a:lnTo>
                  <a:lnTo>
                    <a:pt x="908202" y="976105"/>
                  </a:lnTo>
                  <a:lnTo>
                    <a:pt x="909191" y="976819"/>
                  </a:lnTo>
                  <a:lnTo>
                    <a:pt x="924716" y="988022"/>
                  </a:lnTo>
                  <a:lnTo>
                    <a:pt x="925705" y="988736"/>
                  </a:lnTo>
                  <a:lnTo>
                    <a:pt x="926695" y="989436"/>
                  </a:lnTo>
                  <a:lnTo>
                    <a:pt x="942219" y="1000418"/>
                  </a:lnTo>
                  <a:lnTo>
                    <a:pt x="943209" y="1001118"/>
                  </a:lnTo>
                  <a:lnTo>
                    <a:pt x="944198" y="1001805"/>
                  </a:lnTo>
                  <a:lnTo>
                    <a:pt x="959723" y="1012579"/>
                  </a:lnTo>
                  <a:lnTo>
                    <a:pt x="960712" y="1013266"/>
                  </a:lnTo>
                  <a:lnTo>
                    <a:pt x="961702" y="1013944"/>
                  </a:lnTo>
                  <a:lnTo>
                    <a:pt x="977226" y="1024596"/>
                  </a:lnTo>
                  <a:lnTo>
                    <a:pt x="978216" y="1025275"/>
                  </a:lnTo>
                  <a:lnTo>
                    <a:pt x="979205" y="1025948"/>
                  </a:lnTo>
                  <a:lnTo>
                    <a:pt x="994730" y="1036499"/>
                  </a:lnTo>
                  <a:lnTo>
                    <a:pt x="995719" y="1037171"/>
                  </a:lnTo>
                  <a:lnTo>
                    <a:pt x="996709" y="1037839"/>
                  </a:lnTo>
                  <a:lnTo>
                    <a:pt x="1012233" y="1048310"/>
                  </a:lnTo>
                  <a:lnTo>
                    <a:pt x="1013223" y="1048977"/>
                  </a:lnTo>
                  <a:lnTo>
                    <a:pt x="1014212" y="1049641"/>
                  </a:lnTo>
                  <a:lnTo>
                    <a:pt x="1029737" y="1060047"/>
                  </a:lnTo>
                  <a:lnTo>
                    <a:pt x="1030726" y="1060710"/>
                  </a:lnTo>
                  <a:lnTo>
                    <a:pt x="1031716" y="1061372"/>
                  </a:lnTo>
                  <a:lnTo>
                    <a:pt x="1047240" y="1071760"/>
                  </a:lnTo>
                  <a:lnTo>
                    <a:pt x="1048230" y="1072422"/>
                  </a:lnTo>
                  <a:lnTo>
                    <a:pt x="1049219" y="1073084"/>
                  </a:lnTo>
                  <a:lnTo>
                    <a:pt x="1064744" y="1083470"/>
                  </a:lnTo>
                  <a:lnTo>
                    <a:pt x="1065733" y="1084132"/>
                  </a:lnTo>
                  <a:lnTo>
                    <a:pt x="1066723" y="1084794"/>
                  </a:lnTo>
                  <a:lnTo>
                    <a:pt x="1082247" y="1095192"/>
                  </a:lnTo>
                  <a:lnTo>
                    <a:pt x="1083237" y="1095855"/>
                  </a:lnTo>
                  <a:lnTo>
                    <a:pt x="1084226" y="1096519"/>
                  </a:lnTo>
                  <a:lnTo>
                    <a:pt x="1099751" y="1106952"/>
                  </a:lnTo>
                  <a:lnTo>
                    <a:pt x="1100740" y="1107616"/>
                  </a:lnTo>
                  <a:lnTo>
                    <a:pt x="1101730" y="1108285"/>
                  </a:lnTo>
                  <a:lnTo>
                    <a:pt x="1117254" y="1118768"/>
                  </a:lnTo>
                  <a:lnTo>
                    <a:pt x="1118244" y="1119436"/>
                  </a:lnTo>
                  <a:lnTo>
                    <a:pt x="1119233" y="1120107"/>
                  </a:lnTo>
                  <a:lnTo>
                    <a:pt x="1134758" y="1130641"/>
                  </a:lnTo>
                  <a:lnTo>
                    <a:pt x="1135747" y="1131312"/>
                  </a:lnTo>
                  <a:lnTo>
                    <a:pt x="1136737" y="1131987"/>
                  </a:lnTo>
                  <a:lnTo>
                    <a:pt x="1152261" y="1142574"/>
                  </a:lnTo>
                  <a:lnTo>
                    <a:pt x="1153251" y="1143249"/>
                  </a:lnTo>
                  <a:lnTo>
                    <a:pt x="1154240" y="1143928"/>
                  </a:lnTo>
                  <a:lnTo>
                    <a:pt x="1169765" y="1154576"/>
                  </a:lnTo>
                  <a:lnTo>
                    <a:pt x="1170754" y="1155255"/>
                  </a:lnTo>
                  <a:lnTo>
                    <a:pt x="1171744" y="1155938"/>
                  </a:lnTo>
                  <a:lnTo>
                    <a:pt x="1187268" y="1166660"/>
                  </a:lnTo>
                  <a:lnTo>
                    <a:pt x="1188258" y="1167343"/>
                  </a:lnTo>
                  <a:lnTo>
                    <a:pt x="1189247" y="1168030"/>
                  </a:lnTo>
                  <a:lnTo>
                    <a:pt x="1204772" y="1178800"/>
                  </a:lnTo>
                  <a:lnTo>
                    <a:pt x="1205761" y="1179486"/>
                  </a:lnTo>
                  <a:lnTo>
                    <a:pt x="1206751" y="1180175"/>
                  </a:lnTo>
                  <a:lnTo>
                    <a:pt x="1222275" y="1190988"/>
                  </a:lnTo>
                  <a:lnTo>
                    <a:pt x="1223265" y="1191677"/>
                  </a:lnTo>
                  <a:lnTo>
                    <a:pt x="1224254" y="1192368"/>
                  </a:lnTo>
                  <a:lnTo>
                    <a:pt x="1239779" y="1203216"/>
                  </a:lnTo>
                  <a:lnTo>
                    <a:pt x="1240768" y="1203907"/>
                  </a:lnTo>
                  <a:lnTo>
                    <a:pt x="1241758" y="1204600"/>
                  </a:lnTo>
                  <a:lnTo>
                    <a:pt x="1257282" y="1215475"/>
                  </a:lnTo>
                  <a:lnTo>
                    <a:pt x="1258272" y="1216168"/>
                  </a:lnTo>
                  <a:lnTo>
                    <a:pt x="1259261" y="1216861"/>
                  </a:lnTo>
                  <a:lnTo>
                    <a:pt x="1274786" y="1227736"/>
                  </a:lnTo>
                  <a:lnTo>
                    <a:pt x="1275775" y="1228429"/>
                  </a:lnTo>
                  <a:lnTo>
                    <a:pt x="1276765" y="1229121"/>
                  </a:lnTo>
                  <a:lnTo>
                    <a:pt x="1292289" y="1239981"/>
                  </a:lnTo>
                  <a:lnTo>
                    <a:pt x="1293279" y="1240673"/>
                  </a:lnTo>
                  <a:lnTo>
                    <a:pt x="1294268" y="1241363"/>
                  </a:lnTo>
                  <a:lnTo>
                    <a:pt x="1309793" y="1252194"/>
                  </a:lnTo>
                  <a:lnTo>
                    <a:pt x="1310782" y="1252885"/>
                  </a:lnTo>
                  <a:lnTo>
                    <a:pt x="1311772" y="1253571"/>
                  </a:lnTo>
                  <a:lnTo>
                    <a:pt x="1327296" y="1264343"/>
                  </a:lnTo>
                  <a:lnTo>
                    <a:pt x="1328286" y="1265029"/>
                  </a:lnTo>
                  <a:lnTo>
                    <a:pt x="1329275" y="1265710"/>
                  </a:lnTo>
                  <a:lnTo>
                    <a:pt x="1344800" y="1276388"/>
                  </a:lnTo>
                  <a:lnTo>
                    <a:pt x="1345789" y="1277069"/>
                  </a:lnTo>
                  <a:lnTo>
                    <a:pt x="1346779" y="1277743"/>
                  </a:lnTo>
                  <a:lnTo>
                    <a:pt x="1362303" y="1288323"/>
                  </a:lnTo>
                  <a:lnTo>
                    <a:pt x="1363293" y="1288997"/>
                  </a:lnTo>
                  <a:lnTo>
                    <a:pt x="1364282" y="1289664"/>
                  </a:lnTo>
                  <a:lnTo>
                    <a:pt x="1379807" y="1300128"/>
                  </a:lnTo>
                  <a:lnTo>
                    <a:pt x="1380796" y="1300795"/>
                  </a:lnTo>
                  <a:lnTo>
                    <a:pt x="1381786" y="1301453"/>
                  </a:lnTo>
                  <a:lnTo>
                    <a:pt x="1397310" y="1311775"/>
                  </a:lnTo>
                  <a:lnTo>
                    <a:pt x="1398300" y="1312433"/>
                  </a:lnTo>
                  <a:lnTo>
                    <a:pt x="1399289" y="1313076"/>
                  </a:lnTo>
                  <a:lnTo>
                    <a:pt x="1414814" y="1323178"/>
                  </a:lnTo>
                  <a:lnTo>
                    <a:pt x="1415803" y="1323822"/>
                  </a:lnTo>
                  <a:lnTo>
                    <a:pt x="1416793" y="1324454"/>
                  </a:lnTo>
                  <a:lnTo>
                    <a:pt x="1432317" y="1334369"/>
                  </a:lnTo>
                  <a:lnTo>
                    <a:pt x="1433307" y="1335001"/>
                  </a:lnTo>
                  <a:lnTo>
                    <a:pt x="1434296" y="1335620"/>
                  </a:lnTo>
                  <a:lnTo>
                    <a:pt x="1449821" y="1345334"/>
                  </a:lnTo>
                  <a:lnTo>
                    <a:pt x="1450810" y="1345953"/>
                  </a:lnTo>
                  <a:lnTo>
                    <a:pt x="1451800" y="1346558"/>
                  </a:lnTo>
                  <a:lnTo>
                    <a:pt x="1467324" y="1356057"/>
                  </a:lnTo>
                  <a:lnTo>
                    <a:pt x="1468314" y="1356663"/>
                  </a:lnTo>
                  <a:lnTo>
                    <a:pt x="1469303" y="1357248"/>
                  </a:lnTo>
                  <a:lnTo>
                    <a:pt x="1484828" y="1366432"/>
                  </a:lnTo>
                  <a:lnTo>
                    <a:pt x="1485817" y="1367018"/>
                  </a:lnTo>
                  <a:lnTo>
                    <a:pt x="1486807" y="1367585"/>
                  </a:lnTo>
                  <a:lnTo>
                    <a:pt x="1502331" y="1376494"/>
                  </a:lnTo>
                  <a:lnTo>
                    <a:pt x="1503321" y="1377062"/>
                  </a:lnTo>
                  <a:lnTo>
                    <a:pt x="1504310" y="1377613"/>
                  </a:lnTo>
                  <a:lnTo>
                    <a:pt x="1519835" y="1386258"/>
                  </a:lnTo>
                  <a:lnTo>
                    <a:pt x="1520824" y="1386809"/>
                  </a:lnTo>
                  <a:lnTo>
                    <a:pt x="1521814" y="1387343"/>
                  </a:lnTo>
                  <a:lnTo>
                    <a:pt x="1537338" y="1395717"/>
                  </a:lnTo>
                  <a:lnTo>
                    <a:pt x="1538328" y="1396251"/>
                  </a:lnTo>
                  <a:lnTo>
                    <a:pt x="1539317" y="1396763"/>
                  </a:lnTo>
                  <a:lnTo>
                    <a:pt x="1554842" y="1404803"/>
                  </a:lnTo>
                  <a:lnTo>
                    <a:pt x="1555831" y="1405316"/>
                  </a:lnTo>
                  <a:lnTo>
                    <a:pt x="1556821" y="1405806"/>
                  </a:lnTo>
                  <a:lnTo>
                    <a:pt x="1572345" y="1413492"/>
                  </a:lnTo>
                  <a:lnTo>
                    <a:pt x="1573335" y="1413982"/>
                  </a:lnTo>
                  <a:lnTo>
                    <a:pt x="1574324" y="1414454"/>
                  </a:lnTo>
                  <a:lnTo>
                    <a:pt x="1589849" y="1421852"/>
                  </a:lnTo>
                  <a:lnTo>
                    <a:pt x="1590838" y="1422323"/>
                  </a:lnTo>
                  <a:lnTo>
                    <a:pt x="1591828" y="1422776"/>
                  </a:lnTo>
                  <a:lnTo>
                    <a:pt x="1607352" y="1429886"/>
                  </a:lnTo>
                  <a:lnTo>
                    <a:pt x="1608342" y="1430339"/>
                  </a:lnTo>
                  <a:lnTo>
                    <a:pt x="1609331" y="1430773"/>
                  </a:lnTo>
                  <a:lnTo>
                    <a:pt x="1624856" y="1437583"/>
                  </a:lnTo>
                  <a:lnTo>
                    <a:pt x="1625845" y="1438017"/>
                  </a:lnTo>
                  <a:lnTo>
                    <a:pt x="1626834" y="1438426"/>
                  </a:lnTo>
                  <a:lnTo>
                    <a:pt x="1642359" y="1444848"/>
                  </a:lnTo>
                  <a:lnTo>
                    <a:pt x="1643348" y="1445257"/>
                  </a:lnTo>
                  <a:lnTo>
                    <a:pt x="1644338" y="1445649"/>
                  </a:lnTo>
                  <a:lnTo>
                    <a:pt x="1659863" y="1451800"/>
                  </a:lnTo>
                  <a:lnTo>
                    <a:pt x="1660852" y="1452192"/>
                  </a:lnTo>
                  <a:lnTo>
                    <a:pt x="1661841" y="1452567"/>
                  </a:lnTo>
                  <a:lnTo>
                    <a:pt x="1677366" y="1458455"/>
                  </a:lnTo>
                  <a:lnTo>
                    <a:pt x="1678355" y="1458831"/>
                  </a:lnTo>
                  <a:lnTo>
                    <a:pt x="1679345" y="1459190"/>
                  </a:lnTo>
                  <a:lnTo>
                    <a:pt x="1694869" y="1464824"/>
                  </a:lnTo>
                  <a:lnTo>
                    <a:pt x="1695859" y="1465183"/>
                  </a:lnTo>
                  <a:lnTo>
                    <a:pt x="1696848" y="1465522"/>
                  </a:lnTo>
                  <a:lnTo>
                    <a:pt x="1712373" y="1470841"/>
                  </a:lnTo>
                  <a:lnTo>
                    <a:pt x="1713362" y="1471180"/>
                  </a:lnTo>
                  <a:lnTo>
                    <a:pt x="1714352" y="1471504"/>
                  </a:lnTo>
                  <a:lnTo>
                    <a:pt x="1729876" y="1476584"/>
                  </a:lnTo>
                  <a:lnTo>
                    <a:pt x="1730866" y="1476907"/>
                  </a:lnTo>
                  <a:lnTo>
                    <a:pt x="1731855" y="1477218"/>
                  </a:lnTo>
                  <a:lnTo>
                    <a:pt x="1747380" y="1482097"/>
                  </a:lnTo>
                  <a:lnTo>
                    <a:pt x="1748369" y="1482408"/>
                  </a:lnTo>
                  <a:lnTo>
                    <a:pt x="1749359" y="1482707"/>
                  </a:lnTo>
                  <a:lnTo>
                    <a:pt x="1764883" y="1487398"/>
                  </a:lnTo>
                  <a:lnTo>
                    <a:pt x="1765873" y="1487697"/>
                  </a:lnTo>
                  <a:lnTo>
                    <a:pt x="1766862" y="1487983"/>
                  </a:lnTo>
                  <a:lnTo>
                    <a:pt x="1782387" y="1492478"/>
                  </a:lnTo>
                  <a:lnTo>
                    <a:pt x="1783376" y="1492764"/>
                  </a:lnTo>
                  <a:lnTo>
                    <a:pt x="1784366" y="1493039"/>
                  </a:lnTo>
                  <a:lnTo>
                    <a:pt x="1799890" y="1497357"/>
                  </a:lnTo>
                  <a:lnTo>
                    <a:pt x="1800880" y="1497632"/>
                  </a:lnTo>
                  <a:lnTo>
                    <a:pt x="1801869" y="1497900"/>
                  </a:lnTo>
                  <a:lnTo>
                    <a:pt x="1817394" y="1502100"/>
                  </a:lnTo>
                  <a:lnTo>
                    <a:pt x="1818383" y="1502368"/>
                  </a:lnTo>
                  <a:lnTo>
                    <a:pt x="1819373" y="1502629"/>
                  </a:lnTo>
                  <a:lnTo>
                    <a:pt x="1834897" y="1506727"/>
                  </a:lnTo>
                  <a:lnTo>
                    <a:pt x="1835887" y="1506988"/>
                  </a:lnTo>
                  <a:lnTo>
                    <a:pt x="1836876" y="1507244"/>
                  </a:lnTo>
                  <a:lnTo>
                    <a:pt x="1852401" y="1511255"/>
                  </a:lnTo>
                  <a:lnTo>
                    <a:pt x="1853390" y="1511511"/>
                  </a:lnTo>
                  <a:lnTo>
                    <a:pt x="1854380" y="1511762"/>
                  </a:lnTo>
                  <a:lnTo>
                    <a:pt x="1869904" y="1515693"/>
                  </a:lnTo>
                  <a:lnTo>
                    <a:pt x="1870894" y="1515944"/>
                  </a:lnTo>
                  <a:lnTo>
                    <a:pt x="1871883" y="1516192"/>
                  </a:lnTo>
                  <a:lnTo>
                    <a:pt x="1887408" y="1520093"/>
                  </a:lnTo>
                  <a:lnTo>
                    <a:pt x="1888397" y="1520341"/>
                  </a:lnTo>
                  <a:lnTo>
                    <a:pt x="1889387" y="1520589"/>
                  </a:lnTo>
                  <a:lnTo>
                    <a:pt x="1904911" y="1524473"/>
                  </a:lnTo>
                  <a:lnTo>
                    <a:pt x="1905901" y="1524721"/>
                  </a:lnTo>
                  <a:lnTo>
                    <a:pt x="1906890" y="1524969"/>
                  </a:lnTo>
                  <a:lnTo>
                    <a:pt x="1922415" y="1528851"/>
                  </a:lnTo>
                  <a:lnTo>
                    <a:pt x="1923404" y="1529098"/>
                  </a:lnTo>
                  <a:lnTo>
                    <a:pt x="1924394" y="1529347"/>
                  </a:lnTo>
                  <a:lnTo>
                    <a:pt x="1939918" y="1533254"/>
                  </a:lnTo>
                  <a:lnTo>
                    <a:pt x="1940908" y="1533503"/>
                  </a:lnTo>
                  <a:lnTo>
                    <a:pt x="1941897" y="1533755"/>
                  </a:lnTo>
                  <a:lnTo>
                    <a:pt x="1957422" y="1537706"/>
                  </a:lnTo>
                  <a:lnTo>
                    <a:pt x="1958411" y="1537958"/>
                  </a:lnTo>
                  <a:lnTo>
                    <a:pt x="1959401" y="1538213"/>
                  </a:lnTo>
                  <a:lnTo>
                    <a:pt x="1974925" y="1542216"/>
                  </a:lnTo>
                  <a:lnTo>
                    <a:pt x="1975915" y="1542471"/>
                  </a:lnTo>
                  <a:lnTo>
                    <a:pt x="1976904" y="1542730"/>
                  </a:lnTo>
                  <a:lnTo>
                    <a:pt x="1992429" y="1546794"/>
                  </a:lnTo>
                  <a:lnTo>
                    <a:pt x="1993418" y="1547053"/>
                  </a:lnTo>
                  <a:lnTo>
                    <a:pt x="1994408" y="1547318"/>
                  </a:lnTo>
                  <a:lnTo>
                    <a:pt x="2009932" y="1551465"/>
                  </a:lnTo>
                  <a:lnTo>
                    <a:pt x="2010922" y="1551730"/>
                  </a:lnTo>
                  <a:lnTo>
                    <a:pt x="2011911" y="1552001"/>
                  </a:lnTo>
                  <a:lnTo>
                    <a:pt x="2027436" y="1556256"/>
                  </a:lnTo>
                  <a:lnTo>
                    <a:pt x="2028425" y="1556527"/>
                  </a:lnTo>
                  <a:lnTo>
                    <a:pt x="2029415" y="1556804"/>
                  </a:lnTo>
                  <a:lnTo>
                    <a:pt x="2044939" y="1561149"/>
                  </a:lnTo>
                  <a:lnTo>
                    <a:pt x="2045929" y="1561426"/>
                  </a:lnTo>
                  <a:lnTo>
                    <a:pt x="2046918" y="1561709"/>
                  </a:lnTo>
                  <a:lnTo>
                    <a:pt x="2062443" y="1566149"/>
                  </a:lnTo>
                  <a:lnTo>
                    <a:pt x="2063432" y="1566432"/>
                  </a:lnTo>
                  <a:lnTo>
                    <a:pt x="2064422" y="1566721"/>
                  </a:lnTo>
                  <a:lnTo>
                    <a:pt x="2079946" y="1571257"/>
                  </a:lnTo>
                  <a:lnTo>
                    <a:pt x="2080936" y="1571546"/>
                  </a:lnTo>
                  <a:lnTo>
                    <a:pt x="2081925" y="1571844"/>
                  </a:lnTo>
                  <a:lnTo>
                    <a:pt x="2097450" y="1576519"/>
                  </a:lnTo>
                  <a:lnTo>
                    <a:pt x="2098439" y="1576817"/>
                  </a:lnTo>
                  <a:lnTo>
                    <a:pt x="2099429" y="1577121"/>
                  </a:lnTo>
                  <a:lnTo>
                    <a:pt x="2114953" y="1581890"/>
                  </a:lnTo>
                  <a:lnTo>
                    <a:pt x="2115943" y="1582194"/>
                  </a:lnTo>
                  <a:lnTo>
                    <a:pt x="2116932" y="1582504"/>
                  </a:lnTo>
                  <a:lnTo>
                    <a:pt x="2132457" y="1587365"/>
                  </a:lnTo>
                  <a:lnTo>
                    <a:pt x="2133446" y="1587675"/>
                  </a:lnTo>
                  <a:lnTo>
                    <a:pt x="2134436" y="1587990"/>
                  </a:lnTo>
                  <a:lnTo>
                    <a:pt x="2149960" y="1592939"/>
                  </a:lnTo>
                  <a:lnTo>
                    <a:pt x="2150950" y="1593255"/>
                  </a:lnTo>
                  <a:lnTo>
                    <a:pt x="2151939" y="1593577"/>
                  </a:lnTo>
                  <a:lnTo>
                    <a:pt x="2167464" y="1598628"/>
                  </a:lnTo>
                  <a:lnTo>
                    <a:pt x="2168453" y="1598950"/>
                  </a:lnTo>
                  <a:lnTo>
                    <a:pt x="2169443" y="1599277"/>
                  </a:lnTo>
                  <a:lnTo>
                    <a:pt x="2184967" y="1604407"/>
                  </a:lnTo>
                  <a:lnTo>
                    <a:pt x="2185957" y="1604734"/>
                  </a:lnTo>
                  <a:lnTo>
                    <a:pt x="2186946" y="1605065"/>
                  </a:lnTo>
                  <a:lnTo>
                    <a:pt x="2202471" y="1610253"/>
                  </a:lnTo>
                  <a:lnTo>
                    <a:pt x="2203460" y="1610584"/>
                  </a:lnTo>
                  <a:lnTo>
                    <a:pt x="2204450" y="1610917"/>
                  </a:lnTo>
                  <a:lnTo>
                    <a:pt x="2219974" y="1616156"/>
                  </a:lnTo>
                  <a:lnTo>
                    <a:pt x="2220964" y="1616490"/>
                  </a:lnTo>
                  <a:lnTo>
                    <a:pt x="2221953" y="1616826"/>
                  </a:lnTo>
                  <a:lnTo>
                    <a:pt x="2237478" y="1622108"/>
                  </a:lnTo>
                  <a:lnTo>
                    <a:pt x="2238467" y="1622445"/>
                  </a:lnTo>
                  <a:lnTo>
                    <a:pt x="2239457" y="1622783"/>
                  </a:lnTo>
                  <a:lnTo>
                    <a:pt x="2254981" y="1628092"/>
                  </a:lnTo>
                  <a:lnTo>
                    <a:pt x="2255971" y="1628430"/>
                  </a:lnTo>
                  <a:lnTo>
                    <a:pt x="2256960" y="1628769"/>
                  </a:lnTo>
                  <a:lnTo>
                    <a:pt x="2272485" y="1634082"/>
                  </a:lnTo>
                  <a:lnTo>
                    <a:pt x="2273474" y="1634421"/>
                  </a:lnTo>
                  <a:lnTo>
                    <a:pt x="2274464" y="1634759"/>
                  </a:lnTo>
                  <a:lnTo>
                    <a:pt x="2289988" y="1640066"/>
                  </a:lnTo>
                  <a:lnTo>
                    <a:pt x="2290978" y="1640404"/>
                  </a:lnTo>
                  <a:lnTo>
                    <a:pt x="2291967" y="1640741"/>
                  </a:lnTo>
                  <a:lnTo>
                    <a:pt x="2307492" y="1646030"/>
                  </a:lnTo>
                  <a:lnTo>
                    <a:pt x="2308481" y="1646368"/>
                  </a:lnTo>
                  <a:lnTo>
                    <a:pt x="2309471" y="1646701"/>
                  </a:lnTo>
                  <a:lnTo>
                    <a:pt x="2324995" y="1651938"/>
                  </a:lnTo>
                  <a:lnTo>
                    <a:pt x="2325985" y="1652272"/>
                  </a:lnTo>
                  <a:lnTo>
                    <a:pt x="2326974" y="1652602"/>
                  </a:lnTo>
                  <a:lnTo>
                    <a:pt x="2342499" y="1657782"/>
                  </a:lnTo>
                  <a:lnTo>
                    <a:pt x="2343488" y="1658112"/>
                  </a:lnTo>
                  <a:lnTo>
                    <a:pt x="2344478" y="1658438"/>
                  </a:lnTo>
                  <a:lnTo>
                    <a:pt x="2360002" y="1663550"/>
                  </a:lnTo>
                  <a:lnTo>
                    <a:pt x="2360992" y="1663876"/>
                  </a:lnTo>
                  <a:lnTo>
                    <a:pt x="2361981" y="1664196"/>
                  </a:lnTo>
                  <a:lnTo>
                    <a:pt x="2377506" y="1669230"/>
                  </a:lnTo>
                  <a:lnTo>
                    <a:pt x="2378495" y="1669551"/>
                  </a:lnTo>
                  <a:lnTo>
                    <a:pt x="2379485" y="1669864"/>
                  </a:lnTo>
                  <a:lnTo>
                    <a:pt x="2395009" y="1674780"/>
                  </a:lnTo>
                  <a:lnTo>
                    <a:pt x="2395999" y="1675094"/>
                  </a:lnTo>
                  <a:lnTo>
                    <a:pt x="2396988" y="1675399"/>
                  </a:lnTo>
                  <a:lnTo>
                    <a:pt x="2412513" y="1680187"/>
                  </a:lnTo>
                  <a:lnTo>
                    <a:pt x="2413502" y="1680492"/>
                  </a:lnTo>
                  <a:lnTo>
                    <a:pt x="2414491" y="1680790"/>
                  </a:lnTo>
                  <a:lnTo>
                    <a:pt x="2430016" y="1685457"/>
                  </a:lnTo>
                  <a:lnTo>
                    <a:pt x="2431005" y="1685754"/>
                  </a:lnTo>
                  <a:lnTo>
                    <a:pt x="2431995" y="1686044"/>
                  </a:lnTo>
                  <a:lnTo>
                    <a:pt x="2447520" y="1690582"/>
                  </a:lnTo>
                  <a:lnTo>
                    <a:pt x="2448509" y="1690872"/>
                  </a:lnTo>
                  <a:lnTo>
                    <a:pt x="2449498" y="1691151"/>
                  </a:lnTo>
                  <a:lnTo>
                    <a:pt x="2465023" y="1695537"/>
                  </a:lnTo>
                  <a:lnTo>
                    <a:pt x="2466012" y="1695816"/>
                  </a:lnTo>
                  <a:lnTo>
                    <a:pt x="2467002" y="1696083"/>
                  </a:lnTo>
                  <a:lnTo>
                    <a:pt x="2482526" y="1700274"/>
                  </a:lnTo>
                  <a:lnTo>
                    <a:pt x="2483516" y="1700541"/>
                  </a:lnTo>
                  <a:lnTo>
                    <a:pt x="2484505" y="1700799"/>
                  </a:lnTo>
                  <a:lnTo>
                    <a:pt x="2500030" y="1704834"/>
                  </a:lnTo>
                  <a:lnTo>
                    <a:pt x="2501019" y="1705091"/>
                  </a:lnTo>
                  <a:lnTo>
                    <a:pt x="2502009" y="1705338"/>
                  </a:lnTo>
                  <a:lnTo>
                    <a:pt x="2517533" y="1709213"/>
                  </a:lnTo>
                  <a:lnTo>
                    <a:pt x="2518523" y="1709460"/>
                  </a:lnTo>
                  <a:lnTo>
                    <a:pt x="2519512" y="1709697"/>
                  </a:lnTo>
                  <a:lnTo>
                    <a:pt x="2535037" y="1713409"/>
                  </a:lnTo>
                  <a:lnTo>
                    <a:pt x="2536026" y="1713646"/>
                  </a:lnTo>
                  <a:lnTo>
                    <a:pt x="2537016" y="1713868"/>
                  </a:lnTo>
                  <a:lnTo>
                    <a:pt x="2552540" y="1717349"/>
                  </a:lnTo>
                  <a:lnTo>
                    <a:pt x="2553530" y="1717571"/>
                  </a:lnTo>
                  <a:lnTo>
                    <a:pt x="2554519" y="1717782"/>
                  </a:lnTo>
                  <a:lnTo>
                    <a:pt x="2570044" y="1721090"/>
                  </a:lnTo>
                  <a:lnTo>
                    <a:pt x="2571033" y="1721301"/>
                  </a:lnTo>
                  <a:lnTo>
                    <a:pt x="2572023" y="1721501"/>
                  </a:lnTo>
                  <a:lnTo>
                    <a:pt x="2587547" y="1724642"/>
                  </a:lnTo>
                  <a:lnTo>
                    <a:pt x="2588537" y="1724843"/>
                  </a:lnTo>
                  <a:lnTo>
                    <a:pt x="2589526" y="1725032"/>
                  </a:lnTo>
                  <a:lnTo>
                    <a:pt x="2605051" y="1728008"/>
                  </a:lnTo>
                  <a:lnTo>
                    <a:pt x="2606040" y="1728198"/>
                  </a:lnTo>
                  <a:lnTo>
                    <a:pt x="2607030" y="1728375"/>
                  </a:lnTo>
                  <a:lnTo>
                    <a:pt x="2622554" y="1731149"/>
                  </a:lnTo>
                  <a:lnTo>
                    <a:pt x="2623544" y="1731326"/>
                  </a:lnTo>
                  <a:lnTo>
                    <a:pt x="2624533" y="1731491"/>
                  </a:lnTo>
                  <a:lnTo>
                    <a:pt x="2640058" y="1734079"/>
                  </a:lnTo>
                  <a:lnTo>
                    <a:pt x="2641047" y="1734244"/>
                  </a:lnTo>
                  <a:lnTo>
                    <a:pt x="2642037" y="1734400"/>
                  </a:lnTo>
                  <a:lnTo>
                    <a:pt x="2657561" y="1736838"/>
                  </a:lnTo>
                  <a:lnTo>
                    <a:pt x="2658551" y="1736993"/>
                  </a:lnTo>
                  <a:lnTo>
                    <a:pt x="2659540" y="1737139"/>
                  </a:lnTo>
                  <a:lnTo>
                    <a:pt x="2675065" y="1739432"/>
                  </a:lnTo>
                  <a:lnTo>
                    <a:pt x="2676054" y="1739578"/>
                  </a:lnTo>
                  <a:lnTo>
                    <a:pt x="2677044" y="1739714"/>
                  </a:lnTo>
                  <a:lnTo>
                    <a:pt x="2692568" y="1741855"/>
                  </a:lnTo>
                  <a:lnTo>
                    <a:pt x="2693558" y="1741991"/>
                  </a:lnTo>
                  <a:lnTo>
                    <a:pt x="2694547" y="1742117"/>
                  </a:lnTo>
                  <a:lnTo>
                    <a:pt x="2710072" y="1744087"/>
                  </a:lnTo>
                  <a:lnTo>
                    <a:pt x="2711061" y="1744212"/>
                  </a:lnTo>
                  <a:lnTo>
                    <a:pt x="2712051" y="1744330"/>
                  </a:lnTo>
                  <a:lnTo>
                    <a:pt x="2727575" y="1746184"/>
                  </a:lnTo>
                  <a:lnTo>
                    <a:pt x="2728565" y="1746302"/>
                  </a:lnTo>
                  <a:lnTo>
                    <a:pt x="2729554" y="1746413"/>
                  </a:lnTo>
                  <a:lnTo>
                    <a:pt x="2745079" y="1748157"/>
                  </a:lnTo>
                  <a:lnTo>
                    <a:pt x="2746068" y="1748268"/>
                  </a:lnTo>
                  <a:lnTo>
                    <a:pt x="2747058" y="1748373"/>
                  </a:lnTo>
                  <a:lnTo>
                    <a:pt x="2762582" y="1750015"/>
                  </a:lnTo>
                  <a:lnTo>
                    <a:pt x="2763572" y="1750120"/>
                  </a:lnTo>
                  <a:lnTo>
                    <a:pt x="2764561" y="1750217"/>
                  </a:lnTo>
                  <a:lnTo>
                    <a:pt x="2780086" y="1751739"/>
                  </a:lnTo>
                  <a:lnTo>
                    <a:pt x="2781075" y="1751836"/>
                  </a:lnTo>
                  <a:lnTo>
                    <a:pt x="2782065" y="1751928"/>
                  </a:lnTo>
                  <a:lnTo>
                    <a:pt x="2797589" y="1753373"/>
                  </a:lnTo>
                  <a:lnTo>
                    <a:pt x="2798579" y="1753465"/>
                  </a:lnTo>
                  <a:lnTo>
                    <a:pt x="2799568" y="1753553"/>
                  </a:lnTo>
                  <a:lnTo>
                    <a:pt x="2815093" y="1754933"/>
                  </a:lnTo>
                  <a:lnTo>
                    <a:pt x="2816082" y="1755021"/>
                  </a:lnTo>
                  <a:lnTo>
                    <a:pt x="2817072" y="1755105"/>
                  </a:lnTo>
                  <a:lnTo>
                    <a:pt x="2832596" y="1756429"/>
                  </a:lnTo>
                  <a:lnTo>
                    <a:pt x="2833586" y="1756514"/>
                  </a:lnTo>
                  <a:lnTo>
                    <a:pt x="2834575" y="1756594"/>
                  </a:lnTo>
                  <a:lnTo>
                    <a:pt x="2850100" y="1757864"/>
                  </a:lnTo>
                  <a:lnTo>
                    <a:pt x="2851089" y="1757945"/>
                  </a:lnTo>
                  <a:lnTo>
                    <a:pt x="2852079" y="1758024"/>
                  </a:lnTo>
                  <a:lnTo>
                    <a:pt x="2867603" y="1759257"/>
                  </a:lnTo>
                  <a:lnTo>
                    <a:pt x="2868593" y="1759335"/>
                  </a:lnTo>
                  <a:lnTo>
                    <a:pt x="2869582" y="1759413"/>
                  </a:lnTo>
                  <a:lnTo>
                    <a:pt x="2885107" y="1760625"/>
                  </a:lnTo>
                  <a:lnTo>
                    <a:pt x="2886096" y="1760703"/>
                  </a:lnTo>
                  <a:lnTo>
                    <a:pt x="2887086" y="1760779"/>
                  </a:lnTo>
                  <a:lnTo>
                    <a:pt x="2902610" y="1761979"/>
                  </a:lnTo>
                  <a:lnTo>
                    <a:pt x="2903600" y="1762056"/>
                  </a:lnTo>
                  <a:lnTo>
                    <a:pt x="2904589" y="1762132"/>
                  </a:lnTo>
                  <a:lnTo>
                    <a:pt x="2920114" y="1763327"/>
                  </a:lnTo>
                  <a:lnTo>
                    <a:pt x="2921103" y="1763403"/>
                  </a:lnTo>
                  <a:lnTo>
                    <a:pt x="2922093" y="1763480"/>
                  </a:lnTo>
                  <a:lnTo>
                    <a:pt x="2937617" y="1764684"/>
                  </a:lnTo>
                  <a:lnTo>
                    <a:pt x="2938607" y="1764760"/>
                  </a:lnTo>
                  <a:lnTo>
                    <a:pt x="2939596" y="1764838"/>
                  </a:lnTo>
                  <a:lnTo>
                    <a:pt x="2955121" y="1766058"/>
                  </a:lnTo>
                  <a:lnTo>
                    <a:pt x="2956110" y="1766136"/>
                  </a:lnTo>
                  <a:lnTo>
                    <a:pt x="2957100" y="1766215"/>
                  </a:lnTo>
                  <a:lnTo>
                    <a:pt x="2972624" y="1767455"/>
                  </a:lnTo>
                  <a:lnTo>
                    <a:pt x="2973614" y="1767534"/>
                  </a:lnTo>
                  <a:lnTo>
                    <a:pt x="2974603" y="1767615"/>
                  </a:lnTo>
                  <a:lnTo>
                    <a:pt x="2990128" y="1768881"/>
                  </a:lnTo>
                  <a:lnTo>
                    <a:pt x="2991117" y="1768962"/>
                  </a:lnTo>
                  <a:lnTo>
                    <a:pt x="2992107" y="1769046"/>
                  </a:lnTo>
                  <a:lnTo>
                    <a:pt x="3007631" y="1770356"/>
                  </a:lnTo>
                  <a:lnTo>
                    <a:pt x="3008621" y="1770439"/>
                  </a:lnTo>
                  <a:lnTo>
                    <a:pt x="3009610" y="1770525"/>
                  </a:lnTo>
                  <a:lnTo>
                    <a:pt x="3025135" y="1771876"/>
                  </a:lnTo>
                  <a:lnTo>
                    <a:pt x="3026124" y="1771962"/>
                  </a:lnTo>
                  <a:lnTo>
                    <a:pt x="3027114" y="1772051"/>
                  </a:lnTo>
                  <a:lnTo>
                    <a:pt x="3042638" y="1773442"/>
                  </a:lnTo>
                  <a:lnTo>
                    <a:pt x="3043628" y="1773531"/>
                  </a:lnTo>
                  <a:lnTo>
                    <a:pt x="3044617" y="1773622"/>
                  </a:lnTo>
                  <a:lnTo>
                    <a:pt x="3060142" y="1775056"/>
                  </a:lnTo>
                  <a:lnTo>
                    <a:pt x="3061131" y="1775148"/>
                  </a:lnTo>
                  <a:lnTo>
                    <a:pt x="3062121" y="1775243"/>
                  </a:lnTo>
                  <a:lnTo>
                    <a:pt x="3077645" y="1776730"/>
                  </a:lnTo>
                  <a:lnTo>
                    <a:pt x="3078635" y="1776825"/>
                  </a:lnTo>
                  <a:lnTo>
                    <a:pt x="3079624" y="1776923"/>
                  </a:lnTo>
                  <a:lnTo>
                    <a:pt x="3095149" y="1778466"/>
                  </a:lnTo>
                  <a:lnTo>
                    <a:pt x="3096138" y="1778564"/>
                  </a:lnTo>
                  <a:lnTo>
                    <a:pt x="3097128" y="1778666"/>
                  </a:lnTo>
                  <a:lnTo>
                    <a:pt x="3112652" y="1780253"/>
                  </a:lnTo>
                  <a:lnTo>
                    <a:pt x="3113642" y="1780354"/>
                  </a:lnTo>
                  <a:lnTo>
                    <a:pt x="3114631" y="1780458"/>
                  </a:lnTo>
                  <a:lnTo>
                    <a:pt x="3130156" y="1782090"/>
                  </a:lnTo>
                  <a:lnTo>
                    <a:pt x="3131145" y="1782194"/>
                  </a:lnTo>
                  <a:lnTo>
                    <a:pt x="3132135" y="1782301"/>
                  </a:lnTo>
                  <a:lnTo>
                    <a:pt x="3147659" y="1783978"/>
                  </a:lnTo>
                  <a:lnTo>
                    <a:pt x="3148649" y="1784085"/>
                  </a:lnTo>
                  <a:lnTo>
                    <a:pt x="3149638" y="1784195"/>
                  </a:lnTo>
                  <a:lnTo>
                    <a:pt x="3165163" y="1785926"/>
                  </a:lnTo>
                  <a:lnTo>
                    <a:pt x="3166152" y="1786036"/>
                  </a:lnTo>
                  <a:lnTo>
                    <a:pt x="3167141" y="1786149"/>
                  </a:lnTo>
                  <a:lnTo>
                    <a:pt x="3182666" y="1787916"/>
                  </a:lnTo>
                  <a:lnTo>
                    <a:pt x="3183656" y="1788028"/>
                  </a:lnTo>
                  <a:lnTo>
                    <a:pt x="3184645" y="1788143"/>
                  </a:lnTo>
                  <a:lnTo>
                    <a:pt x="3200170" y="1789942"/>
                  </a:lnTo>
                  <a:lnTo>
                    <a:pt x="3201159" y="1790057"/>
                  </a:lnTo>
                  <a:lnTo>
                    <a:pt x="3202148" y="1790173"/>
                  </a:lnTo>
                  <a:lnTo>
                    <a:pt x="3217673" y="1792002"/>
                  </a:lnTo>
                  <a:lnTo>
                    <a:pt x="3218662" y="1792118"/>
                  </a:lnTo>
                  <a:lnTo>
                    <a:pt x="3219652" y="1792237"/>
                  </a:lnTo>
                  <a:lnTo>
                    <a:pt x="3235176" y="1794097"/>
                  </a:lnTo>
                  <a:lnTo>
                    <a:pt x="3236166" y="1794216"/>
                  </a:lnTo>
                  <a:lnTo>
                    <a:pt x="3237155" y="1794336"/>
                  </a:lnTo>
                  <a:lnTo>
                    <a:pt x="3252680" y="1796215"/>
                  </a:lnTo>
                  <a:lnTo>
                    <a:pt x="3253669" y="1796335"/>
                  </a:lnTo>
                  <a:lnTo>
                    <a:pt x="3254659" y="1796456"/>
                  </a:lnTo>
                  <a:lnTo>
                    <a:pt x="3270183" y="1798348"/>
                  </a:lnTo>
                  <a:lnTo>
                    <a:pt x="3271173" y="1798468"/>
                  </a:lnTo>
                  <a:lnTo>
                    <a:pt x="3272162" y="1798589"/>
                  </a:lnTo>
                  <a:lnTo>
                    <a:pt x="3287687" y="1800490"/>
                  </a:lnTo>
                  <a:lnTo>
                    <a:pt x="3288676" y="1800611"/>
                  </a:lnTo>
                  <a:lnTo>
                    <a:pt x="3289666" y="1800732"/>
                  </a:lnTo>
                  <a:lnTo>
                    <a:pt x="3305190" y="1802636"/>
                  </a:lnTo>
                  <a:lnTo>
                    <a:pt x="3306180" y="1802757"/>
                  </a:lnTo>
                  <a:lnTo>
                    <a:pt x="3307169" y="1802878"/>
                  </a:lnTo>
                  <a:lnTo>
                    <a:pt x="3322694" y="1804776"/>
                  </a:lnTo>
                  <a:lnTo>
                    <a:pt x="3323683" y="1804896"/>
                  </a:lnTo>
                  <a:lnTo>
                    <a:pt x="3324673" y="1805017"/>
                  </a:lnTo>
                  <a:lnTo>
                    <a:pt x="3340197" y="1806904"/>
                  </a:lnTo>
                  <a:lnTo>
                    <a:pt x="3341187" y="1807024"/>
                  </a:lnTo>
                  <a:lnTo>
                    <a:pt x="3342176" y="1807143"/>
                  </a:lnTo>
                  <a:lnTo>
                    <a:pt x="3357701" y="1809015"/>
                  </a:lnTo>
                  <a:lnTo>
                    <a:pt x="3358690" y="1809134"/>
                  </a:lnTo>
                  <a:lnTo>
                    <a:pt x="3359680" y="1809252"/>
                  </a:lnTo>
                  <a:lnTo>
                    <a:pt x="3375204" y="1811104"/>
                  </a:lnTo>
                  <a:lnTo>
                    <a:pt x="3376194" y="1811222"/>
                  </a:lnTo>
                  <a:lnTo>
                    <a:pt x="3377183" y="1811338"/>
                  </a:lnTo>
                  <a:lnTo>
                    <a:pt x="3392708" y="1813153"/>
                  </a:lnTo>
                  <a:lnTo>
                    <a:pt x="3393697" y="1813269"/>
                  </a:lnTo>
                  <a:lnTo>
                    <a:pt x="3394687" y="1813382"/>
                  </a:lnTo>
                  <a:lnTo>
                    <a:pt x="3410211" y="1815165"/>
                  </a:lnTo>
                  <a:lnTo>
                    <a:pt x="3411201" y="1815279"/>
                  </a:lnTo>
                  <a:lnTo>
                    <a:pt x="3412190" y="1815390"/>
                  </a:lnTo>
                  <a:lnTo>
                    <a:pt x="3427715" y="1817137"/>
                  </a:lnTo>
                  <a:lnTo>
                    <a:pt x="3428704" y="1817248"/>
                  </a:lnTo>
                  <a:lnTo>
                    <a:pt x="3429694" y="1817357"/>
                  </a:lnTo>
                  <a:lnTo>
                    <a:pt x="3445218" y="1819064"/>
                  </a:lnTo>
                  <a:lnTo>
                    <a:pt x="3446208" y="1819173"/>
                  </a:lnTo>
                  <a:lnTo>
                    <a:pt x="3447197" y="1819278"/>
                  </a:lnTo>
                  <a:lnTo>
                    <a:pt x="3462722" y="1820928"/>
                  </a:lnTo>
                  <a:lnTo>
                    <a:pt x="3463711" y="1821033"/>
                  </a:lnTo>
                  <a:lnTo>
                    <a:pt x="3464701" y="1821135"/>
                  </a:lnTo>
                  <a:lnTo>
                    <a:pt x="3480225" y="1822731"/>
                  </a:lnTo>
                  <a:lnTo>
                    <a:pt x="3481215" y="1822833"/>
                  </a:lnTo>
                  <a:lnTo>
                    <a:pt x="3482204" y="1822931"/>
                  </a:lnTo>
                  <a:lnTo>
                    <a:pt x="3497729" y="1824476"/>
                  </a:lnTo>
                  <a:lnTo>
                    <a:pt x="3498718" y="1824574"/>
                  </a:lnTo>
                  <a:lnTo>
                    <a:pt x="3499708" y="1824669"/>
                  </a:lnTo>
                  <a:lnTo>
                    <a:pt x="3515232" y="1826161"/>
                  </a:lnTo>
                  <a:lnTo>
                    <a:pt x="3516222" y="1826256"/>
                  </a:lnTo>
                  <a:lnTo>
                    <a:pt x="3517211" y="1826347"/>
                  </a:lnTo>
                  <a:lnTo>
                    <a:pt x="3532736" y="1827774"/>
                  </a:lnTo>
                  <a:lnTo>
                    <a:pt x="3533725" y="1827864"/>
                  </a:lnTo>
                  <a:lnTo>
                    <a:pt x="3534715" y="1827951"/>
                  </a:lnTo>
                  <a:lnTo>
                    <a:pt x="3550239" y="1829304"/>
                  </a:lnTo>
                  <a:lnTo>
                    <a:pt x="3551229" y="1829391"/>
                  </a:lnTo>
                  <a:lnTo>
                    <a:pt x="3552218" y="1829473"/>
                  </a:lnTo>
                  <a:lnTo>
                    <a:pt x="3567743" y="1830767"/>
                  </a:lnTo>
                  <a:lnTo>
                    <a:pt x="3568732" y="1830850"/>
                  </a:lnTo>
                  <a:lnTo>
                    <a:pt x="3569722" y="1830929"/>
                  </a:lnTo>
                  <a:lnTo>
                    <a:pt x="3585246" y="1832163"/>
                  </a:lnTo>
                  <a:lnTo>
                    <a:pt x="3586236" y="1832241"/>
                  </a:lnTo>
                  <a:lnTo>
                    <a:pt x="3587225" y="1832316"/>
                  </a:lnTo>
                  <a:lnTo>
                    <a:pt x="3602750" y="1833489"/>
                  </a:lnTo>
                  <a:lnTo>
                    <a:pt x="3603739" y="1833563"/>
                  </a:lnTo>
                  <a:lnTo>
                    <a:pt x="3604729" y="1833633"/>
                  </a:lnTo>
                  <a:lnTo>
                    <a:pt x="3620253" y="1834719"/>
                  </a:lnTo>
                  <a:lnTo>
                    <a:pt x="3621243" y="1834788"/>
                  </a:lnTo>
                  <a:lnTo>
                    <a:pt x="3622232" y="1834854"/>
                  </a:lnTo>
                  <a:lnTo>
                    <a:pt x="3637757" y="1835879"/>
                  </a:lnTo>
                  <a:lnTo>
                    <a:pt x="3638746" y="1835944"/>
                  </a:lnTo>
                  <a:lnTo>
                    <a:pt x="3639736" y="1836006"/>
                  </a:lnTo>
                  <a:lnTo>
                    <a:pt x="3655260" y="1836970"/>
                  </a:lnTo>
                  <a:lnTo>
                    <a:pt x="3656250" y="1837032"/>
                  </a:lnTo>
                  <a:lnTo>
                    <a:pt x="3657239" y="1837089"/>
                  </a:lnTo>
                  <a:lnTo>
                    <a:pt x="3672764" y="1837994"/>
                  </a:lnTo>
                  <a:lnTo>
                    <a:pt x="3673753" y="1838052"/>
                  </a:lnTo>
                  <a:lnTo>
                    <a:pt x="3674743" y="1838104"/>
                  </a:lnTo>
                  <a:lnTo>
                    <a:pt x="3690267" y="1838932"/>
                  </a:lnTo>
                  <a:lnTo>
                    <a:pt x="3691257" y="1838985"/>
                  </a:lnTo>
                  <a:lnTo>
                    <a:pt x="3692246" y="1839034"/>
                  </a:lnTo>
                  <a:lnTo>
                    <a:pt x="3696629" y="1839249"/>
                  </a:lnTo>
                  <a:lnTo>
                    <a:pt x="3696629" y="1848667"/>
                  </a:lnTo>
                  <a:lnTo>
                    <a:pt x="3692246" y="1848667"/>
                  </a:lnTo>
                  <a:lnTo>
                    <a:pt x="3691257" y="1848667"/>
                  </a:lnTo>
                  <a:lnTo>
                    <a:pt x="3690267" y="1848667"/>
                  </a:lnTo>
                  <a:lnTo>
                    <a:pt x="3674743" y="1848667"/>
                  </a:lnTo>
                  <a:lnTo>
                    <a:pt x="3673753" y="1848667"/>
                  </a:lnTo>
                  <a:lnTo>
                    <a:pt x="3672764" y="1848667"/>
                  </a:lnTo>
                  <a:lnTo>
                    <a:pt x="3657239" y="1848667"/>
                  </a:lnTo>
                  <a:lnTo>
                    <a:pt x="3656250" y="1848667"/>
                  </a:lnTo>
                  <a:lnTo>
                    <a:pt x="3655260" y="1848667"/>
                  </a:lnTo>
                  <a:lnTo>
                    <a:pt x="3639736" y="1848667"/>
                  </a:lnTo>
                  <a:lnTo>
                    <a:pt x="3638746" y="1848667"/>
                  </a:lnTo>
                  <a:lnTo>
                    <a:pt x="3637757" y="1848667"/>
                  </a:lnTo>
                  <a:lnTo>
                    <a:pt x="3622232" y="1848667"/>
                  </a:lnTo>
                  <a:lnTo>
                    <a:pt x="3621243" y="1848667"/>
                  </a:lnTo>
                  <a:lnTo>
                    <a:pt x="3620253" y="1848667"/>
                  </a:lnTo>
                  <a:lnTo>
                    <a:pt x="3604729" y="1848667"/>
                  </a:lnTo>
                  <a:lnTo>
                    <a:pt x="3603739" y="1848667"/>
                  </a:lnTo>
                  <a:lnTo>
                    <a:pt x="3602750" y="1848667"/>
                  </a:lnTo>
                  <a:lnTo>
                    <a:pt x="3587225" y="1848667"/>
                  </a:lnTo>
                  <a:lnTo>
                    <a:pt x="3586236" y="1848667"/>
                  </a:lnTo>
                  <a:lnTo>
                    <a:pt x="3585246" y="1848667"/>
                  </a:lnTo>
                  <a:lnTo>
                    <a:pt x="3569722" y="1848667"/>
                  </a:lnTo>
                  <a:lnTo>
                    <a:pt x="3568732" y="1848667"/>
                  </a:lnTo>
                  <a:lnTo>
                    <a:pt x="3567743" y="1848667"/>
                  </a:lnTo>
                  <a:lnTo>
                    <a:pt x="3552218" y="1848667"/>
                  </a:lnTo>
                  <a:lnTo>
                    <a:pt x="3551229" y="1848667"/>
                  </a:lnTo>
                  <a:lnTo>
                    <a:pt x="3550239" y="1848667"/>
                  </a:lnTo>
                  <a:lnTo>
                    <a:pt x="3534715" y="1848667"/>
                  </a:lnTo>
                  <a:lnTo>
                    <a:pt x="3533725" y="1848667"/>
                  </a:lnTo>
                  <a:lnTo>
                    <a:pt x="3532736" y="1848667"/>
                  </a:lnTo>
                  <a:lnTo>
                    <a:pt x="3517211" y="1848667"/>
                  </a:lnTo>
                  <a:lnTo>
                    <a:pt x="3516222" y="1848667"/>
                  </a:lnTo>
                  <a:lnTo>
                    <a:pt x="3515232" y="1848667"/>
                  </a:lnTo>
                  <a:lnTo>
                    <a:pt x="3499708" y="1848667"/>
                  </a:lnTo>
                  <a:lnTo>
                    <a:pt x="3498718" y="1848667"/>
                  </a:lnTo>
                  <a:lnTo>
                    <a:pt x="3497729" y="1848667"/>
                  </a:lnTo>
                  <a:lnTo>
                    <a:pt x="3482204" y="1848667"/>
                  </a:lnTo>
                  <a:lnTo>
                    <a:pt x="3481215" y="1848667"/>
                  </a:lnTo>
                  <a:lnTo>
                    <a:pt x="3480225" y="1848667"/>
                  </a:lnTo>
                  <a:lnTo>
                    <a:pt x="3464701" y="1848667"/>
                  </a:lnTo>
                  <a:lnTo>
                    <a:pt x="3463711" y="1848667"/>
                  </a:lnTo>
                  <a:lnTo>
                    <a:pt x="3462722" y="1848667"/>
                  </a:lnTo>
                  <a:lnTo>
                    <a:pt x="3447197" y="1848667"/>
                  </a:lnTo>
                  <a:lnTo>
                    <a:pt x="3446208" y="1848667"/>
                  </a:lnTo>
                  <a:lnTo>
                    <a:pt x="3445218" y="1848667"/>
                  </a:lnTo>
                  <a:lnTo>
                    <a:pt x="3429694" y="1848667"/>
                  </a:lnTo>
                  <a:lnTo>
                    <a:pt x="3428704" y="1848667"/>
                  </a:lnTo>
                  <a:lnTo>
                    <a:pt x="3427715" y="1848667"/>
                  </a:lnTo>
                  <a:lnTo>
                    <a:pt x="3412190" y="1848667"/>
                  </a:lnTo>
                  <a:lnTo>
                    <a:pt x="3411201" y="1848667"/>
                  </a:lnTo>
                  <a:lnTo>
                    <a:pt x="3410211" y="1848667"/>
                  </a:lnTo>
                  <a:lnTo>
                    <a:pt x="3394687" y="1848667"/>
                  </a:lnTo>
                  <a:lnTo>
                    <a:pt x="3393697" y="1848667"/>
                  </a:lnTo>
                  <a:lnTo>
                    <a:pt x="3392708" y="1848667"/>
                  </a:lnTo>
                  <a:lnTo>
                    <a:pt x="3377183" y="1848667"/>
                  </a:lnTo>
                  <a:lnTo>
                    <a:pt x="3376194" y="1848667"/>
                  </a:lnTo>
                  <a:lnTo>
                    <a:pt x="3375204" y="1848667"/>
                  </a:lnTo>
                  <a:lnTo>
                    <a:pt x="3359680" y="1848667"/>
                  </a:lnTo>
                  <a:lnTo>
                    <a:pt x="3358690" y="1848667"/>
                  </a:lnTo>
                  <a:lnTo>
                    <a:pt x="3357701" y="1848667"/>
                  </a:lnTo>
                  <a:lnTo>
                    <a:pt x="3342176" y="1848667"/>
                  </a:lnTo>
                  <a:lnTo>
                    <a:pt x="3341187" y="1848667"/>
                  </a:lnTo>
                  <a:lnTo>
                    <a:pt x="3340197" y="1848667"/>
                  </a:lnTo>
                  <a:lnTo>
                    <a:pt x="3324673" y="1848667"/>
                  </a:lnTo>
                  <a:lnTo>
                    <a:pt x="3323683" y="1848667"/>
                  </a:lnTo>
                  <a:lnTo>
                    <a:pt x="3322694" y="1848667"/>
                  </a:lnTo>
                  <a:lnTo>
                    <a:pt x="3307169" y="1848667"/>
                  </a:lnTo>
                  <a:lnTo>
                    <a:pt x="3306180" y="1848667"/>
                  </a:lnTo>
                  <a:lnTo>
                    <a:pt x="3305190" y="1848667"/>
                  </a:lnTo>
                  <a:lnTo>
                    <a:pt x="3289666" y="1848667"/>
                  </a:lnTo>
                  <a:lnTo>
                    <a:pt x="3288676" y="1848667"/>
                  </a:lnTo>
                  <a:lnTo>
                    <a:pt x="3287687" y="1848667"/>
                  </a:lnTo>
                  <a:lnTo>
                    <a:pt x="3272162" y="1848667"/>
                  </a:lnTo>
                  <a:lnTo>
                    <a:pt x="3271173" y="1848667"/>
                  </a:lnTo>
                  <a:lnTo>
                    <a:pt x="3270183" y="1848667"/>
                  </a:lnTo>
                  <a:lnTo>
                    <a:pt x="3254659" y="1848667"/>
                  </a:lnTo>
                  <a:lnTo>
                    <a:pt x="3253669" y="1848667"/>
                  </a:lnTo>
                  <a:lnTo>
                    <a:pt x="3252680" y="1848667"/>
                  </a:lnTo>
                  <a:lnTo>
                    <a:pt x="3237155" y="1848667"/>
                  </a:lnTo>
                  <a:lnTo>
                    <a:pt x="3236166" y="1848667"/>
                  </a:lnTo>
                  <a:lnTo>
                    <a:pt x="3235176" y="1848667"/>
                  </a:lnTo>
                  <a:lnTo>
                    <a:pt x="3219652" y="1848667"/>
                  </a:lnTo>
                  <a:lnTo>
                    <a:pt x="3218662" y="1848667"/>
                  </a:lnTo>
                  <a:lnTo>
                    <a:pt x="3217673" y="1848667"/>
                  </a:lnTo>
                  <a:lnTo>
                    <a:pt x="3202148" y="1848667"/>
                  </a:lnTo>
                  <a:lnTo>
                    <a:pt x="3201159" y="1848667"/>
                  </a:lnTo>
                  <a:lnTo>
                    <a:pt x="3200170" y="1848667"/>
                  </a:lnTo>
                  <a:lnTo>
                    <a:pt x="3184645" y="1848667"/>
                  </a:lnTo>
                  <a:lnTo>
                    <a:pt x="3183656" y="1848667"/>
                  </a:lnTo>
                  <a:lnTo>
                    <a:pt x="3182666" y="1848667"/>
                  </a:lnTo>
                  <a:lnTo>
                    <a:pt x="3167141" y="1848667"/>
                  </a:lnTo>
                  <a:lnTo>
                    <a:pt x="3166152" y="1848667"/>
                  </a:lnTo>
                  <a:lnTo>
                    <a:pt x="3165163" y="1848667"/>
                  </a:lnTo>
                  <a:lnTo>
                    <a:pt x="3149638" y="1848667"/>
                  </a:lnTo>
                  <a:lnTo>
                    <a:pt x="3148649" y="1848667"/>
                  </a:lnTo>
                  <a:lnTo>
                    <a:pt x="3147659" y="1848667"/>
                  </a:lnTo>
                  <a:lnTo>
                    <a:pt x="3132135" y="1848667"/>
                  </a:lnTo>
                  <a:lnTo>
                    <a:pt x="3131145" y="1848667"/>
                  </a:lnTo>
                  <a:lnTo>
                    <a:pt x="3130156" y="1848667"/>
                  </a:lnTo>
                  <a:lnTo>
                    <a:pt x="3114631" y="1848667"/>
                  </a:lnTo>
                  <a:lnTo>
                    <a:pt x="3113642" y="1848667"/>
                  </a:lnTo>
                  <a:lnTo>
                    <a:pt x="3112652" y="1848667"/>
                  </a:lnTo>
                  <a:lnTo>
                    <a:pt x="3097128" y="1848667"/>
                  </a:lnTo>
                  <a:lnTo>
                    <a:pt x="3096138" y="1848667"/>
                  </a:lnTo>
                  <a:lnTo>
                    <a:pt x="3095149" y="1848667"/>
                  </a:lnTo>
                  <a:lnTo>
                    <a:pt x="3079624" y="1848667"/>
                  </a:lnTo>
                  <a:lnTo>
                    <a:pt x="3078635" y="1848667"/>
                  </a:lnTo>
                  <a:lnTo>
                    <a:pt x="3077645" y="1848667"/>
                  </a:lnTo>
                  <a:lnTo>
                    <a:pt x="3062121" y="1848667"/>
                  </a:lnTo>
                  <a:lnTo>
                    <a:pt x="3061131" y="1848667"/>
                  </a:lnTo>
                  <a:lnTo>
                    <a:pt x="3060142" y="1848667"/>
                  </a:lnTo>
                  <a:lnTo>
                    <a:pt x="3044617" y="1848667"/>
                  </a:lnTo>
                  <a:lnTo>
                    <a:pt x="3043628" y="1848667"/>
                  </a:lnTo>
                  <a:lnTo>
                    <a:pt x="3042638" y="1848667"/>
                  </a:lnTo>
                  <a:lnTo>
                    <a:pt x="3027114" y="1848667"/>
                  </a:lnTo>
                  <a:lnTo>
                    <a:pt x="3026124" y="1848667"/>
                  </a:lnTo>
                  <a:lnTo>
                    <a:pt x="3025135" y="1848667"/>
                  </a:lnTo>
                  <a:lnTo>
                    <a:pt x="3009610" y="1848667"/>
                  </a:lnTo>
                  <a:lnTo>
                    <a:pt x="3008621" y="1848667"/>
                  </a:lnTo>
                  <a:lnTo>
                    <a:pt x="3007631" y="1848667"/>
                  </a:lnTo>
                  <a:lnTo>
                    <a:pt x="2992107" y="1848667"/>
                  </a:lnTo>
                  <a:lnTo>
                    <a:pt x="2991117" y="1848667"/>
                  </a:lnTo>
                  <a:lnTo>
                    <a:pt x="2990128" y="1848667"/>
                  </a:lnTo>
                  <a:lnTo>
                    <a:pt x="2974603" y="1848667"/>
                  </a:lnTo>
                  <a:lnTo>
                    <a:pt x="2973614" y="1848667"/>
                  </a:lnTo>
                  <a:lnTo>
                    <a:pt x="2972624" y="1848667"/>
                  </a:lnTo>
                  <a:lnTo>
                    <a:pt x="2957100" y="1848667"/>
                  </a:lnTo>
                  <a:lnTo>
                    <a:pt x="2956110" y="1848667"/>
                  </a:lnTo>
                  <a:lnTo>
                    <a:pt x="2955121" y="1848667"/>
                  </a:lnTo>
                  <a:lnTo>
                    <a:pt x="2939596" y="1848667"/>
                  </a:lnTo>
                  <a:lnTo>
                    <a:pt x="2938607" y="1848667"/>
                  </a:lnTo>
                  <a:lnTo>
                    <a:pt x="2937617" y="1848667"/>
                  </a:lnTo>
                  <a:lnTo>
                    <a:pt x="2922093" y="1848667"/>
                  </a:lnTo>
                  <a:lnTo>
                    <a:pt x="2921103" y="1848667"/>
                  </a:lnTo>
                  <a:lnTo>
                    <a:pt x="2920114" y="1848667"/>
                  </a:lnTo>
                  <a:lnTo>
                    <a:pt x="2904589" y="1848667"/>
                  </a:lnTo>
                  <a:lnTo>
                    <a:pt x="2903600" y="1848667"/>
                  </a:lnTo>
                  <a:lnTo>
                    <a:pt x="2902610" y="1848667"/>
                  </a:lnTo>
                  <a:lnTo>
                    <a:pt x="2887086" y="1848667"/>
                  </a:lnTo>
                  <a:lnTo>
                    <a:pt x="2886096" y="1848667"/>
                  </a:lnTo>
                  <a:lnTo>
                    <a:pt x="2885107" y="1848667"/>
                  </a:lnTo>
                  <a:lnTo>
                    <a:pt x="2869582" y="1848667"/>
                  </a:lnTo>
                  <a:lnTo>
                    <a:pt x="2868593" y="1848667"/>
                  </a:lnTo>
                  <a:lnTo>
                    <a:pt x="2867603" y="1848667"/>
                  </a:lnTo>
                  <a:lnTo>
                    <a:pt x="2852079" y="1848667"/>
                  </a:lnTo>
                  <a:lnTo>
                    <a:pt x="2851089" y="1848667"/>
                  </a:lnTo>
                  <a:lnTo>
                    <a:pt x="2850100" y="1848667"/>
                  </a:lnTo>
                  <a:lnTo>
                    <a:pt x="2834575" y="1848667"/>
                  </a:lnTo>
                  <a:lnTo>
                    <a:pt x="2833586" y="1848667"/>
                  </a:lnTo>
                  <a:lnTo>
                    <a:pt x="2832596" y="1848667"/>
                  </a:lnTo>
                  <a:lnTo>
                    <a:pt x="2817072" y="1848667"/>
                  </a:lnTo>
                  <a:lnTo>
                    <a:pt x="2816082" y="1848667"/>
                  </a:lnTo>
                  <a:lnTo>
                    <a:pt x="2815093" y="1848667"/>
                  </a:lnTo>
                  <a:lnTo>
                    <a:pt x="2799568" y="1848667"/>
                  </a:lnTo>
                  <a:lnTo>
                    <a:pt x="2798579" y="1848667"/>
                  </a:lnTo>
                  <a:lnTo>
                    <a:pt x="2797589" y="1848667"/>
                  </a:lnTo>
                  <a:lnTo>
                    <a:pt x="2782065" y="1848667"/>
                  </a:lnTo>
                  <a:lnTo>
                    <a:pt x="2781075" y="1848667"/>
                  </a:lnTo>
                  <a:lnTo>
                    <a:pt x="2780086" y="1848667"/>
                  </a:lnTo>
                  <a:lnTo>
                    <a:pt x="2764561" y="1848667"/>
                  </a:lnTo>
                  <a:lnTo>
                    <a:pt x="2763572" y="1848667"/>
                  </a:lnTo>
                  <a:lnTo>
                    <a:pt x="2762582" y="1848667"/>
                  </a:lnTo>
                  <a:lnTo>
                    <a:pt x="2747058" y="1848667"/>
                  </a:lnTo>
                  <a:lnTo>
                    <a:pt x="2746068" y="1848667"/>
                  </a:lnTo>
                  <a:lnTo>
                    <a:pt x="2745079" y="1848667"/>
                  </a:lnTo>
                  <a:lnTo>
                    <a:pt x="2729554" y="1848667"/>
                  </a:lnTo>
                  <a:lnTo>
                    <a:pt x="2728565" y="1848667"/>
                  </a:lnTo>
                  <a:lnTo>
                    <a:pt x="2727575" y="1848667"/>
                  </a:lnTo>
                  <a:lnTo>
                    <a:pt x="2712051" y="1848667"/>
                  </a:lnTo>
                  <a:lnTo>
                    <a:pt x="2711061" y="1848667"/>
                  </a:lnTo>
                  <a:lnTo>
                    <a:pt x="2710072" y="1848667"/>
                  </a:lnTo>
                  <a:lnTo>
                    <a:pt x="2694547" y="1848667"/>
                  </a:lnTo>
                  <a:lnTo>
                    <a:pt x="2693558" y="1848667"/>
                  </a:lnTo>
                  <a:lnTo>
                    <a:pt x="2692568" y="1848667"/>
                  </a:lnTo>
                  <a:lnTo>
                    <a:pt x="2677044" y="1848667"/>
                  </a:lnTo>
                  <a:lnTo>
                    <a:pt x="2676054" y="1848667"/>
                  </a:lnTo>
                  <a:lnTo>
                    <a:pt x="2675065" y="1848667"/>
                  </a:lnTo>
                  <a:lnTo>
                    <a:pt x="2659540" y="1848667"/>
                  </a:lnTo>
                  <a:lnTo>
                    <a:pt x="2658551" y="1848667"/>
                  </a:lnTo>
                  <a:lnTo>
                    <a:pt x="2657561" y="1848667"/>
                  </a:lnTo>
                  <a:lnTo>
                    <a:pt x="2642037" y="1848667"/>
                  </a:lnTo>
                  <a:lnTo>
                    <a:pt x="2641047" y="1848667"/>
                  </a:lnTo>
                  <a:lnTo>
                    <a:pt x="2640058" y="1848667"/>
                  </a:lnTo>
                  <a:lnTo>
                    <a:pt x="2624533" y="1848667"/>
                  </a:lnTo>
                  <a:lnTo>
                    <a:pt x="2623544" y="1848667"/>
                  </a:lnTo>
                  <a:lnTo>
                    <a:pt x="2622554" y="1848667"/>
                  </a:lnTo>
                  <a:lnTo>
                    <a:pt x="2607030" y="1848667"/>
                  </a:lnTo>
                  <a:lnTo>
                    <a:pt x="2606040" y="1848667"/>
                  </a:lnTo>
                  <a:lnTo>
                    <a:pt x="2605051" y="1848667"/>
                  </a:lnTo>
                  <a:lnTo>
                    <a:pt x="2589526" y="1848667"/>
                  </a:lnTo>
                  <a:lnTo>
                    <a:pt x="2588537" y="1848667"/>
                  </a:lnTo>
                  <a:lnTo>
                    <a:pt x="2587547" y="1848667"/>
                  </a:lnTo>
                  <a:lnTo>
                    <a:pt x="2572023" y="1848667"/>
                  </a:lnTo>
                  <a:lnTo>
                    <a:pt x="2571033" y="1848667"/>
                  </a:lnTo>
                  <a:lnTo>
                    <a:pt x="2570044" y="1848667"/>
                  </a:lnTo>
                  <a:lnTo>
                    <a:pt x="2554519" y="1848667"/>
                  </a:lnTo>
                  <a:lnTo>
                    <a:pt x="2553530" y="1848667"/>
                  </a:lnTo>
                  <a:lnTo>
                    <a:pt x="2552540" y="1848667"/>
                  </a:lnTo>
                  <a:lnTo>
                    <a:pt x="2537016" y="1848667"/>
                  </a:lnTo>
                  <a:lnTo>
                    <a:pt x="2536026" y="1848667"/>
                  </a:lnTo>
                  <a:lnTo>
                    <a:pt x="2535037" y="1848667"/>
                  </a:lnTo>
                  <a:lnTo>
                    <a:pt x="2519512" y="1848667"/>
                  </a:lnTo>
                  <a:lnTo>
                    <a:pt x="2518523" y="1848667"/>
                  </a:lnTo>
                  <a:lnTo>
                    <a:pt x="2517533" y="1848667"/>
                  </a:lnTo>
                  <a:lnTo>
                    <a:pt x="2502009" y="1848667"/>
                  </a:lnTo>
                  <a:lnTo>
                    <a:pt x="2501019" y="1848667"/>
                  </a:lnTo>
                  <a:lnTo>
                    <a:pt x="2500030" y="1848667"/>
                  </a:lnTo>
                  <a:lnTo>
                    <a:pt x="2484505" y="1848667"/>
                  </a:lnTo>
                  <a:lnTo>
                    <a:pt x="2483516" y="1848667"/>
                  </a:lnTo>
                  <a:lnTo>
                    <a:pt x="2482526" y="1848667"/>
                  </a:lnTo>
                  <a:lnTo>
                    <a:pt x="2467002" y="1848667"/>
                  </a:lnTo>
                  <a:lnTo>
                    <a:pt x="2466012" y="1848667"/>
                  </a:lnTo>
                  <a:lnTo>
                    <a:pt x="2465023" y="1848667"/>
                  </a:lnTo>
                  <a:lnTo>
                    <a:pt x="2449498" y="1848667"/>
                  </a:lnTo>
                  <a:lnTo>
                    <a:pt x="2448509" y="1848667"/>
                  </a:lnTo>
                  <a:lnTo>
                    <a:pt x="2447520" y="1848667"/>
                  </a:lnTo>
                  <a:lnTo>
                    <a:pt x="2431995" y="1848667"/>
                  </a:lnTo>
                  <a:lnTo>
                    <a:pt x="2431005" y="1848667"/>
                  </a:lnTo>
                  <a:lnTo>
                    <a:pt x="2430016" y="1848667"/>
                  </a:lnTo>
                  <a:lnTo>
                    <a:pt x="2414491" y="1848667"/>
                  </a:lnTo>
                  <a:lnTo>
                    <a:pt x="2413502" y="1848667"/>
                  </a:lnTo>
                  <a:lnTo>
                    <a:pt x="2412513" y="1848667"/>
                  </a:lnTo>
                  <a:lnTo>
                    <a:pt x="2396988" y="1848667"/>
                  </a:lnTo>
                  <a:lnTo>
                    <a:pt x="2395999" y="1848667"/>
                  </a:lnTo>
                  <a:lnTo>
                    <a:pt x="2395009" y="1848667"/>
                  </a:lnTo>
                  <a:lnTo>
                    <a:pt x="2379485" y="1848667"/>
                  </a:lnTo>
                  <a:lnTo>
                    <a:pt x="2378495" y="1848667"/>
                  </a:lnTo>
                  <a:lnTo>
                    <a:pt x="2377506" y="1848667"/>
                  </a:lnTo>
                  <a:lnTo>
                    <a:pt x="2361981" y="1848667"/>
                  </a:lnTo>
                  <a:lnTo>
                    <a:pt x="2360992" y="1848667"/>
                  </a:lnTo>
                  <a:lnTo>
                    <a:pt x="2360002" y="1848667"/>
                  </a:lnTo>
                  <a:lnTo>
                    <a:pt x="2344478" y="1848667"/>
                  </a:lnTo>
                  <a:lnTo>
                    <a:pt x="2343488" y="1848667"/>
                  </a:lnTo>
                  <a:lnTo>
                    <a:pt x="2342499" y="1848667"/>
                  </a:lnTo>
                  <a:lnTo>
                    <a:pt x="2326974" y="1848667"/>
                  </a:lnTo>
                  <a:lnTo>
                    <a:pt x="2325985" y="1848667"/>
                  </a:lnTo>
                  <a:lnTo>
                    <a:pt x="2324995" y="1848667"/>
                  </a:lnTo>
                  <a:lnTo>
                    <a:pt x="2309471" y="1848667"/>
                  </a:lnTo>
                  <a:lnTo>
                    <a:pt x="2308481" y="1848667"/>
                  </a:lnTo>
                  <a:lnTo>
                    <a:pt x="2307492" y="1848667"/>
                  </a:lnTo>
                  <a:lnTo>
                    <a:pt x="2291967" y="1848667"/>
                  </a:lnTo>
                  <a:lnTo>
                    <a:pt x="2290978" y="1848667"/>
                  </a:lnTo>
                  <a:lnTo>
                    <a:pt x="2289988" y="1848667"/>
                  </a:lnTo>
                  <a:lnTo>
                    <a:pt x="2274464" y="1848667"/>
                  </a:lnTo>
                  <a:lnTo>
                    <a:pt x="2273474" y="1848667"/>
                  </a:lnTo>
                  <a:lnTo>
                    <a:pt x="2272485" y="1848667"/>
                  </a:lnTo>
                  <a:lnTo>
                    <a:pt x="2256960" y="1848667"/>
                  </a:lnTo>
                  <a:lnTo>
                    <a:pt x="2255971" y="1848667"/>
                  </a:lnTo>
                  <a:lnTo>
                    <a:pt x="2254981" y="1848667"/>
                  </a:lnTo>
                  <a:lnTo>
                    <a:pt x="2239457" y="1848667"/>
                  </a:lnTo>
                  <a:lnTo>
                    <a:pt x="2238467" y="1848667"/>
                  </a:lnTo>
                  <a:lnTo>
                    <a:pt x="2237478" y="1848667"/>
                  </a:lnTo>
                  <a:lnTo>
                    <a:pt x="2221953" y="1848667"/>
                  </a:lnTo>
                  <a:lnTo>
                    <a:pt x="2220964" y="1848667"/>
                  </a:lnTo>
                  <a:lnTo>
                    <a:pt x="2219974" y="1848667"/>
                  </a:lnTo>
                  <a:lnTo>
                    <a:pt x="2204450" y="1848667"/>
                  </a:lnTo>
                  <a:lnTo>
                    <a:pt x="2203460" y="1848667"/>
                  </a:lnTo>
                  <a:lnTo>
                    <a:pt x="2202471" y="1848667"/>
                  </a:lnTo>
                  <a:lnTo>
                    <a:pt x="2186946" y="1848667"/>
                  </a:lnTo>
                  <a:lnTo>
                    <a:pt x="2185957" y="1848667"/>
                  </a:lnTo>
                  <a:lnTo>
                    <a:pt x="2184967" y="1848667"/>
                  </a:lnTo>
                  <a:lnTo>
                    <a:pt x="2169443" y="1848667"/>
                  </a:lnTo>
                  <a:lnTo>
                    <a:pt x="2168453" y="1848667"/>
                  </a:lnTo>
                  <a:lnTo>
                    <a:pt x="2167464" y="1848667"/>
                  </a:lnTo>
                  <a:lnTo>
                    <a:pt x="2151939" y="1848667"/>
                  </a:lnTo>
                  <a:lnTo>
                    <a:pt x="2150950" y="1848667"/>
                  </a:lnTo>
                  <a:lnTo>
                    <a:pt x="2149960" y="1848667"/>
                  </a:lnTo>
                  <a:lnTo>
                    <a:pt x="2134436" y="1848667"/>
                  </a:lnTo>
                  <a:lnTo>
                    <a:pt x="2133446" y="1848667"/>
                  </a:lnTo>
                  <a:lnTo>
                    <a:pt x="2132457" y="1848667"/>
                  </a:lnTo>
                  <a:lnTo>
                    <a:pt x="2116932" y="1848667"/>
                  </a:lnTo>
                  <a:lnTo>
                    <a:pt x="2115943" y="1848667"/>
                  </a:lnTo>
                  <a:lnTo>
                    <a:pt x="2114953" y="1848667"/>
                  </a:lnTo>
                  <a:lnTo>
                    <a:pt x="2099429" y="1848667"/>
                  </a:lnTo>
                  <a:lnTo>
                    <a:pt x="2098439" y="1848667"/>
                  </a:lnTo>
                  <a:lnTo>
                    <a:pt x="2097450" y="1848667"/>
                  </a:lnTo>
                  <a:lnTo>
                    <a:pt x="2081925" y="1848667"/>
                  </a:lnTo>
                  <a:lnTo>
                    <a:pt x="2080936" y="1848667"/>
                  </a:lnTo>
                  <a:lnTo>
                    <a:pt x="2079946" y="1848667"/>
                  </a:lnTo>
                  <a:lnTo>
                    <a:pt x="2064422" y="1848667"/>
                  </a:lnTo>
                  <a:lnTo>
                    <a:pt x="2063432" y="1848667"/>
                  </a:lnTo>
                  <a:lnTo>
                    <a:pt x="2062443" y="1848667"/>
                  </a:lnTo>
                  <a:lnTo>
                    <a:pt x="2046918" y="1848667"/>
                  </a:lnTo>
                  <a:lnTo>
                    <a:pt x="2045929" y="1848667"/>
                  </a:lnTo>
                  <a:lnTo>
                    <a:pt x="2044939" y="1848667"/>
                  </a:lnTo>
                  <a:lnTo>
                    <a:pt x="2029415" y="1848667"/>
                  </a:lnTo>
                  <a:lnTo>
                    <a:pt x="2028425" y="1848667"/>
                  </a:lnTo>
                  <a:lnTo>
                    <a:pt x="2027436" y="1848667"/>
                  </a:lnTo>
                  <a:lnTo>
                    <a:pt x="2011911" y="1848667"/>
                  </a:lnTo>
                  <a:lnTo>
                    <a:pt x="2010922" y="1848667"/>
                  </a:lnTo>
                  <a:lnTo>
                    <a:pt x="2009932" y="1848667"/>
                  </a:lnTo>
                  <a:lnTo>
                    <a:pt x="1994408" y="1848667"/>
                  </a:lnTo>
                  <a:lnTo>
                    <a:pt x="1993418" y="1848667"/>
                  </a:lnTo>
                  <a:lnTo>
                    <a:pt x="1992429" y="1848667"/>
                  </a:lnTo>
                  <a:lnTo>
                    <a:pt x="1976904" y="1848667"/>
                  </a:lnTo>
                  <a:lnTo>
                    <a:pt x="1975915" y="1848667"/>
                  </a:lnTo>
                  <a:lnTo>
                    <a:pt x="1974925" y="1848667"/>
                  </a:lnTo>
                  <a:lnTo>
                    <a:pt x="1959401" y="1848667"/>
                  </a:lnTo>
                  <a:lnTo>
                    <a:pt x="1958411" y="1848667"/>
                  </a:lnTo>
                  <a:lnTo>
                    <a:pt x="1957422" y="1848667"/>
                  </a:lnTo>
                  <a:lnTo>
                    <a:pt x="1941897" y="1848667"/>
                  </a:lnTo>
                  <a:lnTo>
                    <a:pt x="1940908" y="1848667"/>
                  </a:lnTo>
                  <a:lnTo>
                    <a:pt x="1939918" y="1848667"/>
                  </a:lnTo>
                  <a:lnTo>
                    <a:pt x="1924394" y="1848667"/>
                  </a:lnTo>
                  <a:lnTo>
                    <a:pt x="1923404" y="1848667"/>
                  </a:lnTo>
                  <a:lnTo>
                    <a:pt x="1922415" y="1848667"/>
                  </a:lnTo>
                  <a:lnTo>
                    <a:pt x="1906890" y="1848667"/>
                  </a:lnTo>
                  <a:lnTo>
                    <a:pt x="1905901" y="1848667"/>
                  </a:lnTo>
                  <a:lnTo>
                    <a:pt x="1904911" y="1848667"/>
                  </a:lnTo>
                  <a:lnTo>
                    <a:pt x="1889387" y="1848667"/>
                  </a:lnTo>
                  <a:lnTo>
                    <a:pt x="1888397" y="1848667"/>
                  </a:lnTo>
                  <a:lnTo>
                    <a:pt x="1887408" y="1848667"/>
                  </a:lnTo>
                  <a:lnTo>
                    <a:pt x="1871883" y="1848667"/>
                  </a:lnTo>
                  <a:lnTo>
                    <a:pt x="1870894" y="1848667"/>
                  </a:lnTo>
                  <a:lnTo>
                    <a:pt x="1869904" y="1848667"/>
                  </a:lnTo>
                  <a:lnTo>
                    <a:pt x="1854380" y="1848667"/>
                  </a:lnTo>
                  <a:lnTo>
                    <a:pt x="1853390" y="1848667"/>
                  </a:lnTo>
                  <a:lnTo>
                    <a:pt x="1852401" y="1848667"/>
                  </a:lnTo>
                  <a:lnTo>
                    <a:pt x="1836876" y="1848667"/>
                  </a:lnTo>
                  <a:lnTo>
                    <a:pt x="1835887" y="1848667"/>
                  </a:lnTo>
                  <a:lnTo>
                    <a:pt x="1834897" y="1848667"/>
                  </a:lnTo>
                  <a:lnTo>
                    <a:pt x="1819373" y="1848667"/>
                  </a:lnTo>
                  <a:lnTo>
                    <a:pt x="1818383" y="1848667"/>
                  </a:lnTo>
                  <a:lnTo>
                    <a:pt x="1817394" y="1848667"/>
                  </a:lnTo>
                  <a:lnTo>
                    <a:pt x="1801869" y="1848667"/>
                  </a:lnTo>
                  <a:lnTo>
                    <a:pt x="1800880" y="1848667"/>
                  </a:lnTo>
                  <a:lnTo>
                    <a:pt x="1799890" y="1848667"/>
                  </a:lnTo>
                  <a:lnTo>
                    <a:pt x="1784366" y="1848667"/>
                  </a:lnTo>
                  <a:lnTo>
                    <a:pt x="1783376" y="1848667"/>
                  </a:lnTo>
                  <a:lnTo>
                    <a:pt x="1782387" y="1848667"/>
                  </a:lnTo>
                  <a:lnTo>
                    <a:pt x="1766862" y="1848667"/>
                  </a:lnTo>
                  <a:lnTo>
                    <a:pt x="1765873" y="1848667"/>
                  </a:lnTo>
                  <a:lnTo>
                    <a:pt x="1764883" y="1848667"/>
                  </a:lnTo>
                  <a:lnTo>
                    <a:pt x="1749359" y="1848667"/>
                  </a:lnTo>
                  <a:lnTo>
                    <a:pt x="1748369" y="1848667"/>
                  </a:lnTo>
                  <a:lnTo>
                    <a:pt x="1747380" y="1848667"/>
                  </a:lnTo>
                  <a:lnTo>
                    <a:pt x="1731855" y="1848667"/>
                  </a:lnTo>
                  <a:lnTo>
                    <a:pt x="1730866" y="1848667"/>
                  </a:lnTo>
                  <a:lnTo>
                    <a:pt x="1729876" y="1848667"/>
                  </a:lnTo>
                  <a:lnTo>
                    <a:pt x="1714352" y="1848667"/>
                  </a:lnTo>
                  <a:lnTo>
                    <a:pt x="1713362" y="1848667"/>
                  </a:lnTo>
                  <a:lnTo>
                    <a:pt x="1712373" y="1848667"/>
                  </a:lnTo>
                  <a:lnTo>
                    <a:pt x="1696848" y="1848667"/>
                  </a:lnTo>
                  <a:lnTo>
                    <a:pt x="1695859" y="1848667"/>
                  </a:lnTo>
                  <a:lnTo>
                    <a:pt x="1694869" y="1848667"/>
                  </a:lnTo>
                  <a:lnTo>
                    <a:pt x="1679345" y="1848667"/>
                  </a:lnTo>
                  <a:lnTo>
                    <a:pt x="1678355" y="1848667"/>
                  </a:lnTo>
                  <a:lnTo>
                    <a:pt x="1677366" y="1848667"/>
                  </a:lnTo>
                  <a:lnTo>
                    <a:pt x="1661841" y="1848667"/>
                  </a:lnTo>
                  <a:lnTo>
                    <a:pt x="1660852" y="1848667"/>
                  </a:lnTo>
                  <a:lnTo>
                    <a:pt x="1659863" y="1848667"/>
                  </a:lnTo>
                  <a:lnTo>
                    <a:pt x="1644338" y="1848667"/>
                  </a:lnTo>
                  <a:lnTo>
                    <a:pt x="1643348" y="1848667"/>
                  </a:lnTo>
                  <a:lnTo>
                    <a:pt x="1642359" y="1848667"/>
                  </a:lnTo>
                  <a:lnTo>
                    <a:pt x="1626834" y="1848667"/>
                  </a:lnTo>
                  <a:lnTo>
                    <a:pt x="1625845" y="1848667"/>
                  </a:lnTo>
                  <a:lnTo>
                    <a:pt x="1624856" y="1848667"/>
                  </a:lnTo>
                  <a:lnTo>
                    <a:pt x="1609331" y="1848667"/>
                  </a:lnTo>
                  <a:lnTo>
                    <a:pt x="1608342" y="1848667"/>
                  </a:lnTo>
                  <a:lnTo>
                    <a:pt x="1607352" y="1848667"/>
                  </a:lnTo>
                  <a:lnTo>
                    <a:pt x="1591828" y="1848667"/>
                  </a:lnTo>
                  <a:lnTo>
                    <a:pt x="1590838" y="1848667"/>
                  </a:lnTo>
                  <a:lnTo>
                    <a:pt x="1589849" y="1848667"/>
                  </a:lnTo>
                  <a:lnTo>
                    <a:pt x="1574324" y="1848667"/>
                  </a:lnTo>
                  <a:lnTo>
                    <a:pt x="1573335" y="1848667"/>
                  </a:lnTo>
                  <a:lnTo>
                    <a:pt x="1572345" y="1848667"/>
                  </a:lnTo>
                  <a:lnTo>
                    <a:pt x="1556821" y="1848667"/>
                  </a:lnTo>
                  <a:lnTo>
                    <a:pt x="1555831" y="1848667"/>
                  </a:lnTo>
                  <a:lnTo>
                    <a:pt x="1554842" y="1848667"/>
                  </a:lnTo>
                  <a:lnTo>
                    <a:pt x="1539317" y="1848667"/>
                  </a:lnTo>
                  <a:lnTo>
                    <a:pt x="1538328" y="1848667"/>
                  </a:lnTo>
                  <a:lnTo>
                    <a:pt x="1537338" y="1848667"/>
                  </a:lnTo>
                  <a:lnTo>
                    <a:pt x="1521814" y="1848667"/>
                  </a:lnTo>
                  <a:lnTo>
                    <a:pt x="1520824" y="1848667"/>
                  </a:lnTo>
                  <a:lnTo>
                    <a:pt x="1519835" y="1848667"/>
                  </a:lnTo>
                  <a:lnTo>
                    <a:pt x="1504310" y="1848667"/>
                  </a:lnTo>
                  <a:lnTo>
                    <a:pt x="1503321" y="1848667"/>
                  </a:lnTo>
                  <a:lnTo>
                    <a:pt x="1502331" y="1848667"/>
                  </a:lnTo>
                  <a:lnTo>
                    <a:pt x="1486807" y="1848667"/>
                  </a:lnTo>
                  <a:lnTo>
                    <a:pt x="1485817" y="1848667"/>
                  </a:lnTo>
                  <a:lnTo>
                    <a:pt x="1484828" y="1848667"/>
                  </a:lnTo>
                  <a:lnTo>
                    <a:pt x="1469303" y="1848667"/>
                  </a:lnTo>
                  <a:lnTo>
                    <a:pt x="1468314" y="1848667"/>
                  </a:lnTo>
                  <a:lnTo>
                    <a:pt x="1467324" y="1848667"/>
                  </a:lnTo>
                  <a:lnTo>
                    <a:pt x="1451800" y="1848667"/>
                  </a:lnTo>
                  <a:lnTo>
                    <a:pt x="1450810" y="1848667"/>
                  </a:lnTo>
                  <a:lnTo>
                    <a:pt x="1449821" y="1848667"/>
                  </a:lnTo>
                  <a:lnTo>
                    <a:pt x="1434296" y="1848667"/>
                  </a:lnTo>
                  <a:lnTo>
                    <a:pt x="1433307" y="1848667"/>
                  </a:lnTo>
                  <a:lnTo>
                    <a:pt x="1432317" y="1848667"/>
                  </a:lnTo>
                  <a:lnTo>
                    <a:pt x="1416793" y="1848667"/>
                  </a:lnTo>
                  <a:lnTo>
                    <a:pt x="1415803" y="1848667"/>
                  </a:lnTo>
                  <a:lnTo>
                    <a:pt x="1414814" y="1848667"/>
                  </a:lnTo>
                  <a:lnTo>
                    <a:pt x="1399289" y="1848667"/>
                  </a:lnTo>
                  <a:lnTo>
                    <a:pt x="1398300" y="1848667"/>
                  </a:lnTo>
                  <a:lnTo>
                    <a:pt x="1397310" y="1848667"/>
                  </a:lnTo>
                  <a:lnTo>
                    <a:pt x="1381786" y="1848667"/>
                  </a:lnTo>
                  <a:lnTo>
                    <a:pt x="1380796" y="1848667"/>
                  </a:lnTo>
                  <a:lnTo>
                    <a:pt x="1379807" y="1848667"/>
                  </a:lnTo>
                  <a:lnTo>
                    <a:pt x="1364282" y="1848667"/>
                  </a:lnTo>
                  <a:lnTo>
                    <a:pt x="1363293" y="1848667"/>
                  </a:lnTo>
                  <a:lnTo>
                    <a:pt x="1362303" y="1848667"/>
                  </a:lnTo>
                  <a:lnTo>
                    <a:pt x="1346779" y="1848667"/>
                  </a:lnTo>
                  <a:lnTo>
                    <a:pt x="1345789" y="1848667"/>
                  </a:lnTo>
                  <a:lnTo>
                    <a:pt x="1344800" y="1848667"/>
                  </a:lnTo>
                  <a:lnTo>
                    <a:pt x="1329275" y="1848667"/>
                  </a:lnTo>
                  <a:lnTo>
                    <a:pt x="1328286" y="1848667"/>
                  </a:lnTo>
                  <a:lnTo>
                    <a:pt x="1327296" y="1848667"/>
                  </a:lnTo>
                  <a:lnTo>
                    <a:pt x="1311772" y="1848667"/>
                  </a:lnTo>
                  <a:lnTo>
                    <a:pt x="1310782" y="1848667"/>
                  </a:lnTo>
                  <a:lnTo>
                    <a:pt x="1309793" y="1848667"/>
                  </a:lnTo>
                  <a:lnTo>
                    <a:pt x="1294268" y="1848667"/>
                  </a:lnTo>
                  <a:lnTo>
                    <a:pt x="1293279" y="1848667"/>
                  </a:lnTo>
                  <a:lnTo>
                    <a:pt x="1292289" y="1848667"/>
                  </a:lnTo>
                  <a:lnTo>
                    <a:pt x="1276765" y="1848667"/>
                  </a:lnTo>
                  <a:lnTo>
                    <a:pt x="1275775" y="1848667"/>
                  </a:lnTo>
                  <a:lnTo>
                    <a:pt x="1274786" y="1848667"/>
                  </a:lnTo>
                  <a:lnTo>
                    <a:pt x="1259261" y="1848667"/>
                  </a:lnTo>
                  <a:lnTo>
                    <a:pt x="1258272" y="1848667"/>
                  </a:lnTo>
                  <a:lnTo>
                    <a:pt x="1257282" y="1848667"/>
                  </a:lnTo>
                  <a:lnTo>
                    <a:pt x="1241758" y="1848667"/>
                  </a:lnTo>
                  <a:lnTo>
                    <a:pt x="1240768" y="1848667"/>
                  </a:lnTo>
                  <a:lnTo>
                    <a:pt x="1239779" y="1848667"/>
                  </a:lnTo>
                  <a:lnTo>
                    <a:pt x="1224254" y="1848667"/>
                  </a:lnTo>
                  <a:lnTo>
                    <a:pt x="1223265" y="1848667"/>
                  </a:lnTo>
                  <a:lnTo>
                    <a:pt x="1222275" y="1848667"/>
                  </a:lnTo>
                  <a:lnTo>
                    <a:pt x="1206751" y="1848667"/>
                  </a:lnTo>
                  <a:lnTo>
                    <a:pt x="1205761" y="1848667"/>
                  </a:lnTo>
                  <a:lnTo>
                    <a:pt x="1204772" y="1848667"/>
                  </a:lnTo>
                  <a:lnTo>
                    <a:pt x="1189247" y="1848667"/>
                  </a:lnTo>
                  <a:lnTo>
                    <a:pt x="1188258" y="1848667"/>
                  </a:lnTo>
                  <a:lnTo>
                    <a:pt x="1187268" y="1848667"/>
                  </a:lnTo>
                  <a:lnTo>
                    <a:pt x="1171744" y="1848667"/>
                  </a:lnTo>
                  <a:lnTo>
                    <a:pt x="1170754" y="1848667"/>
                  </a:lnTo>
                  <a:lnTo>
                    <a:pt x="1169765" y="1848667"/>
                  </a:lnTo>
                  <a:lnTo>
                    <a:pt x="1154240" y="1848667"/>
                  </a:lnTo>
                  <a:lnTo>
                    <a:pt x="1153251" y="1848667"/>
                  </a:lnTo>
                  <a:lnTo>
                    <a:pt x="1152261" y="1848667"/>
                  </a:lnTo>
                  <a:lnTo>
                    <a:pt x="1136737" y="1848667"/>
                  </a:lnTo>
                  <a:lnTo>
                    <a:pt x="1135747" y="1848667"/>
                  </a:lnTo>
                  <a:lnTo>
                    <a:pt x="1134758" y="1848667"/>
                  </a:lnTo>
                  <a:lnTo>
                    <a:pt x="1119233" y="1848667"/>
                  </a:lnTo>
                  <a:lnTo>
                    <a:pt x="1118244" y="1848667"/>
                  </a:lnTo>
                  <a:lnTo>
                    <a:pt x="1117254" y="1848667"/>
                  </a:lnTo>
                  <a:lnTo>
                    <a:pt x="1101730" y="1848667"/>
                  </a:lnTo>
                  <a:lnTo>
                    <a:pt x="1100740" y="1848667"/>
                  </a:lnTo>
                  <a:lnTo>
                    <a:pt x="1099751" y="1848667"/>
                  </a:lnTo>
                  <a:lnTo>
                    <a:pt x="1084226" y="1848667"/>
                  </a:lnTo>
                  <a:lnTo>
                    <a:pt x="1083237" y="1848667"/>
                  </a:lnTo>
                  <a:lnTo>
                    <a:pt x="1082247" y="1848667"/>
                  </a:lnTo>
                  <a:lnTo>
                    <a:pt x="1066723" y="1848667"/>
                  </a:lnTo>
                  <a:lnTo>
                    <a:pt x="1065733" y="1848667"/>
                  </a:lnTo>
                  <a:lnTo>
                    <a:pt x="1064744" y="1848667"/>
                  </a:lnTo>
                  <a:lnTo>
                    <a:pt x="1049219" y="1848667"/>
                  </a:lnTo>
                  <a:lnTo>
                    <a:pt x="1048230" y="1848667"/>
                  </a:lnTo>
                  <a:lnTo>
                    <a:pt x="1047240" y="1848667"/>
                  </a:lnTo>
                  <a:lnTo>
                    <a:pt x="1031716" y="1848667"/>
                  </a:lnTo>
                  <a:lnTo>
                    <a:pt x="1030726" y="1848667"/>
                  </a:lnTo>
                  <a:lnTo>
                    <a:pt x="1029737" y="1848667"/>
                  </a:lnTo>
                  <a:lnTo>
                    <a:pt x="1014212" y="1848667"/>
                  </a:lnTo>
                  <a:lnTo>
                    <a:pt x="1013223" y="1848667"/>
                  </a:lnTo>
                  <a:lnTo>
                    <a:pt x="1012233" y="1848667"/>
                  </a:lnTo>
                  <a:lnTo>
                    <a:pt x="996709" y="1848667"/>
                  </a:lnTo>
                  <a:lnTo>
                    <a:pt x="995719" y="1848667"/>
                  </a:lnTo>
                  <a:lnTo>
                    <a:pt x="994730" y="1848667"/>
                  </a:lnTo>
                  <a:lnTo>
                    <a:pt x="979205" y="1848667"/>
                  </a:lnTo>
                  <a:lnTo>
                    <a:pt x="978216" y="1848667"/>
                  </a:lnTo>
                  <a:lnTo>
                    <a:pt x="977226" y="1848667"/>
                  </a:lnTo>
                  <a:lnTo>
                    <a:pt x="961702" y="1848667"/>
                  </a:lnTo>
                  <a:lnTo>
                    <a:pt x="960712" y="1848667"/>
                  </a:lnTo>
                  <a:lnTo>
                    <a:pt x="959723" y="1848667"/>
                  </a:lnTo>
                  <a:lnTo>
                    <a:pt x="944198" y="1848667"/>
                  </a:lnTo>
                  <a:lnTo>
                    <a:pt x="943209" y="1848667"/>
                  </a:lnTo>
                  <a:lnTo>
                    <a:pt x="942219" y="1848667"/>
                  </a:lnTo>
                  <a:lnTo>
                    <a:pt x="926695" y="1848667"/>
                  </a:lnTo>
                  <a:lnTo>
                    <a:pt x="925705" y="1848667"/>
                  </a:lnTo>
                  <a:lnTo>
                    <a:pt x="924716" y="1848667"/>
                  </a:lnTo>
                  <a:lnTo>
                    <a:pt x="909191" y="1848667"/>
                  </a:lnTo>
                  <a:lnTo>
                    <a:pt x="908202" y="1848667"/>
                  </a:lnTo>
                  <a:lnTo>
                    <a:pt x="907212" y="1848667"/>
                  </a:lnTo>
                  <a:lnTo>
                    <a:pt x="891688" y="1848667"/>
                  </a:lnTo>
                  <a:lnTo>
                    <a:pt x="890698" y="1848667"/>
                  </a:lnTo>
                  <a:lnTo>
                    <a:pt x="889709" y="1848667"/>
                  </a:lnTo>
                  <a:lnTo>
                    <a:pt x="874184" y="1848667"/>
                  </a:lnTo>
                  <a:lnTo>
                    <a:pt x="873195" y="1848667"/>
                  </a:lnTo>
                  <a:lnTo>
                    <a:pt x="872206" y="1848667"/>
                  </a:lnTo>
                  <a:lnTo>
                    <a:pt x="856681" y="1848667"/>
                  </a:lnTo>
                  <a:lnTo>
                    <a:pt x="855691" y="1848667"/>
                  </a:lnTo>
                  <a:lnTo>
                    <a:pt x="854702" y="1848667"/>
                  </a:lnTo>
                  <a:lnTo>
                    <a:pt x="839177" y="1848667"/>
                  </a:lnTo>
                  <a:lnTo>
                    <a:pt x="838188" y="1848667"/>
                  </a:lnTo>
                  <a:lnTo>
                    <a:pt x="837199" y="1848667"/>
                  </a:lnTo>
                  <a:lnTo>
                    <a:pt x="821674" y="1848667"/>
                  </a:lnTo>
                  <a:lnTo>
                    <a:pt x="820685" y="1848667"/>
                  </a:lnTo>
                  <a:lnTo>
                    <a:pt x="819695" y="1848667"/>
                  </a:lnTo>
                  <a:lnTo>
                    <a:pt x="804171" y="1848667"/>
                  </a:lnTo>
                  <a:lnTo>
                    <a:pt x="803181" y="1848667"/>
                  </a:lnTo>
                  <a:lnTo>
                    <a:pt x="802192" y="1848667"/>
                  </a:lnTo>
                  <a:lnTo>
                    <a:pt x="786667" y="1848667"/>
                  </a:lnTo>
                  <a:lnTo>
                    <a:pt x="785678" y="1848667"/>
                  </a:lnTo>
                  <a:lnTo>
                    <a:pt x="784688" y="1848667"/>
                  </a:lnTo>
                  <a:lnTo>
                    <a:pt x="769164" y="1848667"/>
                  </a:lnTo>
                  <a:lnTo>
                    <a:pt x="768174" y="1848667"/>
                  </a:lnTo>
                  <a:lnTo>
                    <a:pt x="767185" y="1848667"/>
                  </a:lnTo>
                  <a:lnTo>
                    <a:pt x="751660" y="1848667"/>
                  </a:lnTo>
                  <a:lnTo>
                    <a:pt x="750671" y="1848667"/>
                  </a:lnTo>
                  <a:lnTo>
                    <a:pt x="749681" y="1848667"/>
                  </a:lnTo>
                  <a:lnTo>
                    <a:pt x="734157" y="1848667"/>
                  </a:lnTo>
                  <a:lnTo>
                    <a:pt x="733167" y="1848667"/>
                  </a:lnTo>
                  <a:lnTo>
                    <a:pt x="732178" y="1848667"/>
                  </a:lnTo>
                  <a:lnTo>
                    <a:pt x="716653" y="1848667"/>
                  </a:lnTo>
                  <a:lnTo>
                    <a:pt x="715664" y="1848667"/>
                  </a:lnTo>
                  <a:lnTo>
                    <a:pt x="714674" y="1848667"/>
                  </a:lnTo>
                  <a:lnTo>
                    <a:pt x="699150" y="1848667"/>
                  </a:lnTo>
                  <a:lnTo>
                    <a:pt x="698160" y="1848667"/>
                  </a:lnTo>
                  <a:lnTo>
                    <a:pt x="697171" y="1848667"/>
                  </a:lnTo>
                  <a:lnTo>
                    <a:pt x="681646" y="1848667"/>
                  </a:lnTo>
                  <a:lnTo>
                    <a:pt x="680657" y="1848667"/>
                  </a:lnTo>
                  <a:lnTo>
                    <a:pt x="679667" y="1848667"/>
                  </a:lnTo>
                  <a:lnTo>
                    <a:pt x="664143" y="1848667"/>
                  </a:lnTo>
                  <a:lnTo>
                    <a:pt x="663153" y="1848667"/>
                  </a:lnTo>
                  <a:lnTo>
                    <a:pt x="662164" y="1848667"/>
                  </a:lnTo>
                  <a:lnTo>
                    <a:pt x="646639" y="1848667"/>
                  </a:lnTo>
                  <a:lnTo>
                    <a:pt x="645650" y="1848667"/>
                  </a:lnTo>
                  <a:lnTo>
                    <a:pt x="644660" y="1848667"/>
                  </a:lnTo>
                  <a:lnTo>
                    <a:pt x="629136" y="1848667"/>
                  </a:lnTo>
                  <a:lnTo>
                    <a:pt x="628146" y="1848667"/>
                  </a:lnTo>
                  <a:lnTo>
                    <a:pt x="627157" y="1848667"/>
                  </a:lnTo>
                  <a:lnTo>
                    <a:pt x="611632" y="1848667"/>
                  </a:lnTo>
                  <a:lnTo>
                    <a:pt x="610643" y="1848667"/>
                  </a:lnTo>
                  <a:lnTo>
                    <a:pt x="609653" y="1848667"/>
                  </a:lnTo>
                  <a:lnTo>
                    <a:pt x="594129" y="1848667"/>
                  </a:lnTo>
                  <a:lnTo>
                    <a:pt x="593139" y="1848667"/>
                  </a:lnTo>
                  <a:lnTo>
                    <a:pt x="592150" y="1848667"/>
                  </a:lnTo>
                  <a:lnTo>
                    <a:pt x="576625" y="1848667"/>
                  </a:lnTo>
                  <a:lnTo>
                    <a:pt x="575636" y="1848667"/>
                  </a:lnTo>
                  <a:lnTo>
                    <a:pt x="574646" y="1848667"/>
                  </a:lnTo>
                  <a:lnTo>
                    <a:pt x="559122" y="1848667"/>
                  </a:lnTo>
                  <a:lnTo>
                    <a:pt x="558132" y="1848667"/>
                  </a:lnTo>
                  <a:lnTo>
                    <a:pt x="557143" y="1848667"/>
                  </a:lnTo>
                  <a:lnTo>
                    <a:pt x="541618" y="1848667"/>
                  </a:lnTo>
                  <a:lnTo>
                    <a:pt x="540629" y="1848667"/>
                  </a:lnTo>
                  <a:lnTo>
                    <a:pt x="539639" y="1848667"/>
                  </a:lnTo>
                  <a:lnTo>
                    <a:pt x="524115" y="1848667"/>
                  </a:lnTo>
                  <a:lnTo>
                    <a:pt x="523125" y="1848667"/>
                  </a:lnTo>
                  <a:lnTo>
                    <a:pt x="522136" y="1848667"/>
                  </a:lnTo>
                  <a:lnTo>
                    <a:pt x="506611" y="1848667"/>
                  </a:lnTo>
                  <a:lnTo>
                    <a:pt x="505622" y="1848667"/>
                  </a:lnTo>
                  <a:lnTo>
                    <a:pt x="504632" y="1848667"/>
                  </a:lnTo>
                  <a:lnTo>
                    <a:pt x="489108" y="1848667"/>
                  </a:lnTo>
                  <a:lnTo>
                    <a:pt x="488118" y="1848667"/>
                  </a:lnTo>
                  <a:lnTo>
                    <a:pt x="487129" y="1848667"/>
                  </a:lnTo>
                  <a:lnTo>
                    <a:pt x="471604" y="1848667"/>
                  </a:lnTo>
                  <a:lnTo>
                    <a:pt x="470615" y="1848667"/>
                  </a:lnTo>
                  <a:lnTo>
                    <a:pt x="469625" y="1848667"/>
                  </a:lnTo>
                  <a:lnTo>
                    <a:pt x="454101" y="1848667"/>
                  </a:lnTo>
                  <a:lnTo>
                    <a:pt x="453111" y="1848667"/>
                  </a:lnTo>
                  <a:lnTo>
                    <a:pt x="452122" y="1848667"/>
                  </a:lnTo>
                  <a:lnTo>
                    <a:pt x="436597" y="1848667"/>
                  </a:lnTo>
                  <a:lnTo>
                    <a:pt x="435608" y="1848667"/>
                  </a:lnTo>
                  <a:lnTo>
                    <a:pt x="434618" y="1848667"/>
                  </a:lnTo>
                  <a:lnTo>
                    <a:pt x="419094" y="1848667"/>
                  </a:lnTo>
                  <a:lnTo>
                    <a:pt x="418104" y="1848667"/>
                  </a:lnTo>
                  <a:lnTo>
                    <a:pt x="417115" y="1848667"/>
                  </a:lnTo>
                  <a:lnTo>
                    <a:pt x="401590" y="1848667"/>
                  </a:lnTo>
                  <a:lnTo>
                    <a:pt x="400601" y="1848667"/>
                  </a:lnTo>
                  <a:lnTo>
                    <a:pt x="399611" y="1848667"/>
                  </a:lnTo>
                  <a:lnTo>
                    <a:pt x="384087" y="1848667"/>
                  </a:lnTo>
                  <a:lnTo>
                    <a:pt x="383097" y="1848667"/>
                  </a:lnTo>
                  <a:lnTo>
                    <a:pt x="382108" y="1848667"/>
                  </a:lnTo>
                  <a:lnTo>
                    <a:pt x="366583" y="1848667"/>
                  </a:lnTo>
                  <a:lnTo>
                    <a:pt x="365594" y="1848667"/>
                  </a:lnTo>
                  <a:lnTo>
                    <a:pt x="364604" y="1848667"/>
                  </a:lnTo>
                  <a:lnTo>
                    <a:pt x="349080" y="1848667"/>
                  </a:lnTo>
                  <a:lnTo>
                    <a:pt x="348090" y="1848667"/>
                  </a:lnTo>
                  <a:lnTo>
                    <a:pt x="347101" y="1848667"/>
                  </a:lnTo>
                  <a:lnTo>
                    <a:pt x="331576" y="1848667"/>
                  </a:lnTo>
                  <a:lnTo>
                    <a:pt x="330587" y="1848667"/>
                  </a:lnTo>
                  <a:lnTo>
                    <a:pt x="329597" y="1848667"/>
                  </a:lnTo>
                  <a:lnTo>
                    <a:pt x="314073" y="1848667"/>
                  </a:lnTo>
                  <a:lnTo>
                    <a:pt x="313083" y="1848667"/>
                  </a:lnTo>
                  <a:lnTo>
                    <a:pt x="312094" y="1848667"/>
                  </a:lnTo>
                  <a:lnTo>
                    <a:pt x="296569" y="1848667"/>
                  </a:lnTo>
                  <a:lnTo>
                    <a:pt x="295580" y="1848667"/>
                  </a:lnTo>
                  <a:lnTo>
                    <a:pt x="294590" y="1848667"/>
                  </a:lnTo>
                  <a:lnTo>
                    <a:pt x="279066" y="1848667"/>
                  </a:lnTo>
                  <a:lnTo>
                    <a:pt x="278076" y="1848667"/>
                  </a:lnTo>
                  <a:lnTo>
                    <a:pt x="277087" y="1848667"/>
                  </a:lnTo>
                  <a:lnTo>
                    <a:pt x="261562" y="1848667"/>
                  </a:lnTo>
                  <a:lnTo>
                    <a:pt x="260573" y="1848667"/>
                  </a:lnTo>
                  <a:lnTo>
                    <a:pt x="259583" y="1848667"/>
                  </a:lnTo>
                  <a:lnTo>
                    <a:pt x="244059" y="1848667"/>
                  </a:lnTo>
                  <a:lnTo>
                    <a:pt x="243069" y="1848667"/>
                  </a:lnTo>
                  <a:lnTo>
                    <a:pt x="242080" y="1848667"/>
                  </a:lnTo>
                  <a:lnTo>
                    <a:pt x="226555" y="1848667"/>
                  </a:lnTo>
                  <a:lnTo>
                    <a:pt x="225566" y="1848667"/>
                  </a:lnTo>
                  <a:lnTo>
                    <a:pt x="224576" y="1848667"/>
                  </a:lnTo>
                  <a:lnTo>
                    <a:pt x="209052" y="1848667"/>
                  </a:lnTo>
                  <a:lnTo>
                    <a:pt x="208062" y="1848667"/>
                  </a:lnTo>
                  <a:lnTo>
                    <a:pt x="207073" y="1848667"/>
                  </a:lnTo>
                  <a:lnTo>
                    <a:pt x="191548" y="1848667"/>
                  </a:lnTo>
                  <a:lnTo>
                    <a:pt x="190559" y="1848667"/>
                  </a:lnTo>
                  <a:lnTo>
                    <a:pt x="189569" y="1848667"/>
                  </a:lnTo>
                  <a:lnTo>
                    <a:pt x="174045" y="1848667"/>
                  </a:lnTo>
                  <a:lnTo>
                    <a:pt x="173055" y="1848667"/>
                  </a:lnTo>
                  <a:lnTo>
                    <a:pt x="172066" y="1848667"/>
                  </a:lnTo>
                  <a:lnTo>
                    <a:pt x="156541" y="1848667"/>
                  </a:lnTo>
                  <a:lnTo>
                    <a:pt x="155552" y="1848667"/>
                  </a:lnTo>
                  <a:lnTo>
                    <a:pt x="154562" y="1848667"/>
                  </a:lnTo>
                  <a:lnTo>
                    <a:pt x="139038" y="1848667"/>
                  </a:lnTo>
                  <a:lnTo>
                    <a:pt x="138048" y="1848667"/>
                  </a:lnTo>
                  <a:lnTo>
                    <a:pt x="137059" y="1848667"/>
                  </a:lnTo>
                  <a:lnTo>
                    <a:pt x="121534" y="1848667"/>
                  </a:lnTo>
                  <a:lnTo>
                    <a:pt x="120545" y="1848667"/>
                  </a:lnTo>
                  <a:lnTo>
                    <a:pt x="119555" y="1848667"/>
                  </a:lnTo>
                  <a:lnTo>
                    <a:pt x="104031" y="1848667"/>
                  </a:lnTo>
                  <a:lnTo>
                    <a:pt x="103041" y="1848667"/>
                  </a:lnTo>
                  <a:lnTo>
                    <a:pt x="102052" y="1848667"/>
                  </a:lnTo>
                  <a:lnTo>
                    <a:pt x="86527" y="1848667"/>
                  </a:lnTo>
                  <a:lnTo>
                    <a:pt x="85538" y="1848667"/>
                  </a:lnTo>
                  <a:lnTo>
                    <a:pt x="84549" y="1848667"/>
                  </a:lnTo>
                  <a:lnTo>
                    <a:pt x="69024" y="1848667"/>
                  </a:lnTo>
                  <a:lnTo>
                    <a:pt x="68035" y="1848667"/>
                  </a:lnTo>
                  <a:lnTo>
                    <a:pt x="67045" y="1848667"/>
                  </a:lnTo>
                  <a:lnTo>
                    <a:pt x="51520" y="1848667"/>
                  </a:lnTo>
                  <a:lnTo>
                    <a:pt x="50531" y="1848667"/>
                  </a:lnTo>
                  <a:lnTo>
                    <a:pt x="49542" y="1848667"/>
                  </a:lnTo>
                  <a:lnTo>
                    <a:pt x="34017" y="1848667"/>
                  </a:lnTo>
                  <a:lnTo>
                    <a:pt x="33028" y="1848667"/>
                  </a:lnTo>
                  <a:lnTo>
                    <a:pt x="32038" y="1848667"/>
                  </a:lnTo>
                  <a:lnTo>
                    <a:pt x="16514" y="1848667"/>
                  </a:lnTo>
                  <a:lnTo>
                    <a:pt x="15524" y="1848667"/>
                  </a:lnTo>
                  <a:lnTo>
                    <a:pt x="14535" y="1848667"/>
                  </a:lnTo>
                  <a:lnTo>
                    <a:pt x="1978" y="1848667"/>
                  </a:lnTo>
                  <a:lnTo>
                    <a:pt x="989" y="1848667"/>
                  </a:lnTo>
                  <a:lnTo>
                    <a:pt x="0" y="1848667"/>
                  </a:lnTo>
                  <a:close/>
                </a:path>
              </a:pathLst>
            </a:custGeom>
            <a:solidFill>
              <a:srgbClr val="999999">
                <a:alpha val="6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908918" y="3633165"/>
              <a:ext cx="3695640" cy="1839249"/>
            </a:xfrm>
            <a:custGeom>
              <a:avLst/>
              <a:pathLst>
                <a:path w="3695640" h="1839249">
                  <a:moveTo>
                    <a:pt x="0" y="0"/>
                  </a:moveTo>
                  <a:lnTo>
                    <a:pt x="989" y="92"/>
                  </a:lnTo>
                  <a:lnTo>
                    <a:pt x="13545" y="1270"/>
                  </a:lnTo>
                  <a:lnTo>
                    <a:pt x="14535" y="1363"/>
                  </a:lnTo>
                  <a:lnTo>
                    <a:pt x="15524" y="1562"/>
                  </a:lnTo>
                  <a:lnTo>
                    <a:pt x="31049" y="4687"/>
                  </a:lnTo>
                  <a:lnTo>
                    <a:pt x="32038" y="4886"/>
                  </a:lnTo>
                  <a:lnTo>
                    <a:pt x="33028" y="5196"/>
                  </a:lnTo>
                  <a:lnTo>
                    <a:pt x="48552" y="10069"/>
                  </a:lnTo>
                  <a:lnTo>
                    <a:pt x="49542" y="10380"/>
                  </a:lnTo>
                  <a:lnTo>
                    <a:pt x="50531" y="10779"/>
                  </a:lnTo>
                  <a:lnTo>
                    <a:pt x="66056" y="17048"/>
                  </a:lnTo>
                  <a:lnTo>
                    <a:pt x="67045" y="17448"/>
                  </a:lnTo>
                  <a:lnTo>
                    <a:pt x="68035" y="17935"/>
                  </a:lnTo>
                  <a:lnTo>
                    <a:pt x="83559" y="25584"/>
                  </a:lnTo>
                  <a:lnTo>
                    <a:pt x="84549" y="26072"/>
                  </a:lnTo>
                  <a:lnTo>
                    <a:pt x="85538" y="26649"/>
                  </a:lnTo>
                  <a:lnTo>
                    <a:pt x="101063" y="35709"/>
                  </a:lnTo>
                  <a:lnTo>
                    <a:pt x="102052" y="36286"/>
                  </a:lnTo>
                  <a:lnTo>
                    <a:pt x="103041" y="36980"/>
                  </a:lnTo>
                  <a:lnTo>
                    <a:pt x="118566" y="47864"/>
                  </a:lnTo>
                  <a:lnTo>
                    <a:pt x="119555" y="48558"/>
                  </a:lnTo>
                  <a:lnTo>
                    <a:pt x="120545" y="49332"/>
                  </a:lnTo>
                  <a:lnTo>
                    <a:pt x="136070" y="61470"/>
                  </a:lnTo>
                  <a:lnTo>
                    <a:pt x="137059" y="62244"/>
                  </a:lnTo>
                  <a:lnTo>
                    <a:pt x="138048" y="63095"/>
                  </a:lnTo>
                  <a:lnTo>
                    <a:pt x="153573" y="76445"/>
                  </a:lnTo>
                  <a:lnTo>
                    <a:pt x="154562" y="77296"/>
                  </a:lnTo>
                  <a:lnTo>
                    <a:pt x="155552" y="78221"/>
                  </a:lnTo>
                  <a:lnTo>
                    <a:pt x="171076" y="92739"/>
                  </a:lnTo>
                  <a:lnTo>
                    <a:pt x="172066" y="93665"/>
                  </a:lnTo>
                  <a:lnTo>
                    <a:pt x="173055" y="94682"/>
                  </a:lnTo>
                  <a:lnTo>
                    <a:pt x="188580" y="110634"/>
                  </a:lnTo>
                  <a:lnTo>
                    <a:pt x="189569" y="111651"/>
                  </a:lnTo>
                  <a:lnTo>
                    <a:pt x="190559" y="112739"/>
                  </a:lnTo>
                  <a:lnTo>
                    <a:pt x="206083" y="129802"/>
                  </a:lnTo>
                  <a:lnTo>
                    <a:pt x="207073" y="130889"/>
                  </a:lnTo>
                  <a:lnTo>
                    <a:pt x="208062" y="132036"/>
                  </a:lnTo>
                  <a:lnTo>
                    <a:pt x="223587" y="150027"/>
                  </a:lnTo>
                  <a:lnTo>
                    <a:pt x="224576" y="151174"/>
                  </a:lnTo>
                  <a:lnTo>
                    <a:pt x="225566" y="152376"/>
                  </a:lnTo>
                  <a:lnTo>
                    <a:pt x="241090" y="171235"/>
                  </a:lnTo>
                  <a:lnTo>
                    <a:pt x="242080" y="172437"/>
                  </a:lnTo>
                  <a:lnTo>
                    <a:pt x="243069" y="173698"/>
                  </a:lnTo>
                  <a:lnTo>
                    <a:pt x="258594" y="193476"/>
                  </a:lnTo>
                  <a:lnTo>
                    <a:pt x="259583" y="194736"/>
                  </a:lnTo>
                  <a:lnTo>
                    <a:pt x="260573" y="196051"/>
                  </a:lnTo>
                  <a:lnTo>
                    <a:pt x="276097" y="216685"/>
                  </a:lnTo>
                  <a:lnTo>
                    <a:pt x="277087" y="218000"/>
                  </a:lnTo>
                  <a:lnTo>
                    <a:pt x="278076" y="219352"/>
                  </a:lnTo>
                  <a:lnTo>
                    <a:pt x="293601" y="240571"/>
                  </a:lnTo>
                  <a:lnTo>
                    <a:pt x="294590" y="241923"/>
                  </a:lnTo>
                  <a:lnTo>
                    <a:pt x="295580" y="243309"/>
                  </a:lnTo>
                  <a:lnTo>
                    <a:pt x="311104" y="265047"/>
                  </a:lnTo>
                  <a:lnTo>
                    <a:pt x="312094" y="266432"/>
                  </a:lnTo>
                  <a:lnTo>
                    <a:pt x="313083" y="267847"/>
                  </a:lnTo>
                  <a:lnTo>
                    <a:pt x="328608" y="290047"/>
                  </a:lnTo>
                  <a:lnTo>
                    <a:pt x="329597" y="291462"/>
                  </a:lnTo>
                  <a:lnTo>
                    <a:pt x="330587" y="292907"/>
                  </a:lnTo>
                  <a:lnTo>
                    <a:pt x="346111" y="315591"/>
                  </a:lnTo>
                  <a:lnTo>
                    <a:pt x="347101" y="317037"/>
                  </a:lnTo>
                  <a:lnTo>
                    <a:pt x="348090" y="318498"/>
                  </a:lnTo>
                  <a:lnTo>
                    <a:pt x="363615" y="341419"/>
                  </a:lnTo>
                  <a:lnTo>
                    <a:pt x="364604" y="342880"/>
                  </a:lnTo>
                  <a:lnTo>
                    <a:pt x="365594" y="344352"/>
                  </a:lnTo>
                  <a:lnTo>
                    <a:pt x="381118" y="367452"/>
                  </a:lnTo>
                  <a:lnTo>
                    <a:pt x="382108" y="368925"/>
                  </a:lnTo>
                  <a:lnTo>
                    <a:pt x="383097" y="370405"/>
                  </a:lnTo>
                  <a:lnTo>
                    <a:pt x="398622" y="393625"/>
                  </a:lnTo>
                  <a:lnTo>
                    <a:pt x="399611" y="395105"/>
                  </a:lnTo>
                  <a:lnTo>
                    <a:pt x="400601" y="396588"/>
                  </a:lnTo>
                  <a:lnTo>
                    <a:pt x="416125" y="419854"/>
                  </a:lnTo>
                  <a:lnTo>
                    <a:pt x="417115" y="421337"/>
                  </a:lnTo>
                  <a:lnTo>
                    <a:pt x="418104" y="422816"/>
                  </a:lnTo>
                  <a:lnTo>
                    <a:pt x="433629" y="446019"/>
                  </a:lnTo>
                  <a:lnTo>
                    <a:pt x="434618" y="447498"/>
                  </a:lnTo>
                  <a:lnTo>
                    <a:pt x="435608" y="448970"/>
                  </a:lnTo>
                  <a:lnTo>
                    <a:pt x="451132" y="472059"/>
                  </a:lnTo>
                  <a:lnTo>
                    <a:pt x="452122" y="473530"/>
                  </a:lnTo>
                  <a:lnTo>
                    <a:pt x="453111" y="474992"/>
                  </a:lnTo>
                  <a:lnTo>
                    <a:pt x="468636" y="497920"/>
                  </a:lnTo>
                  <a:lnTo>
                    <a:pt x="469625" y="499381"/>
                  </a:lnTo>
                  <a:lnTo>
                    <a:pt x="470615" y="500827"/>
                  </a:lnTo>
                  <a:lnTo>
                    <a:pt x="486139" y="523508"/>
                  </a:lnTo>
                  <a:lnTo>
                    <a:pt x="487129" y="524954"/>
                  </a:lnTo>
                  <a:lnTo>
                    <a:pt x="488118" y="526377"/>
                  </a:lnTo>
                  <a:lnTo>
                    <a:pt x="503643" y="548695"/>
                  </a:lnTo>
                  <a:lnTo>
                    <a:pt x="504632" y="550118"/>
                  </a:lnTo>
                  <a:lnTo>
                    <a:pt x="505622" y="551519"/>
                  </a:lnTo>
                  <a:lnTo>
                    <a:pt x="521146" y="573503"/>
                  </a:lnTo>
                  <a:lnTo>
                    <a:pt x="522136" y="574904"/>
                  </a:lnTo>
                  <a:lnTo>
                    <a:pt x="523125" y="576282"/>
                  </a:lnTo>
                  <a:lnTo>
                    <a:pt x="538650" y="597902"/>
                  </a:lnTo>
                  <a:lnTo>
                    <a:pt x="539639" y="599279"/>
                  </a:lnTo>
                  <a:lnTo>
                    <a:pt x="540629" y="600632"/>
                  </a:lnTo>
                  <a:lnTo>
                    <a:pt x="556153" y="621857"/>
                  </a:lnTo>
                  <a:lnTo>
                    <a:pt x="557143" y="623210"/>
                  </a:lnTo>
                  <a:lnTo>
                    <a:pt x="558132" y="624523"/>
                  </a:lnTo>
                  <a:lnTo>
                    <a:pt x="573657" y="645128"/>
                  </a:lnTo>
                  <a:lnTo>
                    <a:pt x="574646" y="646441"/>
                  </a:lnTo>
                  <a:lnTo>
                    <a:pt x="575636" y="647724"/>
                  </a:lnTo>
                  <a:lnTo>
                    <a:pt x="591160" y="667856"/>
                  </a:lnTo>
                  <a:lnTo>
                    <a:pt x="592150" y="669139"/>
                  </a:lnTo>
                  <a:lnTo>
                    <a:pt x="593139" y="670392"/>
                  </a:lnTo>
                  <a:lnTo>
                    <a:pt x="608664" y="690039"/>
                  </a:lnTo>
                  <a:lnTo>
                    <a:pt x="609653" y="691291"/>
                  </a:lnTo>
                  <a:lnTo>
                    <a:pt x="610643" y="692511"/>
                  </a:lnTo>
                  <a:lnTo>
                    <a:pt x="626167" y="711660"/>
                  </a:lnTo>
                  <a:lnTo>
                    <a:pt x="627157" y="712880"/>
                  </a:lnTo>
                  <a:lnTo>
                    <a:pt x="628146" y="714059"/>
                  </a:lnTo>
                  <a:lnTo>
                    <a:pt x="643671" y="732555"/>
                  </a:lnTo>
                  <a:lnTo>
                    <a:pt x="644660" y="733734"/>
                  </a:lnTo>
                  <a:lnTo>
                    <a:pt x="645650" y="734874"/>
                  </a:lnTo>
                  <a:lnTo>
                    <a:pt x="661174" y="752768"/>
                  </a:lnTo>
                  <a:lnTo>
                    <a:pt x="662164" y="753908"/>
                  </a:lnTo>
                  <a:lnTo>
                    <a:pt x="663153" y="755015"/>
                  </a:lnTo>
                  <a:lnTo>
                    <a:pt x="678678" y="772385"/>
                  </a:lnTo>
                  <a:lnTo>
                    <a:pt x="679667" y="773492"/>
                  </a:lnTo>
                  <a:lnTo>
                    <a:pt x="680657" y="774566"/>
                  </a:lnTo>
                  <a:lnTo>
                    <a:pt x="696181" y="791414"/>
                  </a:lnTo>
                  <a:lnTo>
                    <a:pt x="697171" y="792488"/>
                  </a:lnTo>
                  <a:lnTo>
                    <a:pt x="698160" y="793524"/>
                  </a:lnTo>
                  <a:lnTo>
                    <a:pt x="713685" y="809789"/>
                  </a:lnTo>
                  <a:lnTo>
                    <a:pt x="714674" y="810826"/>
                  </a:lnTo>
                  <a:lnTo>
                    <a:pt x="715664" y="811821"/>
                  </a:lnTo>
                  <a:lnTo>
                    <a:pt x="731188" y="827427"/>
                  </a:lnTo>
                  <a:lnTo>
                    <a:pt x="732178" y="828422"/>
                  </a:lnTo>
                  <a:lnTo>
                    <a:pt x="733167" y="829385"/>
                  </a:lnTo>
                  <a:lnTo>
                    <a:pt x="748692" y="844502"/>
                  </a:lnTo>
                  <a:lnTo>
                    <a:pt x="749681" y="845465"/>
                  </a:lnTo>
                  <a:lnTo>
                    <a:pt x="750671" y="846398"/>
                  </a:lnTo>
                  <a:lnTo>
                    <a:pt x="766195" y="861038"/>
                  </a:lnTo>
                  <a:lnTo>
                    <a:pt x="767185" y="861971"/>
                  </a:lnTo>
                  <a:lnTo>
                    <a:pt x="768174" y="862875"/>
                  </a:lnTo>
                  <a:lnTo>
                    <a:pt x="783699" y="877052"/>
                  </a:lnTo>
                  <a:lnTo>
                    <a:pt x="784688" y="877956"/>
                  </a:lnTo>
                  <a:lnTo>
                    <a:pt x="785678" y="878821"/>
                  </a:lnTo>
                  <a:lnTo>
                    <a:pt x="801202" y="892389"/>
                  </a:lnTo>
                  <a:lnTo>
                    <a:pt x="802192" y="893254"/>
                  </a:lnTo>
                  <a:lnTo>
                    <a:pt x="803181" y="894092"/>
                  </a:lnTo>
                  <a:lnTo>
                    <a:pt x="818706" y="907250"/>
                  </a:lnTo>
                  <a:lnTo>
                    <a:pt x="819695" y="908089"/>
                  </a:lnTo>
                  <a:lnTo>
                    <a:pt x="820685" y="908903"/>
                  </a:lnTo>
                  <a:lnTo>
                    <a:pt x="836209" y="921682"/>
                  </a:lnTo>
                  <a:lnTo>
                    <a:pt x="837199" y="922496"/>
                  </a:lnTo>
                  <a:lnTo>
                    <a:pt x="838188" y="923288"/>
                  </a:lnTo>
                  <a:lnTo>
                    <a:pt x="853713" y="935709"/>
                  </a:lnTo>
                  <a:lnTo>
                    <a:pt x="854702" y="936501"/>
                  </a:lnTo>
                  <a:lnTo>
                    <a:pt x="855691" y="937267"/>
                  </a:lnTo>
                  <a:lnTo>
                    <a:pt x="871216" y="949281"/>
                  </a:lnTo>
                  <a:lnTo>
                    <a:pt x="872206" y="950047"/>
                  </a:lnTo>
                  <a:lnTo>
                    <a:pt x="873195" y="950792"/>
                  </a:lnTo>
                  <a:lnTo>
                    <a:pt x="888720" y="962474"/>
                  </a:lnTo>
                  <a:lnTo>
                    <a:pt x="889709" y="963218"/>
                  </a:lnTo>
                  <a:lnTo>
                    <a:pt x="890698" y="963947"/>
                  </a:lnTo>
                  <a:lnTo>
                    <a:pt x="906223" y="975377"/>
                  </a:lnTo>
                  <a:lnTo>
                    <a:pt x="907212" y="976105"/>
                  </a:lnTo>
                  <a:lnTo>
                    <a:pt x="908202" y="976819"/>
                  </a:lnTo>
                  <a:lnTo>
                    <a:pt x="923727" y="988022"/>
                  </a:lnTo>
                  <a:lnTo>
                    <a:pt x="924716" y="988736"/>
                  </a:lnTo>
                  <a:lnTo>
                    <a:pt x="925705" y="989436"/>
                  </a:lnTo>
                  <a:lnTo>
                    <a:pt x="941230" y="1000418"/>
                  </a:lnTo>
                  <a:lnTo>
                    <a:pt x="942219" y="1001118"/>
                  </a:lnTo>
                  <a:lnTo>
                    <a:pt x="943209" y="1001805"/>
                  </a:lnTo>
                  <a:lnTo>
                    <a:pt x="958733" y="1012579"/>
                  </a:lnTo>
                  <a:lnTo>
                    <a:pt x="959723" y="1013266"/>
                  </a:lnTo>
                  <a:lnTo>
                    <a:pt x="960712" y="1013944"/>
                  </a:lnTo>
                  <a:lnTo>
                    <a:pt x="976237" y="1024596"/>
                  </a:lnTo>
                  <a:lnTo>
                    <a:pt x="977226" y="1025275"/>
                  </a:lnTo>
                  <a:lnTo>
                    <a:pt x="978216" y="1025948"/>
                  </a:lnTo>
                  <a:lnTo>
                    <a:pt x="993740" y="1036499"/>
                  </a:lnTo>
                  <a:lnTo>
                    <a:pt x="994730" y="1037171"/>
                  </a:lnTo>
                  <a:lnTo>
                    <a:pt x="995719" y="1037839"/>
                  </a:lnTo>
                  <a:lnTo>
                    <a:pt x="1011244" y="1048310"/>
                  </a:lnTo>
                  <a:lnTo>
                    <a:pt x="1012233" y="1048977"/>
                  </a:lnTo>
                  <a:lnTo>
                    <a:pt x="1013223" y="1049641"/>
                  </a:lnTo>
                  <a:lnTo>
                    <a:pt x="1028747" y="1060047"/>
                  </a:lnTo>
                  <a:lnTo>
                    <a:pt x="1029737" y="1060710"/>
                  </a:lnTo>
                  <a:lnTo>
                    <a:pt x="1030726" y="1061372"/>
                  </a:lnTo>
                  <a:lnTo>
                    <a:pt x="1046251" y="1071760"/>
                  </a:lnTo>
                  <a:lnTo>
                    <a:pt x="1047240" y="1072422"/>
                  </a:lnTo>
                  <a:lnTo>
                    <a:pt x="1048230" y="1073084"/>
                  </a:lnTo>
                  <a:lnTo>
                    <a:pt x="1063754" y="1083470"/>
                  </a:lnTo>
                  <a:lnTo>
                    <a:pt x="1064744" y="1084132"/>
                  </a:lnTo>
                  <a:lnTo>
                    <a:pt x="1065733" y="1084794"/>
                  </a:lnTo>
                  <a:lnTo>
                    <a:pt x="1081258" y="1095192"/>
                  </a:lnTo>
                  <a:lnTo>
                    <a:pt x="1082247" y="1095855"/>
                  </a:lnTo>
                  <a:lnTo>
                    <a:pt x="1083237" y="1096519"/>
                  </a:lnTo>
                  <a:lnTo>
                    <a:pt x="1098761" y="1106952"/>
                  </a:lnTo>
                  <a:lnTo>
                    <a:pt x="1099751" y="1107616"/>
                  </a:lnTo>
                  <a:lnTo>
                    <a:pt x="1100740" y="1108285"/>
                  </a:lnTo>
                  <a:lnTo>
                    <a:pt x="1116265" y="1118768"/>
                  </a:lnTo>
                  <a:lnTo>
                    <a:pt x="1117254" y="1119436"/>
                  </a:lnTo>
                  <a:lnTo>
                    <a:pt x="1118244" y="1120107"/>
                  </a:lnTo>
                  <a:lnTo>
                    <a:pt x="1133768" y="1130641"/>
                  </a:lnTo>
                  <a:lnTo>
                    <a:pt x="1134758" y="1131312"/>
                  </a:lnTo>
                  <a:lnTo>
                    <a:pt x="1135747" y="1131987"/>
                  </a:lnTo>
                  <a:lnTo>
                    <a:pt x="1151272" y="1142574"/>
                  </a:lnTo>
                  <a:lnTo>
                    <a:pt x="1152261" y="1143249"/>
                  </a:lnTo>
                  <a:lnTo>
                    <a:pt x="1153251" y="1143928"/>
                  </a:lnTo>
                  <a:lnTo>
                    <a:pt x="1168775" y="1154576"/>
                  </a:lnTo>
                  <a:lnTo>
                    <a:pt x="1169765" y="1155255"/>
                  </a:lnTo>
                  <a:lnTo>
                    <a:pt x="1170754" y="1155938"/>
                  </a:lnTo>
                  <a:lnTo>
                    <a:pt x="1186279" y="1166660"/>
                  </a:lnTo>
                  <a:lnTo>
                    <a:pt x="1187268" y="1167343"/>
                  </a:lnTo>
                  <a:lnTo>
                    <a:pt x="1188258" y="1168030"/>
                  </a:lnTo>
                  <a:lnTo>
                    <a:pt x="1203782" y="1178800"/>
                  </a:lnTo>
                  <a:lnTo>
                    <a:pt x="1204772" y="1179486"/>
                  </a:lnTo>
                  <a:lnTo>
                    <a:pt x="1205761" y="1180175"/>
                  </a:lnTo>
                  <a:lnTo>
                    <a:pt x="1221286" y="1190988"/>
                  </a:lnTo>
                  <a:lnTo>
                    <a:pt x="1222275" y="1191677"/>
                  </a:lnTo>
                  <a:lnTo>
                    <a:pt x="1223265" y="1192368"/>
                  </a:lnTo>
                  <a:lnTo>
                    <a:pt x="1238789" y="1203216"/>
                  </a:lnTo>
                  <a:lnTo>
                    <a:pt x="1239779" y="1203907"/>
                  </a:lnTo>
                  <a:lnTo>
                    <a:pt x="1240768" y="1204600"/>
                  </a:lnTo>
                  <a:lnTo>
                    <a:pt x="1256293" y="1215475"/>
                  </a:lnTo>
                  <a:lnTo>
                    <a:pt x="1257282" y="1216168"/>
                  </a:lnTo>
                  <a:lnTo>
                    <a:pt x="1258272" y="1216861"/>
                  </a:lnTo>
                  <a:lnTo>
                    <a:pt x="1273796" y="1227736"/>
                  </a:lnTo>
                  <a:lnTo>
                    <a:pt x="1274786" y="1228429"/>
                  </a:lnTo>
                  <a:lnTo>
                    <a:pt x="1275775" y="1229121"/>
                  </a:lnTo>
                  <a:lnTo>
                    <a:pt x="1291300" y="1239981"/>
                  </a:lnTo>
                  <a:lnTo>
                    <a:pt x="1292289" y="1240673"/>
                  </a:lnTo>
                  <a:lnTo>
                    <a:pt x="1293279" y="1241363"/>
                  </a:lnTo>
                  <a:lnTo>
                    <a:pt x="1308803" y="1252194"/>
                  </a:lnTo>
                  <a:lnTo>
                    <a:pt x="1309793" y="1252885"/>
                  </a:lnTo>
                  <a:lnTo>
                    <a:pt x="1310782" y="1253571"/>
                  </a:lnTo>
                  <a:lnTo>
                    <a:pt x="1326307" y="1264343"/>
                  </a:lnTo>
                  <a:lnTo>
                    <a:pt x="1327296" y="1265029"/>
                  </a:lnTo>
                  <a:lnTo>
                    <a:pt x="1328286" y="1265710"/>
                  </a:lnTo>
                  <a:lnTo>
                    <a:pt x="1343810" y="1276388"/>
                  </a:lnTo>
                  <a:lnTo>
                    <a:pt x="1344800" y="1277069"/>
                  </a:lnTo>
                  <a:lnTo>
                    <a:pt x="1345789" y="1277743"/>
                  </a:lnTo>
                  <a:lnTo>
                    <a:pt x="1361314" y="1288323"/>
                  </a:lnTo>
                  <a:lnTo>
                    <a:pt x="1362303" y="1288997"/>
                  </a:lnTo>
                  <a:lnTo>
                    <a:pt x="1363293" y="1289664"/>
                  </a:lnTo>
                  <a:lnTo>
                    <a:pt x="1378817" y="1300128"/>
                  </a:lnTo>
                  <a:lnTo>
                    <a:pt x="1379807" y="1300795"/>
                  </a:lnTo>
                  <a:lnTo>
                    <a:pt x="1380796" y="1301453"/>
                  </a:lnTo>
                  <a:lnTo>
                    <a:pt x="1396321" y="1311775"/>
                  </a:lnTo>
                  <a:lnTo>
                    <a:pt x="1397310" y="1312433"/>
                  </a:lnTo>
                  <a:lnTo>
                    <a:pt x="1398300" y="1313076"/>
                  </a:lnTo>
                  <a:lnTo>
                    <a:pt x="1413824" y="1323178"/>
                  </a:lnTo>
                  <a:lnTo>
                    <a:pt x="1414814" y="1323822"/>
                  </a:lnTo>
                  <a:lnTo>
                    <a:pt x="1415803" y="1324454"/>
                  </a:lnTo>
                  <a:lnTo>
                    <a:pt x="1431328" y="1334369"/>
                  </a:lnTo>
                  <a:lnTo>
                    <a:pt x="1432317" y="1335001"/>
                  </a:lnTo>
                  <a:lnTo>
                    <a:pt x="1433307" y="1335620"/>
                  </a:lnTo>
                  <a:lnTo>
                    <a:pt x="1448831" y="1345334"/>
                  </a:lnTo>
                  <a:lnTo>
                    <a:pt x="1449821" y="1345953"/>
                  </a:lnTo>
                  <a:lnTo>
                    <a:pt x="1450810" y="1346558"/>
                  </a:lnTo>
                  <a:lnTo>
                    <a:pt x="1466335" y="1356057"/>
                  </a:lnTo>
                  <a:lnTo>
                    <a:pt x="1467324" y="1356663"/>
                  </a:lnTo>
                  <a:lnTo>
                    <a:pt x="1468314" y="1357248"/>
                  </a:lnTo>
                  <a:lnTo>
                    <a:pt x="1483838" y="1366432"/>
                  </a:lnTo>
                  <a:lnTo>
                    <a:pt x="1484828" y="1367018"/>
                  </a:lnTo>
                  <a:lnTo>
                    <a:pt x="1485817" y="1367585"/>
                  </a:lnTo>
                  <a:lnTo>
                    <a:pt x="1501342" y="1376494"/>
                  </a:lnTo>
                  <a:lnTo>
                    <a:pt x="1502331" y="1377062"/>
                  </a:lnTo>
                  <a:lnTo>
                    <a:pt x="1503321" y="1377613"/>
                  </a:lnTo>
                  <a:lnTo>
                    <a:pt x="1518845" y="1386258"/>
                  </a:lnTo>
                  <a:lnTo>
                    <a:pt x="1519835" y="1386809"/>
                  </a:lnTo>
                  <a:lnTo>
                    <a:pt x="1520824" y="1387343"/>
                  </a:lnTo>
                  <a:lnTo>
                    <a:pt x="1536349" y="1395717"/>
                  </a:lnTo>
                  <a:lnTo>
                    <a:pt x="1537338" y="1396251"/>
                  </a:lnTo>
                  <a:lnTo>
                    <a:pt x="1538328" y="1396763"/>
                  </a:lnTo>
                  <a:lnTo>
                    <a:pt x="1553852" y="1404803"/>
                  </a:lnTo>
                  <a:lnTo>
                    <a:pt x="1554842" y="1405316"/>
                  </a:lnTo>
                  <a:lnTo>
                    <a:pt x="1555831" y="1405806"/>
                  </a:lnTo>
                  <a:lnTo>
                    <a:pt x="1571356" y="1413492"/>
                  </a:lnTo>
                  <a:lnTo>
                    <a:pt x="1572345" y="1413982"/>
                  </a:lnTo>
                  <a:lnTo>
                    <a:pt x="1573335" y="1414454"/>
                  </a:lnTo>
                  <a:lnTo>
                    <a:pt x="1588859" y="1421852"/>
                  </a:lnTo>
                  <a:lnTo>
                    <a:pt x="1589849" y="1422323"/>
                  </a:lnTo>
                  <a:lnTo>
                    <a:pt x="1590838" y="1422776"/>
                  </a:lnTo>
                  <a:lnTo>
                    <a:pt x="1606363" y="1429886"/>
                  </a:lnTo>
                  <a:lnTo>
                    <a:pt x="1607352" y="1430339"/>
                  </a:lnTo>
                  <a:lnTo>
                    <a:pt x="1608342" y="1430773"/>
                  </a:lnTo>
                  <a:lnTo>
                    <a:pt x="1623866" y="1437583"/>
                  </a:lnTo>
                  <a:lnTo>
                    <a:pt x="1624856" y="1438017"/>
                  </a:lnTo>
                  <a:lnTo>
                    <a:pt x="1625845" y="1438426"/>
                  </a:lnTo>
                  <a:lnTo>
                    <a:pt x="1641370" y="1444848"/>
                  </a:lnTo>
                  <a:lnTo>
                    <a:pt x="1642359" y="1445257"/>
                  </a:lnTo>
                  <a:lnTo>
                    <a:pt x="1643348" y="1445649"/>
                  </a:lnTo>
                  <a:lnTo>
                    <a:pt x="1658873" y="1451800"/>
                  </a:lnTo>
                  <a:lnTo>
                    <a:pt x="1659863" y="1452192"/>
                  </a:lnTo>
                  <a:lnTo>
                    <a:pt x="1660852" y="1452567"/>
                  </a:lnTo>
                  <a:lnTo>
                    <a:pt x="1676377" y="1458455"/>
                  </a:lnTo>
                  <a:lnTo>
                    <a:pt x="1677366" y="1458831"/>
                  </a:lnTo>
                  <a:lnTo>
                    <a:pt x="1678355" y="1459190"/>
                  </a:lnTo>
                  <a:lnTo>
                    <a:pt x="1693880" y="1464824"/>
                  </a:lnTo>
                  <a:lnTo>
                    <a:pt x="1694869" y="1465183"/>
                  </a:lnTo>
                  <a:lnTo>
                    <a:pt x="1695859" y="1465522"/>
                  </a:lnTo>
                  <a:lnTo>
                    <a:pt x="1711383" y="1470841"/>
                  </a:lnTo>
                  <a:lnTo>
                    <a:pt x="1712373" y="1471180"/>
                  </a:lnTo>
                  <a:lnTo>
                    <a:pt x="1713362" y="1471504"/>
                  </a:lnTo>
                  <a:lnTo>
                    <a:pt x="1728887" y="1476584"/>
                  </a:lnTo>
                  <a:lnTo>
                    <a:pt x="1729876" y="1476907"/>
                  </a:lnTo>
                  <a:lnTo>
                    <a:pt x="1730866" y="1477218"/>
                  </a:lnTo>
                  <a:lnTo>
                    <a:pt x="1746390" y="1482097"/>
                  </a:lnTo>
                  <a:lnTo>
                    <a:pt x="1747380" y="1482408"/>
                  </a:lnTo>
                  <a:lnTo>
                    <a:pt x="1748369" y="1482707"/>
                  </a:lnTo>
                  <a:lnTo>
                    <a:pt x="1763894" y="1487398"/>
                  </a:lnTo>
                  <a:lnTo>
                    <a:pt x="1764883" y="1487697"/>
                  </a:lnTo>
                  <a:lnTo>
                    <a:pt x="1765873" y="1487983"/>
                  </a:lnTo>
                  <a:lnTo>
                    <a:pt x="1781397" y="1492478"/>
                  </a:lnTo>
                  <a:lnTo>
                    <a:pt x="1782387" y="1492764"/>
                  </a:lnTo>
                  <a:lnTo>
                    <a:pt x="1783376" y="1493039"/>
                  </a:lnTo>
                  <a:lnTo>
                    <a:pt x="1798901" y="1497357"/>
                  </a:lnTo>
                  <a:lnTo>
                    <a:pt x="1799890" y="1497632"/>
                  </a:lnTo>
                  <a:lnTo>
                    <a:pt x="1800880" y="1497900"/>
                  </a:lnTo>
                  <a:lnTo>
                    <a:pt x="1816404" y="1502100"/>
                  </a:lnTo>
                  <a:lnTo>
                    <a:pt x="1817394" y="1502368"/>
                  </a:lnTo>
                  <a:lnTo>
                    <a:pt x="1818383" y="1502629"/>
                  </a:lnTo>
                  <a:lnTo>
                    <a:pt x="1833908" y="1506727"/>
                  </a:lnTo>
                  <a:lnTo>
                    <a:pt x="1834897" y="1506988"/>
                  </a:lnTo>
                  <a:lnTo>
                    <a:pt x="1835887" y="1507244"/>
                  </a:lnTo>
                  <a:lnTo>
                    <a:pt x="1851411" y="1511255"/>
                  </a:lnTo>
                  <a:lnTo>
                    <a:pt x="1852401" y="1511511"/>
                  </a:lnTo>
                  <a:lnTo>
                    <a:pt x="1853390" y="1511762"/>
                  </a:lnTo>
                  <a:lnTo>
                    <a:pt x="1868915" y="1515693"/>
                  </a:lnTo>
                  <a:lnTo>
                    <a:pt x="1869904" y="1515944"/>
                  </a:lnTo>
                  <a:lnTo>
                    <a:pt x="1870894" y="1516192"/>
                  </a:lnTo>
                  <a:lnTo>
                    <a:pt x="1886418" y="1520093"/>
                  </a:lnTo>
                  <a:lnTo>
                    <a:pt x="1887408" y="1520341"/>
                  </a:lnTo>
                  <a:lnTo>
                    <a:pt x="1888397" y="1520589"/>
                  </a:lnTo>
                  <a:lnTo>
                    <a:pt x="1903922" y="1524473"/>
                  </a:lnTo>
                  <a:lnTo>
                    <a:pt x="1904911" y="1524721"/>
                  </a:lnTo>
                  <a:lnTo>
                    <a:pt x="1905901" y="1524969"/>
                  </a:lnTo>
                  <a:lnTo>
                    <a:pt x="1921425" y="1528851"/>
                  </a:lnTo>
                  <a:lnTo>
                    <a:pt x="1922415" y="1529098"/>
                  </a:lnTo>
                  <a:lnTo>
                    <a:pt x="1923404" y="1529347"/>
                  </a:lnTo>
                  <a:lnTo>
                    <a:pt x="1938929" y="1533254"/>
                  </a:lnTo>
                  <a:lnTo>
                    <a:pt x="1939918" y="1533503"/>
                  </a:lnTo>
                  <a:lnTo>
                    <a:pt x="1940908" y="1533755"/>
                  </a:lnTo>
                  <a:lnTo>
                    <a:pt x="1956432" y="1537706"/>
                  </a:lnTo>
                  <a:lnTo>
                    <a:pt x="1957422" y="1537958"/>
                  </a:lnTo>
                  <a:lnTo>
                    <a:pt x="1958411" y="1538213"/>
                  </a:lnTo>
                  <a:lnTo>
                    <a:pt x="1973936" y="1542216"/>
                  </a:lnTo>
                  <a:lnTo>
                    <a:pt x="1974925" y="1542471"/>
                  </a:lnTo>
                  <a:lnTo>
                    <a:pt x="1975915" y="1542730"/>
                  </a:lnTo>
                  <a:lnTo>
                    <a:pt x="1991439" y="1546794"/>
                  </a:lnTo>
                  <a:lnTo>
                    <a:pt x="1992429" y="1547053"/>
                  </a:lnTo>
                  <a:lnTo>
                    <a:pt x="1993418" y="1547318"/>
                  </a:lnTo>
                  <a:lnTo>
                    <a:pt x="2008943" y="1551465"/>
                  </a:lnTo>
                  <a:lnTo>
                    <a:pt x="2009932" y="1551730"/>
                  </a:lnTo>
                  <a:lnTo>
                    <a:pt x="2010922" y="1552001"/>
                  </a:lnTo>
                  <a:lnTo>
                    <a:pt x="2026446" y="1556256"/>
                  </a:lnTo>
                  <a:lnTo>
                    <a:pt x="2027436" y="1556527"/>
                  </a:lnTo>
                  <a:lnTo>
                    <a:pt x="2028425" y="1556804"/>
                  </a:lnTo>
                  <a:lnTo>
                    <a:pt x="2043950" y="1561149"/>
                  </a:lnTo>
                  <a:lnTo>
                    <a:pt x="2044939" y="1561426"/>
                  </a:lnTo>
                  <a:lnTo>
                    <a:pt x="2045929" y="1561709"/>
                  </a:lnTo>
                  <a:lnTo>
                    <a:pt x="2061453" y="1566149"/>
                  </a:lnTo>
                  <a:lnTo>
                    <a:pt x="2062443" y="1566432"/>
                  </a:lnTo>
                  <a:lnTo>
                    <a:pt x="2063432" y="1566721"/>
                  </a:lnTo>
                  <a:lnTo>
                    <a:pt x="2078957" y="1571257"/>
                  </a:lnTo>
                  <a:lnTo>
                    <a:pt x="2079946" y="1571546"/>
                  </a:lnTo>
                  <a:lnTo>
                    <a:pt x="2080936" y="1571844"/>
                  </a:lnTo>
                  <a:lnTo>
                    <a:pt x="2096460" y="1576519"/>
                  </a:lnTo>
                  <a:lnTo>
                    <a:pt x="2097450" y="1576817"/>
                  </a:lnTo>
                  <a:lnTo>
                    <a:pt x="2098439" y="1577121"/>
                  </a:lnTo>
                  <a:lnTo>
                    <a:pt x="2113964" y="1581890"/>
                  </a:lnTo>
                  <a:lnTo>
                    <a:pt x="2114953" y="1582194"/>
                  </a:lnTo>
                  <a:lnTo>
                    <a:pt x="2115943" y="1582504"/>
                  </a:lnTo>
                  <a:lnTo>
                    <a:pt x="2131467" y="1587365"/>
                  </a:lnTo>
                  <a:lnTo>
                    <a:pt x="2132457" y="1587675"/>
                  </a:lnTo>
                  <a:lnTo>
                    <a:pt x="2133446" y="1587990"/>
                  </a:lnTo>
                  <a:lnTo>
                    <a:pt x="2148971" y="1592939"/>
                  </a:lnTo>
                  <a:lnTo>
                    <a:pt x="2149960" y="1593255"/>
                  </a:lnTo>
                  <a:lnTo>
                    <a:pt x="2150950" y="1593577"/>
                  </a:lnTo>
                  <a:lnTo>
                    <a:pt x="2166474" y="1598628"/>
                  </a:lnTo>
                  <a:lnTo>
                    <a:pt x="2167464" y="1598950"/>
                  </a:lnTo>
                  <a:lnTo>
                    <a:pt x="2168453" y="1599277"/>
                  </a:lnTo>
                  <a:lnTo>
                    <a:pt x="2183978" y="1604407"/>
                  </a:lnTo>
                  <a:lnTo>
                    <a:pt x="2184967" y="1604734"/>
                  </a:lnTo>
                  <a:lnTo>
                    <a:pt x="2185957" y="1605065"/>
                  </a:lnTo>
                  <a:lnTo>
                    <a:pt x="2201481" y="1610253"/>
                  </a:lnTo>
                  <a:lnTo>
                    <a:pt x="2202471" y="1610584"/>
                  </a:lnTo>
                  <a:lnTo>
                    <a:pt x="2203460" y="1610917"/>
                  </a:lnTo>
                  <a:lnTo>
                    <a:pt x="2218985" y="1616156"/>
                  </a:lnTo>
                  <a:lnTo>
                    <a:pt x="2219974" y="1616490"/>
                  </a:lnTo>
                  <a:lnTo>
                    <a:pt x="2220964" y="1616826"/>
                  </a:lnTo>
                  <a:lnTo>
                    <a:pt x="2236488" y="1622108"/>
                  </a:lnTo>
                  <a:lnTo>
                    <a:pt x="2237478" y="1622445"/>
                  </a:lnTo>
                  <a:lnTo>
                    <a:pt x="2238467" y="1622783"/>
                  </a:lnTo>
                  <a:lnTo>
                    <a:pt x="2253992" y="1628092"/>
                  </a:lnTo>
                  <a:lnTo>
                    <a:pt x="2254981" y="1628430"/>
                  </a:lnTo>
                  <a:lnTo>
                    <a:pt x="2255971" y="1628769"/>
                  </a:lnTo>
                  <a:lnTo>
                    <a:pt x="2271495" y="1634082"/>
                  </a:lnTo>
                  <a:lnTo>
                    <a:pt x="2272485" y="1634421"/>
                  </a:lnTo>
                  <a:lnTo>
                    <a:pt x="2273474" y="1634759"/>
                  </a:lnTo>
                  <a:lnTo>
                    <a:pt x="2288999" y="1640066"/>
                  </a:lnTo>
                  <a:lnTo>
                    <a:pt x="2289988" y="1640404"/>
                  </a:lnTo>
                  <a:lnTo>
                    <a:pt x="2290978" y="1640741"/>
                  </a:lnTo>
                  <a:lnTo>
                    <a:pt x="2306502" y="1646030"/>
                  </a:lnTo>
                  <a:lnTo>
                    <a:pt x="2307492" y="1646368"/>
                  </a:lnTo>
                  <a:lnTo>
                    <a:pt x="2308481" y="1646701"/>
                  </a:lnTo>
                  <a:lnTo>
                    <a:pt x="2324006" y="1651938"/>
                  </a:lnTo>
                  <a:lnTo>
                    <a:pt x="2324995" y="1652272"/>
                  </a:lnTo>
                  <a:lnTo>
                    <a:pt x="2325985" y="1652602"/>
                  </a:lnTo>
                  <a:lnTo>
                    <a:pt x="2341509" y="1657782"/>
                  </a:lnTo>
                  <a:lnTo>
                    <a:pt x="2342499" y="1658112"/>
                  </a:lnTo>
                  <a:lnTo>
                    <a:pt x="2343488" y="1658438"/>
                  </a:lnTo>
                  <a:lnTo>
                    <a:pt x="2359013" y="1663550"/>
                  </a:lnTo>
                  <a:lnTo>
                    <a:pt x="2360002" y="1663876"/>
                  </a:lnTo>
                  <a:lnTo>
                    <a:pt x="2360992" y="1664196"/>
                  </a:lnTo>
                  <a:lnTo>
                    <a:pt x="2376516" y="1669230"/>
                  </a:lnTo>
                  <a:lnTo>
                    <a:pt x="2377506" y="1669551"/>
                  </a:lnTo>
                  <a:lnTo>
                    <a:pt x="2378495" y="1669864"/>
                  </a:lnTo>
                  <a:lnTo>
                    <a:pt x="2394020" y="1674780"/>
                  </a:lnTo>
                  <a:lnTo>
                    <a:pt x="2395009" y="1675094"/>
                  </a:lnTo>
                  <a:lnTo>
                    <a:pt x="2395999" y="1675399"/>
                  </a:lnTo>
                  <a:lnTo>
                    <a:pt x="2411523" y="1680187"/>
                  </a:lnTo>
                  <a:lnTo>
                    <a:pt x="2412513" y="1680492"/>
                  </a:lnTo>
                  <a:lnTo>
                    <a:pt x="2413502" y="1680790"/>
                  </a:lnTo>
                  <a:lnTo>
                    <a:pt x="2429027" y="1685457"/>
                  </a:lnTo>
                  <a:lnTo>
                    <a:pt x="2430016" y="1685754"/>
                  </a:lnTo>
                  <a:lnTo>
                    <a:pt x="2431005" y="1686044"/>
                  </a:lnTo>
                  <a:lnTo>
                    <a:pt x="2446530" y="1690582"/>
                  </a:lnTo>
                  <a:lnTo>
                    <a:pt x="2447520" y="1690872"/>
                  </a:lnTo>
                  <a:lnTo>
                    <a:pt x="2448509" y="1691151"/>
                  </a:lnTo>
                  <a:lnTo>
                    <a:pt x="2464034" y="1695537"/>
                  </a:lnTo>
                  <a:lnTo>
                    <a:pt x="2465023" y="1695816"/>
                  </a:lnTo>
                  <a:lnTo>
                    <a:pt x="2466012" y="1696083"/>
                  </a:lnTo>
                  <a:lnTo>
                    <a:pt x="2481537" y="1700274"/>
                  </a:lnTo>
                  <a:lnTo>
                    <a:pt x="2482526" y="1700541"/>
                  </a:lnTo>
                  <a:lnTo>
                    <a:pt x="2483516" y="1700799"/>
                  </a:lnTo>
                  <a:lnTo>
                    <a:pt x="2499040" y="1704834"/>
                  </a:lnTo>
                  <a:lnTo>
                    <a:pt x="2500030" y="1705091"/>
                  </a:lnTo>
                  <a:lnTo>
                    <a:pt x="2501019" y="1705338"/>
                  </a:lnTo>
                  <a:lnTo>
                    <a:pt x="2516544" y="1709213"/>
                  </a:lnTo>
                  <a:lnTo>
                    <a:pt x="2517533" y="1709460"/>
                  </a:lnTo>
                  <a:lnTo>
                    <a:pt x="2518523" y="1709697"/>
                  </a:lnTo>
                  <a:lnTo>
                    <a:pt x="2534047" y="1713409"/>
                  </a:lnTo>
                  <a:lnTo>
                    <a:pt x="2535037" y="1713646"/>
                  </a:lnTo>
                  <a:lnTo>
                    <a:pt x="2536026" y="1713868"/>
                  </a:lnTo>
                  <a:lnTo>
                    <a:pt x="2551551" y="1717349"/>
                  </a:lnTo>
                  <a:lnTo>
                    <a:pt x="2552540" y="1717571"/>
                  </a:lnTo>
                  <a:lnTo>
                    <a:pt x="2553530" y="1717782"/>
                  </a:lnTo>
                  <a:lnTo>
                    <a:pt x="2569054" y="1721090"/>
                  </a:lnTo>
                  <a:lnTo>
                    <a:pt x="2570044" y="1721301"/>
                  </a:lnTo>
                  <a:lnTo>
                    <a:pt x="2571033" y="1721501"/>
                  </a:lnTo>
                  <a:lnTo>
                    <a:pt x="2586558" y="1724642"/>
                  </a:lnTo>
                  <a:lnTo>
                    <a:pt x="2587547" y="1724843"/>
                  </a:lnTo>
                  <a:lnTo>
                    <a:pt x="2588537" y="1725032"/>
                  </a:lnTo>
                  <a:lnTo>
                    <a:pt x="2604061" y="1728008"/>
                  </a:lnTo>
                  <a:lnTo>
                    <a:pt x="2605051" y="1728198"/>
                  </a:lnTo>
                  <a:lnTo>
                    <a:pt x="2606040" y="1728375"/>
                  </a:lnTo>
                  <a:lnTo>
                    <a:pt x="2621565" y="1731149"/>
                  </a:lnTo>
                  <a:lnTo>
                    <a:pt x="2622554" y="1731326"/>
                  </a:lnTo>
                  <a:lnTo>
                    <a:pt x="2623544" y="1731491"/>
                  </a:lnTo>
                  <a:lnTo>
                    <a:pt x="2639068" y="1734079"/>
                  </a:lnTo>
                  <a:lnTo>
                    <a:pt x="2640058" y="1734244"/>
                  </a:lnTo>
                  <a:lnTo>
                    <a:pt x="2641047" y="1734400"/>
                  </a:lnTo>
                  <a:lnTo>
                    <a:pt x="2656572" y="1736838"/>
                  </a:lnTo>
                  <a:lnTo>
                    <a:pt x="2657561" y="1736993"/>
                  </a:lnTo>
                  <a:lnTo>
                    <a:pt x="2658551" y="1737139"/>
                  </a:lnTo>
                  <a:lnTo>
                    <a:pt x="2674075" y="1739432"/>
                  </a:lnTo>
                  <a:lnTo>
                    <a:pt x="2675065" y="1739578"/>
                  </a:lnTo>
                  <a:lnTo>
                    <a:pt x="2676054" y="1739714"/>
                  </a:lnTo>
                  <a:lnTo>
                    <a:pt x="2691579" y="1741855"/>
                  </a:lnTo>
                  <a:lnTo>
                    <a:pt x="2692568" y="1741991"/>
                  </a:lnTo>
                  <a:lnTo>
                    <a:pt x="2693558" y="1742117"/>
                  </a:lnTo>
                  <a:lnTo>
                    <a:pt x="2709082" y="1744087"/>
                  </a:lnTo>
                  <a:lnTo>
                    <a:pt x="2710072" y="1744212"/>
                  </a:lnTo>
                  <a:lnTo>
                    <a:pt x="2711061" y="1744330"/>
                  </a:lnTo>
                  <a:lnTo>
                    <a:pt x="2726586" y="1746184"/>
                  </a:lnTo>
                  <a:lnTo>
                    <a:pt x="2727575" y="1746302"/>
                  </a:lnTo>
                  <a:lnTo>
                    <a:pt x="2728565" y="1746413"/>
                  </a:lnTo>
                  <a:lnTo>
                    <a:pt x="2744089" y="1748157"/>
                  </a:lnTo>
                  <a:lnTo>
                    <a:pt x="2745079" y="1748268"/>
                  </a:lnTo>
                  <a:lnTo>
                    <a:pt x="2746068" y="1748373"/>
                  </a:lnTo>
                  <a:lnTo>
                    <a:pt x="2761593" y="1750015"/>
                  </a:lnTo>
                  <a:lnTo>
                    <a:pt x="2762582" y="1750120"/>
                  </a:lnTo>
                  <a:lnTo>
                    <a:pt x="2763572" y="1750217"/>
                  </a:lnTo>
                  <a:lnTo>
                    <a:pt x="2779096" y="1751739"/>
                  </a:lnTo>
                  <a:lnTo>
                    <a:pt x="2780086" y="1751836"/>
                  </a:lnTo>
                  <a:lnTo>
                    <a:pt x="2781075" y="1751928"/>
                  </a:lnTo>
                  <a:lnTo>
                    <a:pt x="2796600" y="1753373"/>
                  </a:lnTo>
                  <a:lnTo>
                    <a:pt x="2797589" y="1753465"/>
                  </a:lnTo>
                  <a:lnTo>
                    <a:pt x="2798579" y="1753553"/>
                  </a:lnTo>
                  <a:lnTo>
                    <a:pt x="2814103" y="1754933"/>
                  </a:lnTo>
                  <a:lnTo>
                    <a:pt x="2815093" y="1755021"/>
                  </a:lnTo>
                  <a:lnTo>
                    <a:pt x="2816082" y="1755105"/>
                  </a:lnTo>
                  <a:lnTo>
                    <a:pt x="2831607" y="1756429"/>
                  </a:lnTo>
                  <a:lnTo>
                    <a:pt x="2832596" y="1756514"/>
                  </a:lnTo>
                  <a:lnTo>
                    <a:pt x="2833586" y="1756594"/>
                  </a:lnTo>
                  <a:lnTo>
                    <a:pt x="2849110" y="1757864"/>
                  </a:lnTo>
                  <a:lnTo>
                    <a:pt x="2850100" y="1757945"/>
                  </a:lnTo>
                  <a:lnTo>
                    <a:pt x="2851089" y="1758024"/>
                  </a:lnTo>
                  <a:lnTo>
                    <a:pt x="2866614" y="1759257"/>
                  </a:lnTo>
                  <a:lnTo>
                    <a:pt x="2867603" y="1759335"/>
                  </a:lnTo>
                  <a:lnTo>
                    <a:pt x="2868593" y="1759413"/>
                  </a:lnTo>
                  <a:lnTo>
                    <a:pt x="2884117" y="1760625"/>
                  </a:lnTo>
                  <a:lnTo>
                    <a:pt x="2885107" y="1760703"/>
                  </a:lnTo>
                  <a:lnTo>
                    <a:pt x="2886096" y="1760779"/>
                  </a:lnTo>
                  <a:lnTo>
                    <a:pt x="2901621" y="1761979"/>
                  </a:lnTo>
                  <a:lnTo>
                    <a:pt x="2902610" y="1762056"/>
                  </a:lnTo>
                  <a:lnTo>
                    <a:pt x="2903600" y="1762132"/>
                  </a:lnTo>
                  <a:lnTo>
                    <a:pt x="2919124" y="1763327"/>
                  </a:lnTo>
                  <a:lnTo>
                    <a:pt x="2920114" y="1763403"/>
                  </a:lnTo>
                  <a:lnTo>
                    <a:pt x="2921103" y="1763480"/>
                  </a:lnTo>
                  <a:lnTo>
                    <a:pt x="2936628" y="1764684"/>
                  </a:lnTo>
                  <a:lnTo>
                    <a:pt x="2937617" y="1764760"/>
                  </a:lnTo>
                  <a:lnTo>
                    <a:pt x="2938607" y="1764838"/>
                  </a:lnTo>
                  <a:lnTo>
                    <a:pt x="2954131" y="1766058"/>
                  </a:lnTo>
                  <a:lnTo>
                    <a:pt x="2955121" y="1766136"/>
                  </a:lnTo>
                  <a:lnTo>
                    <a:pt x="2956110" y="1766215"/>
                  </a:lnTo>
                  <a:lnTo>
                    <a:pt x="2971635" y="1767455"/>
                  </a:lnTo>
                  <a:lnTo>
                    <a:pt x="2972624" y="1767534"/>
                  </a:lnTo>
                  <a:lnTo>
                    <a:pt x="2973614" y="1767615"/>
                  </a:lnTo>
                  <a:lnTo>
                    <a:pt x="2989138" y="1768881"/>
                  </a:lnTo>
                  <a:lnTo>
                    <a:pt x="2990128" y="1768962"/>
                  </a:lnTo>
                  <a:lnTo>
                    <a:pt x="2991117" y="1769046"/>
                  </a:lnTo>
                  <a:lnTo>
                    <a:pt x="3006642" y="1770356"/>
                  </a:lnTo>
                  <a:lnTo>
                    <a:pt x="3007631" y="1770439"/>
                  </a:lnTo>
                  <a:lnTo>
                    <a:pt x="3008621" y="1770525"/>
                  </a:lnTo>
                  <a:lnTo>
                    <a:pt x="3024145" y="1771876"/>
                  </a:lnTo>
                  <a:lnTo>
                    <a:pt x="3025135" y="1771962"/>
                  </a:lnTo>
                  <a:lnTo>
                    <a:pt x="3026124" y="1772051"/>
                  </a:lnTo>
                  <a:lnTo>
                    <a:pt x="3041649" y="1773442"/>
                  </a:lnTo>
                  <a:lnTo>
                    <a:pt x="3042638" y="1773531"/>
                  </a:lnTo>
                  <a:lnTo>
                    <a:pt x="3043628" y="1773622"/>
                  </a:lnTo>
                  <a:lnTo>
                    <a:pt x="3059152" y="1775056"/>
                  </a:lnTo>
                  <a:lnTo>
                    <a:pt x="3060142" y="1775148"/>
                  </a:lnTo>
                  <a:lnTo>
                    <a:pt x="3061131" y="1775243"/>
                  </a:lnTo>
                  <a:lnTo>
                    <a:pt x="3076656" y="1776730"/>
                  </a:lnTo>
                  <a:lnTo>
                    <a:pt x="3077645" y="1776825"/>
                  </a:lnTo>
                  <a:lnTo>
                    <a:pt x="3078635" y="1776923"/>
                  </a:lnTo>
                  <a:lnTo>
                    <a:pt x="3094159" y="1778466"/>
                  </a:lnTo>
                  <a:lnTo>
                    <a:pt x="3095149" y="1778564"/>
                  </a:lnTo>
                  <a:lnTo>
                    <a:pt x="3096138" y="1778666"/>
                  </a:lnTo>
                  <a:lnTo>
                    <a:pt x="3111663" y="1780253"/>
                  </a:lnTo>
                  <a:lnTo>
                    <a:pt x="3112652" y="1780354"/>
                  </a:lnTo>
                  <a:lnTo>
                    <a:pt x="3113642" y="1780458"/>
                  </a:lnTo>
                  <a:lnTo>
                    <a:pt x="3129166" y="1782090"/>
                  </a:lnTo>
                  <a:lnTo>
                    <a:pt x="3130156" y="1782194"/>
                  </a:lnTo>
                  <a:lnTo>
                    <a:pt x="3131145" y="1782301"/>
                  </a:lnTo>
                  <a:lnTo>
                    <a:pt x="3146670" y="1783978"/>
                  </a:lnTo>
                  <a:lnTo>
                    <a:pt x="3147659" y="1784085"/>
                  </a:lnTo>
                  <a:lnTo>
                    <a:pt x="3148649" y="1784195"/>
                  </a:lnTo>
                  <a:lnTo>
                    <a:pt x="3164173" y="1785926"/>
                  </a:lnTo>
                  <a:lnTo>
                    <a:pt x="3165163" y="1786036"/>
                  </a:lnTo>
                  <a:lnTo>
                    <a:pt x="3166152" y="1786149"/>
                  </a:lnTo>
                  <a:lnTo>
                    <a:pt x="3181677" y="1787916"/>
                  </a:lnTo>
                  <a:lnTo>
                    <a:pt x="3182666" y="1788028"/>
                  </a:lnTo>
                  <a:lnTo>
                    <a:pt x="3183656" y="1788143"/>
                  </a:lnTo>
                  <a:lnTo>
                    <a:pt x="3199180" y="1789942"/>
                  </a:lnTo>
                  <a:lnTo>
                    <a:pt x="3200170" y="1790057"/>
                  </a:lnTo>
                  <a:lnTo>
                    <a:pt x="3201159" y="1790173"/>
                  </a:lnTo>
                  <a:lnTo>
                    <a:pt x="3216684" y="1792002"/>
                  </a:lnTo>
                  <a:lnTo>
                    <a:pt x="3217673" y="1792118"/>
                  </a:lnTo>
                  <a:lnTo>
                    <a:pt x="3218662" y="1792237"/>
                  </a:lnTo>
                  <a:lnTo>
                    <a:pt x="3234187" y="1794097"/>
                  </a:lnTo>
                  <a:lnTo>
                    <a:pt x="3235176" y="1794216"/>
                  </a:lnTo>
                  <a:lnTo>
                    <a:pt x="3236166" y="1794336"/>
                  </a:lnTo>
                  <a:lnTo>
                    <a:pt x="3251691" y="1796215"/>
                  </a:lnTo>
                  <a:lnTo>
                    <a:pt x="3252680" y="1796335"/>
                  </a:lnTo>
                  <a:lnTo>
                    <a:pt x="3253669" y="1796456"/>
                  </a:lnTo>
                  <a:lnTo>
                    <a:pt x="3269194" y="1798348"/>
                  </a:lnTo>
                  <a:lnTo>
                    <a:pt x="3270183" y="1798468"/>
                  </a:lnTo>
                  <a:lnTo>
                    <a:pt x="3271173" y="1798589"/>
                  </a:lnTo>
                  <a:lnTo>
                    <a:pt x="3286697" y="1800490"/>
                  </a:lnTo>
                  <a:lnTo>
                    <a:pt x="3287687" y="1800611"/>
                  </a:lnTo>
                  <a:lnTo>
                    <a:pt x="3288676" y="1800732"/>
                  </a:lnTo>
                  <a:lnTo>
                    <a:pt x="3304201" y="1802636"/>
                  </a:lnTo>
                  <a:lnTo>
                    <a:pt x="3305190" y="1802757"/>
                  </a:lnTo>
                  <a:lnTo>
                    <a:pt x="3306180" y="1802878"/>
                  </a:lnTo>
                  <a:lnTo>
                    <a:pt x="3321704" y="1804776"/>
                  </a:lnTo>
                  <a:lnTo>
                    <a:pt x="3322694" y="1804896"/>
                  </a:lnTo>
                  <a:lnTo>
                    <a:pt x="3323683" y="1805017"/>
                  </a:lnTo>
                  <a:lnTo>
                    <a:pt x="3339208" y="1806904"/>
                  </a:lnTo>
                  <a:lnTo>
                    <a:pt x="3340197" y="1807024"/>
                  </a:lnTo>
                  <a:lnTo>
                    <a:pt x="3341187" y="1807143"/>
                  </a:lnTo>
                  <a:lnTo>
                    <a:pt x="3356711" y="1809015"/>
                  </a:lnTo>
                  <a:lnTo>
                    <a:pt x="3357701" y="1809134"/>
                  </a:lnTo>
                  <a:lnTo>
                    <a:pt x="3358690" y="1809252"/>
                  </a:lnTo>
                  <a:lnTo>
                    <a:pt x="3374215" y="1811104"/>
                  </a:lnTo>
                  <a:lnTo>
                    <a:pt x="3375204" y="1811222"/>
                  </a:lnTo>
                  <a:lnTo>
                    <a:pt x="3376194" y="1811338"/>
                  </a:lnTo>
                  <a:lnTo>
                    <a:pt x="3391718" y="1813153"/>
                  </a:lnTo>
                  <a:lnTo>
                    <a:pt x="3392708" y="1813269"/>
                  </a:lnTo>
                  <a:lnTo>
                    <a:pt x="3393697" y="1813382"/>
                  </a:lnTo>
                  <a:lnTo>
                    <a:pt x="3409222" y="1815165"/>
                  </a:lnTo>
                  <a:lnTo>
                    <a:pt x="3410211" y="1815279"/>
                  </a:lnTo>
                  <a:lnTo>
                    <a:pt x="3411201" y="1815390"/>
                  </a:lnTo>
                  <a:lnTo>
                    <a:pt x="3426725" y="1817137"/>
                  </a:lnTo>
                  <a:lnTo>
                    <a:pt x="3427715" y="1817248"/>
                  </a:lnTo>
                  <a:lnTo>
                    <a:pt x="3428704" y="1817357"/>
                  </a:lnTo>
                  <a:lnTo>
                    <a:pt x="3444229" y="1819064"/>
                  </a:lnTo>
                  <a:lnTo>
                    <a:pt x="3445218" y="1819173"/>
                  </a:lnTo>
                  <a:lnTo>
                    <a:pt x="3446208" y="1819278"/>
                  </a:lnTo>
                  <a:lnTo>
                    <a:pt x="3461732" y="1820928"/>
                  </a:lnTo>
                  <a:lnTo>
                    <a:pt x="3462722" y="1821033"/>
                  </a:lnTo>
                  <a:lnTo>
                    <a:pt x="3463711" y="1821135"/>
                  </a:lnTo>
                  <a:lnTo>
                    <a:pt x="3479236" y="1822731"/>
                  </a:lnTo>
                  <a:lnTo>
                    <a:pt x="3480225" y="1822833"/>
                  </a:lnTo>
                  <a:lnTo>
                    <a:pt x="3481215" y="1822931"/>
                  </a:lnTo>
                  <a:lnTo>
                    <a:pt x="3496739" y="1824476"/>
                  </a:lnTo>
                  <a:lnTo>
                    <a:pt x="3497729" y="1824574"/>
                  </a:lnTo>
                  <a:lnTo>
                    <a:pt x="3498718" y="1824669"/>
                  </a:lnTo>
                  <a:lnTo>
                    <a:pt x="3514243" y="1826161"/>
                  </a:lnTo>
                  <a:lnTo>
                    <a:pt x="3515232" y="1826256"/>
                  </a:lnTo>
                  <a:lnTo>
                    <a:pt x="3516222" y="1826347"/>
                  </a:lnTo>
                  <a:lnTo>
                    <a:pt x="3531746" y="1827774"/>
                  </a:lnTo>
                  <a:lnTo>
                    <a:pt x="3532736" y="1827864"/>
                  </a:lnTo>
                  <a:lnTo>
                    <a:pt x="3533725" y="1827951"/>
                  </a:lnTo>
                  <a:lnTo>
                    <a:pt x="3549250" y="1829304"/>
                  </a:lnTo>
                  <a:lnTo>
                    <a:pt x="3550239" y="1829391"/>
                  </a:lnTo>
                  <a:lnTo>
                    <a:pt x="3551229" y="1829473"/>
                  </a:lnTo>
                  <a:lnTo>
                    <a:pt x="3566753" y="1830767"/>
                  </a:lnTo>
                  <a:lnTo>
                    <a:pt x="3567743" y="1830850"/>
                  </a:lnTo>
                  <a:lnTo>
                    <a:pt x="3568732" y="1830929"/>
                  </a:lnTo>
                  <a:lnTo>
                    <a:pt x="3584257" y="1832163"/>
                  </a:lnTo>
                  <a:lnTo>
                    <a:pt x="3585246" y="1832241"/>
                  </a:lnTo>
                  <a:lnTo>
                    <a:pt x="3586236" y="1832316"/>
                  </a:lnTo>
                  <a:lnTo>
                    <a:pt x="3601760" y="1833489"/>
                  </a:lnTo>
                  <a:lnTo>
                    <a:pt x="3602750" y="1833563"/>
                  </a:lnTo>
                  <a:lnTo>
                    <a:pt x="3603739" y="1833633"/>
                  </a:lnTo>
                  <a:lnTo>
                    <a:pt x="3619264" y="1834719"/>
                  </a:lnTo>
                  <a:lnTo>
                    <a:pt x="3620253" y="1834788"/>
                  </a:lnTo>
                  <a:lnTo>
                    <a:pt x="3621243" y="1834854"/>
                  </a:lnTo>
                  <a:lnTo>
                    <a:pt x="3636767" y="1835879"/>
                  </a:lnTo>
                  <a:lnTo>
                    <a:pt x="3637757" y="1835944"/>
                  </a:lnTo>
                  <a:lnTo>
                    <a:pt x="3638746" y="1836006"/>
                  </a:lnTo>
                  <a:lnTo>
                    <a:pt x="3654271" y="1836970"/>
                  </a:lnTo>
                  <a:lnTo>
                    <a:pt x="3655260" y="1837032"/>
                  </a:lnTo>
                  <a:lnTo>
                    <a:pt x="3656250" y="1837089"/>
                  </a:lnTo>
                  <a:lnTo>
                    <a:pt x="3671774" y="1837994"/>
                  </a:lnTo>
                  <a:lnTo>
                    <a:pt x="3672764" y="1838052"/>
                  </a:lnTo>
                  <a:lnTo>
                    <a:pt x="3673753" y="1838104"/>
                  </a:lnTo>
                  <a:lnTo>
                    <a:pt x="3689278" y="1838932"/>
                  </a:lnTo>
                  <a:lnTo>
                    <a:pt x="3690267" y="1838985"/>
                  </a:lnTo>
                  <a:lnTo>
                    <a:pt x="3691257" y="1839034"/>
                  </a:lnTo>
                  <a:lnTo>
                    <a:pt x="3695640" y="18392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755321" y="3632816"/>
              <a:ext cx="6849236" cy="1848266"/>
            </a:xfrm>
            <a:custGeom>
              <a:avLst/>
              <a:pathLst>
                <a:path w="6849236" h="1848266">
                  <a:moveTo>
                    <a:pt x="0" y="1848266"/>
                  </a:moveTo>
                  <a:lnTo>
                    <a:pt x="17503" y="1848127"/>
                  </a:lnTo>
                  <a:lnTo>
                    <a:pt x="35006" y="1847966"/>
                  </a:lnTo>
                  <a:lnTo>
                    <a:pt x="52510" y="1847782"/>
                  </a:lnTo>
                  <a:lnTo>
                    <a:pt x="70013" y="1847562"/>
                  </a:lnTo>
                  <a:lnTo>
                    <a:pt x="87517" y="1847306"/>
                  </a:lnTo>
                  <a:lnTo>
                    <a:pt x="105020" y="1847014"/>
                  </a:lnTo>
                  <a:lnTo>
                    <a:pt x="122524" y="1846682"/>
                  </a:lnTo>
                  <a:lnTo>
                    <a:pt x="140027" y="1846298"/>
                  </a:lnTo>
                  <a:lnTo>
                    <a:pt x="157531" y="1845849"/>
                  </a:lnTo>
                  <a:lnTo>
                    <a:pt x="175034" y="1845341"/>
                  </a:lnTo>
                  <a:lnTo>
                    <a:pt x="192538" y="1844768"/>
                  </a:lnTo>
                  <a:lnTo>
                    <a:pt x="210041" y="1844123"/>
                  </a:lnTo>
                  <a:lnTo>
                    <a:pt x="227545" y="1843365"/>
                  </a:lnTo>
                  <a:lnTo>
                    <a:pt x="245048" y="1842515"/>
                  </a:lnTo>
                  <a:lnTo>
                    <a:pt x="262552" y="1841566"/>
                  </a:lnTo>
                  <a:lnTo>
                    <a:pt x="280055" y="1840509"/>
                  </a:lnTo>
                  <a:lnTo>
                    <a:pt x="297559" y="1839297"/>
                  </a:lnTo>
                  <a:lnTo>
                    <a:pt x="315062" y="1837933"/>
                  </a:lnTo>
                  <a:lnTo>
                    <a:pt x="332566" y="1836422"/>
                  </a:lnTo>
                  <a:lnTo>
                    <a:pt x="350069" y="1834754"/>
                  </a:lnTo>
                  <a:lnTo>
                    <a:pt x="367573" y="1832892"/>
                  </a:lnTo>
                  <a:lnTo>
                    <a:pt x="385076" y="1830789"/>
                  </a:lnTo>
                  <a:lnTo>
                    <a:pt x="402580" y="1828481"/>
                  </a:lnTo>
                  <a:lnTo>
                    <a:pt x="420083" y="1825955"/>
                  </a:lnTo>
                  <a:lnTo>
                    <a:pt x="437587" y="1823200"/>
                  </a:lnTo>
                  <a:lnTo>
                    <a:pt x="455090" y="1820087"/>
                  </a:lnTo>
                  <a:lnTo>
                    <a:pt x="472594" y="1816700"/>
                  </a:lnTo>
                  <a:lnTo>
                    <a:pt x="490097" y="1813026"/>
                  </a:lnTo>
                  <a:lnTo>
                    <a:pt x="507601" y="1809052"/>
                  </a:lnTo>
                  <a:lnTo>
                    <a:pt x="525104" y="1804671"/>
                  </a:lnTo>
                  <a:lnTo>
                    <a:pt x="542608" y="1799896"/>
                  </a:lnTo>
                  <a:lnTo>
                    <a:pt x="560111" y="1794764"/>
                  </a:lnTo>
                  <a:lnTo>
                    <a:pt x="577615" y="1789260"/>
                  </a:lnTo>
                  <a:lnTo>
                    <a:pt x="595118" y="1783321"/>
                  </a:lnTo>
                  <a:lnTo>
                    <a:pt x="612622" y="1776855"/>
                  </a:lnTo>
                  <a:lnTo>
                    <a:pt x="630125" y="1769965"/>
                  </a:lnTo>
                  <a:lnTo>
                    <a:pt x="647629" y="1762643"/>
                  </a:lnTo>
                  <a:lnTo>
                    <a:pt x="665132" y="1754879"/>
                  </a:lnTo>
                  <a:lnTo>
                    <a:pt x="682636" y="1746472"/>
                  </a:lnTo>
                  <a:lnTo>
                    <a:pt x="700139" y="1737588"/>
                  </a:lnTo>
                  <a:lnTo>
                    <a:pt x="717643" y="1728229"/>
                  </a:lnTo>
                  <a:lnTo>
                    <a:pt x="735146" y="1718392"/>
                  </a:lnTo>
                  <a:lnTo>
                    <a:pt x="752650" y="1707948"/>
                  </a:lnTo>
                  <a:lnTo>
                    <a:pt x="770153" y="1696937"/>
                  </a:lnTo>
                  <a:lnTo>
                    <a:pt x="787656" y="1685444"/>
                  </a:lnTo>
                  <a:lnTo>
                    <a:pt x="805160" y="1673470"/>
                  </a:lnTo>
                  <a:lnTo>
                    <a:pt x="822663" y="1660970"/>
                  </a:lnTo>
                  <a:lnTo>
                    <a:pt x="840167" y="1647857"/>
                  </a:lnTo>
                  <a:lnTo>
                    <a:pt x="857670" y="1634294"/>
                  </a:lnTo>
                  <a:lnTo>
                    <a:pt x="875174" y="1620291"/>
                  </a:lnTo>
                  <a:lnTo>
                    <a:pt x="892677" y="1605861"/>
                  </a:lnTo>
                  <a:lnTo>
                    <a:pt x="910181" y="1590871"/>
                  </a:lnTo>
                  <a:lnTo>
                    <a:pt x="927684" y="1575491"/>
                  </a:lnTo>
                  <a:lnTo>
                    <a:pt x="945188" y="1559757"/>
                  </a:lnTo>
                  <a:lnTo>
                    <a:pt x="962691" y="1543689"/>
                  </a:lnTo>
                  <a:lnTo>
                    <a:pt x="980195" y="1527244"/>
                  </a:lnTo>
                  <a:lnTo>
                    <a:pt x="997698" y="1510488"/>
                  </a:lnTo>
                  <a:lnTo>
                    <a:pt x="1015202" y="1493502"/>
                  </a:lnTo>
                  <a:lnTo>
                    <a:pt x="1032705" y="1476314"/>
                  </a:lnTo>
                  <a:lnTo>
                    <a:pt x="1050209" y="1458939"/>
                  </a:lnTo>
                  <a:lnTo>
                    <a:pt x="1067712" y="1441402"/>
                  </a:lnTo>
                  <a:lnTo>
                    <a:pt x="1085216" y="1423789"/>
                  </a:lnTo>
                  <a:lnTo>
                    <a:pt x="1102719" y="1406132"/>
                  </a:lnTo>
                  <a:lnTo>
                    <a:pt x="1120223" y="1388459"/>
                  </a:lnTo>
                  <a:lnTo>
                    <a:pt x="1137726" y="1370832"/>
                  </a:lnTo>
                  <a:lnTo>
                    <a:pt x="1155230" y="1353298"/>
                  </a:lnTo>
                  <a:lnTo>
                    <a:pt x="1172733" y="1335884"/>
                  </a:lnTo>
                  <a:lnTo>
                    <a:pt x="1190237" y="1318618"/>
                  </a:lnTo>
                  <a:lnTo>
                    <a:pt x="1207740" y="1301582"/>
                  </a:lnTo>
                  <a:lnTo>
                    <a:pt x="1225244" y="1284831"/>
                  </a:lnTo>
                  <a:lnTo>
                    <a:pt x="1242747" y="1268353"/>
                  </a:lnTo>
                  <a:lnTo>
                    <a:pt x="1260251" y="1252170"/>
                  </a:lnTo>
                  <a:lnTo>
                    <a:pt x="1277754" y="1236333"/>
                  </a:lnTo>
                  <a:lnTo>
                    <a:pt x="1295258" y="1220985"/>
                  </a:lnTo>
                  <a:lnTo>
                    <a:pt x="1312761" y="1206028"/>
                  </a:lnTo>
                  <a:lnTo>
                    <a:pt x="1330265" y="1191478"/>
                  </a:lnTo>
                  <a:lnTo>
                    <a:pt x="1347768" y="1177351"/>
                  </a:lnTo>
                  <a:lnTo>
                    <a:pt x="1365272" y="1163821"/>
                  </a:lnTo>
                  <a:lnTo>
                    <a:pt x="1382775" y="1150786"/>
                  </a:lnTo>
                  <a:lnTo>
                    <a:pt x="1400279" y="1138217"/>
                  </a:lnTo>
                  <a:lnTo>
                    <a:pt x="1417782" y="1126119"/>
                  </a:lnTo>
                  <a:lnTo>
                    <a:pt x="1435286" y="1114586"/>
                  </a:lnTo>
                  <a:lnTo>
                    <a:pt x="1452789" y="1103630"/>
                  </a:lnTo>
                  <a:lnTo>
                    <a:pt x="1470293" y="1093135"/>
                  </a:lnTo>
                  <a:lnTo>
                    <a:pt x="1487796" y="1083095"/>
                  </a:lnTo>
                  <a:lnTo>
                    <a:pt x="1505300" y="1073518"/>
                  </a:lnTo>
                  <a:lnTo>
                    <a:pt x="1522803" y="1064521"/>
                  </a:lnTo>
                  <a:lnTo>
                    <a:pt x="1540307" y="1055916"/>
                  </a:lnTo>
                  <a:lnTo>
                    <a:pt x="1557810" y="1047684"/>
                  </a:lnTo>
                  <a:lnTo>
                    <a:pt x="1575313" y="1039804"/>
                  </a:lnTo>
                  <a:lnTo>
                    <a:pt x="1592817" y="1032342"/>
                  </a:lnTo>
                  <a:lnTo>
                    <a:pt x="1610320" y="1025178"/>
                  </a:lnTo>
                  <a:lnTo>
                    <a:pt x="1627824" y="1018252"/>
                  </a:lnTo>
                  <a:lnTo>
                    <a:pt x="1645327" y="1011535"/>
                  </a:lnTo>
                  <a:lnTo>
                    <a:pt x="1662831" y="1005017"/>
                  </a:lnTo>
                  <a:lnTo>
                    <a:pt x="1680334" y="998643"/>
                  </a:lnTo>
                  <a:lnTo>
                    <a:pt x="1697838" y="992338"/>
                  </a:lnTo>
                  <a:lnTo>
                    <a:pt x="1715341" y="986070"/>
                  </a:lnTo>
                  <a:lnTo>
                    <a:pt x="1732845" y="979805"/>
                  </a:lnTo>
                  <a:lnTo>
                    <a:pt x="1750348" y="973468"/>
                  </a:lnTo>
                  <a:lnTo>
                    <a:pt x="1767852" y="967027"/>
                  </a:lnTo>
                  <a:lnTo>
                    <a:pt x="1785355" y="960455"/>
                  </a:lnTo>
                  <a:lnTo>
                    <a:pt x="1802859" y="953722"/>
                  </a:lnTo>
                  <a:lnTo>
                    <a:pt x="1820362" y="946727"/>
                  </a:lnTo>
                  <a:lnTo>
                    <a:pt x="1837866" y="939461"/>
                  </a:lnTo>
                  <a:lnTo>
                    <a:pt x="1855369" y="931930"/>
                  </a:lnTo>
                  <a:lnTo>
                    <a:pt x="1872873" y="924115"/>
                  </a:lnTo>
                  <a:lnTo>
                    <a:pt x="1890376" y="915948"/>
                  </a:lnTo>
                  <a:lnTo>
                    <a:pt x="1907880" y="907369"/>
                  </a:lnTo>
                  <a:lnTo>
                    <a:pt x="1925383" y="898453"/>
                  </a:lnTo>
                  <a:lnTo>
                    <a:pt x="1942887" y="889197"/>
                  </a:lnTo>
                  <a:lnTo>
                    <a:pt x="1960390" y="879596"/>
                  </a:lnTo>
                  <a:lnTo>
                    <a:pt x="1977894" y="869511"/>
                  </a:lnTo>
                  <a:lnTo>
                    <a:pt x="1995397" y="859096"/>
                  </a:lnTo>
                  <a:lnTo>
                    <a:pt x="2012901" y="848361"/>
                  </a:lnTo>
                  <a:lnTo>
                    <a:pt x="2030404" y="837316"/>
                  </a:lnTo>
                  <a:lnTo>
                    <a:pt x="2047908" y="825901"/>
                  </a:lnTo>
                  <a:lnTo>
                    <a:pt x="2065411" y="814189"/>
                  </a:lnTo>
                  <a:lnTo>
                    <a:pt x="2082915" y="802242"/>
                  </a:lnTo>
                  <a:lnTo>
                    <a:pt x="2100418" y="790081"/>
                  </a:lnTo>
                  <a:lnTo>
                    <a:pt x="2117922" y="777706"/>
                  </a:lnTo>
                  <a:lnTo>
                    <a:pt x="2135425" y="765139"/>
                  </a:lnTo>
                  <a:lnTo>
                    <a:pt x="2152929" y="752458"/>
                  </a:lnTo>
                  <a:lnTo>
                    <a:pt x="2170432" y="739684"/>
                  </a:lnTo>
                  <a:lnTo>
                    <a:pt x="2187936" y="726841"/>
                  </a:lnTo>
                  <a:lnTo>
                    <a:pt x="2205439" y="713949"/>
                  </a:lnTo>
                  <a:lnTo>
                    <a:pt x="2222943" y="701057"/>
                  </a:lnTo>
                  <a:lnTo>
                    <a:pt x="2240446" y="688180"/>
                  </a:lnTo>
                  <a:lnTo>
                    <a:pt x="2257950" y="675333"/>
                  </a:lnTo>
                  <a:lnTo>
                    <a:pt x="2275453" y="662547"/>
                  </a:lnTo>
                  <a:lnTo>
                    <a:pt x="2292957" y="649834"/>
                  </a:lnTo>
                  <a:lnTo>
                    <a:pt x="2310460" y="637190"/>
                  </a:lnTo>
                  <a:lnTo>
                    <a:pt x="2327964" y="624615"/>
                  </a:lnTo>
                  <a:lnTo>
                    <a:pt x="2345467" y="612117"/>
                  </a:lnTo>
                  <a:lnTo>
                    <a:pt x="2362970" y="599698"/>
                  </a:lnTo>
                  <a:lnTo>
                    <a:pt x="2380474" y="587322"/>
                  </a:lnTo>
                  <a:lnTo>
                    <a:pt x="2397977" y="574978"/>
                  </a:lnTo>
                  <a:lnTo>
                    <a:pt x="2415481" y="562650"/>
                  </a:lnTo>
                  <a:lnTo>
                    <a:pt x="2432984" y="550303"/>
                  </a:lnTo>
                  <a:lnTo>
                    <a:pt x="2450488" y="537903"/>
                  </a:lnTo>
                  <a:lnTo>
                    <a:pt x="2467991" y="525426"/>
                  </a:lnTo>
                  <a:lnTo>
                    <a:pt x="2485495" y="512848"/>
                  </a:lnTo>
                  <a:lnTo>
                    <a:pt x="2502998" y="500100"/>
                  </a:lnTo>
                  <a:lnTo>
                    <a:pt x="2520502" y="487136"/>
                  </a:lnTo>
                  <a:lnTo>
                    <a:pt x="2538005" y="473956"/>
                  </a:lnTo>
                  <a:lnTo>
                    <a:pt x="2555509" y="460536"/>
                  </a:lnTo>
                  <a:lnTo>
                    <a:pt x="2573012" y="446822"/>
                  </a:lnTo>
                  <a:lnTo>
                    <a:pt x="2590516" y="432704"/>
                  </a:lnTo>
                  <a:lnTo>
                    <a:pt x="2608019" y="418255"/>
                  </a:lnTo>
                  <a:lnTo>
                    <a:pt x="2625523" y="403464"/>
                  </a:lnTo>
                  <a:lnTo>
                    <a:pt x="2643026" y="388318"/>
                  </a:lnTo>
                  <a:lnTo>
                    <a:pt x="2660530" y="372673"/>
                  </a:lnTo>
                  <a:lnTo>
                    <a:pt x="2678033" y="356649"/>
                  </a:lnTo>
                  <a:lnTo>
                    <a:pt x="2695537" y="340274"/>
                  </a:lnTo>
                  <a:lnTo>
                    <a:pt x="2713040" y="323561"/>
                  </a:lnTo>
                  <a:lnTo>
                    <a:pt x="2730544" y="306463"/>
                  </a:lnTo>
                  <a:lnTo>
                    <a:pt x="2748047" y="289042"/>
                  </a:lnTo>
                  <a:lnTo>
                    <a:pt x="2765551" y="271399"/>
                  </a:lnTo>
                  <a:lnTo>
                    <a:pt x="2783054" y="253574"/>
                  </a:lnTo>
                  <a:lnTo>
                    <a:pt x="2800558" y="235605"/>
                  </a:lnTo>
                  <a:lnTo>
                    <a:pt x="2818061" y="217576"/>
                  </a:lnTo>
                  <a:lnTo>
                    <a:pt x="2835565" y="199596"/>
                  </a:lnTo>
                  <a:lnTo>
                    <a:pt x="2853068" y="181730"/>
                  </a:lnTo>
                  <a:lnTo>
                    <a:pt x="2870572" y="164043"/>
                  </a:lnTo>
                  <a:lnTo>
                    <a:pt x="2888075" y="146752"/>
                  </a:lnTo>
                  <a:lnTo>
                    <a:pt x="2905579" y="129914"/>
                  </a:lnTo>
                  <a:lnTo>
                    <a:pt x="2923082" y="113585"/>
                  </a:lnTo>
                  <a:lnTo>
                    <a:pt x="2940586" y="97843"/>
                  </a:lnTo>
                  <a:lnTo>
                    <a:pt x="2958089" y="82935"/>
                  </a:lnTo>
                  <a:lnTo>
                    <a:pt x="2975593" y="69038"/>
                  </a:lnTo>
                  <a:lnTo>
                    <a:pt x="2993096" y="56074"/>
                  </a:lnTo>
                  <a:lnTo>
                    <a:pt x="3010600" y="44116"/>
                  </a:lnTo>
                  <a:lnTo>
                    <a:pt x="3028103" y="33304"/>
                  </a:lnTo>
                  <a:lnTo>
                    <a:pt x="3045607" y="24136"/>
                  </a:lnTo>
                  <a:lnTo>
                    <a:pt x="3063110" y="16267"/>
                  </a:lnTo>
                  <a:lnTo>
                    <a:pt x="3080614" y="9751"/>
                  </a:lnTo>
                  <a:lnTo>
                    <a:pt x="3098117" y="4637"/>
                  </a:lnTo>
                  <a:lnTo>
                    <a:pt x="3115621" y="1484"/>
                  </a:lnTo>
                  <a:lnTo>
                    <a:pt x="3133124" y="0"/>
                  </a:lnTo>
                  <a:lnTo>
                    <a:pt x="3150627" y="70"/>
                  </a:lnTo>
                  <a:lnTo>
                    <a:pt x="3153596" y="348"/>
                  </a:lnTo>
                  <a:lnTo>
                    <a:pt x="3168131" y="1712"/>
                  </a:lnTo>
                  <a:lnTo>
                    <a:pt x="3185634" y="5234"/>
                  </a:lnTo>
                  <a:lnTo>
                    <a:pt x="3203138" y="10728"/>
                  </a:lnTo>
                  <a:lnTo>
                    <a:pt x="3220641" y="17796"/>
                  </a:lnTo>
                  <a:lnTo>
                    <a:pt x="3238145" y="26420"/>
                  </a:lnTo>
                  <a:lnTo>
                    <a:pt x="3255648" y="36635"/>
                  </a:lnTo>
                  <a:lnTo>
                    <a:pt x="3273152" y="48906"/>
                  </a:lnTo>
                  <a:lnTo>
                    <a:pt x="3290655" y="62592"/>
                  </a:lnTo>
                  <a:lnTo>
                    <a:pt x="3308159" y="77644"/>
                  </a:lnTo>
                  <a:lnTo>
                    <a:pt x="3325662" y="94013"/>
                  </a:lnTo>
                  <a:lnTo>
                    <a:pt x="3343166" y="112000"/>
                  </a:lnTo>
                  <a:lnTo>
                    <a:pt x="3360669" y="131238"/>
                  </a:lnTo>
                  <a:lnTo>
                    <a:pt x="3378173" y="151522"/>
                  </a:lnTo>
                  <a:lnTo>
                    <a:pt x="3395676" y="172785"/>
                  </a:lnTo>
                  <a:lnTo>
                    <a:pt x="3413180" y="195085"/>
                  </a:lnTo>
                  <a:lnTo>
                    <a:pt x="3430683" y="218349"/>
                  </a:lnTo>
                  <a:lnTo>
                    <a:pt x="3448187" y="242272"/>
                  </a:lnTo>
                  <a:lnTo>
                    <a:pt x="3465690" y="266781"/>
                  </a:lnTo>
                  <a:lnTo>
                    <a:pt x="3483194" y="291810"/>
                  </a:lnTo>
                  <a:lnTo>
                    <a:pt x="3500697" y="317385"/>
                  </a:lnTo>
                  <a:lnTo>
                    <a:pt x="3518201" y="343229"/>
                  </a:lnTo>
                  <a:lnTo>
                    <a:pt x="3535704" y="369273"/>
                  </a:lnTo>
                  <a:lnTo>
                    <a:pt x="3553208" y="395453"/>
                  </a:lnTo>
                  <a:lnTo>
                    <a:pt x="3570711" y="421685"/>
                  </a:lnTo>
                  <a:lnTo>
                    <a:pt x="3588215" y="447847"/>
                  </a:lnTo>
                  <a:lnTo>
                    <a:pt x="3605718" y="473879"/>
                  </a:lnTo>
                  <a:lnTo>
                    <a:pt x="3623222" y="499730"/>
                  </a:lnTo>
                  <a:lnTo>
                    <a:pt x="3640725" y="525303"/>
                  </a:lnTo>
                  <a:lnTo>
                    <a:pt x="3658229" y="550466"/>
                  </a:lnTo>
                  <a:lnTo>
                    <a:pt x="3675732" y="575253"/>
                  </a:lnTo>
                  <a:lnTo>
                    <a:pt x="3693236" y="599628"/>
                  </a:lnTo>
                  <a:lnTo>
                    <a:pt x="3710739" y="623559"/>
                  </a:lnTo>
                  <a:lnTo>
                    <a:pt x="3728243" y="646789"/>
                  </a:lnTo>
                  <a:lnTo>
                    <a:pt x="3745746" y="669488"/>
                  </a:lnTo>
                  <a:lnTo>
                    <a:pt x="3763250" y="691639"/>
                  </a:lnTo>
                  <a:lnTo>
                    <a:pt x="3780753" y="713229"/>
                  </a:lnTo>
                  <a:lnTo>
                    <a:pt x="3798257" y="734082"/>
                  </a:lnTo>
                  <a:lnTo>
                    <a:pt x="3815760" y="754257"/>
                  </a:lnTo>
                  <a:lnTo>
                    <a:pt x="3833264" y="773841"/>
                  </a:lnTo>
                  <a:lnTo>
                    <a:pt x="3850767" y="792836"/>
                  </a:lnTo>
                  <a:lnTo>
                    <a:pt x="3868271" y="811175"/>
                  </a:lnTo>
                  <a:lnTo>
                    <a:pt x="3885774" y="828770"/>
                  </a:lnTo>
                  <a:lnTo>
                    <a:pt x="3903278" y="845814"/>
                  </a:lnTo>
                  <a:lnTo>
                    <a:pt x="3920781" y="862320"/>
                  </a:lnTo>
                  <a:lnTo>
                    <a:pt x="3938284" y="878304"/>
                  </a:lnTo>
                  <a:lnTo>
                    <a:pt x="3955788" y="893602"/>
                  </a:lnTo>
                  <a:lnTo>
                    <a:pt x="3973291" y="908437"/>
                  </a:lnTo>
                  <a:lnTo>
                    <a:pt x="3990795" y="922845"/>
                  </a:lnTo>
                  <a:lnTo>
                    <a:pt x="4008298" y="936849"/>
                  </a:lnTo>
                  <a:lnTo>
                    <a:pt x="4025802" y="950395"/>
                  </a:lnTo>
                  <a:lnTo>
                    <a:pt x="4043305" y="963567"/>
                  </a:lnTo>
                  <a:lnTo>
                    <a:pt x="4060809" y="976454"/>
                  </a:lnTo>
                  <a:lnTo>
                    <a:pt x="4078312" y="989084"/>
                  </a:lnTo>
                  <a:lnTo>
                    <a:pt x="4095816" y="1001467"/>
                  </a:lnTo>
                  <a:lnTo>
                    <a:pt x="4113319" y="1013614"/>
                  </a:lnTo>
                  <a:lnTo>
                    <a:pt x="4130823" y="1025624"/>
                  </a:lnTo>
                  <a:lnTo>
                    <a:pt x="4148326" y="1037520"/>
                  </a:lnTo>
                  <a:lnTo>
                    <a:pt x="4165830" y="1049326"/>
                  </a:lnTo>
                  <a:lnTo>
                    <a:pt x="4183333" y="1061059"/>
                  </a:lnTo>
                  <a:lnTo>
                    <a:pt x="4200837" y="1072770"/>
                  </a:lnTo>
                  <a:lnTo>
                    <a:pt x="4218340" y="1084480"/>
                  </a:lnTo>
                  <a:lnTo>
                    <a:pt x="4235844" y="1096203"/>
                  </a:lnTo>
                  <a:lnTo>
                    <a:pt x="4253347" y="1107965"/>
                  </a:lnTo>
                  <a:lnTo>
                    <a:pt x="4270851" y="1119784"/>
                  </a:lnTo>
                  <a:lnTo>
                    <a:pt x="4288354" y="1131661"/>
                  </a:lnTo>
                  <a:lnTo>
                    <a:pt x="4305858" y="1143597"/>
                  </a:lnTo>
                  <a:lnTo>
                    <a:pt x="4323361" y="1155603"/>
                  </a:lnTo>
                  <a:lnTo>
                    <a:pt x="4340865" y="1167692"/>
                  </a:lnTo>
                  <a:lnTo>
                    <a:pt x="4358368" y="1179835"/>
                  </a:lnTo>
                  <a:lnTo>
                    <a:pt x="4375872" y="1192025"/>
                  </a:lnTo>
                  <a:lnTo>
                    <a:pt x="4393375" y="1204256"/>
                  </a:lnTo>
                  <a:lnTo>
                    <a:pt x="4410879" y="1216516"/>
                  </a:lnTo>
                  <a:lnTo>
                    <a:pt x="4428382" y="1228777"/>
                  </a:lnTo>
                  <a:lnTo>
                    <a:pt x="4445886" y="1241021"/>
                  </a:lnTo>
                  <a:lnTo>
                    <a:pt x="4463389" y="1253233"/>
                  </a:lnTo>
                  <a:lnTo>
                    <a:pt x="4480893" y="1265378"/>
                  </a:lnTo>
                  <a:lnTo>
                    <a:pt x="4498396" y="1277417"/>
                  </a:lnTo>
                  <a:lnTo>
                    <a:pt x="4515900" y="1289345"/>
                  </a:lnTo>
                  <a:lnTo>
                    <a:pt x="4533403" y="1301143"/>
                  </a:lnTo>
                  <a:lnTo>
                    <a:pt x="4550907" y="1312781"/>
                  </a:lnTo>
                  <a:lnTo>
                    <a:pt x="4568410" y="1324170"/>
                  </a:lnTo>
                  <a:lnTo>
                    <a:pt x="4585914" y="1335349"/>
                  </a:lnTo>
                  <a:lnTo>
                    <a:pt x="4603417" y="1346301"/>
                  </a:lnTo>
                  <a:lnTo>
                    <a:pt x="4620921" y="1357011"/>
                  </a:lnTo>
                  <a:lnTo>
                    <a:pt x="4638424" y="1367366"/>
                  </a:lnTo>
                  <a:lnTo>
                    <a:pt x="4655928" y="1377411"/>
                  </a:lnTo>
                  <a:lnTo>
                    <a:pt x="4673431" y="1387158"/>
                  </a:lnTo>
                  <a:lnTo>
                    <a:pt x="4690934" y="1396599"/>
                  </a:lnTo>
                  <a:lnTo>
                    <a:pt x="4708438" y="1405664"/>
                  </a:lnTo>
                  <a:lnTo>
                    <a:pt x="4725941" y="1414331"/>
                  </a:lnTo>
                  <a:lnTo>
                    <a:pt x="4743445" y="1422671"/>
                  </a:lnTo>
                  <a:lnTo>
                    <a:pt x="4760948" y="1430687"/>
                  </a:lnTo>
                  <a:lnTo>
                    <a:pt x="4778452" y="1438365"/>
                  </a:lnTo>
                  <a:lnTo>
                    <a:pt x="4795955" y="1445605"/>
                  </a:lnTo>
                  <a:lnTo>
                    <a:pt x="4813459" y="1452540"/>
                  </a:lnTo>
                  <a:lnTo>
                    <a:pt x="4830962" y="1459179"/>
                  </a:lnTo>
                  <a:lnTo>
                    <a:pt x="4848466" y="1465531"/>
                  </a:lnTo>
                  <a:lnTo>
                    <a:pt x="4865969" y="1471529"/>
                  </a:lnTo>
                  <a:lnTo>
                    <a:pt x="4883473" y="1477256"/>
                  </a:lnTo>
                  <a:lnTo>
                    <a:pt x="4900976" y="1482756"/>
                  </a:lnTo>
                  <a:lnTo>
                    <a:pt x="4918480" y="1488045"/>
                  </a:lnTo>
                  <a:lnTo>
                    <a:pt x="4935983" y="1493113"/>
                  </a:lnTo>
                  <a:lnTo>
                    <a:pt x="4953487" y="1497981"/>
                  </a:lnTo>
                  <a:lnTo>
                    <a:pt x="4970990" y="1502716"/>
                  </a:lnTo>
                  <a:lnTo>
                    <a:pt x="4988494" y="1507337"/>
                  </a:lnTo>
                  <a:lnTo>
                    <a:pt x="5005997" y="1511859"/>
                  </a:lnTo>
                  <a:lnTo>
                    <a:pt x="5023501" y="1516292"/>
                  </a:lnTo>
                  <a:lnTo>
                    <a:pt x="5041004" y="1520690"/>
                  </a:lnTo>
                  <a:lnTo>
                    <a:pt x="5058508" y="1525070"/>
                  </a:lnTo>
                  <a:lnTo>
                    <a:pt x="5076011" y="1529447"/>
                  </a:lnTo>
                  <a:lnTo>
                    <a:pt x="5093515" y="1533851"/>
                  </a:lnTo>
                  <a:lnTo>
                    <a:pt x="5111018" y="1538306"/>
                  </a:lnTo>
                  <a:lnTo>
                    <a:pt x="5128522" y="1542819"/>
                  </a:lnTo>
                  <a:lnTo>
                    <a:pt x="5146025" y="1547402"/>
                  </a:lnTo>
                  <a:lnTo>
                    <a:pt x="5163529" y="1552078"/>
                  </a:lnTo>
                  <a:lnTo>
                    <a:pt x="5181032" y="1556875"/>
                  </a:lnTo>
                  <a:lnTo>
                    <a:pt x="5198536" y="1561775"/>
                  </a:lnTo>
                  <a:lnTo>
                    <a:pt x="5216039" y="1566780"/>
                  </a:lnTo>
                  <a:lnTo>
                    <a:pt x="5233543" y="1571895"/>
                  </a:lnTo>
                  <a:lnTo>
                    <a:pt x="5251046" y="1577165"/>
                  </a:lnTo>
                  <a:lnTo>
                    <a:pt x="5268550" y="1582543"/>
                  </a:lnTo>
                  <a:lnTo>
                    <a:pt x="5286053" y="1588023"/>
                  </a:lnTo>
                  <a:lnTo>
                    <a:pt x="5303557" y="1593603"/>
                  </a:lnTo>
                  <a:lnTo>
                    <a:pt x="5321060" y="1599299"/>
                  </a:lnTo>
                  <a:lnTo>
                    <a:pt x="5338564" y="1605082"/>
                  </a:lnTo>
                  <a:lnTo>
                    <a:pt x="5356067" y="1610932"/>
                  </a:lnTo>
                  <a:lnTo>
                    <a:pt x="5373571" y="1616838"/>
                  </a:lnTo>
                  <a:lnTo>
                    <a:pt x="5391074" y="1622793"/>
                  </a:lnTo>
                  <a:lnTo>
                    <a:pt x="5408578" y="1628779"/>
                  </a:lnTo>
                  <a:lnTo>
                    <a:pt x="5426081" y="1634769"/>
                  </a:lnTo>
                  <a:lnTo>
                    <a:pt x="5443585" y="1640753"/>
                  </a:lnTo>
                  <a:lnTo>
                    <a:pt x="5461088" y="1646716"/>
                  </a:lnTo>
                  <a:lnTo>
                    <a:pt x="5478591" y="1652621"/>
                  </a:lnTo>
                  <a:lnTo>
                    <a:pt x="5496095" y="1658461"/>
                  </a:lnTo>
                  <a:lnTo>
                    <a:pt x="5513598" y="1664224"/>
                  </a:lnTo>
                  <a:lnTo>
                    <a:pt x="5531102" y="1669899"/>
                  </a:lnTo>
                  <a:lnTo>
                    <a:pt x="5548605" y="1675442"/>
                  </a:lnTo>
                  <a:lnTo>
                    <a:pt x="5566109" y="1680841"/>
                  </a:lnTo>
                  <a:lnTo>
                    <a:pt x="5583612" y="1686103"/>
                  </a:lnTo>
                  <a:lnTo>
                    <a:pt x="5601116" y="1691220"/>
                  </a:lnTo>
                  <a:lnTo>
                    <a:pt x="5618619" y="1696165"/>
                  </a:lnTo>
                  <a:lnTo>
                    <a:pt x="5636123" y="1700890"/>
                  </a:lnTo>
                  <a:lnTo>
                    <a:pt x="5653626" y="1705439"/>
                  </a:lnTo>
                  <a:lnTo>
                    <a:pt x="5671130" y="1709809"/>
                  </a:lnTo>
                  <a:lnTo>
                    <a:pt x="5688633" y="1713995"/>
                  </a:lnTo>
                  <a:lnTo>
                    <a:pt x="5706137" y="1717920"/>
                  </a:lnTo>
                  <a:lnTo>
                    <a:pt x="5723640" y="1721649"/>
                  </a:lnTo>
                  <a:lnTo>
                    <a:pt x="5741144" y="1725191"/>
                  </a:lnTo>
                  <a:lnTo>
                    <a:pt x="5758647" y="1728546"/>
                  </a:lnTo>
                  <a:lnTo>
                    <a:pt x="5776151" y="1731674"/>
                  </a:lnTo>
                  <a:lnTo>
                    <a:pt x="5793654" y="1734593"/>
                  </a:lnTo>
                  <a:lnTo>
                    <a:pt x="5811158" y="1737342"/>
                  </a:lnTo>
                  <a:lnTo>
                    <a:pt x="5828661" y="1739926"/>
                  </a:lnTo>
                  <a:lnTo>
                    <a:pt x="5846165" y="1742340"/>
                  </a:lnTo>
                  <a:lnTo>
                    <a:pt x="5863668" y="1744561"/>
                  </a:lnTo>
                  <a:lnTo>
                    <a:pt x="5881172" y="1746650"/>
                  </a:lnTo>
                  <a:lnTo>
                    <a:pt x="5898675" y="1748617"/>
                  </a:lnTo>
                  <a:lnTo>
                    <a:pt x="5916179" y="1750469"/>
                  </a:lnTo>
                  <a:lnTo>
                    <a:pt x="5933682" y="1752185"/>
                  </a:lnTo>
                  <a:lnTo>
                    <a:pt x="5951186" y="1753813"/>
                  </a:lnTo>
                  <a:lnTo>
                    <a:pt x="5968689" y="1755369"/>
                  </a:lnTo>
                  <a:lnTo>
                    <a:pt x="5986193" y="1756862"/>
                  </a:lnTo>
                  <a:lnTo>
                    <a:pt x="6003696" y="1758294"/>
                  </a:lnTo>
                  <a:lnTo>
                    <a:pt x="6021200" y="1759684"/>
                  </a:lnTo>
                  <a:lnTo>
                    <a:pt x="6038703" y="1761051"/>
                  </a:lnTo>
                  <a:lnTo>
                    <a:pt x="6056207" y="1762404"/>
                  </a:lnTo>
                  <a:lnTo>
                    <a:pt x="6073710" y="1763752"/>
                  </a:lnTo>
                  <a:lnTo>
                    <a:pt x="6091214" y="1765109"/>
                  </a:lnTo>
                  <a:lnTo>
                    <a:pt x="6108717" y="1766484"/>
                  </a:lnTo>
                  <a:lnTo>
                    <a:pt x="6126221" y="1767883"/>
                  </a:lnTo>
                  <a:lnTo>
                    <a:pt x="6143724" y="1769311"/>
                  </a:lnTo>
                  <a:lnTo>
                    <a:pt x="6161228" y="1770788"/>
                  </a:lnTo>
                  <a:lnTo>
                    <a:pt x="6178731" y="1772311"/>
                  </a:lnTo>
                  <a:lnTo>
                    <a:pt x="6196235" y="1773880"/>
                  </a:lnTo>
                  <a:lnTo>
                    <a:pt x="6213738" y="1775496"/>
                  </a:lnTo>
                  <a:lnTo>
                    <a:pt x="6231242" y="1777173"/>
                  </a:lnTo>
                  <a:lnTo>
                    <a:pt x="6248745" y="1778913"/>
                  </a:lnTo>
                  <a:lnTo>
                    <a:pt x="6266248" y="1780703"/>
                  </a:lnTo>
                  <a:lnTo>
                    <a:pt x="6283752" y="1782543"/>
                  </a:lnTo>
                  <a:lnTo>
                    <a:pt x="6301255" y="1784433"/>
                  </a:lnTo>
                  <a:lnTo>
                    <a:pt x="6318759" y="1786385"/>
                  </a:lnTo>
                  <a:lnTo>
                    <a:pt x="6336262" y="1788377"/>
                  </a:lnTo>
                  <a:lnTo>
                    <a:pt x="6353766" y="1790405"/>
                  </a:lnTo>
                  <a:lnTo>
                    <a:pt x="6371269" y="1792467"/>
                  </a:lnTo>
                  <a:lnTo>
                    <a:pt x="6388773" y="1794565"/>
                  </a:lnTo>
                  <a:lnTo>
                    <a:pt x="6406276" y="1796684"/>
                  </a:lnTo>
                  <a:lnTo>
                    <a:pt x="6423780" y="1798817"/>
                  </a:lnTo>
                  <a:lnTo>
                    <a:pt x="6441283" y="1800959"/>
                  </a:lnTo>
                  <a:lnTo>
                    <a:pt x="6458787" y="1803105"/>
                  </a:lnTo>
                  <a:lnTo>
                    <a:pt x="6476290" y="1805245"/>
                  </a:lnTo>
                  <a:lnTo>
                    <a:pt x="6493794" y="1807372"/>
                  </a:lnTo>
                  <a:lnTo>
                    <a:pt x="6511297" y="1809483"/>
                  </a:lnTo>
                  <a:lnTo>
                    <a:pt x="6528801" y="1811571"/>
                  </a:lnTo>
                  <a:lnTo>
                    <a:pt x="6546304" y="1813617"/>
                  </a:lnTo>
                  <a:lnTo>
                    <a:pt x="6563808" y="1815627"/>
                  </a:lnTo>
                  <a:lnTo>
                    <a:pt x="6581311" y="1817596"/>
                  </a:lnTo>
                  <a:lnTo>
                    <a:pt x="6598815" y="1819522"/>
                  </a:lnTo>
                  <a:lnTo>
                    <a:pt x="6616318" y="1821382"/>
                  </a:lnTo>
                  <a:lnTo>
                    <a:pt x="6633822" y="1823181"/>
                  </a:lnTo>
                  <a:lnTo>
                    <a:pt x="6651325" y="1824923"/>
                  </a:lnTo>
                  <a:lnTo>
                    <a:pt x="6668829" y="1826604"/>
                  </a:lnTo>
                  <a:lnTo>
                    <a:pt x="6686332" y="1828213"/>
                  </a:lnTo>
                  <a:lnTo>
                    <a:pt x="6703836" y="1829739"/>
                  </a:lnTo>
                  <a:lnTo>
                    <a:pt x="6721339" y="1831198"/>
                  </a:lnTo>
                  <a:lnTo>
                    <a:pt x="6738843" y="1832590"/>
                  </a:lnTo>
                  <a:lnTo>
                    <a:pt x="6756346" y="1833912"/>
                  </a:lnTo>
                  <a:lnTo>
                    <a:pt x="6773850" y="1835137"/>
                  </a:lnTo>
                  <a:lnTo>
                    <a:pt x="6791353" y="1836293"/>
                  </a:lnTo>
                  <a:lnTo>
                    <a:pt x="6808857" y="1837380"/>
                  </a:lnTo>
                  <a:lnTo>
                    <a:pt x="6826360" y="1838400"/>
                  </a:lnTo>
                  <a:lnTo>
                    <a:pt x="6843864" y="1839334"/>
                  </a:lnTo>
                  <a:lnTo>
                    <a:pt x="6849236" y="1839597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908918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244885" y="1950672"/>
              <a:ext cx="0" cy="3699310"/>
            </a:xfrm>
            <a:custGeom>
              <a:avLst/>
              <a:pathLst>
                <a:path w="0" h="3699310">
                  <a:moveTo>
                    <a:pt x="0" y="36993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D4D4D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735461" y="5434466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35461" y="4593713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35461" y="3752961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0.0050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35461" y="2912209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0.0075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35461" y="2071456"/>
              <a:ext cx="403799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0.0100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089049" y="5724000"/>
              <a:ext cx="264261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432918" y="5724000"/>
              <a:ext cx="264261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872205" y="5724000"/>
              <a:ext cx="73426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142647" y="5724000"/>
              <a:ext cx="220278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486517" y="5724000"/>
              <a:ext cx="220278" cy="947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878584" y="5889022"/>
              <a:ext cx="4060667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 = Actual dose – Predicted dose</a:t>
              </a:r>
            </a:p>
          </p:txBody>
        </p:sp>
        <p:sp>
          <p:nvSpPr>
            <p:cNvPr id="42" name="tx42"/>
            <p:cNvSpPr/>
            <p:nvPr/>
          </p:nvSpPr>
          <p:spPr>
            <a:xfrm rot="-5400000">
              <a:off x="323368" y="3741119"/>
              <a:ext cx="550560" cy="118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13278" y="1682441"/>
              <a:ext cx="5547390" cy="1420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Distribution of Signed Dose Discrepancy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2026-10-27T09:56:06Z</dcterms:modified>
  <cp:category/>
</cp:coreProperties>
</file>