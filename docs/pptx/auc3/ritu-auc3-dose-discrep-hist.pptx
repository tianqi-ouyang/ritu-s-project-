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3328" y="1950672"/>
              <a:ext cx="3156669" cy="3531159"/>
            </a:xfrm>
            <a:custGeom>
              <a:avLst/>
              <a:pathLst>
                <a:path w="3156669" h="3531159">
                  <a:moveTo>
                    <a:pt x="1079" y="3530417"/>
                  </a:moveTo>
                  <a:lnTo>
                    <a:pt x="2158" y="3530409"/>
                  </a:lnTo>
                  <a:lnTo>
                    <a:pt x="17507" y="3530287"/>
                  </a:lnTo>
                  <a:lnTo>
                    <a:pt x="18586" y="3530278"/>
                  </a:lnTo>
                  <a:lnTo>
                    <a:pt x="19666" y="3530268"/>
                  </a:lnTo>
                  <a:lnTo>
                    <a:pt x="35014" y="3530128"/>
                  </a:lnTo>
                  <a:lnTo>
                    <a:pt x="36093" y="3530119"/>
                  </a:lnTo>
                  <a:lnTo>
                    <a:pt x="37173" y="3530107"/>
                  </a:lnTo>
                  <a:lnTo>
                    <a:pt x="52521" y="3529947"/>
                  </a:lnTo>
                  <a:lnTo>
                    <a:pt x="53600" y="3529935"/>
                  </a:lnTo>
                  <a:lnTo>
                    <a:pt x="54680" y="3529922"/>
                  </a:lnTo>
                  <a:lnTo>
                    <a:pt x="70028" y="3529732"/>
                  </a:lnTo>
                  <a:lnTo>
                    <a:pt x="71107" y="3529719"/>
                  </a:lnTo>
                  <a:lnTo>
                    <a:pt x="72187" y="3529703"/>
                  </a:lnTo>
                  <a:lnTo>
                    <a:pt x="87535" y="3529480"/>
                  </a:lnTo>
                  <a:lnTo>
                    <a:pt x="88614" y="3529465"/>
                  </a:lnTo>
                  <a:lnTo>
                    <a:pt x="89694" y="3529447"/>
                  </a:lnTo>
                  <a:lnTo>
                    <a:pt x="105042" y="3529193"/>
                  </a:lnTo>
                  <a:lnTo>
                    <a:pt x="106121" y="3529175"/>
                  </a:lnTo>
                  <a:lnTo>
                    <a:pt x="107201" y="3529154"/>
                  </a:lnTo>
                  <a:lnTo>
                    <a:pt x="122549" y="3528866"/>
                  </a:lnTo>
                  <a:lnTo>
                    <a:pt x="123628" y="3528845"/>
                  </a:lnTo>
                  <a:lnTo>
                    <a:pt x="124708" y="3528822"/>
                  </a:lnTo>
                  <a:lnTo>
                    <a:pt x="140056" y="3528490"/>
                  </a:lnTo>
                  <a:lnTo>
                    <a:pt x="141135" y="3528467"/>
                  </a:lnTo>
                  <a:lnTo>
                    <a:pt x="142215" y="3528439"/>
                  </a:lnTo>
                  <a:lnTo>
                    <a:pt x="157563" y="3528048"/>
                  </a:lnTo>
                  <a:lnTo>
                    <a:pt x="158643" y="3528021"/>
                  </a:lnTo>
                  <a:lnTo>
                    <a:pt x="159722" y="3527990"/>
                  </a:lnTo>
                  <a:lnTo>
                    <a:pt x="175070" y="3527547"/>
                  </a:lnTo>
                  <a:lnTo>
                    <a:pt x="176150" y="3527516"/>
                  </a:lnTo>
                  <a:lnTo>
                    <a:pt x="177229" y="3527481"/>
                  </a:lnTo>
                  <a:lnTo>
                    <a:pt x="192577" y="3526982"/>
                  </a:lnTo>
                  <a:lnTo>
                    <a:pt x="193657" y="3526947"/>
                  </a:lnTo>
                  <a:lnTo>
                    <a:pt x="194736" y="3526908"/>
                  </a:lnTo>
                  <a:lnTo>
                    <a:pt x="210084" y="3526348"/>
                  </a:lnTo>
                  <a:lnTo>
                    <a:pt x="211164" y="3526309"/>
                  </a:lnTo>
                  <a:lnTo>
                    <a:pt x="212243" y="3526263"/>
                  </a:lnTo>
                  <a:lnTo>
                    <a:pt x="227591" y="3525606"/>
                  </a:lnTo>
                  <a:lnTo>
                    <a:pt x="228671" y="3525560"/>
                  </a:lnTo>
                  <a:lnTo>
                    <a:pt x="229750" y="3525508"/>
                  </a:lnTo>
                  <a:lnTo>
                    <a:pt x="245098" y="3524769"/>
                  </a:lnTo>
                  <a:lnTo>
                    <a:pt x="246178" y="3524716"/>
                  </a:lnTo>
                  <a:lnTo>
                    <a:pt x="247257" y="3524658"/>
                  </a:lnTo>
                  <a:lnTo>
                    <a:pt x="262605" y="3523832"/>
                  </a:lnTo>
                  <a:lnTo>
                    <a:pt x="263685" y="3523774"/>
                  </a:lnTo>
                  <a:lnTo>
                    <a:pt x="264764" y="3523709"/>
                  </a:lnTo>
                  <a:lnTo>
                    <a:pt x="280113" y="3522790"/>
                  </a:lnTo>
                  <a:lnTo>
                    <a:pt x="281192" y="3522725"/>
                  </a:lnTo>
                  <a:lnTo>
                    <a:pt x="282271" y="3522651"/>
                  </a:lnTo>
                  <a:lnTo>
                    <a:pt x="297620" y="3521603"/>
                  </a:lnTo>
                  <a:lnTo>
                    <a:pt x="298699" y="3521529"/>
                  </a:lnTo>
                  <a:lnTo>
                    <a:pt x="299779" y="3521446"/>
                  </a:lnTo>
                  <a:lnTo>
                    <a:pt x="315127" y="3520260"/>
                  </a:lnTo>
                  <a:lnTo>
                    <a:pt x="316206" y="3520176"/>
                  </a:lnTo>
                  <a:lnTo>
                    <a:pt x="317286" y="3520084"/>
                  </a:lnTo>
                  <a:lnTo>
                    <a:pt x="332634" y="3518769"/>
                  </a:lnTo>
                  <a:lnTo>
                    <a:pt x="333713" y="3518677"/>
                  </a:lnTo>
                  <a:lnTo>
                    <a:pt x="334793" y="3518575"/>
                  </a:lnTo>
                  <a:lnTo>
                    <a:pt x="350141" y="3517124"/>
                  </a:lnTo>
                  <a:lnTo>
                    <a:pt x="351220" y="3517022"/>
                  </a:lnTo>
                  <a:lnTo>
                    <a:pt x="352300" y="3516909"/>
                  </a:lnTo>
                  <a:lnTo>
                    <a:pt x="367648" y="3515298"/>
                  </a:lnTo>
                  <a:lnTo>
                    <a:pt x="368727" y="3515185"/>
                  </a:lnTo>
                  <a:lnTo>
                    <a:pt x="369807" y="3515056"/>
                  </a:lnTo>
                  <a:lnTo>
                    <a:pt x="385155" y="3513228"/>
                  </a:lnTo>
                  <a:lnTo>
                    <a:pt x="386234" y="3513099"/>
                  </a:lnTo>
                  <a:lnTo>
                    <a:pt x="387314" y="3512958"/>
                  </a:lnTo>
                  <a:lnTo>
                    <a:pt x="402662" y="3510951"/>
                  </a:lnTo>
                  <a:lnTo>
                    <a:pt x="403741" y="3510810"/>
                  </a:lnTo>
                  <a:lnTo>
                    <a:pt x="404821" y="3510655"/>
                  </a:lnTo>
                  <a:lnTo>
                    <a:pt x="420169" y="3508459"/>
                  </a:lnTo>
                  <a:lnTo>
                    <a:pt x="421249" y="3508304"/>
                  </a:lnTo>
                  <a:lnTo>
                    <a:pt x="422328" y="3508136"/>
                  </a:lnTo>
                  <a:lnTo>
                    <a:pt x="437676" y="3505740"/>
                  </a:lnTo>
                  <a:lnTo>
                    <a:pt x="438756" y="3505571"/>
                  </a:lnTo>
                  <a:lnTo>
                    <a:pt x="439835" y="3505381"/>
                  </a:lnTo>
                  <a:lnTo>
                    <a:pt x="455183" y="3502686"/>
                  </a:lnTo>
                  <a:lnTo>
                    <a:pt x="456263" y="3502497"/>
                  </a:lnTo>
                  <a:lnTo>
                    <a:pt x="457342" y="3502290"/>
                  </a:lnTo>
                  <a:lnTo>
                    <a:pt x="472690" y="3499345"/>
                  </a:lnTo>
                  <a:lnTo>
                    <a:pt x="473770" y="3499138"/>
                  </a:lnTo>
                  <a:lnTo>
                    <a:pt x="474849" y="3498913"/>
                  </a:lnTo>
                  <a:lnTo>
                    <a:pt x="490197" y="3495719"/>
                  </a:lnTo>
                  <a:lnTo>
                    <a:pt x="491277" y="3495494"/>
                  </a:lnTo>
                  <a:lnTo>
                    <a:pt x="492356" y="3495251"/>
                  </a:lnTo>
                  <a:lnTo>
                    <a:pt x="507704" y="3491796"/>
                  </a:lnTo>
                  <a:lnTo>
                    <a:pt x="508784" y="3491553"/>
                  </a:lnTo>
                  <a:lnTo>
                    <a:pt x="509863" y="3491286"/>
                  </a:lnTo>
                  <a:lnTo>
                    <a:pt x="525211" y="3487492"/>
                  </a:lnTo>
                  <a:lnTo>
                    <a:pt x="526291" y="3487225"/>
                  </a:lnTo>
                  <a:lnTo>
                    <a:pt x="527370" y="3486933"/>
                  </a:lnTo>
                  <a:lnTo>
                    <a:pt x="542719" y="3482783"/>
                  </a:lnTo>
                  <a:lnTo>
                    <a:pt x="543798" y="3482491"/>
                  </a:lnTo>
                  <a:lnTo>
                    <a:pt x="544877" y="3482177"/>
                  </a:lnTo>
                  <a:lnTo>
                    <a:pt x="560226" y="3477715"/>
                  </a:lnTo>
                  <a:lnTo>
                    <a:pt x="561305" y="3477401"/>
                  </a:lnTo>
                  <a:lnTo>
                    <a:pt x="562385" y="3477064"/>
                  </a:lnTo>
                  <a:lnTo>
                    <a:pt x="577733" y="3472279"/>
                  </a:lnTo>
                  <a:lnTo>
                    <a:pt x="578812" y="3471943"/>
                  </a:lnTo>
                  <a:lnTo>
                    <a:pt x="579892" y="3471581"/>
                  </a:lnTo>
                  <a:lnTo>
                    <a:pt x="595240" y="3466436"/>
                  </a:lnTo>
                  <a:lnTo>
                    <a:pt x="596319" y="3466074"/>
                  </a:lnTo>
                  <a:lnTo>
                    <a:pt x="597399" y="3465678"/>
                  </a:lnTo>
                  <a:lnTo>
                    <a:pt x="612747" y="3460057"/>
                  </a:lnTo>
                  <a:lnTo>
                    <a:pt x="613826" y="3459662"/>
                  </a:lnTo>
                  <a:lnTo>
                    <a:pt x="614906" y="3459240"/>
                  </a:lnTo>
                  <a:lnTo>
                    <a:pt x="630254" y="3453251"/>
                  </a:lnTo>
                  <a:lnTo>
                    <a:pt x="631333" y="3452830"/>
                  </a:lnTo>
                  <a:lnTo>
                    <a:pt x="632413" y="3452383"/>
                  </a:lnTo>
                  <a:lnTo>
                    <a:pt x="647761" y="3446017"/>
                  </a:lnTo>
                  <a:lnTo>
                    <a:pt x="648840" y="3445569"/>
                  </a:lnTo>
                  <a:lnTo>
                    <a:pt x="649920" y="3445095"/>
                  </a:lnTo>
                  <a:lnTo>
                    <a:pt x="665268" y="3438345"/>
                  </a:lnTo>
                  <a:lnTo>
                    <a:pt x="666347" y="3437870"/>
                  </a:lnTo>
                  <a:lnTo>
                    <a:pt x="667427" y="3437357"/>
                  </a:lnTo>
                  <a:lnTo>
                    <a:pt x="682775" y="3430069"/>
                  </a:lnTo>
                  <a:lnTo>
                    <a:pt x="683854" y="3429557"/>
                  </a:lnTo>
                  <a:lnTo>
                    <a:pt x="684934" y="3429014"/>
                  </a:lnTo>
                  <a:lnTo>
                    <a:pt x="700282" y="3421290"/>
                  </a:lnTo>
                  <a:lnTo>
                    <a:pt x="701362" y="3420747"/>
                  </a:lnTo>
                  <a:lnTo>
                    <a:pt x="702441" y="3420174"/>
                  </a:lnTo>
                  <a:lnTo>
                    <a:pt x="717789" y="3412038"/>
                  </a:lnTo>
                  <a:lnTo>
                    <a:pt x="718869" y="3411466"/>
                  </a:lnTo>
                  <a:lnTo>
                    <a:pt x="719948" y="3410865"/>
                  </a:lnTo>
                  <a:lnTo>
                    <a:pt x="735296" y="3402313"/>
                  </a:lnTo>
                  <a:lnTo>
                    <a:pt x="736376" y="3401711"/>
                  </a:lnTo>
                  <a:lnTo>
                    <a:pt x="737455" y="3401074"/>
                  </a:lnTo>
                  <a:lnTo>
                    <a:pt x="752803" y="3392015"/>
                  </a:lnTo>
                  <a:lnTo>
                    <a:pt x="753883" y="3391378"/>
                  </a:lnTo>
                  <a:lnTo>
                    <a:pt x="754962" y="3390705"/>
                  </a:lnTo>
                  <a:lnTo>
                    <a:pt x="770310" y="3381133"/>
                  </a:lnTo>
                  <a:lnTo>
                    <a:pt x="771390" y="3380459"/>
                  </a:lnTo>
                  <a:lnTo>
                    <a:pt x="772469" y="3379757"/>
                  </a:lnTo>
                  <a:lnTo>
                    <a:pt x="787817" y="3369764"/>
                  </a:lnTo>
                  <a:lnTo>
                    <a:pt x="788897" y="3369062"/>
                  </a:lnTo>
                  <a:lnTo>
                    <a:pt x="789976" y="3368329"/>
                  </a:lnTo>
                  <a:lnTo>
                    <a:pt x="805324" y="3357920"/>
                  </a:lnTo>
                  <a:lnTo>
                    <a:pt x="806404" y="3357188"/>
                  </a:lnTo>
                  <a:lnTo>
                    <a:pt x="807483" y="3356425"/>
                  </a:lnTo>
                  <a:lnTo>
                    <a:pt x="822832" y="3345576"/>
                  </a:lnTo>
                  <a:lnTo>
                    <a:pt x="823911" y="3344813"/>
                  </a:lnTo>
                  <a:lnTo>
                    <a:pt x="824990" y="3344012"/>
                  </a:lnTo>
                  <a:lnTo>
                    <a:pt x="840339" y="3332611"/>
                  </a:lnTo>
                  <a:lnTo>
                    <a:pt x="841418" y="3331809"/>
                  </a:lnTo>
                  <a:lnTo>
                    <a:pt x="842498" y="3330979"/>
                  </a:lnTo>
                  <a:lnTo>
                    <a:pt x="857846" y="3319187"/>
                  </a:lnTo>
                  <a:lnTo>
                    <a:pt x="858925" y="3318357"/>
                  </a:lnTo>
                  <a:lnTo>
                    <a:pt x="860005" y="3317501"/>
                  </a:lnTo>
                  <a:lnTo>
                    <a:pt x="875353" y="3305326"/>
                  </a:lnTo>
                  <a:lnTo>
                    <a:pt x="876432" y="3304470"/>
                  </a:lnTo>
                  <a:lnTo>
                    <a:pt x="877512" y="3303587"/>
                  </a:lnTo>
                  <a:lnTo>
                    <a:pt x="892860" y="3291041"/>
                  </a:lnTo>
                  <a:lnTo>
                    <a:pt x="893939" y="3290158"/>
                  </a:lnTo>
                  <a:lnTo>
                    <a:pt x="895019" y="3289242"/>
                  </a:lnTo>
                  <a:lnTo>
                    <a:pt x="910367" y="3276224"/>
                  </a:lnTo>
                  <a:lnTo>
                    <a:pt x="911446" y="3275308"/>
                  </a:lnTo>
                  <a:lnTo>
                    <a:pt x="912526" y="3274368"/>
                  </a:lnTo>
                  <a:lnTo>
                    <a:pt x="927874" y="3260993"/>
                  </a:lnTo>
                  <a:lnTo>
                    <a:pt x="928953" y="3260053"/>
                  </a:lnTo>
                  <a:lnTo>
                    <a:pt x="930033" y="3259090"/>
                  </a:lnTo>
                  <a:lnTo>
                    <a:pt x="945381" y="3245408"/>
                  </a:lnTo>
                  <a:lnTo>
                    <a:pt x="946460" y="3244446"/>
                  </a:lnTo>
                  <a:lnTo>
                    <a:pt x="947540" y="3243463"/>
                  </a:lnTo>
                  <a:lnTo>
                    <a:pt x="962888" y="3229490"/>
                  </a:lnTo>
                  <a:lnTo>
                    <a:pt x="963968" y="3228507"/>
                  </a:lnTo>
                  <a:lnTo>
                    <a:pt x="965047" y="3227502"/>
                  </a:lnTo>
                  <a:lnTo>
                    <a:pt x="980395" y="3213212"/>
                  </a:lnTo>
                  <a:lnTo>
                    <a:pt x="981475" y="3212207"/>
                  </a:lnTo>
                  <a:lnTo>
                    <a:pt x="982554" y="3211182"/>
                  </a:lnTo>
                  <a:lnTo>
                    <a:pt x="997902" y="3196608"/>
                  </a:lnTo>
                  <a:lnTo>
                    <a:pt x="998982" y="3195583"/>
                  </a:lnTo>
                  <a:lnTo>
                    <a:pt x="1000061" y="3194543"/>
                  </a:lnTo>
                  <a:lnTo>
                    <a:pt x="1015409" y="3179770"/>
                  </a:lnTo>
                  <a:lnTo>
                    <a:pt x="1016489" y="3178731"/>
                  </a:lnTo>
                  <a:lnTo>
                    <a:pt x="1017568" y="3177679"/>
                  </a:lnTo>
                  <a:lnTo>
                    <a:pt x="1032916" y="3162729"/>
                  </a:lnTo>
                  <a:lnTo>
                    <a:pt x="1033996" y="3161678"/>
                  </a:lnTo>
                  <a:lnTo>
                    <a:pt x="1035075" y="3160615"/>
                  </a:lnTo>
                  <a:lnTo>
                    <a:pt x="1050423" y="3145508"/>
                  </a:lnTo>
                  <a:lnTo>
                    <a:pt x="1051503" y="3144445"/>
                  </a:lnTo>
                  <a:lnTo>
                    <a:pt x="1052582" y="3143372"/>
                  </a:lnTo>
                  <a:lnTo>
                    <a:pt x="1067930" y="3128115"/>
                  </a:lnTo>
                  <a:lnTo>
                    <a:pt x="1069010" y="3127042"/>
                  </a:lnTo>
                  <a:lnTo>
                    <a:pt x="1070089" y="3125965"/>
                  </a:lnTo>
                  <a:lnTo>
                    <a:pt x="1085438" y="3110642"/>
                  </a:lnTo>
                  <a:lnTo>
                    <a:pt x="1086517" y="3109564"/>
                  </a:lnTo>
                  <a:lnTo>
                    <a:pt x="1087596" y="3108484"/>
                  </a:lnTo>
                  <a:lnTo>
                    <a:pt x="1102945" y="3093122"/>
                  </a:lnTo>
                  <a:lnTo>
                    <a:pt x="1104024" y="3092041"/>
                  </a:lnTo>
                  <a:lnTo>
                    <a:pt x="1105104" y="3090960"/>
                  </a:lnTo>
                  <a:lnTo>
                    <a:pt x="1120452" y="3075584"/>
                  </a:lnTo>
                  <a:lnTo>
                    <a:pt x="1121531" y="3074503"/>
                  </a:lnTo>
                  <a:lnTo>
                    <a:pt x="1122611" y="3073424"/>
                  </a:lnTo>
                  <a:lnTo>
                    <a:pt x="1137959" y="3058084"/>
                  </a:lnTo>
                  <a:lnTo>
                    <a:pt x="1139038" y="3057006"/>
                  </a:lnTo>
                  <a:lnTo>
                    <a:pt x="1140118" y="3055932"/>
                  </a:lnTo>
                  <a:lnTo>
                    <a:pt x="1155466" y="3040674"/>
                  </a:lnTo>
                  <a:lnTo>
                    <a:pt x="1156545" y="3039601"/>
                  </a:lnTo>
                  <a:lnTo>
                    <a:pt x="1157625" y="3038535"/>
                  </a:lnTo>
                  <a:lnTo>
                    <a:pt x="1172973" y="3023380"/>
                  </a:lnTo>
                  <a:lnTo>
                    <a:pt x="1174052" y="3022314"/>
                  </a:lnTo>
                  <a:lnTo>
                    <a:pt x="1175132" y="3021257"/>
                  </a:lnTo>
                  <a:lnTo>
                    <a:pt x="1190480" y="3006231"/>
                  </a:lnTo>
                  <a:lnTo>
                    <a:pt x="1191559" y="3005174"/>
                  </a:lnTo>
                  <a:lnTo>
                    <a:pt x="1192639" y="3004131"/>
                  </a:lnTo>
                  <a:lnTo>
                    <a:pt x="1207987" y="2989295"/>
                  </a:lnTo>
                  <a:lnTo>
                    <a:pt x="1209066" y="2988251"/>
                  </a:lnTo>
                  <a:lnTo>
                    <a:pt x="1210146" y="2987226"/>
                  </a:lnTo>
                  <a:lnTo>
                    <a:pt x="1225494" y="2972644"/>
                  </a:lnTo>
                  <a:lnTo>
                    <a:pt x="1226574" y="2971619"/>
                  </a:lnTo>
                  <a:lnTo>
                    <a:pt x="1227653" y="2970610"/>
                  </a:lnTo>
                  <a:lnTo>
                    <a:pt x="1243001" y="2956264"/>
                  </a:lnTo>
                  <a:lnTo>
                    <a:pt x="1244081" y="2955255"/>
                  </a:lnTo>
                  <a:lnTo>
                    <a:pt x="1245160" y="2954265"/>
                  </a:lnTo>
                  <a:lnTo>
                    <a:pt x="1260508" y="2940176"/>
                  </a:lnTo>
                  <a:lnTo>
                    <a:pt x="1261588" y="2939185"/>
                  </a:lnTo>
                  <a:lnTo>
                    <a:pt x="1262667" y="2938215"/>
                  </a:lnTo>
                  <a:lnTo>
                    <a:pt x="1278015" y="2924412"/>
                  </a:lnTo>
                  <a:lnTo>
                    <a:pt x="1279095" y="2923442"/>
                  </a:lnTo>
                  <a:lnTo>
                    <a:pt x="1280174" y="2922502"/>
                  </a:lnTo>
                  <a:lnTo>
                    <a:pt x="1295522" y="2909136"/>
                  </a:lnTo>
                  <a:lnTo>
                    <a:pt x="1296602" y="2908196"/>
                  </a:lnTo>
                  <a:lnTo>
                    <a:pt x="1297681" y="2907280"/>
                  </a:lnTo>
                  <a:lnTo>
                    <a:pt x="1313029" y="2894253"/>
                  </a:lnTo>
                  <a:lnTo>
                    <a:pt x="1314109" y="2893337"/>
                  </a:lnTo>
                  <a:lnTo>
                    <a:pt x="1315188" y="2892446"/>
                  </a:lnTo>
                  <a:lnTo>
                    <a:pt x="1330536" y="2879773"/>
                  </a:lnTo>
                  <a:lnTo>
                    <a:pt x="1331616" y="2878882"/>
                  </a:lnTo>
                  <a:lnTo>
                    <a:pt x="1332695" y="2878017"/>
                  </a:lnTo>
                  <a:lnTo>
                    <a:pt x="1348043" y="2865711"/>
                  </a:lnTo>
                  <a:lnTo>
                    <a:pt x="1349123" y="2864846"/>
                  </a:lnTo>
                  <a:lnTo>
                    <a:pt x="1350202" y="2864015"/>
                  </a:lnTo>
                  <a:lnTo>
                    <a:pt x="1365551" y="2852211"/>
                  </a:lnTo>
                  <a:lnTo>
                    <a:pt x="1366630" y="2851381"/>
                  </a:lnTo>
                  <a:lnTo>
                    <a:pt x="1367709" y="2850582"/>
                  </a:lnTo>
                  <a:lnTo>
                    <a:pt x="1383058" y="2839224"/>
                  </a:lnTo>
                  <a:lnTo>
                    <a:pt x="1384137" y="2838425"/>
                  </a:lnTo>
                  <a:lnTo>
                    <a:pt x="1385217" y="2837655"/>
                  </a:lnTo>
                  <a:lnTo>
                    <a:pt x="1400565" y="2826702"/>
                  </a:lnTo>
                  <a:lnTo>
                    <a:pt x="1401644" y="2825932"/>
                  </a:lnTo>
                  <a:lnTo>
                    <a:pt x="1402724" y="2825190"/>
                  </a:lnTo>
                  <a:lnTo>
                    <a:pt x="1418072" y="2814645"/>
                  </a:lnTo>
                  <a:lnTo>
                    <a:pt x="1419151" y="2813904"/>
                  </a:lnTo>
                  <a:lnTo>
                    <a:pt x="1420231" y="2813195"/>
                  </a:lnTo>
                  <a:lnTo>
                    <a:pt x="1435579" y="2803125"/>
                  </a:lnTo>
                  <a:lnTo>
                    <a:pt x="1436658" y="2802417"/>
                  </a:lnTo>
                  <a:lnTo>
                    <a:pt x="1437738" y="2801745"/>
                  </a:lnTo>
                  <a:lnTo>
                    <a:pt x="1453086" y="2792193"/>
                  </a:lnTo>
                  <a:lnTo>
                    <a:pt x="1454165" y="2791522"/>
                  </a:lnTo>
                  <a:lnTo>
                    <a:pt x="1455245" y="2790878"/>
                  </a:lnTo>
                  <a:lnTo>
                    <a:pt x="1470593" y="2781727"/>
                  </a:lnTo>
                  <a:lnTo>
                    <a:pt x="1471672" y="2781083"/>
                  </a:lnTo>
                  <a:lnTo>
                    <a:pt x="1472752" y="2780468"/>
                  </a:lnTo>
                  <a:lnTo>
                    <a:pt x="1488100" y="2771710"/>
                  </a:lnTo>
                  <a:lnTo>
                    <a:pt x="1489179" y="2771095"/>
                  </a:lnTo>
                  <a:lnTo>
                    <a:pt x="1490259" y="2770506"/>
                  </a:lnTo>
                  <a:lnTo>
                    <a:pt x="1505607" y="2762138"/>
                  </a:lnTo>
                  <a:lnTo>
                    <a:pt x="1506687" y="2761549"/>
                  </a:lnTo>
                  <a:lnTo>
                    <a:pt x="1507766" y="2760997"/>
                  </a:lnTo>
                  <a:lnTo>
                    <a:pt x="1523114" y="2753148"/>
                  </a:lnTo>
                  <a:lnTo>
                    <a:pt x="1524194" y="2752596"/>
                  </a:lnTo>
                  <a:lnTo>
                    <a:pt x="1525273" y="2752068"/>
                  </a:lnTo>
                  <a:lnTo>
                    <a:pt x="1540621" y="2744560"/>
                  </a:lnTo>
                  <a:lnTo>
                    <a:pt x="1541701" y="2744031"/>
                  </a:lnTo>
                  <a:lnTo>
                    <a:pt x="1542780" y="2743526"/>
                  </a:lnTo>
                  <a:lnTo>
                    <a:pt x="1558128" y="2736342"/>
                  </a:lnTo>
                  <a:lnTo>
                    <a:pt x="1559208" y="2735836"/>
                  </a:lnTo>
                  <a:lnTo>
                    <a:pt x="1560287" y="2735352"/>
                  </a:lnTo>
                  <a:lnTo>
                    <a:pt x="1575635" y="2728474"/>
                  </a:lnTo>
                  <a:lnTo>
                    <a:pt x="1576715" y="2727990"/>
                  </a:lnTo>
                  <a:lnTo>
                    <a:pt x="1577794" y="2727531"/>
                  </a:lnTo>
                  <a:lnTo>
                    <a:pt x="1593142" y="2721007"/>
                  </a:lnTo>
                  <a:lnTo>
                    <a:pt x="1594222" y="2720549"/>
                  </a:lnTo>
                  <a:lnTo>
                    <a:pt x="1595301" y="2720109"/>
                  </a:lnTo>
                  <a:lnTo>
                    <a:pt x="1610649" y="2713855"/>
                  </a:lnTo>
                  <a:lnTo>
                    <a:pt x="1611729" y="2713415"/>
                  </a:lnTo>
                  <a:lnTo>
                    <a:pt x="1612808" y="2712990"/>
                  </a:lnTo>
                  <a:lnTo>
                    <a:pt x="1628157" y="2706942"/>
                  </a:lnTo>
                  <a:lnTo>
                    <a:pt x="1629236" y="2706517"/>
                  </a:lnTo>
                  <a:lnTo>
                    <a:pt x="1630315" y="2706104"/>
                  </a:lnTo>
                  <a:lnTo>
                    <a:pt x="1645664" y="2700239"/>
                  </a:lnTo>
                  <a:lnTo>
                    <a:pt x="1646743" y="2699826"/>
                  </a:lnTo>
                  <a:lnTo>
                    <a:pt x="1647823" y="2699425"/>
                  </a:lnTo>
                  <a:lnTo>
                    <a:pt x="1663171" y="2693730"/>
                  </a:lnTo>
                  <a:lnTo>
                    <a:pt x="1664250" y="2693329"/>
                  </a:lnTo>
                  <a:lnTo>
                    <a:pt x="1665330" y="2692938"/>
                  </a:lnTo>
                  <a:lnTo>
                    <a:pt x="1680678" y="2687373"/>
                  </a:lnTo>
                  <a:lnTo>
                    <a:pt x="1681757" y="2686982"/>
                  </a:lnTo>
                  <a:lnTo>
                    <a:pt x="1682837" y="2686595"/>
                  </a:lnTo>
                  <a:lnTo>
                    <a:pt x="1698185" y="2681090"/>
                  </a:lnTo>
                  <a:lnTo>
                    <a:pt x="1699264" y="2680703"/>
                  </a:lnTo>
                  <a:lnTo>
                    <a:pt x="1700344" y="2680318"/>
                  </a:lnTo>
                  <a:lnTo>
                    <a:pt x="1715692" y="2674847"/>
                  </a:lnTo>
                  <a:lnTo>
                    <a:pt x="1716771" y="2674462"/>
                  </a:lnTo>
                  <a:lnTo>
                    <a:pt x="1717851" y="2674077"/>
                  </a:lnTo>
                  <a:lnTo>
                    <a:pt x="1733199" y="2668610"/>
                  </a:lnTo>
                  <a:lnTo>
                    <a:pt x="1734278" y="2668226"/>
                  </a:lnTo>
                  <a:lnTo>
                    <a:pt x="1735358" y="2667837"/>
                  </a:lnTo>
                  <a:lnTo>
                    <a:pt x="1750706" y="2662309"/>
                  </a:lnTo>
                  <a:lnTo>
                    <a:pt x="1751785" y="2661920"/>
                  </a:lnTo>
                  <a:lnTo>
                    <a:pt x="1752865" y="2661525"/>
                  </a:lnTo>
                  <a:lnTo>
                    <a:pt x="1768213" y="2655908"/>
                  </a:lnTo>
                  <a:lnTo>
                    <a:pt x="1769293" y="2655513"/>
                  </a:lnTo>
                  <a:lnTo>
                    <a:pt x="1770372" y="2655109"/>
                  </a:lnTo>
                  <a:lnTo>
                    <a:pt x="1785720" y="2649378"/>
                  </a:lnTo>
                  <a:lnTo>
                    <a:pt x="1786800" y="2648975"/>
                  </a:lnTo>
                  <a:lnTo>
                    <a:pt x="1787879" y="2648562"/>
                  </a:lnTo>
                  <a:lnTo>
                    <a:pt x="1803227" y="2642691"/>
                  </a:lnTo>
                  <a:lnTo>
                    <a:pt x="1804307" y="2642278"/>
                  </a:lnTo>
                  <a:lnTo>
                    <a:pt x="1805386" y="2641850"/>
                  </a:lnTo>
                  <a:lnTo>
                    <a:pt x="1820734" y="2635761"/>
                  </a:lnTo>
                  <a:lnTo>
                    <a:pt x="1821814" y="2635332"/>
                  </a:lnTo>
                  <a:lnTo>
                    <a:pt x="1822893" y="2634887"/>
                  </a:lnTo>
                  <a:lnTo>
                    <a:pt x="1838241" y="2628557"/>
                  </a:lnTo>
                  <a:lnTo>
                    <a:pt x="1839321" y="2628112"/>
                  </a:lnTo>
                  <a:lnTo>
                    <a:pt x="1840400" y="2627651"/>
                  </a:lnTo>
                  <a:lnTo>
                    <a:pt x="1855748" y="2621091"/>
                  </a:lnTo>
                  <a:lnTo>
                    <a:pt x="1856828" y="2620630"/>
                  </a:lnTo>
                  <a:lnTo>
                    <a:pt x="1857907" y="2620151"/>
                  </a:lnTo>
                  <a:lnTo>
                    <a:pt x="1873255" y="2613345"/>
                  </a:lnTo>
                  <a:lnTo>
                    <a:pt x="1874335" y="2612867"/>
                  </a:lnTo>
                  <a:lnTo>
                    <a:pt x="1875414" y="2612367"/>
                  </a:lnTo>
                  <a:lnTo>
                    <a:pt x="1890762" y="2605266"/>
                  </a:lnTo>
                  <a:lnTo>
                    <a:pt x="1891842" y="2604767"/>
                  </a:lnTo>
                  <a:lnTo>
                    <a:pt x="1892921" y="2604242"/>
                  </a:lnTo>
                  <a:lnTo>
                    <a:pt x="1908270" y="2596774"/>
                  </a:lnTo>
                  <a:lnTo>
                    <a:pt x="1909349" y="2596249"/>
                  </a:lnTo>
                  <a:lnTo>
                    <a:pt x="1910428" y="2595703"/>
                  </a:lnTo>
                  <a:lnTo>
                    <a:pt x="1925777" y="2587945"/>
                  </a:lnTo>
                  <a:lnTo>
                    <a:pt x="1926856" y="2587399"/>
                  </a:lnTo>
                  <a:lnTo>
                    <a:pt x="1927936" y="2586833"/>
                  </a:lnTo>
                  <a:lnTo>
                    <a:pt x="1943284" y="2578779"/>
                  </a:lnTo>
                  <a:lnTo>
                    <a:pt x="1944363" y="2578213"/>
                  </a:lnTo>
                  <a:lnTo>
                    <a:pt x="1945443" y="2577625"/>
                  </a:lnTo>
                  <a:lnTo>
                    <a:pt x="1960791" y="2569274"/>
                  </a:lnTo>
                  <a:lnTo>
                    <a:pt x="1961870" y="2568687"/>
                  </a:lnTo>
                  <a:lnTo>
                    <a:pt x="1962950" y="2568070"/>
                  </a:lnTo>
                  <a:lnTo>
                    <a:pt x="1978298" y="2559305"/>
                  </a:lnTo>
                  <a:lnTo>
                    <a:pt x="1979377" y="2558689"/>
                  </a:lnTo>
                  <a:lnTo>
                    <a:pt x="1980457" y="2558052"/>
                  </a:lnTo>
                  <a:lnTo>
                    <a:pt x="1995805" y="2548993"/>
                  </a:lnTo>
                  <a:lnTo>
                    <a:pt x="1996884" y="2548355"/>
                  </a:lnTo>
                  <a:lnTo>
                    <a:pt x="1997964" y="2547699"/>
                  </a:lnTo>
                  <a:lnTo>
                    <a:pt x="2013312" y="2538362"/>
                  </a:lnTo>
                  <a:lnTo>
                    <a:pt x="2014391" y="2537705"/>
                  </a:lnTo>
                  <a:lnTo>
                    <a:pt x="2015471" y="2537029"/>
                  </a:lnTo>
                  <a:lnTo>
                    <a:pt x="2030819" y="2527424"/>
                  </a:lnTo>
                  <a:lnTo>
                    <a:pt x="2031898" y="2526749"/>
                  </a:lnTo>
                  <a:lnTo>
                    <a:pt x="2032978" y="2526051"/>
                  </a:lnTo>
                  <a:lnTo>
                    <a:pt x="2048326" y="2516130"/>
                  </a:lnTo>
                  <a:lnTo>
                    <a:pt x="2049406" y="2515433"/>
                  </a:lnTo>
                  <a:lnTo>
                    <a:pt x="2050485" y="2514716"/>
                  </a:lnTo>
                  <a:lnTo>
                    <a:pt x="2065833" y="2504530"/>
                  </a:lnTo>
                  <a:lnTo>
                    <a:pt x="2066913" y="2503814"/>
                  </a:lnTo>
                  <a:lnTo>
                    <a:pt x="2067992" y="2503083"/>
                  </a:lnTo>
                  <a:lnTo>
                    <a:pt x="2083340" y="2492693"/>
                  </a:lnTo>
                  <a:lnTo>
                    <a:pt x="2084420" y="2491963"/>
                  </a:lnTo>
                  <a:lnTo>
                    <a:pt x="2085499" y="2491219"/>
                  </a:lnTo>
                  <a:lnTo>
                    <a:pt x="2100847" y="2480642"/>
                  </a:lnTo>
                  <a:lnTo>
                    <a:pt x="2101927" y="2479899"/>
                  </a:lnTo>
                  <a:lnTo>
                    <a:pt x="2103006" y="2479142"/>
                  </a:lnTo>
                  <a:lnTo>
                    <a:pt x="2118354" y="2468383"/>
                  </a:lnTo>
                  <a:lnTo>
                    <a:pt x="2119434" y="2467627"/>
                  </a:lnTo>
                  <a:lnTo>
                    <a:pt x="2120513" y="2466858"/>
                  </a:lnTo>
                  <a:lnTo>
                    <a:pt x="2135861" y="2455927"/>
                  </a:lnTo>
                  <a:lnTo>
                    <a:pt x="2136941" y="2455158"/>
                  </a:lnTo>
                  <a:lnTo>
                    <a:pt x="2138020" y="2454382"/>
                  </a:lnTo>
                  <a:lnTo>
                    <a:pt x="2153368" y="2443351"/>
                  </a:lnTo>
                  <a:lnTo>
                    <a:pt x="2154448" y="2442575"/>
                  </a:lnTo>
                  <a:lnTo>
                    <a:pt x="2155527" y="2441794"/>
                  </a:lnTo>
                  <a:lnTo>
                    <a:pt x="2170876" y="2430682"/>
                  </a:lnTo>
                  <a:lnTo>
                    <a:pt x="2171955" y="2429900"/>
                  </a:lnTo>
                  <a:lnTo>
                    <a:pt x="2173034" y="2429114"/>
                  </a:lnTo>
                  <a:lnTo>
                    <a:pt x="2188383" y="2417941"/>
                  </a:lnTo>
                  <a:lnTo>
                    <a:pt x="2189462" y="2417155"/>
                  </a:lnTo>
                  <a:lnTo>
                    <a:pt x="2190542" y="2416366"/>
                  </a:lnTo>
                  <a:lnTo>
                    <a:pt x="2205890" y="2405150"/>
                  </a:lnTo>
                  <a:lnTo>
                    <a:pt x="2206969" y="2404361"/>
                  </a:lnTo>
                  <a:lnTo>
                    <a:pt x="2208049" y="2403572"/>
                  </a:lnTo>
                  <a:lnTo>
                    <a:pt x="2223397" y="2392353"/>
                  </a:lnTo>
                  <a:lnTo>
                    <a:pt x="2224476" y="2391564"/>
                  </a:lnTo>
                  <a:lnTo>
                    <a:pt x="2225556" y="2390776"/>
                  </a:lnTo>
                  <a:lnTo>
                    <a:pt x="2240904" y="2379569"/>
                  </a:lnTo>
                  <a:lnTo>
                    <a:pt x="2241983" y="2378781"/>
                  </a:lnTo>
                  <a:lnTo>
                    <a:pt x="2243063" y="2377994"/>
                  </a:lnTo>
                  <a:lnTo>
                    <a:pt x="2258411" y="2366812"/>
                  </a:lnTo>
                  <a:lnTo>
                    <a:pt x="2259490" y="2366026"/>
                  </a:lnTo>
                  <a:lnTo>
                    <a:pt x="2260570" y="2365243"/>
                  </a:lnTo>
                  <a:lnTo>
                    <a:pt x="2275918" y="2354111"/>
                  </a:lnTo>
                  <a:lnTo>
                    <a:pt x="2276997" y="2353328"/>
                  </a:lnTo>
                  <a:lnTo>
                    <a:pt x="2278077" y="2352550"/>
                  </a:lnTo>
                  <a:lnTo>
                    <a:pt x="2293425" y="2341481"/>
                  </a:lnTo>
                  <a:lnTo>
                    <a:pt x="2294504" y="2340703"/>
                  </a:lnTo>
                  <a:lnTo>
                    <a:pt x="2295584" y="2339929"/>
                  </a:lnTo>
                  <a:lnTo>
                    <a:pt x="2310932" y="2328918"/>
                  </a:lnTo>
                  <a:lnTo>
                    <a:pt x="2312012" y="2328144"/>
                  </a:lnTo>
                  <a:lnTo>
                    <a:pt x="2313091" y="2327374"/>
                  </a:lnTo>
                  <a:lnTo>
                    <a:pt x="2328439" y="2316423"/>
                  </a:lnTo>
                  <a:lnTo>
                    <a:pt x="2329519" y="2315652"/>
                  </a:lnTo>
                  <a:lnTo>
                    <a:pt x="2330598" y="2314887"/>
                  </a:lnTo>
                  <a:lnTo>
                    <a:pt x="2345946" y="2304000"/>
                  </a:lnTo>
                  <a:lnTo>
                    <a:pt x="2347026" y="2303234"/>
                  </a:lnTo>
                  <a:lnTo>
                    <a:pt x="2348105" y="2302473"/>
                  </a:lnTo>
                  <a:lnTo>
                    <a:pt x="2363453" y="2291655"/>
                  </a:lnTo>
                  <a:lnTo>
                    <a:pt x="2364533" y="2290894"/>
                  </a:lnTo>
                  <a:lnTo>
                    <a:pt x="2365612" y="2290135"/>
                  </a:lnTo>
                  <a:lnTo>
                    <a:pt x="2380960" y="2279354"/>
                  </a:lnTo>
                  <a:lnTo>
                    <a:pt x="2382040" y="2278596"/>
                  </a:lnTo>
                  <a:lnTo>
                    <a:pt x="2383119" y="2277840"/>
                  </a:lnTo>
                  <a:lnTo>
                    <a:pt x="2398467" y="2267085"/>
                  </a:lnTo>
                  <a:lnTo>
                    <a:pt x="2399547" y="2266328"/>
                  </a:lnTo>
                  <a:lnTo>
                    <a:pt x="2400626" y="2265573"/>
                  </a:lnTo>
                  <a:lnTo>
                    <a:pt x="2415974" y="2254831"/>
                  </a:lnTo>
                  <a:lnTo>
                    <a:pt x="2417054" y="2254075"/>
                  </a:lnTo>
                  <a:lnTo>
                    <a:pt x="2418133" y="2253319"/>
                  </a:lnTo>
                  <a:lnTo>
                    <a:pt x="2433481" y="2242560"/>
                  </a:lnTo>
                  <a:lnTo>
                    <a:pt x="2434561" y="2241804"/>
                  </a:lnTo>
                  <a:lnTo>
                    <a:pt x="2435640" y="2241044"/>
                  </a:lnTo>
                  <a:lnTo>
                    <a:pt x="2450989" y="2230238"/>
                  </a:lnTo>
                  <a:lnTo>
                    <a:pt x="2452068" y="2229478"/>
                  </a:lnTo>
                  <a:lnTo>
                    <a:pt x="2453148" y="2228714"/>
                  </a:lnTo>
                  <a:lnTo>
                    <a:pt x="2468496" y="2217841"/>
                  </a:lnTo>
                  <a:lnTo>
                    <a:pt x="2469575" y="2217077"/>
                  </a:lnTo>
                  <a:lnTo>
                    <a:pt x="2470655" y="2216306"/>
                  </a:lnTo>
                  <a:lnTo>
                    <a:pt x="2486003" y="2205345"/>
                  </a:lnTo>
                  <a:lnTo>
                    <a:pt x="2487082" y="2204574"/>
                  </a:lnTo>
                  <a:lnTo>
                    <a:pt x="2488162" y="2203793"/>
                  </a:lnTo>
                  <a:lnTo>
                    <a:pt x="2503510" y="2192689"/>
                  </a:lnTo>
                  <a:lnTo>
                    <a:pt x="2504589" y="2191908"/>
                  </a:lnTo>
                  <a:lnTo>
                    <a:pt x="2505669" y="2191113"/>
                  </a:lnTo>
                  <a:lnTo>
                    <a:pt x="2521017" y="2179818"/>
                  </a:lnTo>
                  <a:lnTo>
                    <a:pt x="2522096" y="2179024"/>
                  </a:lnTo>
                  <a:lnTo>
                    <a:pt x="2523176" y="2178216"/>
                  </a:lnTo>
                  <a:lnTo>
                    <a:pt x="2538524" y="2166734"/>
                  </a:lnTo>
                  <a:lnTo>
                    <a:pt x="2539603" y="2165927"/>
                  </a:lnTo>
                  <a:lnTo>
                    <a:pt x="2540683" y="2165104"/>
                  </a:lnTo>
                  <a:lnTo>
                    <a:pt x="2556031" y="2153414"/>
                  </a:lnTo>
                  <a:lnTo>
                    <a:pt x="2557110" y="2152592"/>
                  </a:lnTo>
                  <a:lnTo>
                    <a:pt x="2558190" y="2151752"/>
                  </a:lnTo>
                  <a:lnTo>
                    <a:pt x="2573538" y="2139813"/>
                  </a:lnTo>
                  <a:lnTo>
                    <a:pt x="2574617" y="2138974"/>
                  </a:lnTo>
                  <a:lnTo>
                    <a:pt x="2575697" y="2138109"/>
                  </a:lnTo>
                  <a:lnTo>
                    <a:pt x="2591045" y="2125814"/>
                  </a:lnTo>
                  <a:lnTo>
                    <a:pt x="2592125" y="2124950"/>
                  </a:lnTo>
                  <a:lnTo>
                    <a:pt x="2593204" y="2124065"/>
                  </a:lnTo>
                  <a:lnTo>
                    <a:pt x="2608552" y="2111484"/>
                  </a:lnTo>
                  <a:lnTo>
                    <a:pt x="2609632" y="2110599"/>
                  </a:lnTo>
                  <a:lnTo>
                    <a:pt x="2610711" y="2109693"/>
                  </a:lnTo>
                  <a:lnTo>
                    <a:pt x="2626059" y="2096815"/>
                  </a:lnTo>
                  <a:lnTo>
                    <a:pt x="2627139" y="2095909"/>
                  </a:lnTo>
                  <a:lnTo>
                    <a:pt x="2628218" y="2094982"/>
                  </a:lnTo>
                  <a:lnTo>
                    <a:pt x="2643566" y="2081797"/>
                  </a:lnTo>
                  <a:lnTo>
                    <a:pt x="2644646" y="2080870"/>
                  </a:lnTo>
                  <a:lnTo>
                    <a:pt x="2645725" y="2079913"/>
                  </a:lnTo>
                  <a:lnTo>
                    <a:pt x="2661073" y="2066304"/>
                  </a:lnTo>
                  <a:lnTo>
                    <a:pt x="2662153" y="2065347"/>
                  </a:lnTo>
                  <a:lnTo>
                    <a:pt x="2663232" y="2064366"/>
                  </a:lnTo>
                  <a:lnTo>
                    <a:pt x="2678580" y="2050422"/>
                  </a:lnTo>
                  <a:lnTo>
                    <a:pt x="2679660" y="2049441"/>
                  </a:lnTo>
                  <a:lnTo>
                    <a:pt x="2680739" y="2048439"/>
                  </a:lnTo>
                  <a:lnTo>
                    <a:pt x="2696087" y="2034191"/>
                  </a:lnTo>
                  <a:lnTo>
                    <a:pt x="2697167" y="2033189"/>
                  </a:lnTo>
                  <a:lnTo>
                    <a:pt x="2698246" y="2032166"/>
                  </a:lnTo>
                  <a:lnTo>
                    <a:pt x="2713595" y="2017626"/>
                  </a:lnTo>
                  <a:lnTo>
                    <a:pt x="2714674" y="2016604"/>
                  </a:lnTo>
                  <a:lnTo>
                    <a:pt x="2715753" y="2015558"/>
                  </a:lnTo>
                  <a:lnTo>
                    <a:pt x="2731102" y="2000691"/>
                  </a:lnTo>
                  <a:lnTo>
                    <a:pt x="2732181" y="1999645"/>
                  </a:lnTo>
                  <a:lnTo>
                    <a:pt x="2733261" y="1998580"/>
                  </a:lnTo>
                  <a:lnTo>
                    <a:pt x="2748609" y="1983427"/>
                  </a:lnTo>
                  <a:lnTo>
                    <a:pt x="2749688" y="1982361"/>
                  </a:lnTo>
                  <a:lnTo>
                    <a:pt x="2750768" y="1981282"/>
                  </a:lnTo>
                  <a:lnTo>
                    <a:pt x="2766116" y="1965938"/>
                  </a:lnTo>
                  <a:lnTo>
                    <a:pt x="2767195" y="1964859"/>
                  </a:lnTo>
                  <a:lnTo>
                    <a:pt x="2768275" y="1963769"/>
                  </a:lnTo>
                  <a:lnTo>
                    <a:pt x="2783623" y="1948268"/>
                  </a:lnTo>
                  <a:lnTo>
                    <a:pt x="2784702" y="1947178"/>
                  </a:lnTo>
                  <a:lnTo>
                    <a:pt x="2785782" y="1946079"/>
                  </a:lnTo>
                  <a:lnTo>
                    <a:pt x="2801130" y="1930456"/>
                  </a:lnTo>
                  <a:lnTo>
                    <a:pt x="2802209" y="1929357"/>
                  </a:lnTo>
                  <a:lnTo>
                    <a:pt x="2803289" y="1928255"/>
                  </a:lnTo>
                  <a:lnTo>
                    <a:pt x="2818637" y="1912577"/>
                  </a:lnTo>
                  <a:lnTo>
                    <a:pt x="2819716" y="1911475"/>
                  </a:lnTo>
                  <a:lnTo>
                    <a:pt x="2820796" y="1910375"/>
                  </a:lnTo>
                  <a:lnTo>
                    <a:pt x="2836144" y="1894742"/>
                  </a:lnTo>
                  <a:lnTo>
                    <a:pt x="2837223" y="1893643"/>
                  </a:lnTo>
                  <a:lnTo>
                    <a:pt x="2838303" y="1892550"/>
                  </a:lnTo>
                  <a:lnTo>
                    <a:pt x="2853651" y="1877016"/>
                  </a:lnTo>
                  <a:lnTo>
                    <a:pt x="2854731" y="1875924"/>
                  </a:lnTo>
                  <a:lnTo>
                    <a:pt x="2855810" y="1874842"/>
                  </a:lnTo>
                  <a:lnTo>
                    <a:pt x="2871158" y="1859465"/>
                  </a:lnTo>
                  <a:lnTo>
                    <a:pt x="2872238" y="1858384"/>
                  </a:lnTo>
                  <a:lnTo>
                    <a:pt x="2873317" y="1857326"/>
                  </a:lnTo>
                  <a:lnTo>
                    <a:pt x="2888665" y="1842285"/>
                  </a:lnTo>
                  <a:lnTo>
                    <a:pt x="2889745" y="1841227"/>
                  </a:lnTo>
                  <a:lnTo>
                    <a:pt x="2890824" y="1840197"/>
                  </a:lnTo>
                  <a:lnTo>
                    <a:pt x="2906172" y="1825555"/>
                  </a:lnTo>
                  <a:lnTo>
                    <a:pt x="2907252" y="1824525"/>
                  </a:lnTo>
                  <a:lnTo>
                    <a:pt x="2908331" y="1823527"/>
                  </a:lnTo>
                  <a:lnTo>
                    <a:pt x="2923679" y="1809327"/>
                  </a:lnTo>
                  <a:lnTo>
                    <a:pt x="2924759" y="1808328"/>
                  </a:lnTo>
                  <a:lnTo>
                    <a:pt x="2925838" y="1807365"/>
                  </a:lnTo>
                  <a:lnTo>
                    <a:pt x="2941186" y="1793674"/>
                  </a:lnTo>
                  <a:lnTo>
                    <a:pt x="2942266" y="1792711"/>
                  </a:lnTo>
                  <a:lnTo>
                    <a:pt x="2943345" y="1791798"/>
                  </a:lnTo>
                  <a:lnTo>
                    <a:pt x="2958693" y="1778817"/>
                  </a:lnTo>
                  <a:lnTo>
                    <a:pt x="2959773" y="1777904"/>
                  </a:lnTo>
                  <a:lnTo>
                    <a:pt x="2960852" y="1777053"/>
                  </a:lnTo>
                  <a:lnTo>
                    <a:pt x="2976201" y="1764960"/>
                  </a:lnTo>
                  <a:lnTo>
                    <a:pt x="2977280" y="1764109"/>
                  </a:lnTo>
                  <a:lnTo>
                    <a:pt x="2978359" y="1763316"/>
                  </a:lnTo>
                  <a:lnTo>
                    <a:pt x="2993708" y="1752031"/>
                  </a:lnTo>
                  <a:lnTo>
                    <a:pt x="2994787" y="1751237"/>
                  </a:lnTo>
                  <a:lnTo>
                    <a:pt x="2995867" y="1750505"/>
                  </a:lnTo>
                  <a:lnTo>
                    <a:pt x="3011215" y="1740092"/>
                  </a:lnTo>
                  <a:lnTo>
                    <a:pt x="3012294" y="1739360"/>
                  </a:lnTo>
                  <a:lnTo>
                    <a:pt x="3013374" y="1738696"/>
                  </a:lnTo>
                  <a:lnTo>
                    <a:pt x="3028722" y="1729256"/>
                  </a:lnTo>
                  <a:lnTo>
                    <a:pt x="3029801" y="1728592"/>
                  </a:lnTo>
                  <a:lnTo>
                    <a:pt x="3030881" y="1728029"/>
                  </a:lnTo>
                  <a:lnTo>
                    <a:pt x="3046229" y="1720031"/>
                  </a:lnTo>
                  <a:lnTo>
                    <a:pt x="3047308" y="1719468"/>
                  </a:lnTo>
                  <a:lnTo>
                    <a:pt x="3048388" y="1718985"/>
                  </a:lnTo>
                  <a:lnTo>
                    <a:pt x="3063736" y="1712112"/>
                  </a:lnTo>
                  <a:lnTo>
                    <a:pt x="3064815" y="1711628"/>
                  </a:lnTo>
                  <a:lnTo>
                    <a:pt x="3065895" y="1711227"/>
                  </a:lnTo>
                  <a:lnTo>
                    <a:pt x="3081243" y="1705524"/>
                  </a:lnTo>
                  <a:lnTo>
                    <a:pt x="3082322" y="1705123"/>
                  </a:lnTo>
                  <a:lnTo>
                    <a:pt x="3083402" y="1704807"/>
                  </a:lnTo>
                  <a:lnTo>
                    <a:pt x="3098750" y="1700318"/>
                  </a:lnTo>
                  <a:lnTo>
                    <a:pt x="3099829" y="1700002"/>
                  </a:lnTo>
                  <a:lnTo>
                    <a:pt x="3100909" y="1699804"/>
                  </a:lnTo>
                  <a:lnTo>
                    <a:pt x="3116257" y="1696986"/>
                  </a:lnTo>
                  <a:lnTo>
                    <a:pt x="3117336" y="1696788"/>
                  </a:lnTo>
                  <a:lnTo>
                    <a:pt x="3118416" y="1696693"/>
                  </a:lnTo>
                  <a:lnTo>
                    <a:pt x="3133764" y="1695341"/>
                  </a:lnTo>
                  <a:lnTo>
                    <a:pt x="3134844" y="1695246"/>
                  </a:lnTo>
                  <a:lnTo>
                    <a:pt x="3135923" y="1695245"/>
                  </a:lnTo>
                  <a:lnTo>
                    <a:pt x="3151271" y="1695236"/>
                  </a:lnTo>
                  <a:lnTo>
                    <a:pt x="3152351" y="1695236"/>
                  </a:lnTo>
                  <a:lnTo>
                    <a:pt x="3153430" y="1695330"/>
                  </a:lnTo>
                  <a:lnTo>
                    <a:pt x="3154510" y="1695425"/>
                  </a:lnTo>
                  <a:lnTo>
                    <a:pt x="3155507" y="0"/>
                  </a:lnTo>
                  <a:lnTo>
                    <a:pt x="3155671" y="0"/>
                  </a:lnTo>
                  <a:lnTo>
                    <a:pt x="3156669" y="1695615"/>
                  </a:lnTo>
                  <a:lnTo>
                    <a:pt x="3155589" y="1695520"/>
                  </a:lnTo>
                  <a:lnTo>
                    <a:pt x="3154510" y="3531159"/>
                  </a:lnTo>
                  <a:lnTo>
                    <a:pt x="3153430" y="3531159"/>
                  </a:lnTo>
                  <a:lnTo>
                    <a:pt x="3152351" y="3531159"/>
                  </a:lnTo>
                  <a:lnTo>
                    <a:pt x="3151271" y="3531159"/>
                  </a:lnTo>
                  <a:lnTo>
                    <a:pt x="3135923" y="3531159"/>
                  </a:lnTo>
                  <a:lnTo>
                    <a:pt x="3134844" y="3531159"/>
                  </a:lnTo>
                  <a:lnTo>
                    <a:pt x="3133764" y="3531159"/>
                  </a:lnTo>
                  <a:lnTo>
                    <a:pt x="3118416" y="3531159"/>
                  </a:lnTo>
                  <a:lnTo>
                    <a:pt x="3117336" y="3531159"/>
                  </a:lnTo>
                  <a:lnTo>
                    <a:pt x="3116257" y="3531159"/>
                  </a:lnTo>
                  <a:lnTo>
                    <a:pt x="3100909" y="3531159"/>
                  </a:lnTo>
                  <a:lnTo>
                    <a:pt x="3099829" y="3531159"/>
                  </a:lnTo>
                  <a:lnTo>
                    <a:pt x="3098750" y="3531159"/>
                  </a:lnTo>
                  <a:lnTo>
                    <a:pt x="3083402" y="3531159"/>
                  </a:lnTo>
                  <a:lnTo>
                    <a:pt x="3082322" y="3531159"/>
                  </a:lnTo>
                  <a:lnTo>
                    <a:pt x="3081243" y="3531159"/>
                  </a:lnTo>
                  <a:lnTo>
                    <a:pt x="3065895" y="3531159"/>
                  </a:lnTo>
                  <a:lnTo>
                    <a:pt x="3064815" y="3531159"/>
                  </a:lnTo>
                  <a:lnTo>
                    <a:pt x="3063736" y="3531159"/>
                  </a:lnTo>
                  <a:lnTo>
                    <a:pt x="3048388" y="3531159"/>
                  </a:lnTo>
                  <a:lnTo>
                    <a:pt x="3047308" y="3531159"/>
                  </a:lnTo>
                  <a:lnTo>
                    <a:pt x="3046229" y="3531159"/>
                  </a:lnTo>
                  <a:lnTo>
                    <a:pt x="3030881" y="3531159"/>
                  </a:lnTo>
                  <a:lnTo>
                    <a:pt x="3029801" y="3531159"/>
                  </a:lnTo>
                  <a:lnTo>
                    <a:pt x="3028722" y="3531159"/>
                  </a:lnTo>
                  <a:lnTo>
                    <a:pt x="3013374" y="3531159"/>
                  </a:lnTo>
                  <a:lnTo>
                    <a:pt x="3012294" y="3531159"/>
                  </a:lnTo>
                  <a:lnTo>
                    <a:pt x="3011215" y="3531159"/>
                  </a:lnTo>
                  <a:lnTo>
                    <a:pt x="2995867" y="3531159"/>
                  </a:lnTo>
                  <a:lnTo>
                    <a:pt x="2994787" y="3531159"/>
                  </a:lnTo>
                  <a:lnTo>
                    <a:pt x="2993708" y="3531159"/>
                  </a:lnTo>
                  <a:lnTo>
                    <a:pt x="2978359" y="3531159"/>
                  </a:lnTo>
                  <a:lnTo>
                    <a:pt x="2977280" y="3531159"/>
                  </a:lnTo>
                  <a:lnTo>
                    <a:pt x="2976201" y="3531159"/>
                  </a:lnTo>
                  <a:lnTo>
                    <a:pt x="2960852" y="3531159"/>
                  </a:lnTo>
                  <a:lnTo>
                    <a:pt x="2959773" y="3531159"/>
                  </a:lnTo>
                  <a:lnTo>
                    <a:pt x="2958693" y="3531159"/>
                  </a:lnTo>
                  <a:lnTo>
                    <a:pt x="2943345" y="3531159"/>
                  </a:lnTo>
                  <a:lnTo>
                    <a:pt x="2942266" y="3531159"/>
                  </a:lnTo>
                  <a:lnTo>
                    <a:pt x="2941186" y="3531159"/>
                  </a:lnTo>
                  <a:lnTo>
                    <a:pt x="2925838" y="3531159"/>
                  </a:lnTo>
                  <a:lnTo>
                    <a:pt x="2924759" y="3531159"/>
                  </a:lnTo>
                  <a:lnTo>
                    <a:pt x="2923679" y="3531159"/>
                  </a:lnTo>
                  <a:lnTo>
                    <a:pt x="2908331" y="3531159"/>
                  </a:lnTo>
                  <a:lnTo>
                    <a:pt x="2907252" y="3531159"/>
                  </a:lnTo>
                  <a:lnTo>
                    <a:pt x="2906172" y="3531159"/>
                  </a:lnTo>
                  <a:lnTo>
                    <a:pt x="2890824" y="3531159"/>
                  </a:lnTo>
                  <a:lnTo>
                    <a:pt x="2889745" y="3531159"/>
                  </a:lnTo>
                  <a:lnTo>
                    <a:pt x="2888665" y="3531159"/>
                  </a:lnTo>
                  <a:lnTo>
                    <a:pt x="2873317" y="3531159"/>
                  </a:lnTo>
                  <a:lnTo>
                    <a:pt x="2872238" y="3531159"/>
                  </a:lnTo>
                  <a:lnTo>
                    <a:pt x="2871158" y="3531159"/>
                  </a:lnTo>
                  <a:lnTo>
                    <a:pt x="2855810" y="3531159"/>
                  </a:lnTo>
                  <a:lnTo>
                    <a:pt x="2854731" y="3531159"/>
                  </a:lnTo>
                  <a:lnTo>
                    <a:pt x="2853651" y="3531159"/>
                  </a:lnTo>
                  <a:lnTo>
                    <a:pt x="2838303" y="3531159"/>
                  </a:lnTo>
                  <a:lnTo>
                    <a:pt x="2837223" y="3531159"/>
                  </a:lnTo>
                  <a:lnTo>
                    <a:pt x="2836144" y="3531159"/>
                  </a:lnTo>
                  <a:lnTo>
                    <a:pt x="2820796" y="3531159"/>
                  </a:lnTo>
                  <a:lnTo>
                    <a:pt x="2819716" y="3531159"/>
                  </a:lnTo>
                  <a:lnTo>
                    <a:pt x="2818637" y="3531159"/>
                  </a:lnTo>
                  <a:lnTo>
                    <a:pt x="2803289" y="3531159"/>
                  </a:lnTo>
                  <a:lnTo>
                    <a:pt x="2802209" y="3531159"/>
                  </a:lnTo>
                  <a:lnTo>
                    <a:pt x="2801130" y="3531159"/>
                  </a:lnTo>
                  <a:lnTo>
                    <a:pt x="2785782" y="3531159"/>
                  </a:lnTo>
                  <a:lnTo>
                    <a:pt x="2784702" y="3531159"/>
                  </a:lnTo>
                  <a:lnTo>
                    <a:pt x="2783623" y="3531159"/>
                  </a:lnTo>
                  <a:lnTo>
                    <a:pt x="2768275" y="3531159"/>
                  </a:lnTo>
                  <a:lnTo>
                    <a:pt x="2767195" y="3531159"/>
                  </a:lnTo>
                  <a:lnTo>
                    <a:pt x="2766116" y="3531159"/>
                  </a:lnTo>
                  <a:lnTo>
                    <a:pt x="2750768" y="3531159"/>
                  </a:lnTo>
                  <a:lnTo>
                    <a:pt x="2749688" y="3531159"/>
                  </a:lnTo>
                  <a:lnTo>
                    <a:pt x="2748609" y="3531159"/>
                  </a:lnTo>
                  <a:lnTo>
                    <a:pt x="2733261" y="3531159"/>
                  </a:lnTo>
                  <a:lnTo>
                    <a:pt x="2732181" y="3531159"/>
                  </a:lnTo>
                  <a:lnTo>
                    <a:pt x="2731102" y="3531159"/>
                  </a:lnTo>
                  <a:lnTo>
                    <a:pt x="2715753" y="3531159"/>
                  </a:lnTo>
                  <a:lnTo>
                    <a:pt x="2714674" y="3531159"/>
                  </a:lnTo>
                  <a:lnTo>
                    <a:pt x="2713595" y="3531159"/>
                  </a:lnTo>
                  <a:lnTo>
                    <a:pt x="2698246" y="3531159"/>
                  </a:lnTo>
                  <a:lnTo>
                    <a:pt x="2697167" y="3531159"/>
                  </a:lnTo>
                  <a:lnTo>
                    <a:pt x="2696087" y="3531159"/>
                  </a:lnTo>
                  <a:lnTo>
                    <a:pt x="2680739" y="3531159"/>
                  </a:lnTo>
                  <a:lnTo>
                    <a:pt x="2679660" y="3531159"/>
                  </a:lnTo>
                  <a:lnTo>
                    <a:pt x="2678580" y="3531159"/>
                  </a:lnTo>
                  <a:lnTo>
                    <a:pt x="2663232" y="3531159"/>
                  </a:lnTo>
                  <a:lnTo>
                    <a:pt x="2662153" y="3531159"/>
                  </a:lnTo>
                  <a:lnTo>
                    <a:pt x="2661073" y="3531159"/>
                  </a:lnTo>
                  <a:lnTo>
                    <a:pt x="2645725" y="3531159"/>
                  </a:lnTo>
                  <a:lnTo>
                    <a:pt x="2644646" y="3531159"/>
                  </a:lnTo>
                  <a:lnTo>
                    <a:pt x="2643566" y="3531159"/>
                  </a:lnTo>
                  <a:lnTo>
                    <a:pt x="2628218" y="3531159"/>
                  </a:lnTo>
                  <a:lnTo>
                    <a:pt x="2627139" y="3531159"/>
                  </a:lnTo>
                  <a:lnTo>
                    <a:pt x="2626059" y="3531159"/>
                  </a:lnTo>
                  <a:lnTo>
                    <a:pt x="2610711" y="3531159"/>
                  </a:lnTo>
                  <a:lnTo>
                    <a:pt x="2609632" y="3531159"/>
                  </a:lnTo>
                  <a:lnTo>
                    <a:pt x="2608552" y="3531159"/>
                  </a:lnTo>
                  <a:lnTo>
                    <a:pt x="2593204" y="3531159"/>
                  </a:lnTo>
                  <a:lnTo>
                    <a:pt x="2592125" y="3531159"/>
                  </a:lnTo>
                  <a:lnTo>
                    <a:pt x="2591045" y="3531159"/>
                  </a:lnTo>
                  <a:lnTo>
                    <a:pt x="2575697" y="3531159"/>
                  </a:lnTo>
                  <a:lnTo>
                    <a:pt x="2574617" y="3531159"/>
                  </a:lnTo>
                  <a:lnTo>
                    <a:pt x="2573538" y="3531159"/>
                  </a:lnTo>
                  <a:lnTo>
                    <a:pt x="2558190" y="3531159"/>
                  </a:lnTo>
                  <a:lnTo>
                    <a:pt x="2557110" y="3531159"/>
                  </a:lnTo>
                  <a:lnTo>
                    <a:pt x="2556031" y="3531159"/>
                  </a:lnTo>
                  <a:lnTo>
                    <a:pt x="2540683" y="3531159"/>
                  </a:lnTo>
                  <a:lnTo>
                    <a:pt x="2539603" y="3531159"/>
                  </a:lnTo>
                  <a:lnTo>
                    <a:pt x="2538524" y="3531159"/>
                  </a:lnTo>
                  <a:lnTo>
                    <a:pt x="2523176" y="3531159"/>
                  </a:lnTo>
                  <a:lnTo>
                    <a:pt x="2522096" y="3531159"/>
                  </a:lnTo>
                  <a:lnTo>
                    <a:pt x="2521017" y="3531159"/>
                  </a:lnTo>
                  <a:lnTo>
                    <a:pt x="2505669" y="3531159"/>
                  </a:lnTo>
                  <a:lnTo>
                    <a:pt x="2504589" y="3531159"/>
                  </a:lnTo>
                  <a:lnTo>
                    <a:pt x="2503510" y="3531159"/>
                  </a:lnTo>
                  <a:lnTo>
                    <a:pt x="2488162" y="3531159"/>
                  </a:lnTo>
                  <a:lnTo>
                    <a:pt x="2487082" y="3531159"/>
                  </a:lnTo>
                  <a:lnTo>
                    <a:pt x="2486003" y="3531159"/>
                  </a:lnTo>
                  <a:lnTo>
                    <a:pt x="2470655" y="3531159"/>
                  </a:lnTo>
                  <a:lnTo>
                    <a:pt x="2469575" y="3531159"/>
                  </a:lnTo>
                  <a:lnTo>
                    <a:pt x="2468496" y="3531159"/>
                  </a:lnTo>
                  <a:lnTo>
                    <a:pt x="2453148" y="3531159"/>
                  </a:lnTo>
                  <a:lnTo>
                    <a:pt x="2452068" y="3531159"/>
                  </a:lnTo>
                  <a:lnTo>
                    <a:pt x="2450989" y="3531159"/>
                  </a:lnTo>
                  <a:lnTo>
                    <a:pt x="2435640" y="3531159"/>
                  </a:lnTo>
                  <a:lnTo>
                    <a:pt x="2434561" y="3531159"/>
                  </a:lnTo>
                  <a:lnTo>
                    <a:pt x="2433481" y="3531159"/>
                  </a:lnTo>
                  <a:lnTo>
                    <a:pt x="2418133" y="3531159"/>
                  </a:lnTo>
                  <a:lnTo>
                    <a:pt x="2417054" y="3531159"/>
                  </a:lnTo>
                  <a:lnTo>
                    <a:pt x="2415974" y="3531159"/>
                  </a:lnTo>
                  <a:lnTo>
                    <a:pt x="2400626" y="3531159"/>
                  </a:lnTo>
                  <a:lnTo>
                    <a:pt x="2399547" y="3531159"/>
                  </a:lnTo>
                  <a:lnTo>
                    <a:pt x="2398467" y="3531159"/>
                  </a:lnTo>
                  <a:lnTo>
                    <a:pt x="2383119" y="3531159"/>
                  </a:lnTo>
                  <a:lnTo>
                    <a:pt x="2382040" y="3531159"/>
                  </a:lnTo>
                  <a:lnTo>
                    <a:pt x="2380960" y="3531159"/>
                  </a:lnTo>
                  <a:lnTo>
                    <a:pt x="2365612" y="3531159"/>
                  </a:lnTo>
                  <a:lnTo>
                    <a:pt x="2364533" y="3531159"/>
                  </a:lnTo>
                  <a:lnTo>
                    <a:pt x="2363453" y="3531159"/>
                  </a:lnTo>
                  <a:lnTo>
                    <a:pt x="2348105" y="3531159"/>
                  </a:lnTo>
                  <a:lnTo>
                    <a:pt x="2347026" y="3531159"/>
                  </a:lnTo>
                  <a:lnTo>
                    <a:pt x="2345946" y="3531159"/>
                  </a:lnTo>
                  <a:lnTo>
                    <a:pt x="2330598" y="3531159"/>
                  </a:lnTo>
                  <a:lnTo>
                    <a:pt x="2329519" y="3531159"/>
                  </a:lnTo>
                  <a:lnTo>
                    <a:pt x="2328439" y="3531159"/>
                  </a:lnTo>
                  <a:lnTo>
                    <a:pt x="2313091" y="3531159"/>
                  </a:lnTo>
                  <a:lnTo>
                    <a:pt x="2312012" y="3531159"/>
                  </a:lnTo>
                  <a:lnTo>
                    <a:pt x="2310932" y="3531159"/>
                  </a:lnTo>
                  <a:lnTo>
                    <a:pt x="2295584" y="3531159"/>
                  </a:lnTo>
                  <a:lnTo>
                    <a:pt x="2294504" y="3531159"/>
                  </a:lnTo>
                  <a:lnTo>
                    <a:pt x="2293425" y="3531159"/>
                  </a:lnTo>
                  <a:lnTo>
                    <a:pt x="2278077" y="3531159"/>
                  </a:lnTo>
                  <a:lnTo>
                    <a:pt x="2276997" y="3531159"/>
                  </a:lnTo>
                  <a:lnTo>
                    <a:pt x="2275918" y="3531159"/>
                  </a:lnTo>
                  <a:lnTo>
                    <a:pt x="2260570" y="3531159"/>
                  </a:lnTo>
                  <a:lnTo>
                    <a:pt x="2259490" y="3531159"/>
                  </a:lnTo>
                  <a:lnTo>
                    <a:pt x="2258411" y="3531159"/>
                  </a:lnTo>
                  <a:lnTo>
                    <a:pt x="2243063" y="3531159"/>
                  </a:lnTo>
                  <a:lnTo>
                    <a:pt x="2241983" y="3531159"/>
                  </a:lnTo>
                  <a:lnTo>
                    <a:pt x="2240904" y="3531159"/>
                  </a:lnTo>
                  <a:lnTo>
                    <a:pt x="2225556" y="3531159"/>
                  </a:lnTo>
                  <a:lnTo>
                    <a:pt x="2224476" y="3531159"/>
                  </a:lnTo>
                  <a:lnTo>
                    <a:pt x="2223397" y="3531159"/>
                  </a:lnTo>
                  <a:lnTo>
                    <a:pt x="2208049" y="3531159"/>
                  </a:lnTo>
                  <a:lnTo>
                    <a:pt x="2206969" y="3531159"/>
                  </a:lnTo>
                  <a:lnTo>
                    <a:pt x="2205890" y="3531159"/>
                  </a:lnTo>
                  <a:lnTo>
                    <a:pt x="2190542" y="3531159"/>
                  </a:lnTo>
                  <a:lnTo>
                    <a:pt x="2189462" y="3531159"/>
                  </a:lnTo>
                  <a:lnTo>
                    <a:pt x="2188383" y="3531159"/>
                  </a:lnTo>
                  <a:lnTo>
                    <a:pt x="2173034" y="3531159"/>
                  </a:lnTo>
                  <a:lnTo>
                    <a:pt x="2171955" y="3531159"/>
                  </a:lnTo>
                  <a:lnTo>
                    <a:pt x="2170876" y="3531159"/>
                  </a:lnTo>
                  <a:lnTo>
                    <a:pt x="2155527" y="3531159"/>
                  </a:lnTo>
                  <a:lnTo>
                    <a:pt x="2154448" y="3531159"/>
                  </a:lnTo>
                  <a:lnTo>
                    <a:pt x="2153368" y="3531159"/>
                  </a:lnTo>
                  <a:lnTo>
                    <a:pt x="2138020" y="3531159"/>
                  </a:lnTo>
                  <a:lnTo>
                    <a:pt x="2136941" y="3531159"/>
                  </a:lnTo>
                  <a:lnTo>
                    <a:pt x="2135861" y="3531159"/>
                  </a:lnTo>
                  <a:lnTo>
                    <a:pt x="2120513" y="3531159"/>
                  </a:lnTo>
                  <a:lnTo>
                    <a:pt x="2119434" y="3531159"/>
                  </a:lnTo>
                  <a:lnTo>
                    <a:pt x="2118354" y="3531159"/>
                  </a:lnTo>
                  <a:lnTo>
                    <a:pt x="2103006" y="3531159"/>
                  </a:lnTo>
                  <a:lnTo>
                    <a:pt x="2101927" y="3531159"/>
                  </a:lnTo>
                  <a:lnTo>
                    <a:pt x="2100847" y="3531159"/>
                  </a:lnTo>
                  <a:lnTo>
                    <a:pt x="2085499" y="3531159"/>
                  </a:lnTo>
                  <a:lnTo>
                    <a:pt x="2084420" y="3531159"/>
                  </a:lnTo>
                  <a:lnTo>
                    <a:pt x="2083340" y="3531159"/>
                  </a:lnTo>
                  <a:lnTo>
                    <a:pt x="2067992" y="3531159"/>
                  </a:lnTo>
                  <a:lnTo>
                    <a:pt x="2066913" y="3531159"/>
                  </a:lnTo>
                  <a:lnTo>
                    <a:pt x="2065833" y="3531159"/>
                  </a:lnTo>
                  <a:lnTo>
                    <a:pt x="2050485" y="3531159"/>
                  </a:lnTo>
                  <a:lnTo>
                    <a:pt x="2049406" y="3531159"/>
                  </a:lnTo>
                  <a:lnTo>
                    <a:pt x="2048326" y="3531159"/>
                  </a:lnTo>
                  <a:lnTo>
                    <a:pt x="2032978" y="3531159"/>
                  </a:lnTo>
                  <a:lnTo>
                    <a:pt x="2031898" y="3531159"/>
                  </a:lnTo>
                  <a:lnTo>
                    <a:pt x="2030819" y="3531159"/>
                  </a:lnTo>
                  <a:lnTo>
                    <a:pt x="2015471" y="3531159"/>
                  </a:lnTo>
                  <a:lnTo>
                    <a:pt x="2014391" y="3531159"/>
                  </a:lnTo>
                  <a:lnTo>
                    <a:pt x="2013312" y="3531159"/>
                  </a:lnTo>
                  <a:lnTo>
                    <a:pt x="1997964" y="3531159"/>
                  </a:lnTo>
                  <a:lnTo>
                    <a:pt x="1996884" y="3531159"/>
                  </a:lnTo>
                  <a:lnTo>
                    <a:pt x="1995805" y="3531159"/>
                  </a:lnTo>
                  <a:lnTo>
                    <a:pt x="1980457" y="3531159"/>
                  </a:lnTo>
                  <a:lnTo>
                    <a:pt x="1979377" y="3531159"/>
                  </a:lnTo>
                  <a:lnTo>
                    <a:pt x="1978298" y="3531159"/>
                  </a:lnTo>
                  <a:lnTo>
                    <a:pt x="1962950" y="3531159"/>
                  </a:lnTo>
                  <a:lnTo>
                    <a:pt x="1961870" y="3531159"/>
                  </a:lnTo>
                  <a:lnTo>
                    <a:pt x="1960791" y="3531159"/>
                  </a:lnTo>
                  <a:lnTo>
                    <a:pt x="1945443" y="3531159"/>
                  </a:lnTo>
                  <a:lnTo>
                    <a:pt x="1944363" y="3531159"/>
                  </a:lnTo>
                  <a:lnTo>
                    <a:pt x="1943284" y="3531159"/>
                  </a:lnTo>
                  <a:lnTo>
                    <a:pt x="1927936" y="3531159"/>
                  </a:lnTo>
                  <a:lnTo>
                    <a:pt x="1926856" y="3531159"/>
                  </a:lnTo>
                  <a:lnTo>
                    <a:pt x="1925777" y="3531159"/>
                  </a:lnTo>
                  <a:lnTo>
                    <a:pt x="1910428" y="3531159"/>
                  </a:lnTo>
                  <a:lnTo>
                    <a:pt x="1909349" y="3531159"/>
                  </a:lnTo>
                  <a:lnTo>
                    <a:pt x="1908270" y="3531159"/>
                  </a:lnTo>
                  <a:lnTo>
                    <a:pt x="1892921" y="3531159"/>
                  </a:lnTo>
                  <a:lnTo>
                    <a:pt x="1891842" y="3531159"/>
                  </a:lnTo>
                  <a:lnTo>
                    <a:pt x="1890762" y="3531159"/>
                  </a:lnTo>
                  <a:lnTo>
                    <a:pt x="1875414" y="3531159"/>
                  </a:lnTo>
                  <a:lnTo>
                    <a:pt x="1874335" y="3531159"/>
                  </a:lnTo>
                  <a:lnTo>
                    <a:pt x="1873255" y="3531159"/>
                  </a:lnTo>
                  <a:lnTo>
                    <a:pt x="1857907" y="3531159"/>
                  </a:lnTo>
                  <a:lnTo>
                    <a:pt x="1856828" y="3531159"/>
                  </a:lnTo>
                  <a:lnTo>
                    <a:pt x="1855748" y="3531159"/>
                  </a:lnTo>
                  <a:lnTo>
                    <a:pt x="1840400" y="3531159"/>
                  </a:lnTo>
                  <a:lnTo>
                    <a:pt x="1839321" y="3531159"/>
                  </a:lnTo>
                  <a:lnTo>
                    <a:pt x="1838241" y="3531159"/>
                  </a:lnTo>
                  <a:lnTo>
                    <a:pt x="1822893" y="3531159"/>
                  </a:lnTo>
                  <a:lnTo>
                    <a:pt x="1821814" y="3531159"/>
                  </a:lnTo>
                  <a:lnTo>
                    <a:pt x="1820734" y="3531159"/>
                  </a:lnTo>
                  <a:lnTo>
                    <a:pt x="1805386" y="3531159"/>
                  </a:lnTo>
                  <a:lnTo>
                    <a:pt x="1804307" y="3531159"/>
                  </a:lnTo>
                  <a:lnTo>
                    <a:pt x="1803227" y="3531159"/>
                  </a:lnTo>
                  <a:lnTo>
                    <a:pt x="1787879" y="3531159"/>
                  </a:lnTo>
                  <a:lnTo>
                    <a:pt x="1786800" y="3531159"/>
                  </a:lnTo>
                  <a:lnTo>
                    <a:pt x="1785720" y="3531159"/>
                  </a:lnTo>
                  <a:lnTo>
                    <a:pt x="1770372" y="3531159"/>
                  </a:lnTo>
                  <a:lnTo>
                    <a:pt x="1769293" y="3531159"/>
                  </a:lnTo>
                  <a:lnTo>
                    <a:pt x="1768213" y="3531159"/>
                  </a:lnTo>
                  <a:lnTo>
                    <a:pt x="1752865" y="3531159"/>
                  </a:lnTo>
                  <a:lnTo>
                    <a:pt x="1751785" y="3531159"/>
                  </a:lnTo>
                  <a:lnTo>
                    <a:pt x="1750706" y="3531159"/>
                  </a:lnTo>
                  <a:lnTo>
                    <a:pt x="1735358" y="3531159"/>
                  </a:lnTo>
                  <a:lnTo>
                    <a:pt x="1734278" y="3531159"/>
                  </a:lnTo>
                  <a:lnTo>
                    <a:pt x="1733199" y="3531159"/>
                  </a:lnTo>
                  <a:lnTo>
                    <a:pt x="1717851" y="3531159"/>
                  </a:lnTo>
                  <a:lnTo>
                    <a:pt x="1716771" y="3531159"/>
                  </a:lnTo>
                  <a:lnTo>
                    <a:pt x="1715692" y="3531159"/>
                  </a:lnTo>
                  <a:lnTo>
                    <a:pt x="1700344" y="3531159"/>
                  </a:lnTo>
                  <a:lnTo>
                    <a:pt x="1699264" y="3531159"/>
                  </a:lnTo>
                  <a:lnTo>
                    <a:pt x="1698185" y="3531159"/>
                  </a:lnTo>
                  <a:lnTo>
                    <a:pt x="1682837" y="3531159"/>
                  </a:lnTo>
                  <a:lnTo>
                    <a:pt x="1681757" y="3531159"/>
                  </a:lnTo>
                  <a:lnTo>
                    <a:pt x="1680678" y="3531159"/>
                  </a:lnTo>
                  <a:lnTo>
                    <a:pt x="1665330" y="3531159"/>
                  </a:lnTo>
                  <a:lnTo>
                    <a:pt x="1664250" y="3531159"/>
                  </a:lnTo>
                  <a:lnTo>
                    <a:pt x="1663171" y="3531159"/>
                  </a:lnTo>
                  <a:lnTo>
                    <a:pt x="1647823" y="3531159"/>
                  </a:lnTo>
                  <a:lnTo>
                    <a:pt x="1646743" y="3531159"/>
                  </a:lnTo>
                  <a:lnTo>
                    <a:pt x="1645664" y="3531159"/>
                  </a:lnTo>
                  <a:lnTo>
                    <a:pt x="1630315" y="3531159"/>
                  </a:lnTo>
                  <a:lnTo>
                    <a:pt x="1629236" y="3531159"/>
                  </a:lnTo>
                  <a:lnTo>
                    <a:pt x="1628157" y="3531159"/>
                  </a:lnTo>
                  <a:lnTo>
                    <a:pt x="1612808" y="3531159"/>
                  </a:lnTo>
                  <a:lnTo>
                    <a:pt x="1611729" y="3531159"/>
                  </a:lnTo>
                  <a:lnTo>
                    <a:pt x="1610649" y="3531159"/>
                  </a:lnTo>
                  <a:lnTo>
                    <a:pt x="1595301" y="3531159"/>
                  </a:lnTo>
                  <a:lnTo>
                    <a:pt x="1594222" y="3531159"/>
                  </a:lnTo>
                  <a:lnTo>
                    <a:pt x="1593142" y="3531159"/>
                  </a:lnTo>
                  <a:lnTo>
                    <a:pt x="1577794" y="3531159"/>
                  </a:lnTo>
                  <a:lnTo>
                    <a:pt x="1576715" y="3531159"/>
                  </a:lnTo>
                  <a:lnTo>
                    <a:pt x="1575635" y="3531159"/>
                  </a:lnTo>
                  <a:lnTo>
                    <a:pt x="1560287" y="3531159"/>
                  </a:lnTo>
                  <a:lnTo>
                    <a:pt x="1559208" y="3531159"/>
                  </a:lnTo>
                  <a:lnTo>
                    <a:pt x="1558128" y="3531159"/>
                  </a:lnTo>
                  <a:lnTo>
                    <a:pt x="1542780" y="3531159"/>
                  </a:lnTo>
                  <a:lnTo>
                    <a:pt x="1541701" y="3531159"/>
                  </a:lnTo>
                  <a:lnTo>
                    <a:pt x="1540621" y="3531159"/>
                  </a:lnTo>
                  <a:lnTo>
                    <a:pt x="1525273" y="3531159"/>
                  </a:lnTo>
                  <a:lnTo>
                    <a:pt x="1524194" y="3531159"/>
                  </a:lnTo>
                  <a:lnTo>
                    <a:pt x="1523114" y="3531159"/>
                  </a:lnTo>
                  <a:lnTo>
                    <a:pt x="1507766" y="3531159"/>
                  </a:lnTo>
                  <a:lnTo>
                    <a:pt x="1506687" y="3531159"/>
                  </a:lnTo>
                  <a:lnTo>
                    <a:pt x="1505607" y="3531159"/>
                  </a:lnTo>
                  <a:lnTo>
                    <a:pt x="1490259" y="3531159"/>
                  </a:lnTo>
                  <a:lnTo>
                    <a:pt x="1489179" y="3531159"/>
                  </a:lnTo>
                  <a:lnTo>
                    <a:pt x="1488100" y="3531159"/>
                  </a:lnTo>
                  <a:lnTo>
                    <a:pt x="1472752" y="3531159"/>
                  </a:lnTo>
                  <a:lnTo>
                    <a:pt x="1471672" y="3531159"/>
                  </a:lnTo>
                  <a:lnTo>
                    <a:pt x="1470593" y="3531159"/>
                  </a:lnTo>
                  <a:lnTo>
                    <a:pt x="1455245" y="3531159"/>
                  </a:lnTo>
                  <a:lnTo>
                    <a:pt x="1454165" y="3531159"/>
                  </a:lnTo>
                  <a:lnTo>
                    <a:pt x="1453086" y="3531159"/>
                  </a:lnTo>
                  <a:lnTo>
                    <a:pt x="1437738" y="3531159"/>
                  </a:lnTo>
                  <a:lnTo>
                    <a:pt x="1436658" y="3531159"/>
                  </a:lnTo>
                  <a:lnTo>
                    <a:pt x="1435579" y="3531159"/>
                  </a:lnTo>
                  <a:lnTo>
                    <a:pt x="1420231" y="3531159"/>
                  </a:lnTo>
                  <a:lnTo>
                    <a:pt x="1419151" y="3531159"/>
                  </a:lnTo>
                  <a:lnTo>
                    <a:pt x="1418072" y="3531159"/>
                  </a:lnTo>
                  <a:lnTo>
                    <a:pt x="1402724" y="3531159"/>
                  </a:lnTo>
                  <a:lnTo>
                    <a:pt x="1401644" y="3531159"/>
                  </a:lnTo>
                  <a:lnTo>
                    <a:pt x="1400565" y="3531159"/>
                  </a:lnTo>
                  <a:lnTo>
                    <a:pt x="1385217" y="3531159"/>
                  </a:lnTo>
                  <a:lnTo>
                    <a:pt x="1384137" y="3531159"/>
                  </a:lnTo>
                  <a:lnTo>
                    <a:pt x="1383058" y="3531159"/>
                  </a:lnTo>
                  <a:lnTo>
                    <a:pt x="1367709" y="3531159"/>
                  </a:lnTo>
                  <a:lnTo>
                    <a:pt x="1366630" y="3531159"/>
                  </a:lnTo>
                  <a:lnTo>
                    <a:pt x="1365551" y="3531159"/>
                  </a:lnTo>
                  <a:lnTo>
                    <a:pt x="1350202" y="3531159"/>
                  </a:lnTo>
                  <a:lnTo>
                    <a:pt x="1349123" y="3531159"/>
                  </a:lnTo>
                  <a:lnTo>
                    <a:pt x="1348043" y="3531159"/>
                  </a:lnTo>
                  <a:lnTo>
                    <a:pt x="1332695" y="3531159"/>
                  </a:lnTo>
                  <a:lnTo>
                    <a:pt x="1331616" y="3531159"/>
                  </a:lnTo>
                  <a:lnTo>
                    <a:pt x="1330536" y="3531159"/>
                  </a:lnTo>
                  <a:lnTo>
                    <a:pt x="1315188" y="3531159"/>
                  </a:lnTo>
                  <a:lnTo>
                    <a:pt x="1314109" y="3531159"/>
                  </a:lnTo>
                  <a:lnTo>
                    <a:pt x="1313029" y="3531159"/>
                  </a:lnTo>
                  <a:lnTo>
                    <a:pt x="1297681" y="3531159"/>
                  </a:lnTo>
                  <a:lnTo>
                    <a:pt x="1296602" y="3531159"/>
                  </a:lnTo>
                  <a:lnTo>
                    <a:pt x="1295522" y="3531159"/>
                  </a:lnTo>
                  <a:lnTo>
                    <a:pt x="1280174" y="3531159"/>
                  </a:lnTo>
                  <a:lnTo>
                    <a:pt x="1279095" y="3531159"/>
                  </a:lnTo>
                  <a:lnTo>
                    <a:pt x="1278015" y="3531159"/>
                  </a:lnTo>
                  <a:lnTo>
                    <a:pt x="1262667" y="3531159"/>
                  </a:lnTo>
                  <a:lnTo>
                    <a:pt x="1261588" y="3531159"/>
                  </a:lnTo>
                  <a:lnTo>
                    <a:pt x="1260508" y="3531159"/>
                  </a:lnTo>
                  <a:lnTo>
                    <a:pt x="1245160" y="3531159"/>
                  </a:lnTo>
                  <a:lnTo>
                    <a:pt x="1244081" y="3531159"/>
                  </a:lnTo>
                  <a:lnTo>
                    <a:pt x="1243001" y="3531159"/>
                  </a:lnTo>
                  <a:lnTo>
                    <a:pt x="1227653" y="3531159"/>
                  </a:lnTo>
                  <a:lnTo>
                    <a:pt x="1226574" y="3531159"/>
                  </a:lnTo>
                  <a:lnTo>
                    <a:pt x="1225494" y="3531159"/>
                  </a:lnTo>
                  <a:lnTo>
                    <a:pt x="1210146" y="3531159"/>
                  </a:lnTo>
                  <a:lnTo>
                    <a:pt x="1209066" y="3531159"/>
                  </a:lnTo>
                  <a:lnTo>
                    <a:pt x="1207987" y="3531159"/>
                  </a:lnTo>
                  <a:lnTo>
                    <a:pt x="1192639" y="3531159"/>
                  </a:lnTo>
                  <a:lnTo>
                    <a:pt x="1191559" y="3531159"/>
                  </a:lnTo>
                  <a:lnTo>
                    <a:pt x="1190480" y="3531159"/>
                  </a:lnTo>
                  <a:lnTo>
                    <a:pt x="1175132" y="3531159"/>
                  </a:lnTo>
                  <a:lnTo>
                    <a:pt x="1174052" y="3531159"/>
                  </a:lnTo>
                  <a:lnTo>
                    <a:pt x="1172973" y="3531159"/>
                  </a:lnTo>
                  <a:lnTo>
                    <a:pt x="1157625" y="3531159"/>
                  </a:lnTo>
                  <a:lnTo>
                    <a:pt x="1156545" y="3531159"/>
                  </a:lnTo>
                  <a:lnTo>
                    <a:pt x="1155466" y="3531159"/>
                  </a:lnTo>
                  <a:lnTo>
                    <a:pt x="1140118" y="3531159"/>
                  </a:lnTo>
                  <a:lnTo>
                    <a:pt x="1139038" y="3531159"/>
                  </a:lnTo>
                  <a:lnTo>
                    <a:pt x="1137959" y="3531159"/>
                  </a:lnTo>
                  <a:lnTo>
                    <a:pt x="1122611" y="3531159"/>
                  </a:lnTo>
                  <a:lnTo>
                    <a:pt x="1121531" y="3531159"/>
                  </a:lnTo>
                  <a:lnTo>
                    <a:pt x="1120452" y="3531159"/>
                  </a:lnTo>
                  <a:lnTo>
                    <a:pt x="1105104" y="3531159"/>
                  </a:lnTo>
                  <a:lnTo>
                    <a:pt x="1104024" y="3531159"/>
                  </a:lnTo>
                  <a:lnTo>
                    <a:pt x="1102945" y="3531159"/>
                  </a:lnTo>
                  <a:lnTo>
                    <a:pt x="1087596" y="3531159"/>
                  </a:lnTo>
                  <a:lnTo>
                    <a:pt x="1086517" y="3531159"/>
                  </a:lnTo>
                  <a:lnTo>
                    <a:pt x="1085438" y="3531159"/>
                  </a:lnTo>
                  <a:lnTo>
                    <a:pt x="1070089" y="3531159"/>
                  </a:lnTo>
                  <a:lnTo>
                    <a:pt x="1069010" y="3531159"/>
                  </a:lnTo>
                  <a:lnTo>
                    <a:pt x="1067930" y="3531159"/>
                  </a:lnTo>
                  <a:lnTo>
                    <a:pt x="1052582" y="3531159"/>
                  </a:lnTo>
                  <a:lnTo>
                    <a:pt x="1051503" y="3531159"/>
                  </a:lnTo>
                  <a:lnTo>
                    <a:pt x="1050423" y="3531159"/>
                  </a:lnTo>
                  <a:lnTo>
                    <a:pt x="1035075" y="3531159"/>
                  </a:lnTo>
                  <a:lnTo>
                    <a:pt x="1033996" y="3531159"/>
                  </a:lnTo>
                  <a:lnTo>
                    <a:pt x="1032916" y="3531159"/>
                  </a:lnTo>
                  <a:lnTo>
                    <a:pt x="1017568" y="3531159"/>
                  </a:lnTo>
                  <a:lnTo>
                    <a:pt x="1016489" y="3531159"/>
                  </a:lnTo>
                  <a:lnTo>
                    <a:pt x="1015409" y="3531159"/>
                  </a:lnTo>
                  <a:lnTo>
                    <a:pt x="1000061" y="3531159"/>
                  </a:lnTo>
                  <a:lnTo>
                    <a:pt x="998982" y="3531159"/>
                  </a:lnTo>
                  <a:lnTo>
                    <a:pt x="997902" y="3531159"/>
                  </a:lnTo>
                  <a:lnTo>
                    <a:pt x="982554" y="3531159"/>
                  </a:lnTo>
                  <a:lnTo>
                    <a:pt x="981475" y="3531159"/>
                  </a:lnTo>
                  <a:lnTo>
                    <a:pt x="980395" y="3531159"/>
                  </a:lnTo>
                  <a:lnTo>
                    <a:pt x="965047" y="3531159"/>
                  </a:lnTo>
                  <a:lnTo>
                    <a:pt x="963968" y="3531159"/>
                  </a:lnTo>
                  <a:lnTo>
                    <a:pt x="962888" y="3531159"/>
                  </a:lnTo>
                  <a:lnTo>
                    <a:pt x="947540" y="3531159"/>
                  </a:lnTo>
                  <a:lnTo>
                    <a:pt x="946460" y="3531159"/>
                  </a:lnTo>
                  <a:lnTo>
                    <a:pt x="945381" y="3531159"/>
                  </a:lnTo>
                  <a:lnTo>
                    <a:pt x="930033" y="3531159"/>
                  </a:lnTo>
                  <a:lnTo>
                    <a:pt x="928953" y="3531159"/>
                  </a:lnTo>
                  <a:lnTo>
                    <a:pt x="927874" y="3531159"/>
                  </a:lnTo>
                  <a:lnTo>
                    <a:pt x="912526" y="3531159"/>
                  </a:lnTo>
                  <a:lnTo>
                    <a:pt x="911446" y="3531159"/>
                  </a:lnTo>
                  <a:lnTo>
                    <a:pt x="910367" y="3531159"/>
                  </a:lnTo>
                  <a:lnTo>
                    <a:pt x="895019" y="3531159"/>
                  </a:lnTo>
                  <a:lnTo>
                    <a:pt x="893939" y="3531159"/>
                  </a:lnTo>
                  <a:lnTo>
                    <a:pt x="892860" y="3531159"/>
                  </a:lnTo>
                  <a:lnTo>
                    <a:pt x="877512" y="3531159"/>
                  </a:lnTo>
                  <a:lnTo>
                    <a:pt x="876432" y="3531159"/>
                  </a:lnTo>
                  <a:lnTo>
                    <a:pt x="875353" y="3531159"/>
                  </a:lnTo>
                  <a:lnTo>
                    <a:pt x="860005" y="3531159"/>
                  </a:lnTo>
                  <a:lnTo>
                    <a:pt x="858925" y="3531159"/>
                  </a:lnTo>
                  <a:lnTo>
                    <a:pt x="857846" y="3531159"/>
                  </a:lnTo>
                  <a:lnTo>
                    <a:pt x="842498" y="3531159"/>
                  </a:lnTo>
                  <a:lnTo>
                    <a:pt x="841418" y="3531159"/>
                  </a:lnTo>
                  <a:lnTo>
                    <a:pt x="840339" y="3531159"/>
                  </a:lnTo>
                  <a:lnTo>
                    <a:pt x="824990" y="3531159"/>
                  </a:lnTo>
                  <a:lnTo>
                    <a:pt x="823911" y="3531159"/>
                  </a:lnTo>
                  <a:lnTo>
                    <a:pt x="822832" y="3531159"/>
                  </a:lnTo>
                  <a:lnTo>
                    <a:pt x="807483" y="3531159"/>
                  </a:lnTo>
                  <a:lnTo>
                    <a:pt x="806404" y="3531159"/>
                  </a:lnTo>
                  <a:lnTo>
                    <a:pt x="805324" y="3531159"/>
                  </a:lnTo>
                  <a:lnTo>
                    <a:pt x="789976" y="3531159"/>
                  </a:lnTo>
                  <a:lnTo>
                    <a:pt x="788897" y="3531159"/>
                  </a:lnTo>
                  <a:lnTo>
                    <a:pt x="787817" y="3531159"/>
                  </a:lnTo>
                  <a:lnTo>
                    <a:pt x="772469" y="3531159"/>
                  </a:lnTo>
                  <a:lnTo>
                    <a:pt x="771390" y="3531159"/>
                  </a:lnTo>
                  <a:lnTo>
                    <a:pt x="770310" y="3531159"/>
                  </a:lnTo>
                  <a:lnTo>
                    <a:pt x="754962" y="3531159"/>
                  </a:lnTo>
                  <a:lnTo>
                    <a:pt x="753883" y="3531159"/>
                  </a:lnTo>
                  <a:lnTo>
                    <a:pt x="752803" y="3531159"/>
                  </a:lnTo>
                  <a:lnTo>
                    <a:pt x="737455" y="3531159"/>
                  </a:lnTo>
                  <a:lnTo>
                    <a:pt x="736376" y="3531159"/>
                  </a:lnTo>
                  <a:lnTo>
                    <a:pt x="735296" y="3531159"/>
                  </a:lnTo>
                  <a:lnTo>
                    <a:pt x="719948" y="3531159"/>
                  </a:lnTo>
                  <a:lnTo>
                    <a:pt x="718869" y="3531159"/>
                  </a:lnTo>
                  <a:lnTo>
                    <a:pt x="717789" y="3531159"/>
                  </a:lnTo>
                  <a:lnTo>
                    <a:pt x="702441" y="3531159"/>
                  </a:lnTo>
                  <a:lnTo>
                    <a:pt x="701362" y="3531159"/>
                  </a:lnTo>
                  <a:lnTo>
                    <a:pt x="700282" y="3531159"/>
                  </a:lnTo>
                  <a:lnTo>
                    <a:pt x="684934" y="3531159"/>
                  </a:lnTo>
                  <a:lnTo>
                    <a:pt x="683854" y="3531159"/>
                  </a:lnTo>
                  <a:lnTo>
                    <a:pt x="682775" y="3531159"/>
                  </a:lnTo>
                  <a:lnTo>
                    <a:pt x="667427" y="3531159"/>
                  </a:lnTo>
                  <a:lnTo>
                    <a:pt x="666347" y="3531159"/>
                  </a:lnTo>
                  <a:lnTo>
                    <a:pt x="665268" y="3531159"/>
                  </a:lnTo>
                  <a:lnTo>
                    <a:pt x="649920" y="3531159"/>
                  </a:lnTo>
                  <a:lnTo>
                    <a:pt x="648840" y="3531159"/>
                  </a:lnTo>
                  <a:lnTo>
                    <a:pt x="647761" y="3531159"/>
                  </a:lnTo>
                  <a:lnTo>
                    <a:pt x="632413" y="3531159"/>
                  </a:lnTo>
                  <a:lnTo>
                    <a:pt x="631333" y="3531159"/>
                  </a:lnTo>
                  <a:lnTo>
                    <a:pt x="630254" y="3531159"/>
                  </a:lnTo>
                  <a:lnTo>
                    <a:pt x="614906" y="3531159"/>
                  </a:lnTo>
                  <a:lnTo>
                    <a:pt x="613826" y="3531159"/>
                  </a:lnTo>
                  <a:lnTo>
                    <a:pt x="612747" y="3531159"/>
                  </a:lnTo>
                  <a:lnTo>
                    <a:pt x="597399" y="3531159"/>
                  </a:lnTo>
                  <a:lnTo>
                    <a:pt x="596319" y="3531159"/>
                  </a:lnTo>
                  <a:lnTo>
                    <a:pt x="595240" y="3531159"/>
                  </a:lnTo>
                  <a:lnTo>
                    <a:pt x="579892" y="3531159"/>
                  </a:lnTo>
                  <a:lnTo>
                    <a:pt x="578812" y="3531159"/>
                  </a:lnTo>
                  <a:lnTo>
                    <a:pt x="577733" y="3531159"/>
                  </a:lnTo>
                  <a:lnTo>
                    <a:pt x="562385" y="3531159"/>
                  </a:lnTo>
                  <a:lnTo>
                    <a:pt x="561305" y="3531159"/>
                  </a:lnTo>
                  <a:lnTo>
                    <a:pt x="560226" y="3531159"/>
                  </a:lnTo>
                  <a:lnTo>
                    <a:pt x="544877" y="3531159"/>
                  </a:lnTo>
                  <a:lnTo>
                    <a:pt x="543798" y="3531159"/>
                  </a:lnTo>
                  <a:lnTo>
                    <a:pt x="542719" y="3531159"/>
                  </a:lnTo>
                  <a:lnTo>
                    <a:pt x="527370" y="3531159"/>
                  </a:lnTo>
                  <a:lnTo>
                    <a:pt x="526291" y="3531159"/>
                  </a:lnTo>
                  <a:lnTo>
                    <a:pt x="525211" y="3531159"/>
                  </a:lnTo>
                  <a:lnTo>
                    <a:pt x="509863" y="3531159"/>
                  </a:lnTo>
                  <a:lnTo>
                    <a:pt x="508784" y="3531159"/>
                  </a:lnTo>
                  <a:lnTo>
                    <a:pt x="507704" y="3531159"/>
                  </a:lnTo>
                  <a:lnTo>
                    <a:pt x="492356" y="3531159"/>
                  </a:lnTo>
                  <a:lnTo>
                    <a:pt x="491277" y="3531159"/>
                  </a:lnTo>
                  <a:lnTo>
                    <a:pt x="490197" y="3531159"/>
                  </a:lnTo>
                  <a:lnTo>
                    <a:pt x="474849" y="3531159"/>
                  </a:lnTo>
                  <a:lnTo>
                    <a:pt x="473770" y="3531159"/>
                  </a:lnTo>
                  <a:lnTo>
                    <a:pt x="472690" y="3531159"/>
                  </a:lnTo>
                  <a:lnTo>
                    <a:pt x="457342" y="3531159"/>
                  </a:lnTo>
                  <a:lnTo>
                    <a:pt x="456263" y="3531159"/>
                  </a:lnTo>
                  <a:lnTo>
                    <a:pt x="455183" y="3531159"/>
                  </a:lnTo>
                  <a:lnTo>
                    <a:pt x="439835" y="3531159"/>
                  </a:lnTo>
                  <a:lnTo>
                    <a:pt x="438756" y="3531159"/>
                  </a:lnTo>
                  <a:lnTo>
                    <a:pt x="437676" y="3531159"/>
                  </a:lnTo>
                  <a:lnTo>
                    <a:pt x="422328" y="3531159"/>
                  </a:lnTo>
                  <a:lnTo>
                    <a:pt x="421249" y="3531159"/>
                  </a:lnTo>
                  <a:lnTo>
                    <a:pt x="420169" y="3531159"/>
                  </a:lnTo>
                  <a:lnTo>
                    <a:pt x="404821" y="3531159"/>
                  </a:lnTo>
                  <a:lnTo>
                    <a:pt x="403741" y="3531159"/>
                  </a:lnTo>
                  <a:lnTo>
                    <a:pt x="402662" y="3531159"/>
                  </a:lnTo>
                  <a:lnTo>
                    <a:pt x="387314" y="3531159"/>
                  </a:lnTo>
                  <a:lnTo>
                    <a:pt x="386234" y="3531159"/>
                  </a:lnTo>
                  <a:lnTo>
                    <a:pt x="385155" y="3531159"/>
                  </a:lnTo>
                  <a:lnTo>
                    <a:pt x="369807" y="3531159"/>
                  </a:lnTo>
                  <a:lnTo>
                    <a:pt x="368727" y="3531159"/>
                  </a:lnTo>
                  <a:lnTo>
                    <a:pt x="367648" y="3531159"/>
                  </a:lnTo>
                  <a:lnTo>
                    <a:pt x="352300" y="3531159"/>
                  </a:lnTo>
                  <a:lnTo>
                    <a:pt x="351220" y="3531159"/>
                  </a:lnTo>
                  <a:lnTo>
                    <a:pt x="350141" y="3531159"/>
                  </a:lnTo>
                  <a:lnTo>
                    <a:pt x="334793" y="3531159"/>
                  </a:lnTo>
                  <a:lnTo>
                    <a:pt x="333713" y="3531159"/>
                  </a:lnTo>
                  <a:lnTo>
                    <a:pt x="332634" y="3531159"/>
                  </a:lnTo>
                  <a:lnTo>
                    <a:pt x="317286" y="3531159"/>
                  </a:lnTo>
                  <a:lnTo>
                    <a:pt x="316206" y="3531159"/>
                  </a:lnTo>
                  <a:lnTo>
                    <a:pt x="315127" y="3531159"/>
                  </a:lnTo>
                  <a:lnTo>
                    <a:pt x="299779" y="3531159"/>
                  </a:lnTo>
                  <a:lnTo>
                    <a:pt x="298699" y="3531159"/>
                  </a:lnTo>
                  <a:lnTo>
                    <a:pt x="297620" y="3531159"/>
                  </a:lnTo>
                  <a:lnTo>
                    <a:pt x="282271" y="3531159"/>
                  </a:lnTo>
                  <a:lnTo>
                    <a:pt x="281192" y="3531159"/>
                  </a:lnTo>
                  <a:lnTo>
                    <a:pt x="280113" y="3531159"/>
                  </a:lnTo>
                  <a:lnTo>
                    <a:pt x="264764" y="3531159"/>
                  </a:lnTo>
                  <a:lnTo>
                    <a:pt x="263685" y="3531159"/>
                  </a:lnTo>
                  <a:lnTo>
                    <a:pt x="262605" y="3531159"/>
                  </a:lnTo>
                  <a:lnTo>
                    <a:pt x="247257" y="3531159"/>
                  </a:lnTo>
                  <a:lnTo>
                    <a:pt x="246178" y="3531159"/>
                  </a:lnTo>
                  <a:lnTo>
                    <a:pt x="245098" y="3531159"/>
                  </a:lnTo>
                  <a:lnTo>
                    <a:pt x="229750" y="3531159"/>
                  </a:lnTo>
                  <a:lnTo>
                    <a:pt x="228671" y="3531159"/>
                  </a:lnTo>
                  <a:lnTo>
                    <a:pt x="227591" y="3531159"/>
                  </a:lnTo>
                  <a:lnTo>
                    <a:pt x="212243" y="3531159"/>
                  </a:lnTo>
                  <a:lnTo>
                    <a:pt x="211164" y="3531159"/>
                  </a:lnTo>
                  <a:lnTo>
                    <a:pt x="210084" y="3531159"/>
                  </a:lnTo>
                  <a:lnTo>
                    <a:pt x="194736" y="3531159"/>
                  </a:lnTo>
                  <a:lnTo>
                    <a:pt x="193657" y="3531159"/>
                  </a:lnTo>
                  <a:lnTo>
                    <a:pt x="192577" y="3531159"/>
                  </a:lnTo>
                  <a:lnTo>
                    <a:pt x="177229" y="3531159"/>
                  </a:lnTo>
                  <a:lnTo>
                    <a:pt x="176150" y="3531159"/>
                  </a:lnTo>
                  <a:lnTo>
                    <a:pt x="175070" y="3531159"/>
                  </a:lnTo>
                  <a:lnTo>
                    <a:pt x="159722" y="3531159"/>
                  </a:lnTo>
                  <a:lnTo>
                    <a:pt x="158643" y="3531159"/>
                  </a:lnTo>
                  <a:lnTo>
                    <a:pt x="157563" y="3531159"/>
                  </a:lnTo>
                  <a:lnTo>
                    <a:pt x="142215" y="3531159"/>
                  </a:lnTo>
                  <a:lnTo>
                    <a:pt x="141135" y="3531159"/>
                  </a:lnTo>
                  <a:lnTo>
                    <a:pt x="140056" y="3531159"/>
                  </a:lnTo>
                  <a:lnTo>
                    <a:pt x="124708" y="3531159"/>
                  </a:lnTo>
                  <a:lnTo>
                    <a:pt x="123628" y="3531159"/>
                  </a:lnTo>
                  <a:lnTo>
                    <a:pt x="122549" y="3531159"/>
                  </a:lnTo>
                  <a:lnTo>
                    <a:pt x="107201" y="3531159"/>
                  </a:lnTo>
                  <a:lnTo>
                    <a:pt x="106121" y="3531159"/>
                  </a:lnTo>
                  <a:lnTo>
                    <a:pt x="105042" y="3531159"/>
                  </a:lnTo>
                  <a:lnTo>
                    <a:pt x="89694" y="3531159"/>
                  </a:lnTo>
                  <a:lnTo>
                    <a:pt x="88614" y="3531159"/>
                  </a:lnTo>
                  <a:lnTo>
                    <a:pt x="87535" y="3531159"/>
                  </a:lnTo>
                  <a:lnTo>
                    <a:pt x="72187" y="3531159"/>
                  </a:lnTo>
                  <a:lnTo>
                    <a:pt x="71107" y="3531159"/>
                  </a:lnTo>
                  <a:lnTo>
                    <a:pt x="70028" y="3531159"/>
                  </a:lnTo>
                  <a:lnTo>
                    <a:pt x="54680" y="3531159"/>
                  </a:lnTo>
                  <a:lnTo>
                    <a:pt x="53600" y="3531159"/>
                  </a:lnTo>
                  <a:lnTo>
                    <a:pt x="52521" y="3531159"/>
                  </a:lnTo>
                  <a:lnTo>
                    <a:pt x="37173" y="3531159"/>
                  </a:lnTo>
                  <a:lnTo>
                    <a:pt x="36093" y="3531159"/>
                  </a:lnTo>
                  <a:lnTo>
                    <a:pt x="35014" y="3531159"/>
                  </a:lnTo>
                  <a:lnTo>
                    <a:pt x="19666" y="3531159"/>
                  </a:lnTo>
                  <a:lnTo>
                    <a:pt x="18586" y="3531159"/>
                  </a:lnTo>
                  <a:lnTo>
                    <a:pt x="17507" y="3531159"/>
                  </a:lnTo>
                  <a:lnTo>
                    <a:pt x="2158" y="3531159"/>
                  </a:lnTo>
                  <a:lnTo>
                    <a:pt x="107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4408" y="1950672"/>
              <a:ext cx="3154427" cy="3530417"/>
            </a:xfrm>
            <a:custGeom>
              <a:avLst/>
              <a:pathLst>
                <a:path w="3154427" h="3530417">
                  <a:moveTo>
                    <a:pt x="0" y="3530417"/>
                  </a:moveTo>
                  <a:lnTo>
                    <a:pt x="1079" y="3530409"/>
                  </a:lnTo>
                  <a:lnTo>
                    <a:pt x="16427" y="3530287"/>
                  </a:lnTo>
                  <a:lnTo>
                    <a:pt x="17507" y="3530278"/>
                  </a:lnTo>
                  <a:lnTo>
                    <a:pt x="18586" y="3530268"/>
                  </a:lnTo>
                  <a:lnTo>
                    <a:pt x="33934" y="3530128"/>
                  </a:lnTo>
                  <a:lnTo>
                    <a:pt x="35014" y="3530119"/>
                  </a:lnTo>
                  <a:lnTo>
                    <a:pt x="36093" y="3530107"/>
                  </a:lnTo>
                  <a:lnTo>
                    <a:pt x="51441" y="3529947"/>
                  </a:lnTo>
                  <a:lnTo>
                    <a:pt x="52521" y="3529935"/>
                  </a:lnTo>
                  <a:lnTo>
                    <a:pt x="53600" y="3529922"/>
                  </a:lnTo>
                  <a:lnTo>
                    <a:pt x="68948" y="3529732"/>
                  </a:lnTo>
                  <a:lnTo>
                    <a:pt x="70028" y="3529719"/>
                  </a:lnTo>
                  <a:lnTo>
                    <a:pt x="71107" y="3529703"/>
                  </a:lnTo>
                  <a:lnTo>
                    <a:pt x="86455" y="3529480"/>
                  </a:lnTo>
                  <a:lnTo>
                    <a:pt x="87535" y="3529465"/>
                  </a:lnTo>
                  <a:lnTo>
                    <a:pt x="88614" y="3529447"/>
                  </a:lnTo>
                  <a:lnTo>
                    <a:pt x="103962" y="3529193"/>
                  </a:lnTo>
                  <a:lnTo>
                    <a:pt x="105042" y="3529175"/>
                  </a:lnTo>
                  <a:lnTo>
                    <a:pt x="106121" y="3529154"/>
                  </a:lnTo>
                  <a:lnTo>
                    <a:pt x="121469" y="3528866"/>
                  </a:lnTo>
                  <a:lnTo>
                    <a:pt x="122549" y="3528845"/>
                  </a:lnTo>
                  <a:lnTo>
                    <a:pt x="123628" y="3528822"/>
                  </a:lnTo>
                  <a:lnTo>
                    <a:pt x="138977" y="3528490"/>
                  </a:lnTo>
                  <a:lnTo>
                    <a:pt x="140056" y="3528467"/>
                  </a:lnTo>
                  <a:lnTo>
                    <a:pt x="141135" y="3528439"/>
                  </a:lnTo>
                  <a:lnTo>
                    <a:pt x="156484" y="3528048"/>
                  </a:lnTo>
                  <a:lnTo>
                    <a:pt x="157563" y="3528021"/>
                  </a:lnTo>
                  <a:lnTo>
                    <a:pt x="158643" y="3527990"/>
                  </a:lnTo>
                  <a:lnTo>
                    <a:pt x="173991" y="3527547"/>
                  </a:lnTo>
                  <a:lnTo>
                    <a:pt x="175070" y="3527516"/>
                  </a:lnTo>
                  <a:lnTo>
                    <a:pt x="176150" y="3527481"/>
                  </a:lnTo>
                  <a:lnTo>
                    <a:pt x="191498" y="3526982"/>
                  </a:lnTo>
                  <a:lnTo>
                    <a:pt x="192577" y="3526947"/>
                  </a:lnTo>
                  <a:lnTo>
                    <a:pt x="193657" y="3526908"/>
                  </a:lnTo>
                  <a:lnTo>
                    <a:pt x="209005" y="3526348"/>
                  </a:lnTo>
                  <a:lnTo>
                    <a:pt x="210084" y="3526309"/>
                  </a:lnTo>
                  <a:lnTo>
                    <a:pt x="211164" y="3526263"/>
                  </a:lnTo>
                  <a:lnTo>
                    <a:pt x="226512" y="3525606"/>
                  </a:lnTo>
                  <a:lnTo>
                    <a:pt x="227591" y="3525560"/>
                  </a:lnTo>
                  <a:lnTo>
                    <a:pt x="228671" y="3525508"/>
                  </a:lnTo>
                  <a:lnTo>
                    <a:pt x="244019" y="3524769"/>
                  </a:lnTo>
                  <a:lnTo>
                    <a:pt x="245098" y="3524716"/>
                  </a:lnTo>
                  <a:lnTo>
                    <a:pt x="246178" y="3524658"/>
                  </a:lnTo>
                  <a:lnTo>
                    <a:pt x="261526" y="3523832"/>
                  </a:lnTo>
                  <a:lnTo>
                    <a:pt x="262605" y="3523774"/>
                  </a:lnTo>
                  <a:lnTo>
                    <a:pt x="263685" y="3523709"/>
                  </a:lnTo>
                  <a:lnTo>
                    <a:pt x="279033" y="3522790"/>
                  </a:lnTo>
                  <a:lnTo>
                    <a:pt x="280113" y="3522725"/>
                  </a:lnTo>
                  <a:lnTo>
                    <a:pt x="281192" y="3522651"/>
                  </a:lnTo>
                  <a:lnTo>
                    <a:pt x="296540" y="3521603"/>
                  </a:lnTo>
                  <a:lnTo>
                    <a:pt x="297620" y="3521529"/>
                  </a:lnTo>
                  <a:lnTo>
                    <a:pt x="298699" y="3521446"/>
                  </a:lnTo>
                  <a:lnTo>
                    <a:pt x="314047" y="3520260"/>
                  </a:lnTo>
                  <a:lnTo>
                    <a:pt x="315127" y="3520176"/>
                  </a:lnTo>
                  <a:lnTo>
                    <a:pt x="316206" y="3520084"/>
                  </a:lnTo>
                  <a:lnTo>
                    <a:pt x="331554" y="3518769"/>
                  </a:lnTo>
                  <a:lnTo>
                    <a:pt x="332634" y="3518677"/>
                  </a:lnTo>
                  <a:lnTo>
                    <a:pt x="333713" y="3518575"/>
                  </a:lnTo>
                  <a:lnTo>
                    <a:pt x="349061" y="3517124"/>
                  </a:lnTo>
                  <a:lnTo>
                    <a:pt x="350141" y="3517022"/>
                  </a:lnTo>
                  <a:lnTo>
                    <a:pt x="351220" y="3516909"/>
                  </a:lnTo>
                  <a:lnTo>
                    <a:pt x="366568" y="3515298"/>
                  </a:lnTo>
                  <a:lnTo>
                    <a:pt x="367648" y="3515185"/>
                  </a:lnTo>
                  <a:lnTo>
                    <a:pt x="368727" y="3515056"/>
                  </a:lnTo>
                  <a:lnTo>
                    <a:pt x="384075" y="3513228"/>
                  </a:lnTo>
                  <a:lnTo>
                    <a:pt x="385155" y="3513099"/>
                  </a:lnTo>
                  <a:lnTo>
                    <a:pt x="386234" y="3512958"/>
                  </a:lnTo>
                  <a:lnTo>
                    <a:pt x="401583" y="3510951"/>
                  </a:lnTo>
                  <a:lnTo>
                    <a:pt x="402662" y="3510810"/>
                  </a:lnTo>
                  <a:lnTo>
                    <a:pt x="403741" y="3510655"/>
                  </a:lnTo>
                  <a:lnTo>
                    <a:pt x="419090" y="3508459"/>
                  </a:lnTo>
                  <a:lnTo>
                    <a:pt x="420169" y="3508304"/>
                  </a:lnTo>
                  <a:lnTo>
                    <a:pt x="421249" y="3508136"/>
                  </a:lnTo>
                  <a:lnTo>
                    <a:pt x="436597" y="3505740"/>
                  </a:lnTo>
                  <a:lnTo>
                    <a:pt x="437676" y="3505571"/>
                  </a:lnTo>
                  <a:lnTo>
                    <a:pt x="438756" y="3505381"/>
                  </a:lnTo>
                  <a:lnTo>
                    <a:pt x="454104" y="3502686"/>
                  </a:lnTo>
                  <a:lnTo>
                    <a:pt x="455183" y="3502497"/>
                  </a:lnTo>
                  <a:lnTo>
                    <a:pt x="456263" y="3502290"/>
                  </a:lnTo>
                  <a:lnTo>
                    <a:pt x="471611" y="3499345"/>
                  </a:lnTo>
                  <a:lnTo>
                    <a:pt x="472690" y="3499138"/>
                  </a:lnTo>
                  <a:lnTo>
                    <a:pt x="473770" y="3498913"/>
                  </a:lnTo>
                  <a:lnTo>
                    <a:pt x="489118" y="3495719"/>
                  </a:lnTo>
                  <a:lnTo>
                    <a:pt x="490197" y="3495494"/>
                  </a:lnTo>
                  <a:lnTo>
                    <a:pt x="491277" y="3495251"/>
                  </a:lnTo>
                  <a:lnTo>
                    <a:pt x="506625" y="3491796"/>
                  </a:lnTo>
                  <a:lnTo>
                    <a:pt x="507704" y="3491553"/>
                  </a:lnTo>
                  <a:lnTo>
                    <a:pt x="508784" y="3491286"/>
                  </a:lnTo>
                  <a:lnTo>
                    <a:pt x="524132" y="3487492"/>
                  </a:lnTo>
                  <a:lnTo>
                    <a:pt x="525211" y="3487225"/>
                  </a:lnTo>
                  <a:lnTo>
                    <a:pt x="526291" y="3486933"/>
                  </a:lnTo>
                  <a:lnTo>
                    <a:pt x="541639" y="3482783"/>
                  </a:lnTo>
                  <a:lnTo>
                    <a:pt x="542719" y="3482491"/>
                  </a:lnTo>
                  <a:lnTo>
                    <a:pt x="543798" y="3482177"/>
                  </a:lnTo>
                  <a:lnTo>
                    <a:pt x="559146" y="3477715"/>
                  </a:lnTo>
                  <a:lnTo>
                    <a:pt x="560226" y="3477401"/>
                  </a:lnTo>
                  <a:lnTo>
                    <a:pt x="561305" y="3477064"/>
                  </a:lnTo>
                  <a:lnTo>
                    <a:pt x="576653" y="3472279"/>
                  </a:lnTo>
                  <a:lnTo>
                    <a:pt x="577733" y="3471943"/>
                  </a:lnTo>
                  <a:lnTo>
                    <a:pt x="578812" y="3471581"/>
                  </a:lnTo>
                  <a:lnTo>
                    <a:pt x="594160" y="3466436"/>
                  </a:lnTo>
                  <a:lnTo>
                    <a:pt x="595240" y="3466074"/>
                  </a:lnTo>
                  <a:lnTo>
                    <a:pt x="596319" y="3465678"/>
                  </a:lnTo>
                  <a:lnTo>
                    <a:pt x="611667" y="3460057"/>
                  </a:lnTo>
                  <a:lnTo>
                    <a:pt x="612747" y="3459662"/>
                  </a:lnTo>
                  <a:lnTo>
                    <a:pt x="613826" y="3459240"/>
                  </a:lnTo>
                  <a:lnTo>
                    <a:pt x="629174" y="3453251"/>
                  </a:lnTo>
                  <a:lnTo>
                    <a:pt x="630254" y="3452830"/>
                  </a:lnTo>
                  <a:lnTo>
                    <a:pt x="631333" y="3452383"/>
                  </a:lnTo>
                  <a:lnTo>
                    <a:pt x="646681" y="3446017"/>
                  </a:lnTo>
                  <a:lnTo>
                    <a:pt x="647761" y="3445569"/>
                  </a:lnTo>
                  <a:lnTo>
                    <a:pt x="648840" y="3445095"/>
                  </a:lnTo>
                  <a:lnTo>
                    <a:pt x="664188" y="3438345"/>
                  </a:lnTo>
                  <a:lnTo>
                    <a:pt x="665268" y="3437870"/>
                  </a:lnTo>
                  <a:lnTo>
                    <a:pt x="666347" y="3437357"/>
                  </a:lnTo>
                  <a:lnTo>
                    <a:pt x="681696" y="3430069"/>
                  </a:lnTo>
                  <a:lnTo>
                    <a:pt x="682775" y="3429557"/>
                  </a:lnTo>
                  <a:lnTo>
                    <a:pt x="683854" y="3429014"/>
                  </a:lnTo>
                  <a:lnTo>
                    <a:pt x="699203" y="3421290"/>
                  </a:lnTo>
                  <a:lnTo>
                    <a:pt x="700282" y="3420747"/>
                  </a:lnTo>
                  <a:lnTo>
                    <a:pt x="701362" y="3420174"/>
                  </a:lnTo>
                  <a:lnTo>
                    <a:pt x="716710" y="3412038"/>
                  </a:lnTo>
                  <a:lnTo>
                    <a:pt x="717789" y="3411466"/>
                  </a:lnTo>
                  <a:lnTo>
                    <a:pt x="718869" y="3410865"/>
                  </a:lnTo>
                  <a:lnTo>
                    <a:pt x="734217" y="3402313"/>
                  </a:lnTo>
                  <a:lnTo>
                    <a:pt x="735296" y="3401711"/>
                  </a:lnTo>
                  <a:lnTo>
                    <a:pt x="736376" y="3401074"/>
                  </a:lnTo>
                  <a:lnTo>
                    <a:pt x="751724" y="3392015"/>
                  </a:lnTo>
                  <a:lnTo>
                    <a:pt x="752803" y="3391378"/>
                  </a:lnTo>
                  <a:lnTo>
                    <a:pt x="753883" y="3390705"/>
                  </a:lnTo>
                  <a:lnTo>
                    <a:pt x="769231" y="3381133"/>
                  </a:lnTo>
                  <a:lnTo>
                    <a:pt x="770310" y="3380459"/>
                  </a:lnTo>
                  <a:lnTo>
                    <a:pt x="771390" y="3379757"/>
                  </a:lnTo>
                  <a:lnTo>
                    <a:pt x="786738" y="3369764"/>
                  </a:lnTo>
                  <a:lnTo>
                    <a:pt x="787817" y="3369062"/>
                  </a:lnTo>
                  <a:lnTo>
                    <a:pt x="788897" y="3368329"/>
                  </a:lnTo>
                  <a:lnTo>
                    <a:pt x="804245" y="3357920"/>
                  </a:lnTo>
                  <a:lnTo>
                    <a:pt x="805324" y="3357188"/>
                  </a:lnTo>
                  <a:lnTo>
                    <a:pt x="806404" y="3356425"/>
                  </a:lnTo>
                  <a:lnTo>
                    <a:pt x="821752" y="3345576"/>
                  </a:lnTo>
                  <a:lnTo>
                    <a:pt x="822832" y="3344813"/>
                  </a:lnTo>
                  <a:lnTo>
                    <a:pt x="823911" y="3344012"/>
                  </a:lnTo>
                  <a:lnTo>
                    <a:pt x="839259" y="3332611"/>
                  </a:lnTo>
                  <a:lnTo>
                    <a:pt x="840339" y="3331809"/>
                  </a:lnTo>
                  <a:lnTo>
                    <a:pt x="841418" y="3330979"/>
                  </a:lnTo>
                  <a:lnTo>
                    <a:pt x="856766" y="3319187"/>
                  </a:lnTo>
                  <a:lnTo>
                    <a:pt x="857846" y="3318357"/>
                  </a:lnTo>
                  <a:lnTo>
                    <a:pt x="858925" y="3317501"/>
                  </a:lnTo>
                  <a:lnTo>
                    <a:pt x="874273" y="3305326"/>
                  </a:lnTo>
                  <a:lnTo>
                    <a:pt x="875353" y="3304470"/>
                  </a:lnTo>
                  <a:lnTo>
                    <a:pt x="876432" y="3303587"/>
                  </a:lnTo>
                  <a:lnTo>
                    <a:pt x="891780" y="3291041"/>
                  </a:lnTo>
                  <a:lnTo>
                    <a:pt x="892860" y="3290158"/>
                  </a:lnTo>
                  <a:lnTo>
                    <a:pt x="893939" y="3289242"/>
                  </a:lnTo>
                  <a:lnTo>
                    <a:pt x="909287" y="3276224"/>
                  </a:lnTo>
                  <a:lnTo>
                    <a:pt x="910367" y="3275308"/>
                  </a:lnTo>
                  <a:lnTo>
                    <a:pt x="911446" y="3274368"/>
                  </a:lnTo>
                  <a:lnTo>
                    <a:pt x="926794" y="3260993"/>
                  </a:lnTo>
                  <a:lnTo>
                    <a:pt x="927874" y="3260053"/>
                  </a:lnTo>
                  <a:lnTo>
                    <a:pt x="928953" y="3259090"/>
                  </a:lnTo>
                  <a:lnTo>
                    <a:pt x="944302" y="3245408"/>
                  </a:lnTo>
                  <a:lnTo>
                    <a:pt x="945381" y="3244446"/>
                  </a:lnTo>
                  <a:lnTo>
                    <a:pt x="946460" y="3243463"/>
                  </a:lnTo>
                  <a:lnTo>
                    <a:pt x="961809" y="3229490"/>
                  </a:lnTo>
                  <a:lnTo>
                    <a:pt x="962888" y="3228507"/>
                  </a:lnTo>
                  <a:lnTo>
                    <a:pt x="963968" y="3227502"/>
                  </a:lnTo>
                  <a:lnTo>
                    <a:pt x="979316" y="3213212"/>
                  </a:lnTo>
                  <a:lnTo>
                    <a:pt x="980395" y="3212207"/>
                  </a:lnTo>
                  <a:lnTo>
                    <a:pt x="981475" y="3211182"/>
                  </a:lnTo>
                  <a:lnTo>
                    <a:pt x="996823" y="3196608"/>
                  </a:lnTo>
                  <a:lnTo>
                    <a:pt x="997902" y="3195583"/>
                  </a:lnTo>
                  <a:lnTo>
                    <a:pt x="998982" y="3194543"/>
                  </a:lnTo>
                  <a:lnTo>
                    <a:pt x="1014330" y="3179770"/>
                  </a:lnTo>
                  <a:lnTo>
                    <a:pt x="1015409" y="3178731"/>
                  </a:lnTo>
                  <a:lnTo>
                    <a:pt x="1016489" y="3177679"/>
                  </a:lnTo>
                  <a:lnTo>
                    <a:pt x="1031837" y="3162729"/>
                  </a:lnTo>
                  <a:lnTo>
                    <a:pt x="1032916" y="3161678"/>
                  </a:lnTo>
                  <a:lnTo>
                    <a:pt x="1033996" y="3160615"/>
                  </a:lnTo>
                  <a:lnTo>
                    <a:pt x="1049344" y="3145508"/>
                  </a:lnTo>
                  <a:lnTo>
                    <a:pt x="1050423" y="3144445"/>
                  </a:lnTo>
                  <a:lnTo>
                    <a:pt x="1051503" y="3143372"/>
                  </a:lnTo>
                  <a:lnTo>
                    <a:pt x="1066851" y="3128115"/>
                  </a:lnTo>
                  <a:lnTo>
                    <a:pt x="1067930" y="3127042"/>
                  </a:lnTo>
                  <a:lnTo>
                    <a:pt x="1069010" y="3125965"/>
                  </a:lnTo>
                  <a:lnTo>
                    <a:pt x="1084358" y="3110642"/>
                  </a:lnTo>
                  <a:lnTo>
                    <a:pt x="1085438" y="3109564"/>
                  </a:lnTo>
                  <a:lnTo>
                    <a:pt x="1086517" y="3108484"/>
                  </a:lnTo>
                  <a:lnTo>
                    <a:pt x="1101865" y="3093122"/>
                  </a:lnTo>
                  <a:lnTo>
                    <a:pt x="1102945" y="3092041"/>
                  </a:lnTo>
                  <a:lnTo>
                    <a:pt x="1104024" y="3090960"/>
                  </a:lnTo>
                  <a:lnTo>
                    <a:pt x="1119372" y="3075584"/>
                  </a:lnTo>
                  <a:lnTo>
                    <a:pt x="1120452" y="3074503"/>
                  </a:lnTo>
                  <a:lnTo>
                    <a:pt x="1121531" y="3073424"/>
                  </a:lnTo>
                  <a:lnTo>
                    <a:pt x="1136879" y="3058084"/>
                  </a:lnTo>
                  <a:lnTo>
                    <a:pt x="1137959" y="3057006"/>
                  </a:lnTo>
                  <a:lnTo>
                    <a:pt x="1139038" y="3055932"/>
                  </a:lnTo>
                  <a:lnTo>
                    <a:pt x="1154386" y="3040674"/>
                  </a:lnTo>
                  <a:lnTo>
                    <a:pt x="1155466" y="3039601"/>
                  </a:lnTo>
                  <a:lnTo>
                    <a:pt x="1156545" y="3038535"/>
                  </a:lnTo>
                  <a:lnTo>
                    <a:pt x="1171893" y="3023380"/>
                  </a:lnTo>
                  <a:lnTo>
                    <a:pt x="1172973" y="3022314"/>
                  </a:lnTo>
                  <a:lnTo>
                    <a:pt x="1174052" y="3021257"/>
                  </a:lnTo>
                  <a:lnTo>
                    <a:pt x="1189400" y="3006231"/>
                  </a:lnTo>
                  <a:lnTo>
                    <a:pt x="1190480" y="3005174"/>
                  </a:lnTo>
                  <a:lnTo>
                    <a:pt x="1191559" y="3004131"/>
                  </a:lnTo>
                  <a:lnTo>
                    <a:pt x="1206907" y="2989295"/>
                  </a:lnTo>
                  <a:lnTo>
                    <a:pt x="1207987" y="2988251"/>
                  </a:lnTo>
                  <a:lnTo>
                    <a:pt x="1209066" y="2987226"/>
                  </a:lnTo>
                  <a:lnTo>
                    <a:pt x="1224415" y="2972644"/>
                  </a:lnTo>
                  <a:lnTo>
                    <a:pt x="1225494" y="2971619"/>
                  </a:lnTo>
                  <a:lnTo>
                    <a:pt x="1226574" y="2970610"/>
                  </a:lnTo>
                  <a:lnTo>
                    <a:pt x="1241922" y="2956264"/>
                  </a:lnTo>
                  <a:lnTo>
                    <a:pt x="1243001" y="2955255"/>
                  </a:lnTo>
                  <a:lnTo>
                    <a:pt x="1244081" y="2954265"/>
                  </a:lnTo>
                  <a:lnTo>
                    <a:pt x="1259429" y="2940176"/>
                  </a:lnTo>
                  <a:lnTo>
                    <a:pt x="1260508" y="2939185"/>
                  </a:lnTo>
                  <a:lnTo>
                    <a:pt x="1261588" y="2938215"/>
                  </a:lnTo>
                  <a:lnTo>
                    <a:pt x="1276936" y="2924412"/>
                  </a:lnTo>
                  <a:lnTo>
                    <a:pt x="1278015" y="2923442"/>
                  </a:lnTo>
                  <a:lnTo>
                    <a:pt x="1279095" y="2922502"/>
                  </a:lnTo>
                  <a:lnTo>
                    <a:pt x="1294443" y="2909136"/>
                  </a:lnTo>
                  <a:lnTo>
                    <a:pt x="1295522" y="2908196"/>
                  </a:lnTo>
                  <a:lnTo>
                    <a:pt x="1296602" y="2907280"/>
                  </a:lnTo>
                  <a:lnTo>
                    <a:pt x="1311950" y="2894253"/>
                  </a:lnTo>
                  <a:lnTo>
                    <a:pt x="1313029" y="2893337"/>
                  </a:lnTo>
                  <a:lnTo>
                    <a:pt x="1314109" y="2892446"/>
                  </a:lnTo>
                  <a:lnTo>
                    <a:pt x="1329457" y="2879773"/>
                  </a:lnTo>
                  <a:lnTo>
                    <a:pt x="1330536" y="2878882"/>
                  </a:lnTo>
                  <a:lnTo>
                    <a:pt x="1331616" y="2878017"/>
                  </a:lnTo>
                  <a:lnTo>
                    <a:pt x="1346964" y="2865711"/>
                  </a:lnTo>
                  <a:lnTo>
                    <a:pt x="1348043" y="2864846"/>
                  </a:lnTo>
                  <a:lnTo>
                    <a:pt x="1349123" y="2864015"/>
                  </a:lnTo>
                  <a:lnTo>
                    <a:pt x="1364471" y="2852211"/>
                  </a:lnTo>
                  <a:lnTo>
                    <a:pt x="1365551" y="2851381"/>
                  </a:lnTo>
                  <a:lnTo>
                    <a:pt x="1366630" y="2850582"/>
                  </a:lnTo>
                  <a:lnTo>
                    <a:pt x="1381978" y="2839224"/>
                  </a:lnTo>
                  <a:lnTo>
                    <a:pt x="1383058" y="2838425"/>
                  </a:lnTo>
                  <a:lnTo>
                    <a:pt x="1384137" y="2837655"/>
                  </a:lnTo>
                  <a:lnTo>
                    <a:pt x="1399485" y="2826702"/>
                  </a:lnTo>
                  <a:lnTo>
                    <a:pt x="1400565" y="2825932"/>
                  </a:lnTo>
                  <a:lnTo>
                    <a:pt x="1401644" y="2825190"/>
                  </a:lnTo>
                  <a:lnTo>
                    <a:pt x="1416992" y="2814645"/>
                  </a:lnTo>
                  <a:lnTo>
                    <a:pt x="1418072" y="2813904"/>
                  </a:lnTo>
                  <a:lnTo>
                    <a:pt x="1419151" y="2813195"/>
                  </a:lnTo>
                  <a:lnTo>
                    <a:pt x="1434499" y="2803125"/>
                  </a:lnTo>
                  <a:lnTo>
                    <a:pt x="1435579" y="2802417"/>
                  </a:lnTo>
                  <a:lnTo>
                    <a:pt x="1436658" y="2801745"/>
                  </a:lnTo>
                  <a:lnTo>
                    <a:pt x="1452006" y="2792193"/>
                  </a:lnTo>
                  <a:lnTo>
                    <a:pt x="1453086" y="2791522"/>
                  </a:lnTo>
                  <a:lnTo>
                    <a:pt x="1454165" y="2790878"/>
                  </a:lnTo>
                  <a:lnTo>
                    <a:pt x="1469513" y="2781727"/>
                  </a:lnTo>
                  <a:lnTo>
                    <a:pt x="1470593" y="2781083"/>
                  </a:lnTo>
                  <a:lnTo>
                    <a:pt x="1471672" y="2780468"/>
                  </a:lnTo>
                  <a:lnTo>
                    <a:pt x="1487021" y="2771710"/>
                  </a:lnTo>
                  <a:lnTo>
                    <a:pt x="1488100" y="2771095"/>
                  </a:lnTo>
                  <a:lnTo>
                    <a:pt x="1489179" y="2770506"/>
                  </a:lnTo>
                  <a:lnTo>
                    <a:pt x="1504528" y="2762138"/>
                  </a:lnTo>
                  <a:lnTo>
                    <a:pt x="1505607" y="2761549"/>
                  </a:lnTo>
                  <a:lnTo>
                    <a:pt x="1506687" y="2760997"/>
                  </a:lnTo>
                  <a:lnTo>
                    <a:pt x="1522035" y="2753148"/>
                  </a:lnTo>
                  <a:lnTo>
                    <a:pt x="1523114" y="2752596"/>
                  </a:lnTo>
                  <a:lnTo>
                    <a:pt x="1524194" y="2752068"/>
                  </a:lnTo>
                  <a:lnTo>
                    <a:pt x="1539542" y="2744560"/>
                  </a:lnTo>
                  <a:lnTo>
                    <a:pt x="1540621" y="2744031"/>
                  </a:lnTo>
                  <a:lnTo>
                    <a:pt x="1541701" y="2743526"/>
                  </a:lnTo>
                  <a:lnTo>
                    <a:pt x="1557049" y="2736342"/>
                  </a:lnTo>
                  <a:lnTo>
                    <a:pt x="1558128" y="2735836"/>
                  </a:lnTo>
                  <a:lnTo>
                    <a:pt x="1559208" y="2735352"/>
                  </a:lnTo>
                  <a:lnTo>
                    <a:pt x="1574556" y="2728474"/>
                  </a:lnTo>
                  <a:lnTo>
                    <a:pt x="1575635" y="2727990"/>
                  </a:lnTo>
                  <a:lnTo>
                    <a:pt x="1576715" y="2727531"/>
                  </a:lnTo>
                  <a:lnTo>
                    <a:pt x="1592063" y="2721007"/>
                  </a:lnTo>
                  <a:lnTo>
                    <a:pt x="1593142" y="2720549"/>
                  </a:lnTo>
                  <a:lnTo>
                    <a:pt x="1594222" y="2720109"/>
                  </a:lnTo>
                  <a:lnTo>
                    <a:pt x="1609570" y="2713855"/>
                  </a:lnTo>
                  <a:lnTo>
                    <a:pt x="1610649" y="2713415"/>
                  </a:lnTo>
                  <a:lnTo>
                    <a:pt x="1611729" y="2712990"/>
                  </a:lnTo>
                  <a:lnTo>
                    <a:pt x="1627077" y="2706942"/>
                  </a:lnTo>
                  <a:lnTo>
                    <a:pt x="1628157" y="2706517"/>
                  </a:lnTo>
                  <a:lnTo>
                    <a:pt x="1629236" y="2706104"/>
                  </a:lnTo>
                  <a:lnTo>
                    <a:pt x="1644584" y="2700239"/>
                  </a:lnTo>
                  <a:lnTo>
                    <a:pt x="1645664" y="2699826"/>
                  </a:lnTo>
                  <a:lnTo>
                    <a:pt x="1646743" y="2699425"/>
                  </a:lnTo>
                  <a:lnTo>
                    <a:pt x="1662091" y="2693730"/>
                  </a:lnTo>
                  <a:lnTo>
                    <a:pt x="1663171" y="2693329"/>
                  </a:lnTo>
                  <a:lnTo>
                    <a:pt x="1664250" y="2692938"/>
                  </a:lnTo>
                  <a:lnTo>
                    <a:pt x="1679598" y="2687373"/>
                  </a:lnTo>
                  <a:lnTo>
                    <a:pt x="1680678" y="2686982"/>
                  </a:lnTo>
                  <a:lnTo>
                    <a:pt x="1681757" y="2686595"/>
                  </a:lnTo>
                  <a:lnTo>
                    <a:pt x="1697105" y="2681090"/>
                  </a:lnTo>
                  <a:lnTo>
                    <a:pt x="1698185" y="2680703"/>
                  </a:lnTo>
                  <a:lnTo>
                    <a:pt x="1699264" y="2680318"/>
                  </a:lnTo>
                  <a:lnTo>
                    <a:pt x="1714612" y="2674847"/>
                  </a:lnTo>
                  <a:lnTo>
                    <a:pt x="1715692" y="2674462"/>
                  </a:lnTo>
                  <a:lnTo>
                    <a:pt x="1716771" y="2674077"/>
                  </a:lnTo>
                  <a:lnTo>
                    <a:pt x="1732119" y="2668610"/>
                  </a:lnTo>
                  <a:lnTo>
                    <a:pt x="1733199" y="2668226"/>
                  </a:lnTo>
                  <a:lnTo>
                    <a:pt x="1734278" y="2667837"/>
                  </a:lnTo>
                  <a:lnTo>
                    <a:pt x="1749627" y="2662309"/>
                  </a:lnTo>
                  <a:lnTo>
                    <a:pt x="1750706" y="2661920"/>
                  </a:lnTo>
                  <a:lnTo>
                    <a:pt x="1751785" y="2661525"/>
                  </a:lnTo>
                  <a:lnTo>
                    <a:pt x="1767134" y="2655908"/>
                  </a:lnTo>
                  <a:lnTo>
                    <a:pt x="1768213" y="2655513"/>
                  </a:lnTo>
                  <a:lnTo>
                    <a:pt x="1769293" y="2655109"/>
                  </a:lnTo>
                  <a:lnTo>
                    <a:pt x="1784641" y="2649378"/>
                  </a:lnTo>
                  <a:lnTo>
                    <a:pt x="1785720" y="2648975"/>
                  </a:lnTo>
                  <a:lnTo>
                    <a:pt x="1786800" y="2648562"/>
                  </a:lnTo>
                  <a:lnTo>
                    <a:pt x="1802148" y="2642691"/>
                  </a:lnTo>
                  <a:lnTo>
                    <a:pt x="1803227" y="2642278"/>
                  </a:lnTo>
                  <a:lnTo>
                    <a:pt x="1804307" y="2641850"/>
                  </a:lnTo>
                  <a:lnTo>
                    <a:pt x="1819655" y="2635761"/>
                  </a:lnTo>
                  <a:lnTo>
                    <a:pt x="1820734" y="2635332"/>
                  </a:lnTo>
                  <a:lnTo>
                    <a:pt x="1821814" y="2634887"/>
                  </a:lnTo>
                  <a:lnTo>
                    <a:pt x="1837162" y="2628557"/>
                  </a:lnTo>
                  <a:lnTo>
                    <a:pt x="1838241" y="2628112"/>
                  </a:lnTo>
                  <a:lnTo>
                    <a:pt x="1839321" y="2627651"/>
                  </a:lnTo>
                  <a:lnTo>
                    <a:pt x="1854669" y="2621091"/>
                  </a:lnTo>
                  <a:lnTo>
                    <a:pt x="1855748" y="2620630"/>
                  </a:lnTo>
                  <a:lnTo>
                    <a:pt x="1856828" y="2620151"/>
                  </a:lnTo>
                  <a:lnTo>
                    <a:pt x="1872176" y="2613345"/>
                  </a:lnTo>
                  <a:lnTo>
                    <a:pt x="1873255" y="2612867"/>
                  </a:lnTo>
                  <a:lnTo>
                    <a:pt x="1874335" y="2612367"/>
                  </a:lnTo>
                  <a:lnTo>
                    <a:pt x="1889683" y="2605266"/>
                  </a:lnTo>
                  <a:lnTo>
                    <a:pt x="1890762" y="2604767"/>
                  </a:lnTo>
                  <a:lnTo>
                    <a:pt x="1891842" y="2604242"/>
                  </a:lnTo>
                  <a:lnTo>
                    <a:pt x="1907190" y="2596774"/>
                  </a:lnTo>
                  <a:lnTo>
                    <a:pt x="1908270" y="2596249"/>
                  </a:lnTo>
                  <a:lnTo>
                    <a:pt x="1909349" y="2595703"/>
                  </a:lnTo>
                  <a:lnTo>
                    <a:pt x="1924697" y="2587945"/>
                  </a:lnTo>
                  <a:lnTo>
                    <a:pt x="1925777" y="2587399"/>
                  </a:lnTo>
                  <a:lnTo>
                    <a:pt x="1926856" y="2586833"/>
                  </a:lnTo>
                  <a:lnTo>
                    <a:pt x="1942204" y="2578779"/>
                  </a:lnTo>
                  <a:lnTo>
                    <a:pt x="1943284" y="2578213"/>
                  </a:lnTo>
                  <a:lnTo>
                    <a:pt x="1944363" y="2577625"/>
                  </a:lnTo>
                  <a:lnTo>
                    <a:pt x="1959711" y="2569274"/>
                  </a:lnTo>
                  <a:lnTo>
                    <a:pt x="1960791" y="2568687"/>
                  </a:lnTo>
                  <a:lnTo>
                    <a:pt x="1961870" y="2568070"/>
                  </a:lnTo>
                  <a:lnTo>
                    <a:pt x="1977218" y="2559305"/>
                  </a:lnTo>
                  <a:lnTo>
                    <a:pt x="1978298" y="2558689"/>
                  </a:lnTo>
                  <a:lnTo>
                    <a:pt x="1979377" y="2558052"/>
                  </a:lnTo>
                  <a:lnTo>
                    <a:pt x="1994725" y="2548993"/>
                  </a:lnTo>
                  <a:lnTo>
                    <a:pt x="1995805" y="2548355"/>
                  </a:lnTo>
                  <a:lnTo>
                    <a:pt x="1996884" y="2547699"/>
                  </a:lnTo>
                  <a:lnTo>
                    <a:pt x="2012232" y="2538362"/>
                  </a:lnTo>
                  <a:lnTo>
                    <a:pt x="2013312" y="2537705"/>
                  </a:lnTo>
                  <a:lnTo>
                    <a:pt x="2014391" y="2537029"/>
                  </a:lnTo>
                  <a:lnTo>
                    <a:pt x="2029740" y="2527424"/>
                  </a:lnTo>
                  <a:lnTo>
                    <a:pt x="2030819" y="2526749"/>
                  </a:lnTo>
                  <a:lnTo>
                    <a:pt x="2031898" y="2526051"/>
                  </a:lnTo>
                  <a:lnTo>
                    <a:pt x="2047247" y="2516130"/>
                  </a:lnTo>
                  <a:lnTo>
                    <a:pt x="2048326" y="2515433"/>
                  </a:lnTo>
                  <a:lnTo>
                    <a:pt x="2049406" y="2514716"/>
                  </a:lnTo>
                  <a:lnTo>
                    <a:pt x="2064754" y="2504530"/>
                  </a:lnTo>
                  <a:lnTo>
                    <a:pt x="2065833" y="2503814"/>
                  </a:lnTo>
                  <a:lnTo>
                    <a:pt x="2066913" y="2503083"/>
                  </a:lnTo>
                  <a:lnTo>
                    <a:pt x="2082261" y="2492693"/>
                  </a:lnTo>
                  <a:lnTo>
                    <a:pt x="2083340" y="2491963"/>
                  </a:lnTo>
                  <a:lnTo>
                    <a:pt x="2084420" y="2491219"/>
                  </a:lnTo>
                  <a:lnTo>
                    <a:pt x="2099768" y="2480642"/>
                  </a:lnTo>
                  <a:lnTo>
                    <a:pt x="2100847" y="2479899"/>
                  </a:lnTo>
                  <a:lnTo>
                    <a:pt x="2101927" y="2479142"/>
                  </a:lnTo>
                  <a:lnTo>
                    <a:pt x="2117275" y="2468383"/>
                  </a:lnTo>
                  <a:lnTo>
                    <a:pt x="2118354" y="2467627"/>
                  </a:lnTo>
                  <a:lnTo>
                    <a:pt x="2119434" y="2466858"/>
                  </a:lnTo>
                  <a:lnTo>
                    <a:pt x="2134782" y="2455927"/>
                  </a:lnTo>
                  <a:lnTo>
                    <a:pt x="2135861" y="2455158"/>
                  </a:lnTo>
                  <a:lnTo>
                    <a:pt x="2136941" y="2454382"/>
                  </a:lnTo>
                  <a:lnTo>
                    <a:pt x="2152289" y="2443351"/>
                  </a:lnTo>
                  <a:lnTo>
                    <a:pt x="2153368" y="2442575"/>
                  </a:lnTo>
                  <a:lnTo>
                    <a:pt x="2154448" y="2441794"/>
                  </a:lnTo>
                  <a:lnTo>
                    <a:pt x="2169796" y="2430682"/>
                  </a:lnTo>
                  <a:lnTo>
                    <a:pt x="2170876" y="2429900"/>
                  </a:lnTo>
                  <a:lnTo>
                    <a:pt x="2171955" y="2429114"/>
                  </a:lnTo>
                  <a:lnTo>
                    <a:pt x="2187303" y="2417941"/>
                  </a:lnTo>
                  <a:lnTo>
                    <a:pt x="2188383" y="2417155"/>
                  </a:lnTo>
                  <a:lnTo>
                    <a:pt x="2189462" y="2416366"/>
                  </a:lnTo>
                  <a:lnTo>
                    <a:pt x="2204810" y="2405150"/>
                  </a:lnTo>
                  <a:lnTo>
                    <a:pt x="2205890" y="2404361"/>
                  </a:lnTo>
                  <a:lnTo>
                    <a:pt x="2206969" y="2403572"/>
                  </a:lnTo>
                  <a:lnTo>
                    <a:pt x="2222317" y="2392353"/>
                  </a:lnTo>
                  <a:lnTo>
                    <a:pt x="2223397" y="2391564"/>
                  </a:lnTo>
                  <a:lnTo>
                    <a:pt x="2224476" y="2390776"/>
                  </a:lnTo>
                  <a:lnTo>
                    <a:pt x="2239824" y="2379569"/>
                  </a:lnTo>
                  <a:lnTo>
                    <a:pt x="2240904" y="2378781"/>
                  </a:lnTo>
                  <a:lnTo>
                    <a:pt x="2241983" y="2377994"/>
                  </a:lnTo>
                  <a:lnTo>
                    <a:pt x="2257331" y="2366812"/>
                  </a:lnTo>
                  <a:lnTo>
                    <a:pt x="2258411" y="2366026"/>
                  </a:lnTo>
                  <a:lnTo>
                    <a:pt x="2259490" y="2365243"/>
                  </a:lnTo>
                  <a:lnTo>
                    <a:pt x="2274838" y="2354111"/>
                  </a:lnTo>
                  <a:lnTo>
                    <a:pt x="2275918" y="2353328"/>
                  </a:lnTo>
                  <a:lnTo>
                    <a:pt x="2276997" y="2352550"/>
                  </a:lnTo>
                  <a:lnTo>
                    <a:pt x="2292346" y="2341481"/>
                  </a:lnTo>
                  <a:lnTo>
                    <a:pt x="2293425" y="2340703"/>
                  </a:lnTo>
                  <a:lnTo>
                    <a:pt x="2294504" y="2339929"/>
                  </a:lnTo>
                  <a:lnTo>
                    <a:pt x="2309853" y="2328918"/>
                  </a:lnTo>
                  <a:lnTo>
                    <a:pt x="2310932" y="2328144"/>
                  </a:lnTo>
                  <a:lnTo>
                    <a:pt x="2312012" y="2327374"/>
                  </a:lnTo>
                  <a:lnTo>
                    <a:pt x="2327360" y="2316423"/>
                  </a:lnTo>
                  <a:lnTo>
                    <a:pt x="2328439" y="2315652"/>
                  </a:lnTo>
                  <a:lnTo>
                    <a:pt x="2329519" y="2314887"/>
                  </a:lnTo>
                  <a:lnTo>
                    <a:pt x="2344867" y="2304000"/>
                  </a:lnTo>
                  <a:lnTo>
                    <a:pt x="2345946" y="2303234"/>
                  </a:lnTo>
                  <a:lnTo>
                    <a:pt x="2347026" y="2302473"/>
                  </a:lnTo>
                  <a:lnTo>
                    <a:pt x="2362374" y="2291655"/>
                  </a:lnTo>
                  <a:lnTo>
                    <a:pt x="2363453" y="2290894"/>
                  </a:lnTo>
                  <a:lnTo>
                    <a:pt x="2364533" y="2290135"/>
                  </a:lnTo>
                  <a:lnTo>
                    <a:pt x="2379881" y="2279354"/>
                  </a:lnTo>
                  <a:lnTo>
                    <a:pt x="2380960" y="2278596"/>
                  </a:lnTo>
                  <a:lnTo>
                    <a:pt x="2382040" y="2277840"/>
                  </a:lnTo>
                  <a:lnTo>
                    <a:pt x="2397388" y="2267085"/>
                  </a:lnTo>
                  <a:lnTo>
                    <a:pt x="2398467" y="2266328"/>
                  </a:lnTo>
                  <a:lnTo>
                    <a:pt x="2399547" y="2265573"/>
                  </a:lnTo>
                  <a:lnTo>
                    <a:pt x="2414895" y="2254831"/>
                  </a:lnTo>
                  <a:lnTo>
                    <a:pt x="2415974" y="2254075"/>
                  </a:lnTo>
                  <a:lnTo>
                    <a:pt x="2417054" y="2253319"/>
                  </a:lnTo>
                  <a:lnTo>
                    <a:pt x="2432402" y="2242560"/>
                  </a:lnTo>
                  <a:lnTo>
                    <a:pt x="2433481" y="2241804"/>
                  </a:lnTo>
                  <a:lnTo>
                    <a:pt x="2434561" y="2241044"/>
                  </a:lnTo>
                  <a:lnTo>
                    <a:pt x="2449909" y="2230238"/>
                  </a:lnTo>
                  <a:lnTo>
                    <a:pt x="2450989" y="2229478"/>
                  </a:lnTo>
                  <a:lnTo>
                    <a:pt x="2452068" y="2228714"/>
                  </a:lnTo>
                  <a:lnTo>
                    <a:pt x="2467416" y="2217841"/>
                  </a:lnTo>
                  <a:lnTo>
                    <a:pt x="2468496" y="2217077"/>
                  </a:lnTo>
                  <a:lnTo>
                    <a:pt x="2469575" y="2216306"/>
                  </a:lnTo>
                  <a:lnTo>
                    <a:pt x="2484923" y="2205345"/>
                  </a:lnTo>
                  <a:lnTo>
                    <a:pt x="2486003" y="2204574"/>
                  </a:lnTo>
                  <a:lnTo>
                    <a:pt x="2487082" y="2203793"/>
                  </a:lnTo>
                  <a:lnTo>
                    <a:pt x="2502430" y="2192689"/>
                  </a:lnTo>
                  <a:lnTo>
                    <a:pt x="2503510" y="2191908"/>
                  </a:lnTo>
                  <a:lnTo>
                    <a:pt x="2504589" y="2191113"/>
                  </a:lnTo>
                  <a:lnTo>
                    <a:pt x="2519937" y="2179818"/>
                  </a:lnTo>
                  <a:lnTo>
                    <a:pt x="2521017" y="2179024"/>
                  </a:lnTo>
                  <a:lnTo>
                    <a:pt x="2522096" y="2178216"/>
                  </a:lnTo>
                  <a:lnTo>
                    <a:pt x="2537444" y="2166734"/>
                  </a:lnTo>
                  <a:lnTo>
                    <a:pt x="2538524" y="2165927"/>
                  </a:lnTo>
                  <a:lnTo>
                    <a:pt x="2539603" y="2165104"/>
                  </a:lnTo>
                  <a:lnTo>
                    <a:pt x="2554951" y="2153414"/>
                  </a:lnTo>
                  <a:lnTo>
                    <a:pt x="2556031" y="2152592"/>
                  </a:lnTo>
                  <a:lnTo>
                    <a:pt x="2557110" y="2151752"/>
                  </a:lnTo>
                  <a:lnTo>
                    <a:pt x="2572459" y="2139813"/>
                  </a:lnTo>
                  <a:lnTo>
                    <a:pt x="2573538" y="2138974"/>
                  </a:lnTo>
                  <a:lnTo>
                    <a:pt x="2574617" y="2138109"/>
                  </a:lnTo>
                  <a:lnTo>
                    <a:pt x="2589966" y="2125814"/>
                  </a:lnTo>
                  <a:lnTo>
                    <a:pt x="2591045" y="2124950"/>
                  </a:lnTo>
                  <a:lnTo>
                    <a:pt x="2592125" y="2124065"/>
                  </a:lnTo>
                  <a:lnTo>
                    <a:pt x="2607473" y="2111484"/>
                  </a:lnTo>
                  <a:lnTo>
                    <a:pt x="2608552" y="2110599"/>
                  </a:lnTo>
                  <a:lnTo>
                    <a:pt x="2609632" y="2109693"/>
                  </a:lnTo>
                  <a:lnTo>
                    <a:pt x="2624980" y="2096815"/>
                  </a:lnTo>
                  <a:lnTo>
                    <a:pt x="2626059" y="2095909"/>
                  </a:lnTo>
                  <a:lnTo>
                    <a:pt x="2627139" y="2094982"/>
                  </a:lnTo>
                  <a:lnTo>
                    <a:pt x="2642487" y="2081797"/>
                  </a:lnTo>
                  <a:lnTo>
                    <a:pt x="2643566" y="2080870"/>
                  </a:lnTo>
                  <a:lnTo>
                    <a:pt x="2644646" y="2079913"/>
                  </a:lnTo>
                  <a:lnTo>
                    <a:pt x="2659994" y="2066304"/>
                  </a:lnTo>
                  <a:lnTo>
                    <a:pt x="2661073" y="2065347"/>
                  </a:lnTo>
                  <a:lnTo>
                    <a:pt x="2662153" y="2064366"/>
                  </a:lnTo>
                  <a:lnTo>
                    <a:pt x="2677501" y="2050422"/>
                  </a:lnTo>
                  <a:lnTo>
                    <a:pt x="2678580" y="2049441"/>
                  </a:lnTo>
                  <a:lnTo>
                    <a:pt x="2679660" y="2048439"/>
                  </a:lnTo>
                  <a:lnTo>
                    <a:pt x="2695008" y="2034191"/>
                  </a:lnTo>
                  <a:lnTo>
                    <a:pt x="2696087" y="2033189"/>
                  </a:lnTo>
                  <a:lnTo>
                    <a:pt x="2697167" y="2032166"/>
                  </a:lnTo>
                  <a:lnTo>
                    <a:pt x="2712515" y="2017626"/>
                  </a:lnTo>
                  <a:lnTo>
                    <a:pt x="2713595" y="2016604"/>
                  </a:lnTo>
                  <a:lnTo>
                    <a:pt x="2714674" y="2015558"/>
                  </a:lnTo>
                  <a:lnTo>
                    <a:pt x="2730022" y="2000691"/>
                  </a:lnTo>
                  <a:lnTo>
                    <a:pt x="2731102" y="1999645"/>
                  </a:lnTo>
                  <a:lnTo>
                    <a:pt x="2732181" y="1998580"/>
                  </a:lnTo>
                  <a:lnTo>
                    <a:pt x="2747529" y="1983427"/>
                  </a:lnTo>
                  <a:lnTo>
                    <a:pt x="2748609" y="1982361"/>
                  </a:lnTo>
                  <a:lnTo>
                    <a:pt x="2749688" y="1981282"/>
                  </a:lnTo>
                  <a:lnTo>
                    <a:pt x="2765036" y="1965938"/>
                  </a:lnTo>
                  <a:lnTo>
                    <a:pt x="2766116" y="1964859"/>
                  </a:lnTo>
                  <a:lnTo>
                    <a:pt x="2767195" y="1963769"/>
                  </a:lnTo>
                  <a:lnTo>
                    <a:pt x="2782543" y="1948268"/>
                  </a:lnTo>
                  <a:lnTo>
                    <a:pt x="2783623" y="1947178"/>
                  </a:lnTo>
                  <a:lnTo>
                    <a:pt x="2784702" y="1946079"/>
                  </a:lnTo>
                  <a:lnTo>
                    <a:pt x="2800050" y="1930456"/>
                  </a:lnTo>
                  <a:lnTo>
                    <a:pt x="2801130" y="1929357"/>
                  </a:lnTo>
                  <a:lnTo>
                    <a:pt x="2802209" y="1928255"/>
                  </a:lnTo>
                  <a:lnTo>
                    <a:pt x="2817557" y="1912577"/>
                  </a:lnTo>
                  <a:lnTo>
                    <a:pt x="2818637" y="1911475"/>
                  </a:lnTo>
                  <a:lnTo>
                    <a:pt x="2819716" y="1910375"/>
                  </a:lnTo>
                  <a:lnTo>
                    <a:pt x="2835065" y="1894742"/>
                  </a:lnTo>
                  <a:lnTo>
                    <a:pt x="2836144" y="1893643"/>
                  </a:lnTo>
                  <a:lnTo>
                    <a:pt x="2837223" y="1892550"/>
                  </a:lnTo>
                  <a:lnTo>
                    <a:pt x="2852572" y="1877016"/>
                  </a:lnTo>
                  <a:lnTo>
                    <a:pt x="2853651" y="1875924"/>
                  </a:lnTo>
                  <a:lnTo>
                    <a:pt x="2854731" y="1874842"/>
                  </a:lnTo>
                  <a:lnTo>
                    <a:pt x="2870079" y="1859465"/>
                  </a:lnTo>
                  <a:lnTo>
                    <a:pt x="2871158" y="1858384"/>
                  </a:lnTo>
                  <a:lnTo>
                    <a:pt x="2872238" y="1857326"/>
                  </a:lnTo>
                  <a:lnTo>
                    <a:pt x="2887586" y="1842285"/>
                  </a:lnTo>
                  <a:lnTo>
                    <a:pt x="2888665" y="1841227"/>
                  </a:lnTo>
                  <a:lnTo>
                    <a:pt x="2889745" y="1840197"/>
                  </a:lnTo>
                  <a:lnTo>
                    <a:pt x="2905093" y="1825555"/>
                  </a:lnTo>
                  <a:lnTo>
                    <a:pt x="2906172" y="1824525"/>
                  </a:lnTo>
                  <a:lnTo>
                    <a:pt x="2907252" y="1823527"/>
                  </a:lnTo>
                  <a:lnTo>
                    <a:pt x="2922600" y="1809327"/>
                  </a:lnTo>
                  <a:lnTo>
                    <a:pt x="2923679" y="1808328"/>
                  </a:lnTo>
                  <a:lnTo>
                    <a:pt x="2924759" y="1807365"/>
                  </a:lnTo>
                  <a:lnTo>
                    <a:pt x="2940107" y="1793674"/>
                  </a:lnTo>
                  <a:lnTo>
                    <a:pt x="2941186" y="1792711"/>
                  </a:lnTo>
                  <a:lnTo>
                    <a:pt x="2942266" y="1791798"/>
                  </a:lnTo>
                  <a:lnTo>
                    <a:pt x="2957614" y="1778817"/>
                  </a:lnTo>
                  <a:lnTo>
                    <a:pt x="2958693" y="1777904"/>
                  </a:lnTo>
                  <a:lnTo>
                    <a:pt x="2959773" y="1777053"/>
                  </a:lnTo>
                  <a:lnTo>
                    <a:pt x="2975121" y="1764960"/>
                  </a:lnTo>
                  <a:lnTo>
                    <a:pt x="2976201" y="1764109"/>
                  </a:lnTo>
                  <a:lnTo>
                    <a:pt x="2977280" y="1763316"/>
                  </a:lnTo>
                  <a:lnTo>
                    <a:pt x="2992628" y="1752031"/>
                  </a:lnTo>
                  <a:lnTo>
                    <a:pt x="2993708" y="1751237"/>
                  </a:lnTo>
                  <a:lnTo>
                    <a:pt x="2994787" y="1750505"/>
                  </a:lnTo>
                  <a:lnTo>
                    <a:pt x="3010135" y="1740092"/>
                  </a:lnTo>
                  <a:lnTo>
                    <a:pt x="3011215" y="1739360"/>
                  </a:lnTo>
                  <a:lnTo>
                    <a:pt x="3012294" y="1738696"/>
                  </a:lnTo>
                  <a:lnTo>
                    <a:pt x="3027642" y="1729256"/>
                  </a:lnTo>
                  <a:lnTo>
                    <a:pt x="3028722" y="1728592"/>
                  </a:lnTo>
                  <a:lnTo>
                    <a:pt x="3029801" y="1728029"/>
                  </a:lnTo>
                  <a:lnTo>
                    <a:pt x="3045149" y="1720031"/>
                  </a:lnTo>
                  <a:lnTo>
                    <a:pt x="3046229" y="1719468"/>
                  </a:lnTo>
                  <a:lnTo>
                    <a:pt x="3047308" y="1718985"/>
                  </a:lnTo>
                  <a:lnTo>
                    <a:pt x="3062656" y="1712112"/>
                  </a:lnTo>
                  <a:lnTo>
                    <a:pt x="3063736" y="1711628"/>
                  </a:lnTo>
                  <a:lnTo>
                    <a:pt x="3064815" y="1711227"/>
                  </a:lnTo>
                  <a:lnTo>
                    <a:pt x="3080163" y="1705524"/>
                  </a:lnTo>
                  <a:lnTo>
                    <a:pt x="3081243" y="1705123"/>
                  </a:lnTo>
                  <a:lnTo>
                    <a:pt x="3082322" y="1704807"/>
                  </a:lnTo>
                  <a:lnTo>
                    <a:pt x="3097670" y="1700318"/>
                  </a:lnTo>
                  <a:lnTo>
                    <a:pt x="3098750" y="1700002"/>
                  </a:lnTo>
                  <a:lnTo>
                    <a:pt x="3099829" y="1699804"/>
                  </a:lnTo>
                  <a:lnTo>
                    <a:pt x="3115178" y="1696986"/>
                  </a:lnTo>
                  <a:lnTo>
                    <a:pt x="3116257" y="1696788"/>
                  </a:lnTo>
                  <a:lnTo>
                    <a:pt x="3117336" y="1696693"/>
                  </a:lnTo>
                  <a:lnTo>
                    <a:pt x="3132685" y="1695341"/>
                  </a:lnTo>
                  <a:lnTo>
                    <a:pt x="3133764" y="1695246"/>
                  </a:lnTo>
                  <a:lnTo>
                    <a:pt x="3134844" y="1695245"/>
                  </a:lnTo>
                  <a:lnTo>
                    <a:pt x="3150192" y="1695236"/>
                  </a:lnTo>
                  <a:lnTo>
                    <a:pt x="3151271" y="1695236"/>
                  </a:lnTo>
                  <a:lnTo>
                    <a:pt x="3152351" y="1695330"/>
                  </a:lnTo>
                  <a:lnTo>
                    <a:pt x="3153430" y="1695425"/>
                  </a:lnTo>
                  <a:lnTo>
                    <a:pt x="315442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838" y="3646192"/>
              <a:ext cx="3696719" cy="1835639"/>
            </a:xfrm>
            <a:custGeom>
              <a:avLst/>
              <a:pathLst>
                <a:path w="3696719" h="1835639">
                  <a:moveTo>
                    <a:pt x="1079" y="0"/>
                  </a:moveTo>
                  <a:lnTo>
                    <a:pt x="2158" y="94"/>
                  </a:lnTo>
                  <a:lnTo>
                    <a:pt x="14268" y="1158"/>
                  </a:lnTo>
                  <a:lnTo>
                    <a:pt x="15348" y="1253"/>
                  </a:lnTo>
                  <a:lnTo>
                    <a:pt x="16427" y="1461"/>
                  </a:lnTo>
                  <a:lnTo>
                    <a:pt x="31775" y="4409"/>
                  </a:lnTo>
                  <a:lnTo>
                    <a:pt x="32855" y="4617"/>
                  </a:lnTo>
                  <a:lnTo>
                    <a:pt x="33934" y="4945"/>
                  </a:lnTo>
                  <a:lnTo>
                    <a:pt x="49282" y="9618"/>
                  </a:lnTo>
                  <a:lnTo>
                    <a:pt x="50362" y="9946"/>
                  </a:lnTo>
                  <a:lnTo>
                    <a:pt x="51441" y="10370"/>
                  </a:lnTo>
                  <a:lnTo>
                    <a:pt x="66789" y="16399"/>
                  </a:lnTo>
                  <a:lnTo>
                    <a:pt x="67869" y="16823"/>
                  </a:lnTo>
                  <a:lnTo>
                    <a:pt x="68948" y="17341"/>
                  </a:lnTo>
                  <a:lnTo>
                    <a:pt x="84296" y="24710"/>
                  </a:lnTo>
                  <a:lnTo>
                    <a:pt x="85376" y="25228"/>
                  </a:lnTo>
                  <a:lnTo>
                    <a:pt x="86455" y="25841"/>
                  </a:lnTo>
                  <a:lnTo>
                    <a:pt x="101803" y="34557"/>
                  </a:lnTo>
                  <a:lnTo>
                    <a:pt x="102883" y="35170"/>
                  </a:lnTo>
                  <a:lnTo>
                    <a:pt x="103962" y="35909"/>
                  </a:lnTo>
                  <a:lnTo>
                    <a:pt x="119311" y="46415"/>
                  </a:lnTo>
                  <a:lnTo>
                    <a:pt x="120390" y="47154"/>
                  </a:lnTo>
                  <a:lnTo>
                    <a:pt x="121469" y="47978"/>
                  </a:lnTo>
                  <a:lnTo>
                    <a:pt x="136818" y="59696"/>
                  </a:lnTo>
                  <a:lnTo>
                    <a:pt x="137897" y="60520"/>
                  </a:lnTo>
                  <a:lnTo>
                    <a:pt x="138977" y="61427"/>
                  </a:lnTo>
                  <a:lnTo>
                    <a:pt x="154325" y="74315"/>
                  </a:lnTo>
                  <a:lnTo>
                    <a:pt x="155404" y="75222"/>
                  </a:lnTo>
                  <a:lnTo>
                    <a:pt x="156484" y="76207"/>
                  </a:lnTo>
                  <a:lnTo>
                    <a:pt x="171832" y="90221"/>
                  </a:lnTo>
                  <a:lnTo>
                    <a:pt x="172911" y="91207"/>
                  </a:lnTo>
                  <a:lnTo>
                    <a:pt x="173991" y="92289"/>
                  </a:lnTo>
                  <a:lnTo>
                    <a:pt x="189339" y="107668"/>
                  </a:lnTo>
                  <a:lnTo>
                    <a:pt x="190418" y="108750"/>
                  </a:lnTo>
                  <a:lnTo>
                    <a:pt x="191498" y="109907"/>
                  </a:lnTo>
                  <a:lnTo>
                    <a:pt x="206846" y="126366"/>
                  </a:lnTo>
                  <a:lnTo>
                    <a:pt x="207925" y="127524"/>
                  </a:lnTo>
                  <a:lnTo>
                    <a:pt x="209005" y="128744"/>
                  </a:lnTo>
                  <a:lnTo>
                    <a:pt x="224353" y="146089"/>
                  </a:lnTo>
                  <a:lnTo>
                    <a:pt x="225432" y="147309"/>
                  </a:lnTo>
                  <a:lnTo>
                    <a:pt x="226512" y="148587"/>
                  </a:lnTo>
                  <a:lnTo>
                    <a:pt x="241860" y="166758"/>
                  </a:lnTo>
                  <a:lnTo>
                    <a:pt x="242939" y="168036"/>
                  </a:lnTo>
                  <a:lnTo>
                    <a:pt x="244019" y="169375"/>
                  </a:lnTo>
                  <a:lnTo>
                    <a:pt x="259367" y="188408"/>
                  </a:lnTo>
                  <a:lnTo>
                    <a:pt x="260447" y="189747"/>
                  </a:lnTo>
                  <a:lnTo>
                    <a:pt x="261526" y="191143"/>
                  </a:lnTo>
                  <a:lnTo>
                    <a:pt x="276874" y="210990"/>
                  </a:lnTo>
                  <a:lnTo>
                    <a:pt x="277954" y="212386"/>
                  </a:lnTo>
                  <a:lnTo>
                    <a:pt x="279033" y="213820"/>
                  </a:lnTo>
                  <a:lnTo>
                    <a:pt x="294381" y="234211"/>
                  </a:lnTo>
                  <a:lnTo>
                    <a:pt x="295461" y="235645"/>
                  </a:lnTo>
                  <a:lnTo>
                    <a:pt x="296540" y="237113"/>
                  </a:lnTo>
                  <a:lnTo>
                    <a:pt x="311888" y="257984"/>
                  </a:lnTo>
                  <a:lnTo>
                    <a:pt x="312968" y="259452"/>
                  </a:lnTo>
                  <a:lnTo>
                    <a:pt x="314047" y="260949"/>
                  </a:lnTo>
                  <a:lnTo>
                    <a:pt x="329395" y="282235"/>
                  </a:lnTo>
                  <a:lnTo>
                    <a:pt x="330475" y="283733"/>
                  </a:lnTo>
                  <a:lnTo>
                    <a:pt x="331554" y="285260"/>
                  </a:lnTo>
                  <a:lnTo>
                    <a:pt x="346902" y="306982"/>
                  </a:lnTo>
                  <a:lnTo>
                    <a:pt x="347982" y="308509"/>
                  </a:lnTo>
                  <a:lnTo>
                    <a:pt x="349061" y="310051"/>
                  </a:lnTo>
                  <a:lnTo>
                    <a:pt x="364409" y="331971"/>
                  </a:lnTo>
                  <a:lnTo>
                    <a:pt x="365489" y="333513"/>
                  </a:lnTo>
                  <a:lnTo>
                    <a:pt x="366568" y="335065"/>
                  </a:lnTo>
                  <a:lnTo>
                    <a:pt x="381917" y="357126"/>
                  </a:lnTo>
                  <a:lnTo>
                    <a:pt x="382996" y="358677"/>
                  </a:lnTo>
                  <a:lnTo>
                    <a:pt x="384075" y="360235"/>
                  </a:lnTo>
                  <a:lnTo>
                    <a:pt x="399424" y="382379"/>
                  </a:lnTo>
                  <a:lnTo>
                    <a:pt x="400503" y="383936"/>
                  </a:lnTo>
                  <a:lnTo>
                    <a:pt x="401583" y="385494"/>
                  </a:lnTo>
                  <a:lnTo>
                    <a:pt x="416931" y="407639"/>
                  </a:lnTo>
                  <a:lnTo>
                    <a:pt x="418010" y="409196"/>
                  </a:lnTo>
                  <a:lnTo>
                    <a:pt x="419090" y="410747"/>
                  </a:lnTo>
                  <a:lnTo>
                    <a:pt x="434438" y="432791"/>
                  </a:lnTo>
                  <a:lnTo>
                    <a:pt x="435517" y="434341"/>
                  </a:lnTo>
                  <a:lnTo>
                    <a:pt x="436597" y="435881"/>
                  </a:lnTo>
                  <a:lnTo>
                    <a:pt x="451945" y="457778"/>
                  </a:lnTo>
                  <a:lnTo>
                    <a:pt x="453024" y="459318"/>
                  </a:lnTo>
                  <a:lnTo>
                    <a:pt x="454104" y="460844"/>
                  </a:lnTo>
                  <a:lnTo>
                    <a:pt x="469452" y="482549"/>
                  </a:lnTo>
                  <a:lnTo>
                    <a:pt x="470531" y="484076"/>
                  </a:lnTo>
                  <a:lnTo>
                    <a:pt x="471611" y="485583"/>
                  </a:lnTo>
                  <a:lnTo>
                    <a:pt x="486959" y="507011"/>
                  </a:lnTo>
                  <a:lnTo>
                    <a:pt x="488038" y="508518"/>
                  </a:lnTo>
                  <a:lnTo>
                    <a:pt x="489118" y="509997"/>
                  </a:lnTo>
                  <a:lnTo>
                    <a:pt x="504466" y="531026"/>
                  </a:lnTo>
                  <a:lnTo>
                    <a:pt x="505545" y="532505"/>
                  </a:lnTo>
                  <a:lnTo>
                    <a:pt x="506625" y="533959"/>
                  </a:lnTo>
                  <a:lnTo>
                    <a:pt x="521973" y="554630"/>
                  </a:lnTo>
                  <a:lnTo>
                    <a:pt x="523053" y="556083"/>
                  </a:lnTo>
                  <a:lnTo>
                    <a:pt x="524132" y="557510"/>
                  </a:lnTo>
                  <a:lnTo>
                    <a:pt x="539480" y="577795"/>
                  </a:lnTo>
                  <a:lnTo>
                    <a:pt x="540560" y="579222"/>
                  </a:lnTo>
                  <a:lnTo>
                    <a:pt x="541639" y="580620"/>
                  </a:lnTo>
                  <a:lnTo>
                    <a:pt x="556987" y="600492"/>
                  </a:lnTo>
                  <a:lnTo>
                    <a:pt x="558067" y="601890"/>
                  </a:lnTo>
                  <a:lnTo>
                    <a:pt x="559146" y="603243"/>
                  </a:lnTo>
                  <a:lnTo>
                    <a:pt x="574494" y="622480"/>
                  </a:lnTo>
                  <a:lnTo>
                    <a:pt x="575574" y="623833"/>
                  </a:lnTo>
                  <a:lnTo>
                    <a:pt x="576653" y="625151"/>
                  </a:lnTo>
                  <a:lnTo>
                    <a:pt x="592001" y="643903"/>
                  </a:lnTo>
                  <a:lnTo>
                    <a:pt x="593081" y="645221"/>
                  </a:lnTo>
                  <a:lnTo>
                    <a:pt x="594160" y="646506"/>
                  </a:lnTo>
                  <a:lnTo>
                    <a:pt x="609508" y="664766"/>
                  </a:lnTo>
                  <a:lnTo>
                    <a:pt x="610588" y="666050"/>
                  </a:lnTo>
                  <a:lnTo>
                    <a:pt x="611667" y="667300"/>
                  </a:lnTo>
                  <a:lnTo>
                    <a:pt x="627015" y="685059"/>
                  </a:lnTo>
                  <a:lnTo>
                    <a:pt x="628095" y="686308"/>
                  </a:lnTo>
                  <a:lnTo>
                    <a:pt x="629174" y="687512"/>
                  </a:lnTo>
                  <a:lnTo>
                    <a:pt x="644522" y="704627"/>
                  </a:lnTo>
                  <a:lnTo>
                    <a:pt x="645602" y="705831"/>
                  </a:lnTo>
                  <a:lnTo>
                    <a:pt x="646681" y="706993"/>
                  </a:lnTo>
                  <a:lnTo>
                    <a:pt x="662030" y="723512"/>
                  </a:lnTo>
                  <a:lnTo>
                    <a:pt x="663109" y="724674"/>
                  </a:lnTo>
                  <a:lnTo>
                    <a:pt x="664188" y="725800"/>
                  </a:lnTo>
                  <a:lnTo>
                    <a:pt x="679537" y="741811"/>
                  </a:lnTo>
                  <a:lnTo>
                    <a:pt x="680616" y="742937"/>
                  </a:lnTo>
                  <a:lnTo>
                    <a:pt x="681696" y="744027"/>
                  </a:lnTo>
                  <a:lnTo>
                    <a:pt x="697044" y="759534"/>
                  </a:lnTo>
                  <a:lnTo>
                    <a:pt x="698123" y="760624"/>
                  </a:lnTo>
                  <a:lnTo>
                    <a:pt x="699203" y="761676"/>
                  </a:lnTo>
                  <a:lnTo>
                    <a:pt x="714551" y="776630"/>
                  </a:lnTo>
                  <a:lnTo>
                    <a:pt x="715630" y="777682"/>
                  </a:lnTo>
                  <a:lnTo>
                    <a:pt x="716710" y="778690"/>
                  </a:lnTo>
                  <a:lnTo>
                    <a:pt x="732058" y="793021"/>
                  </a:lnTo>
                  <a:lnTo>
                    <a:pt x="733137" y="794029"/>
                  </a:lnTo>
                  <a:lnTo>
                    <a:pt x="734217" y="795005"/>
                  </a:lnTo>
                  <a:lnTo>
                    <a:pt x="749565" y="808884"/>
                  </a:lnTo>
                  <a:lnTo>
                    <a:pt x="750644" y="809860"/>
                  </a:lnTo>
                  <a:lnTo>
                    <a:pt x="751724" y="810805"/>
                  </a:lnTo>
                  <a:lnTo>
                    <a:pt x="767072" y="824248"/>
                  </a:lnTo>
                  <a:lnTo>
                    <a:pt x="768151" y="825194"/>
                  </a:lnTo>
                  <a:lnTo>
                    <a:pt x="769231" y="826110"/>
                  </a:lnTo>
                  <a:lnTo>
                    <a:pt x="784579" y="839135"/>
                  </a:lnTo>
                  <a:lnTo>
                    <a:pt x="785658" y="840051"/>
                  </a:lnTo>
                  <a:lnTo>
                    <a:pt x="786738" y="840930"/>
                  </a:lnTo>
                  <a:lnTo>
                    <a:pt x="802086" y="853422"/>
                  </a:lnTo>
                  <a:lnTo>
                    <a:pt x="803166" y="854301"/>
                  </a:lnTo>
                  <a:lnTo>
                    <a:pt x="804245" y="855154"/>
                  </a:lnTo>
                  <a:lnTo>
                    <a:pt x="819593" y="867293"/>
                  </a:lnTo>
                  <a:lnTo>
                    <a:pt x="820673" y="868147"/>
                  </a:lnTo>
                  <a:lnTo>
                    <a:pt x="821752" y="868978"/>
                  </a:lnTo>
                  <a:lnTo>
                    <a:pt x="837100" y="880800"/>
                  </a:lnTo>
                  <a:lnTo>
                    <a:pt x="838180" y="881631"/>
                  </a:lnTo>
                  <a:lnTo>
                    <a:pt x="839259" y="882442"/>
                  </a:lnTo>
                  <a:lnTo>
                    <a:pt x="854607" y="893972"/>
                  </a:lnTo>
                  <a:lnTo>
                    <a:pt x="855687" y="894783"/>
                  </a:lnTo>
                  <a:lnTo>
                    <a:pt x="856766" y="895572"/>
                  </a:lnTo>
                  <a:lnTo>
                    <a:pt x="872114" y="906783"/>
                  </a:lnTo>
                  <a:lnTo>
                    <a:pt x="873194" y="907572"/>
                  </a:lnTo>
                  <a:lnTo>
                    <a:pt x="874273" y="908343"/>
                  </a:lnTo>
                  <a:lnTo>
                    <a:pt x="889621" y="919308"/>
                  </a:lnTo>
                  <a:lnTo>
                    <a:pt x="890701" y="920080"/>
                  </a:lnTo>
                  <a:lnTo>
                    <a:pt x="891780" y="920839"/>
                  </a:lnTo>
                  <a:lnTo>
                    <a:pt x="907128" y="931629"/>
                  </a:lnTo>
                  <a:lnTo>
                    <a:pt x="908208" y="932388"/>
                  </a:lnTo>
                  <a:lnTo>
                    <a:pt x="909287" y="933137"/>
                  </a:lnTo>
                  <a:lnTo>
                    <a:pt x="924636" y="943779"/>
                  </a:lnTo>
                  <a:lnTo>
                    <a:pt x="925715" y="944528"/>
                  </a:lnTo>
                  <a:lnTo>
                    <a:pt x="926794" y="945267"/>
                  </a:lnTo>
                  <a:lnTo>
                    <a:pt x="942143" y="955779"/>
                  </a:lnTo>
                  <a:lnTo>
                    <a:pt x="943222" y="956519"/>
                  </a:lnTo>
                  <a:lnTo>
                    <a:pt x="944302" y="957251"/>
                  </a:lnTo>
                  <a:lnTo>
                    <a:pt x="959650" y="967664"/>
                  </a:lnTo>
                  <a:lnTo>
                    <a:pt x="960729" y="968396"/>
                  </a:lnTo>
                  <a:lnTo>
                    <a:pt x="961809" y="969126"/>
                  </a:lnTo>
                  <a:lnTo>
                    <a:pt x="977157" y="979500"/>
                  </a:lnTo>
                  <a:lnTo>
                    <a:pt x="978236" y="980229"/>
                  </a:lnTo>
                  <a:lnTo>
                    <a:pt x="979316" y="980958"/>
                  </a:lnTo>
                  <a:lnTo>
                    <a:pt x="994664" y="991315"/>
                  </a:lnTo>
                  <a:lnTo>
                    <a:pt x="995743" y="992043"/>
                  </a:lnTo>
                  <a:lnTo>
                    <a:pt x="996823" y="992772"/>
                  </a:lnTo>
                  <a:lnTo>
                    <a:pt x="1012171" y="1003133"/>
                  </a:lnTo>
                  <a:lnTo>
                    <a:pt x="1013250" y="1003861"/>
                  </a:lnTo>
                  <a:lnTo>
                    <a:pt x="1014330" y="1004593"/>
                  </a:lnTo>
                  <a:lnTo>
                    <a:pt x="1029678" y="1015001"/>
                  </a:lnTo>
                  <a:lnTo>
                    <a:pt x="1030757" y="1015734"/>
                  </a:lnTo>
                  <a:lnTo>
                    <a:pt x="1031837" y="1016470"/>
                  </a:lnTo>
                  <a:lnTo>
                    <a:pt x="1047185" y="1026943"/>
                  </a:lnTo>
                  <a:lnTo>
                    <a:pt x="1048264" y="1027680"/>
                  </a:lnTo>
                  <a:lnTo>
                    <a:pt x="1049344" y="1028422"/>
                  </a:lnTo>
                  <a:lnTo>
                    <a:pt x="1064692" y="1038970"/>
                  </a:lnTo>
                  <a:lnTo>
                    <a:pt x="1065772" y="1039712"/>
                  </a:lnTo>
                  <a:lnTo>
                    <a:pt x="1066851" y="1040460"/>
                  </a:lnTo>
                  <a:lnTo>
                    <a:pt x="1082199" y="1051096"/>
                  </a:lnTo>
                  <a:lnTo>
                    <a:pt x="1083279" y="1051844"/>
                  </a:lnTo>
                  <a:lnTo>
                    <a:pt x="1084358" y="1052601"/>
                  </a:lnTo>
                  <a:lnTo>
                    <a:pt x="1099706" y="1063359"/>
                  </a:lnTo>
                  <a:lnTo>
                    <a:pt x="1100786" y="1064116"/>
                  </a:lnTo>
                  <a:lnTo>
                    <a:pt x="1101865" y="1064881"/>
                  </a:lnTo>
                  <a:lnTo>
                    <a:pt x="1117213" y="1075771"/>
                  </a:lnTo>
                  <a:lnTo>
                    <a:pt x="1118293" y="1076537"/>
                  </a:lnTo>
                  <a:lnTo>
                    <a:pt x="1119372" y="1077310"/>
                  </a:lnTo>
                  <a:lnTo>
                    <a:pt x="1134720" y="1088312"/>
                  </a:lnTo>
                  <a:lnTo>
                    <a:pt x="1135800" y="1089086"/>
                  </a:lnTo>
                  <a:lnTo>
                    <a:pt x="1136879" y="1089868"/>
                  </a:lnTo>
                  <a:lnTo>
                    <a:pt x="1152227" y="1100982"/>
                  </a:lnTo>
                  <a:lnTo>
                    <a:pt x="1153307" y="1101764"/>
                  </a:lnTo>
                  <a:lnTo>
                    <a:pt x="1154386" y="1102554"/>
                  </a:lnTo>
                  <a:lnTo>
                    <a:pt x="1169734" y="1113788"/>
                  </a:lnTo>
                  <a:lnTo>
                    <a:pt x="1170814" y="1114578"/>
                  </a:lnTo>
                  <a:lnTo>
                    <a:pt x="1171893" y="1115378"/>
                  </a:lnTo>
                  <a:lnTo>
                    <a:pt x="1187241" y="1126750"/>
                  </a:lnTo>
                  <a:lnTo>
                    <a:pt x="1188321" y="1127549"/>
                  </a:lnTo>
                  <a:lnTo>
                    <a:pt x="1189400" y="1128355"/>
                  </a:lnTo>
                  <a:lnTo>
                    <a:pt x="1204749" y="1139817"/>
                  </a:lnTo>
                  <a:lnTo>
                    <a:pt x="1205828" y="1140623"/>
                  </a:lnTo>
                  <a:lnTo>
                    <a:pt x="1206907" y="1141434"/>
                  </a:lnTo>
                  <a:lnTo>
                    <a:pt x="1222256" y="1152975"/>
                  </a:lnTo>
                  <a:lnTo>
                    <a:pt x="1223335" y="1153786"/>
                  </a:lnTo>
                  <a:lnTo>
                    <a:pt x="1224415" y="1154603"/>
                  </a:lnTo>
                  <a:lnTo>
                    <a:pt x="1239763" y="1166211"/>
                  </a:lnTo>
                  <a:lnTo>
                    <a:pt x="1240842" y="1167027"/>
                  </a:lnTo>
                  <a:lnTo>
                    <a:pt x="1241922" y="1167848"/>
                  </a:lnTo>
                  <a:lnTo>
                    <a:pt x="1257270" y="1179519"/>
                  </a:lnTo>
                  <a:lnTo>
                    <a:pt x="1258349" y="1180339"/>
                  </a:lnTo>
                  <a:lnTo>
                    <a:pt x="1259429" y="1181162"/>
                  </a:lnTo>
                  <a:lnTo>
                    <a:pt x="1274777" y="1192852"/>
                  </a:lnTo>
                  <a:lnTo>
                    <a:pt x="1275856" y="1193674"/>
                  </a:lnTo>
                  <a:lnTo>
                    <a:pt x="1276936" y="1194496"/>
                  </a:lnTo>
                  <a:lnTo>
                    <a:pt x="1292284" y="1206186"/>
                  </a:lnTo>
                  <a:lnTo>
                    <a:pt x="1293363" y="1207008"/>
                  </a:lnTo>
                  <a:lnTo>
                    <a:pt x="1294443" y="1207829"/>
                  </a:lnTo>
                  <a:lnTo>
                    <a:pt x="1309791" y="1219500"/>
                  </a:lnTo>
                  <a:lnTo>
                    <a:pt x="1310870" y="1220321"/>
                  </a:lnTo>
                  <a:lnTo>
                    <a:pt x="1311950" y="1221138"/>
                  </a:lnTo>
                  <a:lnTo>
                    <a:pt x="1327298" y="1232755"/>
                  </a:lnTo>
                  <a:lnTo>
                    <a:pt x="1328377" y="1233572"/>
                  </a:lnTo>
                  <a:lnTo>
                    <a:pt x="1329457" y="1234383"/>
                  </a:lnTo>
                  <a:lnTo>
                    <a:pt x="1344805" y="1245905"/>
                  </a:lnTo>
                  <a:lnTo>
                    <a:pt x="1345885" y="1246716"/>
                  </a:lnTo>
                  <a:lnTo>
                    <a:pt x="1346964" y="1247519"/>
                  </a:lnTo>
                  <a:lnTo>
                    <a:pt x="1362312" y="1258937"/>
                  </a:lnTo>
                  <a:lnTo>
                    <a:pt x="1363392" y="1259740"/>
                  </a:lnTo>
                  <a:lnTo>
                    <a:pt x="1364471" y="1260535"/>
                  </a:lnTo>
                  <a:lnTo>
                    <a:pt x="1379819" y="1271829"/>
                  </a:lnTo>
                  <a:lnTo>
                    <a:pt x="1380899" y="1272623"/>
                  </a:lnTo>
                  <a:lnTo>
                    <a:pt x="1381978" y="1273406"/>
                  </a:lnTo>
                  <a:lnTo>
                    <a:pt x="1397326" y="1284545"/>
                  </a:lnTo>
                  <a:lnTo>
                    <a:pt x="1398406" y="1285328"/>
                  </a:lnTo>
                  <a:lnTo>
                    <a:pt x="1399485" y="1286095"/>
                  </a:lnTo>
                  <a:lnTo>
                    <a:pt x="1414833" y="1296990"/>
                  </a:lnTo>
                  <a:lnTo>
                    <a:pt x="1415913" y="1297757"/>
                  </a:lnTo>
                  <a:lnTo>
                    <a:pt x="1416992" y="1298509"/>
                  </a:lnTo>
                  <a:lnTo>
                    <a:pt x="1432340" y="1309198"/>
                  </a:lnTo>
                  <a:lnTo>
                    <a:pt x="1433420" y="1309949"/>
                  </a:lnTo>
                  <a:lnTo>
                    <a:pt x="1434499" y="1310686"/>
                  </a:lnTo>
                  <a:lnTo>
                    <a:pt x="1449847" y="1321151"/>
                  </a:lnTo>
                  <a:lnTo>
                    <a:pt x="1450927" y="1321888"/>
                  </a:lnTo>
                  <a:lnTo>
                    <a:pt x="1452006" y="1322607"/>
                  </a:lnTo>
                  <a:lnTo>
                    <a:pt x="1467355" y="1332834"/>
                  </a:lnTo>
                  <a:lnTo>
                    <a:pt x="1468434" y="1333553"/>
                  </a:lnTo>
                  <a:lnTo>
                    <a:pt x="1469513" y="1334248"/>
                  </a:lnTo>
                  <a:lnTo>
                    <a:pt x="1484862" y="1344124"/>
                  </a:lnTo>
                  <a:lnTo>
                    <a:pt x="1485941" y="1344819"/>
                  </a:lnTo>
                  <a:lnTo>
                    <a:pt x="1487021" y="1345492"/>
                  </a:lnTo>
                  <a:lnTo>
                    <a:pt x="1502369" y="1355063"/>
                  </a:lnTo>
                  <a:lnTo>
                    <a:pt x="1503448" y="1355736"/>
                  </a:lnTo>
                  <a:lnTo>
                    <a:pt x="1504528" y="1356389"/>
                  </a:lnTo>
                  <a:lnTo>
                    <a:pt x="1519876" y="1365667"/>
                  </a:lnTo>
                  <a:lnTo>
                    <a:pt x="1520955" y="1366319"/>
                  </a:lnTo>
                  <a:lnTo>
                    <a:pt x="1522035" y="1366951"/>
                  </a:lnTo>
                  <a:lnTo>
                    <a:pt x="1537383" y="1375928"/>
                  </a:lnTo>
                  <a:lnTo>
                    <a:pt x="1538462" y="1376559"/>
                  </a:lnTo>
                  <a:lnTo>
                    <a:pt x="1539542" y="1377164"/>
                  </a:lnTo>
                  <a:lnTo>
                    <a:pt x="1554890" y="1385770"/>
                  </a:lnTo>
                  <a:lnTo>
                    <a:pt x="1555969" y="1386376"/>
                  </a:lnTo>
                  <a:lnTo>
                    <a:pt x="1557049" y="1386953"/>
                  </a:lnTo>
                  <a:lnTo>
                    <a:pt x="1572397" y="1395169"/>
                  </a:lnTo>
                  <a:lnTo>
                    <a:pt x="1573476" y="1395747"/>
                  </a:lnTo>
                  <a:lnTo>
                    <a:pt x="1574556" y="1396302"/>
                  </a:lnTo>
                  <a:lnTo>
                    <a:pt x="1589904" y="1404198"/>
                  </a:lnTo>
                  <a:lnTo>
                    <a:pt x="1590983" y="1404754"/>
                  </a:lnTo>
                  <a:lnTo>
                    <a:pt x="1592063" y="1405286"/>
                  </a:lnTo>
                  <a:lnTo>
                    <a:pt x="1607411" y="1412864"/>
                  </a:lnTo>
                  <a:lnTo>
                    <a:pt x="1608491" y="1413397"/>
                  </a:lnTo>
                  <a:lnTo>
                    <a:pt x="1609570" y="1413906"/>
                  </a:lnTo>
                  <a:lnTo>
                    <a:pt x="1624918" y="1421151"/>
                  </a:lnTo>
                  <a:lnTo>
                    <a:pt x="1625998" y="1421661"/>
                  </a:lnTo>
                  <a:lnTo>
                    <a:pt x="1627077" y="1422140"/>
                  </a:lnTo>
                  <a:lnTo>
                    <a:pt x="1642425" y="1428957"/>
                  </a:lnTo>
                  <a:lnTo>
                    <a:pt x="1643505" y="1429437"/>
                  </a:lnTo>
                  <a:lnTo>
                    <a:pt x="1644584" y="1429895"/>
                  </a:lnTo>
                  <a:lnTo>
                    <a:pt x="1659932" y="1436413"/>
                  </a:lnTo>
                  <a:lnTo>
                    <a:pt x="1661012" y="1436872"/>
                  </a:lnTo>
                  <a:lnTo>
                    <a:pt x="1662091" y="1437310"/>
                  </a:lnTo>
                  <a:lnTo>
                    <a:pt x="1677439" y="1443537"/>
                  </a:lnTo>
                  <a:lnTo>
                    <a:pt x="1678519" y="1443975"/>
                  </a:lnTo>
                  <a:lnTo>
                    <a:pt x="1679598" y="1444394"/>
                  </a:lnTo>
                  <a:lnTo>
                    <a:pt x="1694946" y="1450340"/>
                  </a:lnTo>
                  <a:lnTo>
                    <a:pt x="1696026" y="1450759"/>
                  </a:lnTo>
                  <a:lnTo>
                    <a:pt x="1697105" y="1451152"/>
                  </a:lnTo>
                  <a:lnTo>
                    <a:pt x="1712453" y="1456749"/>
                  </a:lnTo>
                  <a:lnTo>
                    <a:pt x="1713533" y="1457142"/>
                  </a:lnTo>
                  <a:lnTo>
                    <a:pt x="1714612" y="1457517"/>
                  </a:lnTo>
                  <a:lnTo>
                    <a:pt x="1729960" y="1462849"/>
                  </a:lnTo>
                  <a:lnTo>
                    <a:pt x="1731040" y="1463224"/>
                  </a:lnTo>
                  <a:lnTo>
                    <a:pt x="1732119" y="1463583"/>
                  </a:lnTo>
                  <a:lnTo>
                    <a:pt x="1747468" y="1468690"/>
                  </a:lnTo>
                  <a:lnTo>
                    <a:pt x="1748547" y="1469049"/>
                  </a:lnTo>
                  <a:lnTo>
                    <a:pt x="1749627" y="1469393"/>
                  </a:lnTo>
                  <a:lnTo>
                    <a:pt x="1764975" y="1474291"/>
                  </a:lnTo>
                  <a:lnTo>
                    <a:pt x="1766054" y="1474635"/>
                  </a:lnTo>
                  <a:lnTo>
                    <a:pt x="1767134" y="1474964"/>
                  </a:lnTo>
                  <a:lnTo>
                    <a:pt x="1782482" y="1479639"/>
                  </a:lnTo>
                  <a:lnTo>
                    <a:pt x="1783561" y="1479967"/>
                  </a:lnTo>
                  <a:lnTo>
                    <a:pt x="1784641" y="1480282"/>
                  </a:lnTo>
                  <a:lnTo>
                    <a:pt x="1799989" y="1484756"/>
                  </a:lnTo>
                  <a:lnTo>
                    <a:pt x="1801068" y="1485071"/>
                  </a:lnTo>
                  <a:lnTo>
                    <a:pt x="1802148" y="1485376"/>
                  </a:lnTo>
                  <a:lnTo>
                    <a:pt x="1817496" y="1489714"/>
                  </a:lnTo>
                  <a:lnTo>
                    <a:pt x="1818575" y="1490019"/>
                  </a:lnTo>
                  <a:lnTo>
                    <a:pt x="1819655" y="1490316"/>
                  </a:lnTo>
                  <a:lnTo>
                    <a:pt x="1835003" y="1494535"/>
                  </a:lnTo>
                  <a:lnTo>
                    <a:pt x="1836082" y="1494831"/>
                  </a:lnTo>
                  <a:lnTo>
                    <a:pt x="1837162" y="1495121"/>
                  </a:lnTo>
                  <a:lnTo>
                    <a:pt x="1852510" y="1499234"/>
                  </a:lnTo>
                  <a:lnTo>
                    <a:pt x="1853589" y="1499524"/>
                  </a:lnTo>
                  <a:lnTo>
                    <a:pt x="1854669" y="1499806"/>
                  </a:lnTo>
                  <a:lnTo>
                    <a:pt x="1870017" y="1503819"/>
                  </a:lnTo>
                  <a:lnTo>
                    <a:pt x="1871096" y="1504101"/>
                  </a:lnTo>
                  <a:lnTo>
                    <a:pt x="1872176" y="1504380"/>
                  </a:lnTo>
                  <a:lnTo>
                    <a:pt x="1887524" y="1508348"/>
                  </a:lnTo>
                  <a:lnTo>
                    <a:pt x="1888604" y="1508627"/>
                  </a:lnTo>
                  <a:lnTo>
                    <a:pt x="1889683" y="1508904"/>
                  </a:lnTo>
                  <a:lnTo>
                    <a:pt x="1905031" y="1512841"/>
                  </a:lnTo>
                  <a:lnTo>
                    <a:pt x="1906111" y="1513118"/>
                  </a:lnTo>
                  <a:lnTo>
                    <a:pt x="1907190" y="1513394"/>
                  </a:lnTo>
                  <a:lnTo>
                    <a:pt x="1922538" y="1517317"/>
                  </a:lnTo>
                  <a:lnTo>
                    <a:pt x="1923618" y="1517593"/>
                  </a:lnTo>
                  <a:lnTo>
                    <a:pt x="1924697" y="1517869"/>
                  </a:lnTo>
                  <a:lnTo>
                    <a:pt x="1940045" y="1521800"/>
                  </a:lnTo>
                  <a:lnTo>
                    <a:pt x="1941125" y="1522077"/>
                  </a:lnTo>
                  <a:lnTo>
                    <a:pt x="1942204" y="1522355"/>
                  </a:lnTo>
                  <a:lnTo>
                    <a:pt x="1957552" y="1526318"/>
                  </a:lnTo>
                  <a:lnTo>
                    <a:pt x="1958632" y="1526597"/>
                  </a:lnTo>
                  <a:lnTo>
                    <a:pt x="1959711" y="1526879"/>
                  </a:lnTo>
                  <a:lnTo>
                    <a:pt x="1975059" y="1530883"/>
                  </a:lnTo>
                  <a:lnTo>
                    <a:pt x="1976139" y="1531165"/>
                  </a:lnTo>
                  <a:lnTo>
                    <a:pt x="1977218" y="1531450"/>
                  </a:lnTo>
                  <a:lnTo>
                    <a:pt x="1992566" y="1535506"/>
                  </a:lnTo>
                  <a:lnTo>
                    <a:pt x="1993646" y="1535791"/>
                  </a:lnTo>
                  <a:lnTo>
                    <a:pt x="1994725" y="1536082"/>
                  </a:lnTo>
                  <a:lnTo>
                    <a:pt x="2010074" y="1540211"/>
                  </a:lnTo>
                  <a:lnTo>
                    <a:pt x="2011153" y="1540502"/>
                  </a:lnTo>
                  <a:lnTo>
                    <a:pt x="2012232" y="1540799"/>
                  </a:lnTo>
                  <a:lnTo>
                    <a:pt x="2027581" y="1545024"/>
                  </a:lnTo>
                  <a:lnTo>
                    <a:pt x="2028660" y="1545321"/>
                  </a:lnTo>
                  <a:lnTo>
                    <a:pt x="2029740" y="1545624"/>
                  </a:lnTo>
                  <a:lnTo>
                    <a:pt x="2045088" y="1549932"/>
                  </a:lnTo>
                  <a:lnTo>
                    <a:pt x="2046167" y="1550235"/>
                  </a:lnTo>
                  <a:lnTo>
                    <a:pt x="2047247" y="1550544"/>
                  </a:lnTo>
                  <a:lnTo>
                    <a:pt x="2062595" y="1554938"/>
                  </a:lnTo>
                  <a:lnTo>
                    <a:pt x="2063674" y="1555247"/>
                  </a:lnTo>
                  <a:lnTo>
                    <a:pt x="2064754" y="1555562"/>
                  </a:lnTo>
                  <a:lnTo>
                    <a:pt x="2080102" y="1560047"/>
                  </a:lnTo>
                  <a:lnTo>
                    <a:pt x="2081181" y="1560363"/>
                  </a:lnTo>
                  <a:lnTo>
                    <a:pt x="2082261" y="1560687"/>
                  </a:lnTo>
                  <a:lnTo>
                    <a:pt x="2097609" y="1565301"/>
                  </a:lnTo>
                  <a:lnTo>
                    <a:pt x="2098688" y="1565626"/>
                  </a:lnTo>
                  <a:lnTo>
                    <a:pt x="2099768" y="1565956"/>
                  </a:lnTo>
                  <a:lnTo>
                    <a:pt x="2115116" y="1570659"/>
                  </a:lnTo>
                  <a:lnTo>
                    <a:pt x="2116195" y="1570990"/>
                  </a:lnTo>
                  <a:lnTo>
                    <a:pt x="2117275" y="1571327"/>
                  </a:lnTo>
                  <a:lnTo>
                    <a:pt x="2132623" y="1576116"/>
                  </a:lnTo>
                  <a:lnTo>
                    <a:pt x="2133702" y="1576453"/>
                  </a:lnTo>
                  <a:lnTo>
                    <a:pt x="2134782" y="1576796"/>
                  </a:lnTo>
                  <a:lnTo>
                    <a:pt x="2150130" y="1581668"/>
                  </a:lnTo>
                  <a:lnTo>
                    <a:pt x="2151210" y="1582011"/>
                  </a:lnTo>
                  <a:lnTo>
                    <a:pt x="2152289" y="1582360"/>
                  </a:lnTo>
                  <a:lnTo>
                    <a:pt x="2167637" y="1587330"/>
                  </a:lnTo>
                  <a:lnTo>
                    <a:pt x="2168717" y="1587680"/>
                  </a:lnTo>
                  <a:lnTo>
                    <a:pt x="2169796" y="1588035"/>
                  </a:lnTo>
                  <a:lnTo>
                    <a:pt x="2185144" y="1593079"/>
                  </a:lnTo>
                  <a:lnTo>
                    <a:pt x="2186224" y="1593433"/>
                  </a:lnTo>
                  <a:lnTo>
                    <a:pt x="2187303" y="1593792"/>
                  </a:lnTo>
                  <a:lnTo>
                    <a:pt x="2202651" y="1598891"/>
                  </a:lnTo>
                  <a:lnTo>
                    <a:pt x="2203731" y="1599250"/>
                  </a:lnTo>
                  <a:lnTo>
                    <a:pt x="2204810" y="1599612"/>
                  </a:lnTo>
                  <a:lnTo>
                    <a:pt x="2220158" y="1604758"/>
                  </a:lnTo>
                  <a:lnTo>
                    <a:pt x="2221238" y="1605120"/>
                  </a:lnTo>
                  <a:lnTo>
                    <a:pt x="2222317" y="1605485"/>
                  </a:lnTo>
                  <a:lnTo>
                    <a:pt x="2237665" y="1610672"/>
                  </a:lnTo>
                  <a:lnTo>
                    <a:pt x="2238745" y="1611037"/>
                  </a:lnTo>
                  <a:lnTo>
                    <a:pt x="2239824" y="1611404"/>
                  </a:lnTo>
                  <a:lnTo>
                    <a:pt x="2255172" y="1616616"/>
                  </a:lnTo>
                  <a:lnTo>
                    <a:pt x="2256252" y="1616982"/>
                  </a:lnTo>
                  <a:lnTo>
                    <a:pt x="2257331" y="1617349"/>
                  </a:lnTo>
                  <a:lnTo>
                    <a:pt x="2272680" y="1622564"/>
                  </a:lnTo>
                  <a:lnTo>
                    <a:pt x="2273759" y="1622931"/>
                  </a:lnTo>
                  <a:lnTo>
                    <a:pt x="2274838" y="1623298"/>
                  </a:lnTo>
                  <a:lnTo>
                    <a:pt x="2290187" y="1628506"/>
                  </a:lnTo>
                  <a:lnTo>
                    <a:pt x="2291266" y="1628872"/>
                  </a:lnTo>
                  <a:lnTo>
                    <a:pt x="2292346" y="1629237"/>
                  </a:lnTo>
                  <a:lnTo>
                    <a:pt x="2307694" y="1634427"/>
                  </a:lnTo>
                  <a:lnTo>
                    <a:pt x="2308773" y="1634792"/>
                  </a:lnTo>
                  <a:lnTo>
                    <a:pt x="2309853" y="1635154"/>
                  </a:lnTo>
                  <a:lnTo>
                    <a:pt x="2325201" y="1640291"/>
                  </a:lnTo>
                  <a:lnTo>
                    <a:pt x="2326280" y="1640652"/>
                  </a:lnTo>
                  <a:lnTo>
                    <a:pt x="2327360" y="1641010"/>
                  </a:lnTo>
                  <a:lnTo>
                    <a:pt x="2342708" y="1646091"/>
                  </a:lnTo>
                  <a:lnTo>
                    <a:pt x="2343787" y="1646448"/>
                  </a:lnTo>
                  <a:lnTo>
                    <a:pt x="2344867" y="1646801"/>
                  </a:lnTo>
                  <a:lnTo>
                    <a:pt x="2360215" y="1651815"/>
                  </a:lnTo>
                  <a:lnTo>
                    <a:pt x="2361294" y="1652168"/>
                  </a:lnTo>
                  <a:lnTo>
                    <a:pt x="2362374" y="1652515"/>
                  </a:lnTo>
                  <a:lnTo>
                    <a:pt x="2377722" y="1657453"/>
                  </a:lnTo>
                  <a:lnTo>
                    <a:pt x="2378801" y="1657800"/>
                  </a:lnTo>
                  <a:lnTo>
                    <a:pt x="2379881" y="1658139"/>
                  </a:lnTo>
                  <a:lnTo>
                    <a:pt x="2395229" y="1662959"/>
                  </a:lnTo>
                  <a:lnTo>
                    <a:pt x="2396308" y="1663298"/>
                  </a:lnTo>
                  <a:lnTo>
                    <a:pt x="2397388" y="1663629"/>
                  </a:lnTo>
                  <a:lnTo>
                    <a:pt x="2412736" y="1668325"/>
                  </a:lnTo>
                  <a:lnTo>
                    <a:pt x="2413815" y="1668655"/>
                  </a:lnTo>
                  <a:lnTo>
                    <a:pt x="2414895" y="1668977"/>
                  </a:lnTo>
                  <a:lnTo>
                    <a:pt x="2430243" y="1673555"/>
                  </a:lnTo>
                  <a:lnTo>
                    <a:pt x="2431323" y="1673877"/>
                  </a:lnTo>
                  <a:lnTo>
                    <a:pt x="2432402" y="1674190"/>
                  </a:lnTo>
                  <a:lnTo>
                    <a:pt x="2447750" y="1678641"/>
                  </a:lnTo>
                  <a:lnTo>
                    <a:pt x="2448830" y="1678955"/>
                  </a:lnTo>
                  <a:lnTo>
                    <a:pt x="2449909" y="1679257"/>
                  </a:lnTo>
                  <a:lnTo>
                    <a:pt x="2465257" y="1683556"/>
                  </a:lnTo>
                  <a:lnTo>
                    <a:pt x="2466337" y="1683859"/>
                  </a:lnTo>
                  <a:lnTo>
                    <a:pt x="2467416" y="1684148"/>
                  </a:lnTo>
                  <a:lnTo>
                    <a:pt x="2482764" y="1688258"/>
                  </a:lnTo>
                  <a:lnTo>
                    <a:pt x="2483844" y="1688547"/>
                  </a:lnTo>
                  <a:lnTo>
                    <a:pt x="2484923" y="1688826"/>
                  </a:lnTo>
                  <a:lnTo>
                    <a:pt x="2500271" y="1692784"/>
                  </a:lnTo>
                  <a:lnTo>
                    <a:pt x="2501351" y="1693062"/>
                  </a:lnTo>
                  <a:lnTo>
                    <a:pt x="2502430" y="1693330"/>
                  </a:lnTo>
                  <a:lnTo>
                    <a:pt x="2517778" y="1697131"/>
                  </a:lnTo>
                  <a:lnTo>
                    <a:pt x="2518858" y="1697399"/>
                  </a:lnTo>
                  <a:lnTo>
                    <a:pt x="2519937" y="1697655"/>
                  </a:lnTo>
                  <a:lnTo>
                    <a:pt x="2535285" y="1701297"/>
                  </a:lnTo>
                  <a:lnTo>
                    <a:pt x="2536365" y="1701553"/>
                  </a:lnTo>
                  <a:lnTo>
                    <a:pt x="2537444" y="1701793"/>
                  </a:lnTo>
                  <a:lnTo>
                    <a:pt x="2552793" y="1705206"/>
                  </a:lnTo>
                  <a:lnTo>
                    <a:pt x="2553872" y="1705446"/>
                  </a:lnTo>
                  <a:lnTo>
                    <a:pt x="2554951" y="1705674"/>
                  </a:lnTo>
                  <a:lnTo>
                    <a:pt x="2570300" y="1708920"/>
                  </a:lnTo>
                  <a:lnTo>
                    <a:pt x="2571379" y="1709149"/>
                  </a:lnTo>
                  <a:lnTo>
                    <a:pt x="2572459" y="1709365"/>
                  </a:lnTo>
                  <a:lnTo>
                    <a:pt x="2587807" y="1712448"/>
                  </a:lnTo>
                  <a:lnTo>
                    <a:pt x="2588886" y="1712665"/>
                  </a:lnTo>
                  <a:lnTo>
                    <a:pt x="2589966" y="1712870"/>
                  </a:lnTo>
                  <a:lnTo>
                    <a:pt x="2605314" y="1715791"/>
                  </a:lnTo>
                  <a:lnTo>
                    <a:pt x="2606393" y="1715996"/>
                  </a:lnTo>
                  <a:lnTo>
                    <a:pt x="2607473" y="1716188"/>
                  </a:lnTo>
                  <a:lnTo>
                    <a:pt x="2622821" y="1718908"/>
                  </a:lnTo>
                  <a:lnTo>
                    <a:pt x="2623900" y="1719099"/>
                  </a:lnTo>
                  <a:lnTo>
                    <a:pt x="2624980" y="1719278"/>
                  </a:lnTo>
                  <a:lnTo>
                    <a:pt x="2640328" y="1721820"/>
                  </a:lnTo>
                  <a:lnTo>
                    <a:pt x="2641407" y="1721999"/>
                  </a:lnTo>
                  <a:lnTo>
                    <a:pt x="2642487" y="1722167"/>
                  </a:lnTo>
                  <a:lnTo>
                    <a:pt x="2657835" y="1724561"/>
                  </a:lnTo>
                  <a:lnTo>
                    <a:pt x="2658914" y="1724729"/>
                  </a:lnTo>
                  <a:lnTo>
                    <a:pt x="2659994" y="1724888"/>
                  </a:lnTo>
                  <a:lnTo>
                    <a:pt x="2675342" y="1727139"/>
                  </a:lnTo>
                  <a:lnTo>
                    <a:pt x="2676421" y="1727298"/>
                  </a:lnTo>
                  <a:lnTo>
                    <a:pt x="2677501" y="1727445"/>
                  </a:lnTo>
                  <a:lnTo>
                    <a:pt x="2692849" y="1729546"/>
                  </a:lnTo>
                  <a:lnTo>
                    <a:pt x="2693929" y="1729693"/>
                  </a:lnTo>
                  <a:lnTo>
                    <a:pt x="2695008" y="1729830"/>
                  </a:lnTo>
                  <a:lnTo>
                    <a:pt x="2710356" y="1731765"/>
                  </a:lnTo>
                  <a:lnTo>
                    <a:pt x="2711436" y="1731901"/>
                  </a:lnTo>
                  <a:lnTo>
                    <a:pt x="2712515" y="1732030"/>
                  </a:lnTo>
                  <a:lnTo>
                    <a:pt x="2727863" y="1733851"/>
                  </a:lnTo>
                  <a:lnTo>
                    <a:pt x="2728943" y="1733979"/>
                  </a:lnTo>
                  <a:lnTo>
                    <a:pt x="2730022" y="1734100"/>
                  </a:lnTo>
                  <a:lnTo>
                    <a:pt x="2745370" y="1735814"/>
                  </a:lnTo>
                  <a:lnTo>
                    <a:pt x="2746450" y="1735935"/>
                  </a:lnTo>
                  <a:lnTo>
                    <a:pt x="2747529" y="1736048"/>
                  </a:lnTo>
                  <a:lnTo>
                    <a:pt x="2762877" y="1737663"/>
                  </a:lnTo>
                  <a:lnTo>
                    <a:pt x="2763957" y="1737777"/>
                  </a:lnTo>
                  <a:lnTo>
                    <a:pt x="2765036" y="1737882"/>
                  </a:lnTo>
                  <a:lnTo>
                    <a:pt x="2780384" y="1739377"/>
                  </a:lnTo>
                  <a:lnTo>
                    <a:pt x="2781464" y="1739483"/>
                  </a:lnTo>
                  <a:lnTo>
                    <a:pt x="2782543" y="1739583"/>
                  </a:lnTo>
                  <a:lnTo>
                    <a:pt x="2797891" y="1741004"/>
                  </a:lnTo>
                  <a:lnTo>
                    <a:pt x="2798971" y="1741104"/>
                  </a:lnTo>
                  <a:lnTo>
                    <a:pt x="2800050" y="1741199"/>
                  </a:lnTo>
                  <a:lnTo>
                    <a:pt x="2815399" y="1742557"/>
                  </a:lnTo>
                  <a:lnTo>
                    <a:pt x="2816478" y="1742652"/>
                  </a:lnTo>
                  <a:lnTo>
                    <a:pt x="2817557" y="1742744"/>
                  </a:lnTo>
                  <a:lnTo>
                    <a:pt x="2832906" y="1744047"/>
                  </a:lnTo>
                  <a:lnTo>
                    <a:pt x="2833985" y="1744139"/>
                  </a:lnTo>
                  <a:lnTo>
                    <a:pt x="2835065" y="1744226"/>
                  </a:lnTo>
                  <a:lnTo>
                    <a:pt x="2850413" y="1745475"/>
                  </a:lnTo>
                  <a:lnTo>
                    <a:pt x="2851492" y="1745563"/>
                  </a:lnTo>
                  <a:lnTo>
                    <a:pt x="2852572" y="1745649"/>
                  </a:lnTo>
                  <a:lnTo>
                    <a:pt x="2867920" y="1746862"/>
                  </a:lnTo>
                  <a:lnTo>
                    <a:pt x="2868999" y="1746948"/>
                  </a:lnTo>
                  <a:lnTo>
                    <a:pt x="2870079" y="1747032"/>
                  </a:lnTo>
                  <a:lnTo>
                    <a:pt x="2885427" y="1748226"/>
                  </a:lnTo>
                  <a:lnTo>
                    <a:pt x="2886506" y="1748309"/>
                  </a:lnTo>
                  <a:lnTo>
                    <a:pt x="2887586" y="1748393"/>
                  </a:lnTo>
                  <a:lnTo>
                    <a:pt x="2902934" y="1749574"/>
                  </a:lnTo>
                  <a:lnTo>
                    <a:pt x="2904013" y="1749657"/>
                  </a:lnTo>
                  <a:lnTo>
                    <a:pt x="2905093" y="1749740"/>
                  </a:lnTo>
                  <a:lnTo>
                    <a:pt x="2920441" y="1750916"/>
                  </a:lnTo>
                  <a:lnTo>
                    <a:pt x="2921520" y="1750998"/>
                  </a:lnTo>
                  <a:lnTo>
                    <a:pt x="2922600" y="1751082"/>
                  </a:lnTo>
                  <a:lnTo>
                    <a:pt x="2937948" y="1752267"/>
                  </a:lnTo>
                  <a:lnTo>
                    <a:pt x="2939027" y="1752350"/>
                  </a:lnTo>
                  <a:lnTo>
                    <a:pt x="2940107" y="1752434"/>
                  </a:lnTo>
                  <a:lnTo>
                    <a:pt x="2955455" y="1753634"/>
                  </a:lnTo>
                  <a:lnTo>
                    <a:pt x="2956534" y="1753719"/>
                  </a:lnTo>
                  <a:lnTo>
                    <a:pt x="2957614" y="1753805"/>
                  </a:lnTo>
                  <a:lnTo>
                    <a:pt x="2972962" y="1755025"/>
                  </a:lnTo>
                  <a:lnTo>
                    <a:pt x="2974042" y="1755111"/>
                  </a:lnTo>
                  <a:lnTo>
                    <a:pt x="2975121" y="1755198"/>
                  </a:lnTo>
                  <a:lnTo>
                    <a:pt x="2990469" y="1756444"/>
                  </a:lnTo>
                  <a:lnTo>
                    <a:pt x="2991549" y="1756531"/>
                  </a:lnTo>
                  <a:lnTo>
                    <a:pt x="2992628" y="1756622"/>
                  </a:lnTo>
                  <a:lnTo>
                    <a:pt x="3007976" y="1757911"/>
                  </a:lnTo>
                  <a:lnTo>
                    <a:pt x="3009056" y="1758002"/>
                  </a:lnTo>
                  <a:lnTo>
                    <a:pt x="3010135" y="1758095"/>
                  </a:lnTo>
                  <a:lnTo>
                    <a:pt x="3025483" y="1759423"/>
                  </a:lnTo>
                  <a:lnTo>
                    <a:pt x="3026563" y="1759517"/>
                  </a:lnTo>
                  <a:lnTo>
                    <a:pt x="3027642" y="1759613"/>
                  </a:lnTo>
                  <a:lnTo>
                    <a:pt x="3042990" y="1760980"/>
                  </a:lnTo>
                  <a:lnTo>
                    <a:pt x="3044070" y="1761076"/>
                  </a:lnTo>
                  <a:lnTo>
                    <a:pt x="3045149" y="1761176"/>
                  </a:lnTo>
                  <a:lnTo>
                    <a:pt x="3060497" y="1762585"/>
                  </a:lnTo>
                  <a:lnTo>
                    <a:pt x="3061577" y="1762684"/>
                  </a:lnTo>
                  <a:lnTo>
                    <a:pt x="3062656" y="1762787"/>
                  </a:lnTo>
                  <a:lnTo>
                    <a:pt x="3078004" y="1764249"/>
                  </a:lnTo>
                  <a:lnTo>
                    <a:pt x="3079084" y="1764352"/>
                  </a:lnTo>
                  <a:lnTo>
                    <a:pt x="3080163" y="1764458"/>
                  </a:lnTo>
                  <a:lnTo>
                    <a:pt x="3095512" y="1765973"/>
                  </a:lnTo>
                  <a:lnTo>
                    <a:pt x="3096591" y="1766080"/>
                  </a:lnTo>
                  <a:lnTo>
                    <a:pt x="3097670" y="1766190"/>
                  </a:lnTo>
                  <a:lnTo>
                    <a:pt x="3113019" y="1767749"/>
                  </a:lnTo>
                  <a:lnTo>
                    <a:pt x="3114098" y="1767858"/>
                  </a:lnTo>
                  <a:lnTo>
                    <a:pt x="3115178" y="1767971"/>
                  </a:lnTo>
                  <a:lnTo>
                    <a:pt x="3130526" y="1769573"/>
                  </a:lnTo>
                  <a:lnTo>
                    <a:pt x="3131605" y="1769686"/>
                  </a:lnTo>
                  <a:lnTo>
                    <a:pt x="3132685" y="1769802"/>
                  </a:lnTo>
                  <a:lnTo>
                    <a:pt x="3148033" y="1771448"/>
                  </a:lnTo>
                  <a:lnTo>
                    <a:pt x="3149112" y="1771564"/>
                  </a:lnTo>
                  <a:lnTo>
                    <a:pt x="3150192" y="1771684"/>
                  </a:lnTo>
                  <a:lnTo>
                    <a:pt x="3165540" y="1773383"/>
                  </a:lnTo>
                  <a:lnTo>
                    <a:pt x="3166619" y="1773502"/>
                  </a:lnTo>
                  <a:lnTo>
                    <a:pt x="3167699" y="1773624"/>
                  </a:lnTo>
                  <a:lnTo>
                    <a:pt x="3183047" y="1775358"/>
                  </a:lnTo>
                  <a:lnTo>
                    <a:pt x="3184126" y="1775480"/>
                  </a:lnTo>
                  <a:lnTo>
                    <a:pt x="3185206" y="1775604"/>
                  </a:lnTo>
                  <a:lnTo>
                    <a:pt x="3200554" y="1777369"/>
                  </a:lnTo>
                  <a:lnTo>
                    <a:pt x="3201633" y="1777493"/>
                  </a:lnTo>
                  <a:lnTo>
                    <a:pt x="3202713" y="1777620"/>
                  </a:lnTo>
                  <a:lnTo>
                    <a:pt x="3218061" y="1779414"/>
                  </a:lnTo>
                  <a:lnTo>
                    <a:pt x="3219140" y="1779540"/>
                  </a:lnTo>
                  <a:lnTo>
                    <a:pt x="3220220" y="1779668"/>
                  </a:lnTo>
                  <a:lnTo>
                    <a:pt x="3235568" y="1781494"/>
                  </a:lnTo>
                  <a:lnTo>
                    <a:pt x="3236648" y="1781622"/>
                  </a:lnTo>
                  <a:lnTo>
                    <a:pt x="3237727" y="1781752"/>
                  </a:lnTo>
                  <a:lnTo>
                    <a:pt x="3253075" y="1783595"/>
                  </a:lnTo>
                  <a:lnTo>
                    <a:pt x="3254155" y="1783725"/>
                  </a:lnTo>
                  <a:lnTo>
                    <a:pt x="3255234" y="1783856"/>
                  </a:lnTo>
                  <a:lnTo>
                    <a:pt x="3270582" y="1785711"/>
                  </a:lnTo>
                  <a:lnTo>
                    <a:pt x="3271662" y="1785842"/>
                  </a:lnTo>
                  <a:lnTo>
                    <a:pt x="3272741" y="1785973"/>
                  </a:lnTo>
                  <a:lnTo>
                    <a:pt x="3288089" y="1787837"/>
                  </a:lnTo>
                  <a:lnTo>
                    <a:pt x="3289169" y="1787968"/>
                  </a:lnTo>
                  <a:lnTo>
                    <a:pt x="3290248" y="1788099"/>
                  </a:lnTo>
                  <a:lnTo>
                    <a:pt x="3305596" y="1789966"/>
                  </a:lnTo>
                  <a:lnTo>
                    <a:pt x="3306676" y="1790097"/>
                  </a:lnTo>
                  <a:lnTo>
                    <a:pt x="3307755" y="1790228"/>
                  </a:lnTo>
                  <a:lnTo>
                    <a:pt x="3323103" y="1792089"/>
                  </a:lnTo>
                  <a:lnTo>
                    <a:pt x="3324183" y="1792220"/>
                  </a:lnTo>
                  <a:lnTo>
                    <a:pt x="3325262" y="1792350"/>
                  </a:lnTo>
                  <a:lnTo>
                    <a:pt x="3340610" y="1794200"/>
                  </a:lnTo>
                  <a:lnTo>
                    <a:pt x="3341690" y="1794330"/>
                  </a:lnTo>
                  <a:lnTo>
                    <a:pt x="3342769" y="1794459"/>
                  </a:lnTo>
                  <a:lnTo>
                    <a:pt x="3358118" y="1796295"/>
                  </a:lnTo>
                  <a:lnTo>
                    <a:pt x="3359197" y="1796424"/>
                  </a:lnTo>
                  <a:lnTo>
                    <a:pt x="3360276" y="1796551"/>
                  </a:lnTo>
                  <a:lnTo>
                    <a:pt x="3375625" y="1798367"/>
                  </a:lnTo>
                  <a:lnTo>
                    <a:pt x="3376704" y="1798494"/>
                  </a:lnTo>
                  <a:lnTo>
                    <a:pt x="3377784" y="1798619"/>
                  </a:lnTo>
                  <a:lnTo>
                    <a:pt x="3393132" y="1800399"/>
                  </a:lnTo>
                  <a:lnTo>
                    <a:pt x="3394211" y="1800524"/>
                  </a:lnTo>
                  <a:lnTo>
                    <a:pt x="3395291" y="1800647"/>
                  </a:lnTo>
                  <a:lnTo>
                    <a:pt x="3410639" y="1802395"/>
                  </a:lnTo>
                  <a:lnTo>
                    <a:pt x="3411718" y="1802518"/>
                  </a:lnTo>
                  <a:lnTo>
                    <a:pt x="3412798" y="1802638"/>
                  </a:lnTo>
                  <a:lnTo>
                    <a:pt x="3428146" y="1804351"/>
                  </a:lnTo>
                  <a:lnTo>
                    <a:pt x="3429225" y="1804471"/>
                  </a:lnTo>
                  <a:lnTo>
                    <a:pt x="3430305" y="1804589"/>
                  </a:lnTo>
                  <a:lnTo>
                    <a:pt x="3445653" y="1806263"/>
                  </a:lnTo>
                  <a:lnTo>
                    <a:pt x="3446732" y="1806381"/>
                  </a:lnTo>
                  <a:lnTo>
                    <a:pt x="3447812" y="1806495"/>
                  </a:lnTo>
                  <a:lnTo>
                    <a:pt x="3463160" y="1808111"/>
                  </a:lnTo>
                  <a:lnTo>
                    <a:pt x="3464239" y="1808225"/>
                  </a:lnTo>
                  <a:lnTo>
                    <a:pt x="3465319" y="1808335"/>
                  </a:lnTo>
                  <a:lnTo>
                    <a:pt x="3480667" y="1809899"/>
                  </a:lnTo>
                  <a:lnTo>
                    <a:pt x="3481746" y="1810009"/>
                  </a:lnTo>
                  <a:lnTo>
                    <a:pt x="3482826" y="1810116"/>
                  </a:lnTo>
                  <a:lnTo>
                    <a:pt x="3498174" y="1811630"/>
                  </a:lnTo>
                  <a:lnTo>
                    <a:pt x="3499254" y="1811737"/>
                  </a:lnTo>
                  <a:lnTo>
                    <a:pt x="3500333" y="1811840"/>
                  </a:lnTo>
                  <a:lnTo>
                    <a:pt x="3515681" y="1813302"/>
                  </a:lnTo>
                  <a:lnTo>
                    <a:pt x="3516761" y="1813405"/>
                  </a:lnTo>
                  <a:lnTo>
                    <a:pt x="3517840" y="1813503"/>
                  </a:lnTo>
                  <a:lnTo>
                    <a:pt x="3533188" y="1814901"/>
                  </a:lnTo>
                  <a:lnTo>
                    <a:pt x="3534268" y="1814999"/>
                  </a:lnTo>
                  <a:lnTo>
                    <a:pt x="3535347" y="1815092"/>
                  </a:lnTo>
                  <a:lnTo>
                    <a:pt x="3550695" y="1816419"/>
                  </a:lnTo>
                  <a:lnTo>
                    <a:pt x="3551775" y="1816513"/>
                  </a:lnTo>
                  <a:lnTo>
                    <a:pt x="3552854" y="1816602"/>
                  </a:lnTo>
                  <a:lnTo>
                    <a:pt x="3568202" y="1817871"/>
                  </a:lnTo>
                  <a:lnTo>
                    <a:pt x="3569282" y="1817960"/>
                  </a:lnTo>
                  <a:lnTo>
                    <a:pt x="3570361" y="1818045"/>
                  </a:lnTo>
                  <a:lnTo>
                    <a:pt x="3585709" y="1819255"/>
                  </a:lnTo>
                  <a:lnTo>
                    <a:pt x="3586789" y="1819341"/>
                  </a:lnTo>
                  <a:lnTo>
                    <a:pt x="3587868" y="1819421"/>
                  </a:lnTo>
                  <a:lnTo>
                    <a:pt x="3603216" y="1820569"/>
                  </a:lnTo>
                  <a:lnTo>
                    <a:pt x="3604296" y="1820650"/>
                  </a:lnTo>
                  <a:lnTo>
                    <a:pt x="3605375" y="1820725"/>
                  </a:lnTo>
                  <a:lnTo>
                    <a:pt x="3620723" y="1821790"/>
                  </a:lnTo>
                  <a:lnTo>
                    <a:pt x="3621803" y="1821865"/>
                  </a:lnTo>
                  <a:lnTo>
                    <a:pt x="3622882" y="1821936"/>
                  </a:lnTo>
                  <a:lnTo>
                    <a:pt x="3638231" y="1822941"/>
                  </a:lnTo>
                  <a:lnTo>
                    <a:pt x="3639310" y="1823012"/>
                  </a:lnTo>
                  <a:lnTo>
                    <a:pt x="3640389" y="1823078"/>
                  </a:lnTo>
                  <a:lnTo>
                    <a:pt x="3655738" y="1824024"/>
                  </a:lnTo>
                  <a:lnTo>
                    <a:pt x="3656817" y="1824091"/>
                  </a:lnTo>
                  <a:lnTo>
                    <a:pt x="3657897" y="1824153"/>
                  </a:lnTo>
                  <a:lnTo>
                    <a:pt x="3673245" y="1825040"/>
                  </a:lnTo>
                  <a:lnTo>
                    <a:pt x="3674324" y="1825102"/>
                  </a:lnTo>
                  <a:lnTo>
                    <a:pt x="3675404" y="1825159"/>
                  </a:lnTo>
                  <a:lnTo>
                    <a:pt x="3690752" y="1825970"/>
                  </a:lnTo>
                  <a:lnTo>
                    <a:pt x="3691831" y="1826027"/>
                  </a:lnTo>
                  <a:lnTo>
                    <a:pt x="3692911" y="1826079"/>
                  </a:lnTo>
                  <a:lnTo>
                    <a:pt x="3696719" y="1826265"/>
                  </a:lnTo>
                  <a:lnTo>
                    <a:pt x="3696719" y="1835639"/>
                  </a:lnTo>
                  <a:lnTo>
                    <a:pt x="3692911" y="1835639"/>
                  </a:lnTo>
                  <a:lnTo>
                    <a:pt x="3691831" y="1835639"/>
                  </a:lnTo>
                  <a:lnTo>
                    <a:pt x="3690752" y="1835639"/>
                  </a:lnTo>
                  <a:lnTo>
                    <a:pt x="3675404" y="1835639"/>
                  </a:lnTo>
                  <a:lnTo>
                    <a:pt x="3674324" y="1835639"/>
                  </a:lnTo>
                  <a:lnTo>
                    <a:pt x="3673245" y="1835639"/>
                  </a:lnTo>
                  <a:lnTo>
                    <a:pt x="3657897" y="1835639"/>
                  </a:lnTo>
                  <a:lnTo>
                    <a:pt x="3656817" y="1835639"/>
                  </a:lnTo>
                  <a:lnTo>
                    <a:pt x="3655738" y="1835639"/>
                  </a:lnTo>
                  <a:lnTo>
                    <a:pt x="3640389" y="1835639"/>
                  </a:lnTo>
                  <a:lnTo>
                    <a:pt x="3639310" y="1835639"/>
                  </a:lnTo>
                  <a:lnTo>
                    <a:pt x="3638231" y="1835639"/>
                  </a:lnTo>
                  <a:lnTo>
                    <a:pt x="3622882" y="1835639"/>
                  </a:lnTo>
                  <a:lnTo>
                    <a:pt x="3621803" y="1835639"/>
                  </a:lnTo>
                  <a:lnTo>
                    <a:pt x="3620723" y="1835639"/>
                  </a:lnTo>
                  <a:lnTo>
                    <a:pt x="3605375" y="1835639"/>
                  </a:lnTo>
                  <a:lnTo>
                    <a:pt x="3604296" y="1835639"/>
                  </a:lnTo>
                  <a:lnTo>
                    <a:pt x="3603216" y="1835639"/>
                  </a:lnTo>
                  <a:lnTo>
                    <a:pt x="3587868" y="1835639"/>
                  </a:lnTo>
                  <a:lnTo>
                    <a:pt x="3586789" y="1835639"/>
                  </a:lnTo>
                  <a:lnTo>
                    <a:pt x="3585709" y="1835639"/>
                  </a:lnTo>
                  <a:lnTo>
                    <a:pt x="3570361" y="1835639"/>
                  </a:lnTo>
                  <a:lnTo>
                    <a:pt x="3569282" y="1835639"/>
                  </a:lnTo>
                  <a:lnTo>
                    <a:pt x="3568202" y="1835639"/>
                  </a:lnTo>
                  <a:lnTo>
                    <a:pt x="3552854" y="1835639"/>
                  </a:lnTo>
                  <a:lnTo>
                    <a:pt x="3551775" y="1835639"/>
                  </a:lnTo>
                  <a:lnTo>
                    <a:pt x="3550695" y="1835639"/>
                  </a:lnTo>
                  <a:lnTo>
                    <a:pt x="3535347" y="1835639"/>
                  </a:lnTo>
                  <a:lnTo>
                    <a:pt x="3534268" y="1835639"/>
                  </a:lnTo>
                  <a:lnTo>
                    <a:pt x="3533188" y="1835639"/>
                  </a:lnTo>
                  <a:lnTo>
                    <a:pt x="3517840" y="1835639"/>
                  </a:lnTo>
                  <a:lnTo>
                    <a:pt x="3516761" y="1835639"/>
                  </a:lnTo>
                  <a:lnTo>
                    <a:pt x="3515681" y="1835639"/>
                  </a:lnTo>
                  <a:lnTo>
                    <a:pt x="3500333" y="1835639"/>
                  </a:lnTo>
                  <a:lnTo>
                    <a:pt x="3499254" y="1835639"/>
                  </a:lnTo>
                  <a:lnTo>
                    <a:pt x="3498174" y="1835639"/>
                  </a:lnTo>
                  <a:lnTo>
                    <a:pt x="3482826" y="1835639"/>
                  </a:lnTo>
                  <a:lnTo>
                    <a:pt x="3481746" y="1835639"/>
                  </a:lnTo>
                  <a:lnTo>
                    <a:pt x="3480667" y="1835639"/>
                  </a:lnTo>
                  <a:lnTo>
                    <a:pt x="3465319" y="1835639"/>
                  </a:lnTo>
                  <a:lnTo>
                    <a:pt x="3464239" y="1835639"/>
                  </a:lnTo>
                  <a:lnTo>
                    <a:pt x="3463160" y="1835639"/>
                  </a:lnTo>
                  <a:lnTo>
                    <a:pt x="3447812" y="1835639"/>
                  </a:lnTo>
                  <a:lnTo>
                    <a:pt x="3446732" y="1835639"/>
                  </a:lnTo>
                  <a:lnTo>
                    <a:pt x="3445653" y="1835639"/>
                  </a:lnTo>
                  <a:lnTo>
                    <a:pt x="3430305" y="1835639"/>
                  </a:lnTo>
                  <a:lnTo>
                    <a:pt x="3429225" y="1835639"/>
                  </a:lnTo>
                  <a:lnTo>
                    <a:pt x="3428146" y="1835639"/>
                  </a:lnTo>
                  <a:lnTo>
                    <a:pt x="3412798" y="1835639"/>
                  </a:lnTo>
                  <a:lnTo>
                    <a:pt x="3411718" y="1835639"/>
                  </a:lnTo>
                  <a:lnTo>
                    <a:pt x="3410639" y="1835639"/>
                  </a:lnTo>
                  <a:lnTo>
                    <a:pt x="3395291" y="1835639"/>
                  </a:lnTo>
                  <a:lnTo>
                    <a:pt x="3394211" y="1835639"/>
                  </a:lnTo>
                  <a:lnTo>
                    <a:pt x="3393132" y="1835639"/>
                  </a:lnTo>
                  <a:lnTo>
                    <a:pt x="3377784" y="1835639"/>
                  </a:lnTo>
                  <a:lnTo>
                    <a:pt x="3376704" y="1835639"/>
                  </a:lnTo>
                  <a:lnTo>
                    <a:pt x="3375625" y="1835639"/>
                  </a:lnTo>
                  <a:lnTo>
                    <a:pt x="3360276" y="1835639"/>
                  </a:lnTo>
                  <a:lnTo>
                    <a:pt x="3359197" y="1835639"/>
                  </a:lnTo>
                  <a:lnTo>
                    <a:pt x="3358118" y="1835639"/>
                  </a:lnTo>
                  <a:lnTo>
                    <a:pt x="3342769" y="1835639"/>
                  </a:lnTo>
                  <a:lnTo>
                    <a:pt x="3341690" y="1835639"/>
                  </a:lnTo>
                  <a:lnTo>
                    <a:pt x="3340610" y="1835639"/>
                  </a:lnTo>
                  <a:lnTo>
                    <a:pt x="3325262" y="1835639"/>
                  </a:lnTo>
                  <a:lnTo>
                    <a:pt x="3324183" y="1835639"/>
                  </a:lnTo>
                  <a:lnTo>
                    <a:pt x="3323103" y="1835639"/>
                  </a:lnTo>
                  <a:lnTo>
                    <a:pt x="3307755" y="1835639"/>
                  </a:lnTo>
                  <a:lnTo>
                    <a:pt x="3306676" y="1835639"/>
                  </a:lnTo>
                  <a:lnTo>
                    <a:pt x="3305596" y="1835639"/>
                  </a:lnTo>
                  <a:lnTo>
                    <a:pt x="3290248" y="1835639"/>
                  </a:lnTo>
                  <a:lnTo>
                    <a:pt x="3289169" y="1835639"/>
                  </a:lnTo>
                  <a:lnTo>
                    <a:pt x="3288089" y="1835639"/>
                  </a:lnTo>
                  <a:lnTo>
                    <a:pt x="3272741" y="1835639"/>
                  </a:lnTo>
                  <a:lnTo>
                    <a:pt x="3271662" y="1835639"/>
                  </a:lnTo>
                  <a:lnTo>
                    <a:pt x="3270582" y="1835639"/>
                  </a:lnTo>
                  <a:lnTo>
                    <a:pt x="3255234" y="1835639"/>
                  </a:lnTo>
                  <a:lnTo>
                    <a:pt x="3254155" y="1835639"/>
                  </a:lnTo>
                  <a:lnTo>
                    <a:pt x="3253075" y="1835639"/>
                  </a:lnTo>
                  <a:lnTo>
                    <a:pt x="3237727" y="1835639"/>
                  </a:lnTo>
                  <a:lnTo>
                    <a:pt x="3236648" y="1835639"/>
                  </a:lnTo>
                  <a:lnTo>
                    <a:pt x="3235568" y="1835639"/>
                  </a:lnTo>
                  <a:lnTo>
                    <a:pt x="3220220" y="1835639"/>
                  </a:lnTo>
                  <a:lnTo>
                    <a:pt x="3219140" y="1835639"/>
                  </a:lnTo>
                  <a:lnTo>
                    <a:pt x="3218061" y="1835639"/>
                  </a:lnTo>
                  <a:lnTo>
                    <a:pt x="3202713" y="1835639"/>
                  </a:lnTo>
                  <a:lnTo>
                    <a:pt x="3201633" y="1835639"/>
                  </a:lnTo>
                  <a:lnTo>
                    <a:pt x="3200554" y="1835639"/>
                  </a:lnTo>
                  <a:lnTo>
                    <a:pt x="3185206" y="1835639"/>
                  </a:lnTo>
                  <a:lnTo>
                    <a:pt x="3184126" y="1835639"/>
                  </a:lnTo>
                  <a:lnTo>
                    <a:pt x="3183047" y="1835639"/>
                  </a:lnTo>
                  <a:lnTo>
                    <a:pt x="3167699" y="1835639"/>
                  </a:lnTo>
                  <a:lnTo>
                    <a:pt x="3166619" y="1835639"/>
                  </a:lnTo>
                  <a:lnTo>
                    <a:pt x="3165540" y="1835639"/>
                  </a:lnTo>
                  <a:lnTo>
                    <a:pt x="3150192" y="1835639"/>
                  </a:lnTo>
                  <a:lnTo>
                    <a:pt x="3149112" y="1835639"/>
                  </a:lnTo>
                  <a:lnTo>
                    <a:pt x="3148033" y="1835639"/>
                  </a:lnTo>
                  <a:lnTo>
                    <a:pt x="3132685" y="1835639"/>
                  </a:lnTo>
                  <a:lnTo>
                    <a:pt x="3131605" y="1835639"/>
                  </a:lnTo>
                  <a:lnTo>
                    <a:pt x="3130526" y="1835639"/>
                  </a:lnTo>
                  <a:lnTo>
                    <a:pt x="3115178" y="1835639"/>
                  </a:lnTo>
                  <a:lnTo>
                    <a:pt x="3114098" y="1835639"/>
                  </a:lnTo>
                  <a:lnTo>
                    <a:pt x="3113019" y="1835639"/>
                  </a:lnTo>
                  <a:lnTo>
                    <a:pt x="3097670" y="1835639"/>
                  </a:lnTo>
                  <a:lnTo>
                    <a:pt x="3096591" y="1835639"/>
                  </a:lnTo>
                  <a:lnTo>
                    <a:pt x="3095512" y="1835639"/>
                  </a:lnTo>
                  <a:lnTo>
                    <a:pt x="3080163" y="1835639"/>
                  </a:lnTo>
                  <a:lnTo>
                    <a:pt x="3079084" y="1835639"/>
                  </a:lnTo>
                  <a:lnTo>
                    <a:pt x="3078004" y="1835639"/>
                  </a:lnTo>
                  <a:lnTo>
                    <a:pt x="3062656" y="1835639"/>
                  </a:lnTo>
                  <a:lnTo>
                    <a:pt x="3061577" y="1835639"/>
                  </a:lnTo>
                  <a:lnTo>
                    <a:pt x="3060497" y="1835639"/>
                  </a:lnTo>
                  <a:lnTo>
                    <a:pt x="3045149" y="1835639"/>
                  </a:lnTo>
                  <a:lnTo>
                    <a:pt x="3044070" y="1835639"/>
                  </a:lnTo>
                  <a:lnTo>
                    <a:pt x="3042990" y="1835639"/>
                  </a:lnTo>
                  <a:lnTo>
                    <a:pt x="3027642" y="1835639"/>
                  </a:lnTo>
                  <a:lnTo>
                    <a:pt x="3026563" y="1835639"/>
                  </a:lnTo>
                  <a:lnTo>
                    <a:pt x="3025483" y="1835639"/>
                  </a:lnTo>
                  <a:lnTo>
                    <a:pt x="3010135" y="1835639"/>
                  </a:lnTo>
                  <a:lnTo>
                    <a:pt x="3009056" y="1835639"/>
                  </a:lnTo>
                  <a:lnTo>
                    <a:pt x="3007976" y="1835639"/>
                  </a:lnTo>
                  <a:lnTo>
                    <a:pt x="2992628" y="1835639"/>
                  </a:lnTo>
                  <a:lnTo>
                    <a:pt x="2991549" y="1835639"/>
                  </a:lnTo>
                  <a:lnTo>
                    <a:pt x="2990469" y="1835639"/>
                  </a:lnTo>
                  <a:lnTo>
                    <a:pt x="2975121" y="1835639"/>
                  </a:lnTo>
                  <a:lnTo>
                    <a:pt x="2974042" y="1835639"/>
                  </a:lnTo>
                  <a:lnTo>
                    <a:pt x="2972962" y="1835639"/>
                  </a:lnTo>
                  <a:lnTo>
                    <a:pt x="2957614" y="1835639"/>
                  </a:lnTo>
                  <a:lnTo>
                    <a:pt x="2956534" y="1835639"/>
                  </a:lnTo>
                  <a:lnTo>
                    <a:pt x="2955455" y="1835639"/>
                  </a:lnTo>
                  <a:lnTo>
                    <a:pt x="2940107" y="1835639"/>
                  </a:lnTo>
                  <a:lnTo>
                    <a:pt x="2939027" y="1835639"/>
                  </a:lnTo>
                  <a:lnTo>
                    <a:pt x="2937948" y="1835639"/>
                  </a:lnTo>
                  <a:lnTo>
                    <a:pt x="2922600" y="1835639"/>
                  </a:lnTo>
                  <a:lnTo>
                    <a:pt x="2921520" y="1835639"/>
                  </a:lnTo>
                  <a:lnTo>
                    <a:pt x="2920441" y="1835639"/>
                  </a:lnTo>
                  <a:lnTo>
                    <a:pt x="2905093" y="1835639"/>
                  </a:lnTo>
                  <a:lnTo>
                    <a:pt x="2904013" y="1835639"/>
                  </a:lnTo>
                  <a:lnTo>
                    <a:pt x="2902934" y="1835639"/>
                  </a:lnTo>
                  <a:lnTo>
                    <a:pt x="2887586" y="1835639"/>
                  </a:lnTo>
                  <a:lnTo>
                    <a:pt x="2886506" y="1835639"/>
                  </a:lnTo>
                  <a:lnTo>
                    <a:pt x="2885427" y="1835639"/>
                  </a:lnTo>
                  <a:lnTo>
                    <a:pt x="2870079" y="1835639"/>
                  </a:lnTo>
                  <a:lnTo>
                    <a:pt x="2868999" y="1835639"/>
                  </a:lnTo>
                  <a:lnTo>
                    <a:pt x="2867920" y="1835639"/>
                  </a:lnTo>
                  <a:lnTo>
                    <a:pt x="2852572" y="1835639"/>
                  </a:lnTo>
                  <a:lnTo>
                    <a:pt x="2851492" y="1835639"/>
                  </a:lnTo>
                  <a:lnTo>
                    <a:pt x="2850413" y="1835639"/>
                  </a:lnTo>
                  <a:lnTo>
                    <a:pt x="2835065" y="1835639"/>
                  </a:lnTo>
                  <a:lnTo>
                    <a:pt x="2833985" y="1835639"/>
                  </a:lnTo>
                  <a:lnTo>
                    <a:pt x="2832906" y="1835639"/>
                  </a:lnTo>
                  <a:lnTo>
                    <a:pt x="2817557" y="1835639"/>
                  </a:lnTo>
                  <a:lnTo>
                    <a:pt x="2816478" y="1835639"/>
                  </a:lnTo>
                  <a:lnTo>
                    <a:pt x="2815399" y="1835639"/>
                  </a:lnTo>
                  <a:lnTo>
                    <a:pt x="2800050" y="1835639"/>
                  </a:lnTo>
                  <a:lnTo>
                    <a:pt x="2798971" y="1835639"/>
                  </a:lnTo>
                  <a:lnTo>
                    <a:pt x="2797891" y="1835639"/>
                  </a:lnTo>
                  <a:lnTo>
                    <a:pt x="2782543" y="1835639"/>
                  </a:lnTo>
                  <a:lnTo>
                    <a:pt x="2781464" y="1835639"/>
                  </a:lnTo>
                  <a:lnTo>
                    <a:pt x="2780384" y="1835639"/>
                  </a:lnTo>
                  <a:lnTo>
                    <a:pt x="2765036" y="1835639"/>
                  </a:lnTo>
                  <a:lnTo>
                    <a:pt x="2763957" y="1835639"/>
                  </a:lnTo>
                  <a:lnTo>
                    <a:pt x="2762877" y="1835639"/>
                  </a:lnTo>
                  <a:lnTo>
                    <a:pt x="2747529" y="1835639"/>
                  </a:lnTo>
                  <a:lnTo>
                    <a:pt x="2746450" y="1835639"/>
                  </a:lnTo>
                  <a:lnTo>
                    <a:pt x="2745370" y="1835639"/>
                  </a:lnTo>
                  <a:lnTo>
                    <a:pt x="2730022" y="1835639"/>
                  </a:lnTo>
                  <a:lnTo>
                    <a:pt x="2728943" y="1835639"/>
                  </a:lnTo>
                  <a:lnTo>
                    <a:pt x="2727863" y="1835639"/>
                  </a:lnTo>
                  <a:lnTo>
                    <a:pt x="2712515" y="1835639"/>
                  </a:lnTo>
                  <a:lnTo>
                    <a:pt x="2711436" y="1835639"/>
                  </a:lnTo>
                  <a:lnTo>
                    <a:pt x="2710356" y="1835639"/>
                  </a:lnTo>
                  <a:lnTo>
                    <a:pt x="2695008" y="1835639"/>
                  </a:lnTo>
                  <a:lnTo>
                    <a:pt x="2693929" y="1835639"/>
                  </a:lnTo>
                  <a:lnTo>
                    <a:pt x="2692849" y="1835639"/>
                  </a:lnTo>
                  <a:lnTo>
                    <a:pt x="2677501" y="1835639"/>
                  </a:lnTo>
                  <a:lnTo>
                    <a:pt x="2676421" y="1835639"/>
                  </a:lnTo>
                  <a:lnTo>
                    <a:pt x="2675342" y="1835639"/>
                  </a:lnTo>
                  <a:lnTo>
                    <a:pt x="2659994" y="1835639"/>
                  </a:lnTo>
                  <a:lnTo>
                    <a:pt x="2658914" y="1835639"/>
                  </a:lnTo>
                  <a:lnTo>
                    <a:pt x="2657835" y="1835639"/>
                  </a:lnTo>
                  <a:lnTo>
                    <a:pt x="2642487" y="1835639"/>
                  </a:lnTo>
                  <a:lnTo>
                    <a:pt x="2641407" y="1835639"/>
                  </a:lnTo>
                  <a:lnTo>
                    <a:pt x="2640328" y="1835639"/>
                  </a:lnTo>
                  <a:lnTo>
                    <a:pt x="2624980" y="1835639"/>
                  </a:lnTo>
                  <a:lnTo>
                    <a:pt x="2623900" y="1835639"/>
                  </a:lnTo>
                  <a:lnTo>
                    <a:pt x="2622821" y="1835639"/>
                  </a:lnTo>
                  <a:lnTo>
                    <a:pt x="2607473" y="1835639"/>
                  </a:lnTo>
                  <a:lnTo>
                    <a:pt x="2606393" y="1835639"/>
                  </a:lnTo>
                  <a:lnTo>
                    <a:pt x="2605314" y="1835639"/>
                  </a:lnTo>
                  <a:lnTo>
                    <a:pt x="2589966" y="1835639"/>
                  </a:lnTo>
                  <a:lnTo>
                    <a:pt x="2588886" y="1835639"/>
                  </a:lnTo>
                  <a:lnTo>
                    <a:pt x="2587807" y="1835639"/>
                  </a:lnTo>
                  <a:lnTo>
                    <a:pt x="2572459" y="1835639"/>
                  </a:lnTo>
                  <a:lnTo>
                    <a:pt x="2571379" y="1835639"/>
                  </a:lnTo>
                  <a:lnTo>
                    <a:pt x="2570300" y="1835639"/>
                  </a:lnTo>
                  <a:lnTo>
                    <a:pt x="2554951" y="1835639"/>
                  </a:lnTo>
                  <a:lnTo>
                    <a:pt x="2553872" y="1835639"/>
                  </a:lnTo>
                  <a:lnTo>
                    <a:pt x="2552793" y="1835639"/>
                  </a:lnTo>
                  <a:lnTo>
                    <a:pt x="2537444" y="1835639"/>
                  </a:lnTo>
                  <a:lnTo>
                    <a:pt x="2536365" y="1835639"/>
                  </a:lnTo>
                  <a:lnTo>
                    <a:pt x="2535285" y="1835639"/>
                  </a:lnTo>
                  <a:lnTo>
                    <a:pt x="2519937" y="1835639"/>
                  </a:lnTo>
                  <a:lnTo>
                    <a:pt x="2518858" y="1835639"/>
                  </a:lnTo>
                  <a:lnTo>
                    <a:pt x="2517778" y="1835639"/>
                  </a:lnTo>
                  <a:lnTo>
                    <a:pt x="2502430" y="1835639"/>
                  </a:lnTo>
                  <a:lnTo>
                    <a:pt x="2501351" y="1835639"/>
                  </a:lnTo>
                  <a:lnTo>
                    <a:pt x="2500271" y="1835639"/>
                  </a:lnTo>
                  <a:lnTo>
                    <a:pt x="2484923" y="1835639"/>
                  </a:lnTo>
                  <a:lnTo>
                    <a:pt x="2483844" y="1835639"/>
                  </a:lnTo>
                  <a:lnTo>
                    <a:pt x="2482764" y="1835639"/>
                  </a:lnTo>
                  <a:lnTo>
                    <a:pt x="2467416" y="1835639"/>
                  </a:lnTo>
                  <a:lnTo>
                    <a:pt x="2466337" y="1835639"/>
                  </a:lnTo>
                  <a:lnTo>
                    <a:pt x="2465257" y="1835639"/>
                  </a:lnTo>
                  <a:lnTo>
                    <a:pt x="2449909" y="1835639"/>
                  </a:lnTo>
                  <a:lnTo>
                    <a:pt x="2448830" y="1835639"/>
                  </a:lnTo>
                  <a:lnTo>
                    <a:pt x="2447750" y="1835639"/>
                  </a:lnTo>
                  <a:lnTo>
                    <a:pt x="2432402" y="1835639"/>
                  </a:lnTo>
                  <a:lnTo>
                    <a:pt x="2431323" y="1835639"/>
                  </a:lnTo>
                  <a:lnTo>
                    <a:pt x="2430243" y="1835639"/>
                  </a:lnTo>
                  <a:lnTo>
                    <a:pt x="2414895" y="1835639"/>
                  </a:lnTo>
                  <a:lnTo>
                    <a:pt x="2413815" y="1835639"/>
                  </a:lnTo>
                  <a:lnTo>
                    <a:pt x="2412736" y="1835639"/>
                  </a:lnTo>
                  <a:lnTo>
                    <a:pt x="2397388" y="1835639"/>
                  </a:lnTo>
                  <a:lnTo>
                    <a:pt x="2396308" y="1835639"/>
                  </a:lnTo>
                  <a:lnTo>
                    <a:pt x="2395229" y="1835639"/>
                  </a:lnTo>
                  <a:lnTo>
                    <a:pt x="2379881" y="1835639"/>
                  </a:lnTo>
                  <a:lnTo>
                    <a:pt x="2378801" y="1835639"/>
                  </a:lnTo>
                  <a:lnTo>
                    <a:pt x="2377722" y="1835639"/>
                  </a:lnTo>
                  <a:lnTo>
                    <a:pt x="2362374" y="1835639"/>
                  </a:lnTo>
                  <a:lnTo>
                    <a:pt x="2361294" y="1835639"/>
                  </a:lnTo>
                  <a:lnTo>
                    <a:pt x="2360215" y="1835639"/>
                  </a:lnTo>
                  <a:lnTo>
                    <a:pt x="2344867" y="1835639"/>
                  </a:lnTo>
                  <a:lnTo>
                    <a:pt x="2343787" y="1835639"/>
                  </a:lnTo>
                  <a:lnTo>
                    <a:pt x="2342708" y="1835639"/>
                  </a:lnTo>
                  <a:lnTo>
                    <a:pt x="2327360" y="1835639"/>
                  </a:lnTo>
                  <a:lnTo>
                    <a:pt x="2326280" y="1835639"/>
                  </a:lnTo>
                  <a:lnTo>
                    <a:pt x="2325201" y="1835639"/>
                  </a:lnTo>
                  <a:lnTo>
                    <a:pt x="2309853" y="1835639"/>
                  </a:lnTo>
                  <a:lnTo>
                    <a:pt x="2308773" y="1835639"/>
                  </a:lnTo>
                  <a:lnTo>
                    <a:pt x="2307694" y="1835639"/>
                  </a:lnTo>
                  <a:lnTo>
                    <a:pt x="2292346" y="1835639"/>
                  </a:lnTo>
                  <a:lnTo>
                    <a:pt x="2291266" y="1835639"/>
                  </a:lnTo>
                  <a:lnTo>
                    <a:pt x="2290187" y="1835639"/>
                  </a:lnTo>
                  <a:lnTo>
                    <a:pt x="2274838" y="1835639"/>
                  </a:lnTo>
                  <a:lnTo>
                    <a:pt x="2273759" y="1835639"/>
                  </a:lnTo>
                  <a:lnTo>
                    <a:pt x="2272680" y="1835639"/>
                  </a:lnTo>
                  <a:lnTo>
                    <a:pt x="2257331" y="1835639"/>
                  </a:lnTo>
                  <a:lnTo>
                    <a:pt x="2256252" y="1835639"/>
                  </a:lnTo>
                  <a:lnTo>
                    <a:pt x="2255172" y="1835639"/>
                  </a:lnTo>
                  <a:lnTo>
                    <a:pt x="2239824" y="1835639"/>
                  </a:lnTo>
                  <a:lnTo>
                    <a:pt x="2238745" y="1835639"/>
                  </a:lnTo>
                  <a:lnTo>
                    <a:pt x="2237665" y="1835639"/>
                  </a:lnTo>
                  <a:lnTo>
                    <a:pt x="2222317" y="1835639"/>
                  </a:lnTo>
                  <a:lnTo>
                    <a:pt x="2221238" y="1835639"/>
                  </a:lnTo>
                  <a:lnTo>
                    <a:pt x="2220158" y="1835639"/>
                  </a:lnTo>
                  <a:lnTo>
                    <a:pt x="2204810" y="1835639"/>
                  </a:lnTo>
                  <a:lnTo>
                    <a:pt x="2203731" y="1835639"/>
                  </a:lnTo>
                  <a:lnTo>
                    <a:pt x="2202651" y="1835639"/>
                  </a:lnTo>
                  <a:lnTo>
                    <a:pt x="2187303" y="1835639"/>
                  </a:lnTo>
                  <a:lnTo>
                    <a:pt x="2186224" y="1835639"/>
                  </a:lnTo>
                  <a:lnTo>
                    <a:pt x="2185144" y="1835639"/>
                  </a:lnTo>
                  <a:lnTo>
                    <a:pt x="2169796" y="1835639"/>
                  </a:lnTo>
                  <a:lnTo>
                    <a:pt x="2168717" y="1835639"/>
                  </a:lnTo>
                  <a:lnTo>
                    <a:pt x="2167637" y="1835639"/>
                  </a:lnTo>
                  <a:lnTo>
                    <a:pt x="2152289" y="1835639"/>
                  </a:lnTo>
                  <a:lnTo>
                    <a:pt x="2151210" y="1835639"/>
                  </a:lnTo>
                  <a:lnTo>
                    <a:pt x="2150130" y="1835639"/>
                  </a:lnTo>
                  <a:lnTo>
                    <a:pt x="2134782" y="1835639"/>
                  </a:lnTo>
                  <a:lnTo>
                    <a:pt x="2133702" y="1835639"/>
                  </a:lnTo>
                  <a:lnTo>
                    <a:pt x="2132623" y="1835639"/>
                  </a:lnTo>
                  <a:lnTo>
                    <a:pt x="2117275" y="1835639"/>
                  </a:lnTo>
                  <a:lnTo>
                    <a:pt x="2116195" y="1835639"/>
                  </a:lnTo>
                  <a:lnTo>
                    <a:pt x="2115116" y="1835639"/>
                  </a:lnTo>
                  <a:lnTo>
                    <a:pt x="2099768" y="1835639"/>
                  </a:lnTo>
                  <a:lnTo>
                    <a:pt x="2098688" y="1835639"/>
                  </a:lnTo>
                  <a:lnTo>
                    <a:pt x="2097609" y="1835639"/>
                  </a:lnTo>
                  <a:lnTo>
                    <a:pt x="2082261" y="1835639"/>
                  </a:lnTo>
                  <a:lnTo>
                    <a:pt x="2081181" y="1835639"/>
                  </a:lnTo>
                  <a:lnTo>
                    <a:pt x="2080102" y="1835639"/>
                  </a:lnTo>
                  <a:lnTo>
                    <a:pt x="2064754" y="1835639"/>
                  </a:lnTo>
                  <a:lnTo>
                    <a:pt x="2063674" y="1835639"/>
                  </a:lnTo>
                  <a:lnTo>
                    <a:pt x="2062595" y="1835639"/>
                  </a:lnTo>
                  <a:lnTo>
                    <a:pt x="2047247" y="1835639"/>
                  </a:lnTo>
                  <a:lnTo>
                    <a:pt x="2046167" y="1835639"/>
                  </a:lnTo>
                  <a:lnTo>
                    <a:pt x="2045088" y="1835639"/>
                  </a:lnTo>
                  <a:lnTo>
                    <a:pt x="2029740" y="1835639"/>
                  </a:lnTo>
                  <a:lnTo>
                    <a:pt x="2028660" y="1835639"/>
                  </a:lnTo>
                  <a:lnTo>
                    <a:pt x="2027581" y="1835639"/>
                  </a:lnTo>
                  <a:lnTo>
                    <a:pt x="2012232" y="1835639"/>
                  </a:lnTo>
                  <a:lnTo>
                    <a:pt x="2011153" y="1835639"/>
                  </a:lnTo>
                  <a:lnTo>
                    <a:pt x="2010074" y="1835639"/>
                  </a:lnTo>
                  <a:lnTo>
                    <a:pt x="1994725" y="1835639"/>
                  </a:lnTo>
                  <a:lnTo>
                    <a:pt x="1993646" y="1835639"/>
                  </a:lnTo>
                  <a:lnTo>
                    <a:pt x="1992566" y="1835639"/>
                  </a:lnTo>
                  <a:lnTo>
                    <a:pt x="1977218" y="1835639"/>
                  </a:lnTo>
                  <a:lnTo>
                    <a:pt x="1976139" y="1835639"/>
                  </a:lnTo>
                  <a:lnTo>
                    <a:pt x="1975059" y="1835639"/>
                  </a:lnTo>
                  <a:lnTo>
                    <a:pt x="1959711" y="1835639"/>
                  </a:lnTo>
                  <a:lnTo>
                    <a:pt x="1958632" y="1835639"/>
                  </a:lnTo>
                  <a:lnTo>
                    <a:pt x="1957552" y="1835639"/>
                  </a:lnTo>
                  <a:lnTo>
                    <a:pt x="1942204" y="1835639"/>
                  </a:lnTo>
                  <a:lnTo>
                    <a:pt x="1941125" y="1835639"/>
                  </a:lnTo>
                  <a:lnTo>
                    <a:pt x="1940045" y="1835639"/>
                  </a:lnTo>
                  <a:lnTo>
                    <a:pt x="1924697" y="1835639"/>
                  </a:lnTo>
                  <a:lnTo>
                    <a:pt x="1923618" y="1835639"/>
                  </a:lnTo>
                  <a:lnTo>
                    <a:pt x="1922538" y="1835639"/>
                  </a:lnTo>
                  <a:lnTo>
                    <a:pt x="1907190" y="1835639"/>
                  </a:lnTo>
                  <a:lnTo>
                    <a:pt x="1906111" y="1835639"/>
                  </a:lnTo>
                  <a:lnTo>
                    <a:pt x="1905031" y="1835639"/>
                  </a:lnTo>
                  <a:lnTo>
                    <a:pt x="1889683" y="1835639"/>
                  </a:lnTo>
                  <a:lnTo>
                    <a:pt x="1888604" y="1835639"/>
                  </a:lnTo>
                  <a:lnTo>
                    <a:pt x="1887524" y="1835639"/>
                  </a:lnTo>
                  <a:lnTo>
                    <a:pt x="1872176" y="1835639"/>
                  </a:lnTo>
                  <a:lnTo>
                    <a:pt x="1871096" y="1835639"/>
                  </a:lnTo>
                  <a:lnTo>
                    <a:pt x="1870017" y="1835639"/>
                  </a:lnTo>
                  <a:lnTo>
                    <a:pt x="1854669" y="1835639"/>
                  </a:lnTo>
                  <a:lnTo>
                    <a:pt x="1853589" y="1835639"/>
                  </a:lnTo>
                  <a:lnTo>
                    <a:pt x="1852510" y="1835639"/>
                  </a:lnTo>
                  <a:lnTo>
                    <a:pt x="1837162" y="1835639"/>
                  </a:lnTo>
                  <a:lnTo>
                    <a:pt x="1836082" y="1835639"/>
                  </a:lnTo>
                  <a:lnTo>
                    <a:pt x="1835003" y="1835639"/>
                  </a:lnTo>
                  <a:lnTo>
                    <a:pt x="1819655" y="1835639"/>
                  </a:lnTo>
                  <a:lnTo>
                    <a:pt x="1818575" y="1835639"/>
                  </a:lnTo>
                  <a:lnTo>
                    <a:pt x="1817496" y="1835639"/>
                  </a:lnTo>
                  <a:lnTo>
                    <a:pt x="1802148" y="1835639"/>
                  </a:lnTo>
                  <a:lnTo>
                    <a:pt x="1801068" y="1835639"/>
                  </a:lnTo>
                  <a:lnTo>
                    <a:pt x="1799989" y="1835639"/>
                  </a:lnTo>
                  <a:lnTo>
                    <a:pt x="1784641" y="1835639"/>
                  </a:lnTo>
                  <a:lnTo>
                    <a:pt x="1783561" y="1835639"/>
                  </a:lnTo>
                  <a:lnTo>
                    <a:pt x="1782482" y="1835639"/>
                  </a:lnTo>
                  <a:lnTo>
                    <a:pt x="1767134" y="1835639"/>
                  </a:lnTo>
                  <a:lnTo>
                    <a:pt x="1766054" y="1835639"/>
                  </a:lnTo>
                  <a:lnTo>
                    <a:pt x="1764975" y="1835639"/>
                  </a:lnTo>
                  <a:lnTo>
                    <a:pt x="1749627" y="1835639"/>
                  </a:lnTo>
                  <a:lnTo>
                    <a:pt x="1748547" y="1835639"/>
                  </a:lnTo>
                  <a:lnTo>
                    <a:pt x="1747468" y="1835639"/>
                  </a:lnTo>
                  <a:lnTo>
                    <a:pt x="1732119" y="1835639"/>
                  </a:lnTo>
                  <a:lnTo>
                    <a:pt x="1731040" y="1835639"/>
                  </a:lnTo>
                  <a:lnTo>
                    <a:pt x="1729960" y="1835639"/>
                  </a:lnTo>
                  <a:lnTo>
                    <a:pt x="1714612" y="1835639"/>
                  </a:lnTo>
                  <a:lnTo>
                    <a:pt x="1713533" y="1835639"/>
                  </a:lnTo>
                  <a:lnTo>
                    <a:pt x="1712453" y="1835639"/>
                  </a:lnTo>
                  <a:lnTo>
                    <a:pt x="1697105" y="1835639"/>
                  </a:lnTo>
                  <a:lnTo>
                    <a:pt x="1696026" y="1835639"/>
                  </a:lnTo>
                  <a:lnTo>
                    <a:pt x="1694946" y="1835639"/>
                  </a:lnTo>
                  <a:lnTo>
                    <a:pt x="1679598" y="1835639"/>
                  </a:lnTo>
                  <a:lnTo>
                    <a:pt x="1678519" y="1835639"/>
                  </a:lnTo>
                  <a:lnTo>
                    <a:pt x="1677439" y="1835639"/>
                  </a:lnTo>
                  <a:lnTo>
                    <a:pt x="1662091" y="1835639"/>
                  </a:lnTo>
                  <a:lnTo>
                    <a:pt x="1661012" y="1835639"/>
                  </a:lnTo>
                  <a:lnTo>
                    <a:pt x="1659932" y="1835639"/>
                  </a:lnTo>
                  <a:lnTo>
                    <a:pt x="1644584" y="1835639"/>
                  </a:lnTo>
                  <a:lnTo>
                    <a:pt x="1643505" y="1835639"/>
                  </a:lnTo>
                  <a:lnTo>
                    <a:pt x="1642425" y="1835639"/>
                  </a:lnTo>
                  <a:lnTo>
                    <a:pt x="1627077" y="1835639"/>
                  </a:lnTo>
                  <a:lnTo>
                    <a:pt x="1625998" y="1835639"/>
                  </a:lnTo>
                  <a:lnTo>
                    <a:pt x="1624918" y="1835639"/>
                  </a:lnTo>
                  <a:lnTo>
                    <a:pt x="1609570" y="1835639"/>
                  </a:lnTo>
                  <a:lnTo>
                    <a:pt x="1608491" y="1835639"/>
                  </a:lnTo>
                  <a:lnTo>
                    <a:pt x="1607411" y="1835639"/>
                  </a:lnTo>
                  <a:lnTo>
                    <a:pt x="1592063" y="1835639"/>
                  </a:lnTo>
                  <a:lnTo>
                    <a:pt x="1590983" y="1835639"/>
                  </a:lnTo>
                  <a:lnTo>
                    <a:pt x="1589904" y="1835639"/>
                  </a:lnTo>
                  <a:lnTo>
                    <a:pt x="1574556" y="1835639"/>
                  </a:lnTo>
                  <a:lnTo>
                    <a:pt x="1573476" y="1835639"/>
                  </a:lnTo>
                  <a:lnTo>
                    <a:pt x="1572397" y="1835639"/>
                  </a:lnTo>
                  <a:lnTo>
                    <a:pt x="1557049" y="1835639"/>
                  </a:lnTo>
                  <a:lnTo>
                    <a:pt x="1555969" y="1835639"/>
                  </a:lnTo>
                  <a:lnTo>
                    <a:pt x="1554890" y="1835639"/>
                  </a:lnTo>
                  <a:lnTo>
                    <a:pt x="1539542" y="1835639"/>
                  </a:lnTo>
                  <a:lnTo>
                    <a:pt x="1538462" y="1835639"/>
                  </a:lnTo>
                  <a:lnTo>
                    <a:pt x="1537383" y="1835639"/>
                  </a:lnTo>
                  <a:lnTo>
                    <a:pt x="1522035" y="1835639"/>
                  </a:lnTo>
                  <a:lnTo>
                    <a:pt x="1520955" y="1835639"/>
                  </a:lnTo>
                  <a:lnTo>
                    <a:pt x="1519876" y="1835639"/>
                  </a:lnTo>
                  <a:lnTo>
                    <a:pt x="1504528" y="1835639"/>
                  </a:lnTo>
                  <a:lnTo>
                    <a:pt x="1503448" y="1835639"/>
                  </a:lnTo>
                  <a:lnTo>
                    <a:pt x="1502369" y="1835639"/>
                  </a:lnTo>
                  <a:lnTo>
                    <a:pt x="1487021" y="1835639"/>
                  </a:lnTo>
                  <a:lnTo>
                    <a:pt x="1485941" y="1835639"/>
                  </a:lnTo>
                  <a:lnTo>
                    <a:pt x="1484862" y="1835639"/>
                  </a:lnTo>
                  <a:lnTo>
                    <a:pt x="1469513" y="1835639"/>
                  </a:lnTo>
                  <a:lnTo>
                    <a:pt x="1468434" y="1835639"/>
                  </a:lnTo>
                  <a:lnTo>
                    <a:pt x="1467355" y="1835639"/>
                  </a:lnTo>
                  <a:lnTo>
                    <a:pt x="1452006" y="1835639"/>
                  </a:lnTo>
                  <a:lnTo>
                    <a:pt x="1450927" y="1835639"/>
                  </a:lnTo>
                  <a:lnTo>
                    <a:pt x="1449847" y="1835639"/>
                  </a:lnTo>
                  <a:lnTo>
                    <a:pt x="1434499" y="1835639"/>
                  </a:lnTo>
                  <a:lnTo>
                    <a:pt x="1433420" y="1835639"/>
                  </a:lnTo>
                  <a:lnTo>
                    <a:pt x="1432340" y="1835639"/>
                  </a:lnTo>
                  <a:lnTo>
                    <a:pt x="1416992" y="1835639"/>
                  </a:lnTo>
                  <a:lnTo>
                    <a:pt x="1415913" y="1835639"/>
                  </a:lnTo>
                  <a:lnTo>
                    <a:pt x="1414833" y="1835639"/>
                  </a:lnTo>
                  <a:lnTo>
                    <a:pt x="1399485" y="1835639"/>
                  </a:lnTo>
                  <a:lnTo>
                    <a:pt x="1398406" y="1835639"/>
                  </a:lnTo>
                  <a:lnTo>
                    <a:pt x="1397326" y="1835639"/>
                  </a:lnTo>
                  <a:lnTo>
                    <a:pt x="1381978" y="1835639"/>
                  </a:lnTo>
                  <a:lnTo>
                    <a:pt x="1380899" y="1835639"/>
                  </a:lnTo>
                  <a:lnTo>
                    <a:pt x="1379819" y="1835639"/>
                  </a:lnTo>
                  <a:lnTo>
                    <a:pt x="1364471" y="1835639"/>
                  </a:lnTo>
                  <a:lnTo>
                    <a:pt x="1363392" y="1835639"/>
                  </a:lnTo>
                  <a:lnTo>
                    <a:pt x="1362312" y="1835639"/>
                  </a:lnTo>
                  <a:lnTo>
                    <a:pt x="1346964" y="1835639"/>
                  </a:lnTo>
                  <a:lnTo>
                    <a:pt x="1345885" y="1835639"/>
                  </a:lnTo>
                  <a:lnTo>
                    <a:pt x="1344805" y="1835639"/>
                  </a:lnTo>
                  <a:lnTo>
                    <a:pt x="1329457" y="1835639"/>
                  </a:lnTo>
                  <a:lnTo>
                    <a:pt x="1328377" y="1835639"/>
                  </a:lnTo>
                  <a:lnTo>
                    <a:pt x="1327298" y="1835639"/>
                  </a:lnTo>
                  <a:lnTo>
                    <a:pt x="1311950" y="1835639"/>
                  </a:lnTo>
                  <a:lnTo>
                    <a:pt x="1310870" y="1835639"/>
                  </a:lnTo>
                  <a:lnTo>
                    <a:pt x="1309791" y="1835639"/>
                  </a:lnTo>
                  <a:lnTo>
                    <a:pt x="1294443" y="1835639"/>
                  </a:lnTo>
                  <a:lnTo>
                    <a:pt x="1293363" y="1835639"/>
                  </a:lnTo>
                  <a:lnTo>
                    <a:pt x="1292284" y="1835639"/>
                  </a:lnTo>
                  <a:lnTo>
                    <a:pt x="1276936" y="1835639"/>
                  </a:lnTo>
                  <a:lnTo>
                    <a:pt x="1275856" y="1835639"/>
                  </a:lnTo>
                  <a:lnTo>
                    <a:pt x="1274777" y="1835639"/>
                  </a:lnTo>
                  <a:lnTo>
                    <a:pt x="1259429" y="1835639"/>
                  </a:lnTo>
                  <a:lnTo>
                    <a:pt x="1258349" y="1835639"/>
                  </a:lnTo>
                  <a:lnTo>
                    <a:pt x="1257270" y="1835639"/>
                  </a:lnTo>
                  <a:lnTo>
                    <a:pt x="1241922" y="1835639"/>
                  </a:lnTo>
                  <a:lnTo>
                    <a:pt x="1240842" y="1835639"/>
                  </a:lnTo>
                  <a:lnTo>
                    <a:pt x="1239763" y="1835639"/>
                  </a:lnTo>
                  <a:lnTo>
                    <a:pt x="1224415" y="1835639"/>
                  </a:lnTo>
                  <a:lnTo>
                    <a:pt x="1223335" y="1835639"/>
                  </a:lnTo>
                  <a:lnTo>
                    <a:pt x="1222256" y="1835639"/>
                  </a:lnTo>
                  <a:lnTo>
                    <a:pt x="1206907" y="1835639"/>
                  </a:lnTo>
                  <a:lnTo>
                    <a:pt x="1205828" y="1835639"/>
                  </a:lnTo>
                  <a:lnTo>
                    <a:pt x="1204749" y="1835639"/>
                  </a:lnTo>
                  <a:lnTo>
                    <a:pt x="1189400" y="1835639"/>
                  </a:lnTo>
                  <a:lnTo>
                    <a:pt x="1188321" y="1835639"/>
                  </a:lnTo>
                  <a:lnTo>
                    <a:pt x="1187241" y="1835639"/>
                  </a:lnTo>
                  <a:lnTo>
                    <a:pt x="1171893" y="1835639"/>
                  </a:lnTo>
                  <a:lnTo>
                    <a:pt x="1170814" y="1835639"/>
                  </a:lnTo>
                  <a:lnTo>
                    <a:pt x="1169734" y="1835639"/>
                  </a:lnTo>
                  <a:lnTo>
                    <a:pt x="1154386" y="1835639"/>
                  </a:lnTo>
                  <a:lnTo>
                    <a:pt x="1153307" y="1835639"/>
                  </a:lnTo>
                  <a:lnTo>
                    <a:pt x="1152227" y="1835639"/>
                  </a:lnTo>
                  <a:lnTo>
                    <a:pt x="1136879" y="1835639"/>
                  </a:lnTo>
                  <a:lnTo>
                    <a:pt x="1135800" y="1835639"/>
                  </a:lnTo>
                  <a:lnTo>
                    <a:pt x="1134720" y="1835639"/>
                  </a:lnTo>
                  <a:lnTo>
                    <a:pt x="1119372" y="1835639"/>
                  </a:lnTo>
                  <a:lnTo>
                    <a:pt x="1118293" y="1835639"/>
                  </a:lnTo>
                  <a:lnTo>
                    <a:pt x="1117213" y="1835639"/>
                  </a:lnTo>
                  <a:lnTo>
                    <a:pt x="1101865" y="1835639"/>
                  </a:lnTo>
                  <a:lnTo>
                    <a:pt x="1100786" y="1835639"/>
                  </a:lnTo>
                  <a:lnTo>
                    <a:pt x="1099706" y="1835639"/>
                  </a:lnTo>
                  <a:lnTo>
                    <a:pt x="1084358" y="1835639"/>
                  </a:lnTo>
                  <a:lnTo>
                    <a:pt x="1083279" y="1835639"/>
                  </a:lnTo>
                  <a:lnTo>
                    <a:pt x="1082199" y="1835639"/>
                  </a:lnTo>
                  <a:lnTo>
                    <a:pt x="1066851" y="1835639"/>
                  </a:lnTo>
                  <a:lnTo>
                    <a:pt x="1065772" y="1835639"/>
                  </a:lnTo>
                  <a:lnTo>
                    <a:pt x="1064692" y="1835639"/>
                  </a:lnTo>
                  <a:lnTo>
                    <a:pt x="1049344" y="1835639"/>
                  </a:lnTo>
                  <a:lnTo>
                    <a:pt x="1048264" y="1835639"/>
                  </a:lnTo>
                  <a:lnTo>
                    <a:pt x="1047185" y="1835639"/>
                  </a:lnTo>
                  <a:lnTo>
                    <a:pt x="1031837" y="1835639"/>
                  </a:lnTo>
                  <a:lnTo>
                    <a:pt x="1030757" y="1835639"/>
                  </a:lnTo>
                  <a:lnTo>
                    <a:pt x="1029678" y="1835639"/>
                  </a:lnTo>
                  <a:lnTo>
                    <a:pt x="1014330" y="1835639"/>
                  </a:lnTo>
                  <a:lnTo>
                    <a:pt x="1013250" y="1835639"/>
                  </a:lnTo>
                  <a:lnTo>
                    <a:pt x="1012171" y="1835639"/>
                  </a:lnTo>
                  <a:lnTo>
                    <a:pt x="996823" y="1835639"/>
                  </a:lnTo>
                  <a:lnTo>
                    <a:pt x="995743" y="1835639"/>
                  </a:lnTo>
                  <a:lnTo>
                    <a:pt x="994664" y="1835639"/>
                  </a:lnTo>
                  <a:lnTo>
                    <a:pt x="979316" y="1835639"/>
                  </a:lnTo>
                  <a:lnTo>
                    <a:pt x="978236" y="1835639"/>
                  </a:lnTo>
                  <a:lnTo>
                    <a:pt x="977157" y="1835639"/>
                  </a:lnTo>
                  <a:lnTo>
                    <a:pt x="961809" y="1835639"/>
                  </a:lnTo>
                  <a:lnTo>
                    <a:pt x="960729" y="1835639"/>
                  </a:lnTo>
                  <a:lnTo>
                    <a:pt x="959650" y="1835639"/>
                  </a:lnTo>
                  <a:lnTo>
                    <a:pt x="944302" y="1835639"/>
                  </a:lnTo>
                  <a:lnTo>
                    <a:pt x="943222" y="1835639"/>
                  </a:lnTo>
                  <a:lnTo>
                    <a:pt x="942143" y="1835639"/>
                  </a:lnTo>
                  <a:lnTo>
                    <a:pt x="926794" y="1835639"/>
                  </a:lnTo>
                  <a:lnTo>
                    <a:pt x="925715" y="1835639"/>
                  </a:lnTo>
                  <a:lnTo>
                    <a:pt x="924636" y="1835639"/>
                  </a:lnTo>
                  <a:lnTo>
                    <a:pt x="909287" y="1835639"/>
                  </a:lnTo>
                  <a:lnTo>
                    <a:pt x="908208" y="1835639"/>
                  </a:lnTo>
                  <a:lnTo>
                    <a:pt x="907128" y="1835639"/>
                  </a:lnTo>
                  <a:lnTo>
                    <a:pt x="891780" y="1835639"/>
                  </a:lnTo>
                  <a:lnTo>
                    <a:pt x="890701" y="1835639"/>
                  </a:lnTo>
                  <a:lnTo>
                    <a:pt x="889621" y="1835639"/>
                  </a:lnTo>
                  <a:lnTo>
                    <a:pt x="874273" y="1835639"/>
                  </a:lnTo>
                  <a:lnTo>
                    <a:pt x="873194" y="1835639"/>
                  </a:lnTo>
                  <a:lnTo>
                    <a:pt x="872114" y="1835639"/>
                  </a:lnTo>
                  <a:lnTo>
                    <a:pt x="856766" y="1835639"/>
                  </a:lnTo>
                  <a:lnTo>
                    <a:pt x="855687" y="1835639"/>
                  </a:lnTo>
                  <a:lnTo>
                    <a:pt x="854607" y="1835639"/>
                  </a:lnTo>
                  <a:lnTo>
                    <a:pt x="839259" y="1835639"/>
                  </a:lnTo>
                  <a:lnTo>
                    <a:pt x="838180" y="1835639"/>
                  </a:lnTo>
                  <a:lnTo>
                    <a:pt x="837100" y="1835639"/>
                  </a:lnTo>
                  <a:lnTo>
                    <a:pt x="821752" y="1835639"/>
                  </a:lnTo>
                  <a:lnTo>
                    <a:pt x="820673" y="1835639"/>
                  </a:lnTo>
                  <a:lnTo>
                    <a:pt x="819593" y="1835639"/>
                  </a:lnTo>
                  <a:lnTo>
                    <a:pt x="804245" y="1835639"/>
                  </a:lnTo>
                  <a:lnTo>
                    <a:pt x="803166" y="1835639"/>
                  </a:lnTo>
                  <a:lnTo>
                    <a:pt x="802086" y="1835639"/>
                  </a:lnTo>
                  <a:lnTo>
                    <a:pt x="786738" y="1835639"/>
                  </a:lnTo>
                  <a:lnTo>
                    <a:pt x="785658" y="1835639"/>
                  </a:lnTo>
                  <a:lnTo>
                    <a:pt x="784579" y="1835639"/>
                  </a:lnTo>
                  <a:lnTo>
                    <a:pt x="769231" y="1835639"/>
                  </a:lnTo>
                  <a:lnTo>
                    <a:pt x="768151" y="1835639"/>
                  </a:lnTo>
                  <a:lnTo>
                    <a:pt x="767072" y="1835639"/>
                  </a:lnTo>
                  <a:lnTo>
                    <a:pt x="751724" y="1835639"/>
                  </a:lnTo>
                  <a:lnTo>
                    <a:pt x="750644" y="1835639"/>
                  </a:lnTo>
                  <a:lnTo>
                    <a:pt x="749565" y="1835639"/>
                  </a:lnTo>
                  <a:lnTo>
                    <a:pt x="734217" y="1835639"/>
                  </a:lnTo>
                  <a:lnTo>
                    <a:pt x="733137" y="1835639"/>
                  </a:lnTo>
                  <a:lnTo>
                    <a:pt x="732058" y="1835639"/>
                  </a:lnTo>
                  <a:lnTo>
                    <a:pt x="716710" y="1835639"/>
                  </a:lnTo>
                  <a:lnTo>
                    <a:pt x="715630" y="1835639"/>
                  </a:lnTo>
                  <a:lnTo>
                    <a:pt x="714551" y="1835639"/>
                  </a:lnTo>
                  <a:lnTo>
                    <a:pt x="699203" y="1835639"/>
                  </a:lnTo>
                  <a:lnTo>
                    <a:pt x="698123" y="1835639"/>
                  </a:lnTo>
                  <a:lnTo>
                    <a:pt x="697044" y="1835639"/>
                  </a:lnTo>
                  <a:lnTo>
                    <a:pt x="681696" y="1835639"/>
                  </a:lnTo>
                  <a:lnTo>
                    <a:pt x="680616" y="1835639"/>
                  </a:lnTo>
                  <a:lnTo>
                    <a:pt x="679537" y="1835639"/>
                  </a:lnTo>
                  <a:lnTo>
                    <a:pt x="664188" y="1835639"/>
                  </a:lnTo>
                  <a:lnTo>
                    <a:pt x="663109" y="1835639"/>
                  </a:lnTo>
                  <a:lnTo>
                    <a:pt x="662030" y="1835639"/>
                  </a:lnTo>
                  <a:lnTo>
                    <a:pt x="646681" y="1835639"/>
                  </a:lnTo>
                  <a:lnTo>
                    <a:pt x="645602" y="1835639"/>
                  </a:lnTo>
                  <a:lnTo>
                    <a:pt x="644522" y="1835639"/>
                  </a:lnTo>
                  <a:lnTo>
                    <a:pt x="629174" y="1835639"/>
                  </a:lnTo>
                  <a:lnTo>
                    <a:pt x="628095" y="1835639"/>
                  </a:lnTo>
                  <a:lnTo>
                    <a:pt x="627015" y="1835639"/>
                  </a:lnTo>
                  <a:lnTo>
                    <a:pt x="611667" y="1835639"/>
                  </a:lnTo>
                  <a:lnTo>
                    <a:pt x="610588" y="1835639"/>
                  </a:lnTo>
                  <a:lnTo>
                    <a:pt x="609508" y="1835639"/>
                  </a:lnTo>
                  <a:lnTo>
                    <a:pt x="594160" y="1835639"/>
                  </a:lnTo>
                  <a:lnTo>
                    <a:pt x="593081" y="1835639"/>
                  </a:lnTo>
                  <a:lnTo>
                    <a:pt x="592001" y="1835639"/>
                  </a:lnTo>
                  <a:lnTo>
                    <a:pt x="576653" y="1835639"/>
                  </a:lnTo>
                  <a:lnTo>
                    <a:pt x="575574" y="1835639"/>
                  </a:lnTo>
                  <a:lnTo>
                    <a:pt x="574494" y="1835639"/>
                  </a:lnTo>
                  <a:lnTo>
                    <a:pt x="559146" y="1835639"/>
                  </a:lnTo>
                  <a:lnTo>
                    <a:pt x="558067" y="1835639"/>
                  </a:lnTo>
                  <a:lnTo>
                    <a:pt x="556987" y="1835639"/>
                  </a:lnTo>
                  <a:lnTo>
                    <a:pt x="541639" y="1835639"/>
                  </a:lnTo>
                  <a:lnTo>
                    <a:pt x="540560" y="1835639"/>
                  </a:lnTo>
                  <a:lnTo>
                    <a:pt x="539480" y="1835639"/>
                  </a:lnTo>
                  <a:lnTo>
                    <a:pt x="524132" y="1835639"/>
                  </a:lnTo>
                  <a:lnTo>
                    <a:pt x="523053" y="1835639"/>
                  </a:lnTo>
                  <a:lnTo>
                    <a:pt x="521973" y="1835639"/>
                  </a:lnTo>
                  <a:lnTo>
                    <a:pt x="506625" y="1835639"/>
                  </a:lnTo>
                  <a:lnTo>
                    <a:pt x="505545" y="1835639"/>
                  </a:lnTo>
                  <a:lnTo>
                    <a:pt x="504466" y="1835639"/>
                  </a:lnTo>
                  <a:lnTo>
                    <a:pt x="489118" y="1835639"/>
                  </a:lnTo>
                  <a:lnTo>
                    <a:pt x="488038" y="1835639"/>
                  </a:lnTo>
                  <a:lnTo>
                    <a:pt x="486959" y="1835639"/>
                  </a:lnTo>
                  <a:lnTo>
                    <a:pt x="471611" y="1835639"/>
                  </a:lnTo>
                  <a:lnTo>
                    <a:pt x="470531" y="1835639"/>
                  </a:lnTo>
                  <a:lnTo>
                    <a:pt x="469452" y="1835639"/>
                  </a:lnTo>
                  <a:lnTo>
                    <a:pt x="454104" y="1835639"/>
                  </a:lnTo>
                  <a:lnTo>
                    <a:pt x="453024" y="1835639"/>
                  </a:lnTo>
                  <a:lnTo>
                    <a:pt x="451945" y="1835639"/>
                  </a:lnTo>
                  <a:lnTo>
                    <a:pt x="436597" y="1835639"/>
                  </a:lnTo>
                  <a:lnTo>
                    <a:pt x="435517" y="1835639"/>
                  </a:lnTo>
                  <a:lnTo>
                    <a:pt x="434438" y="1835639"/>
                  </a:lnTo>
                  <a:lnTo>
                    <a:pt x="419090" y="1835639"/>
                  </a:lnTo>
                  <a:lnTo>
                    <a:pt x="418010" y="1835639"/>
                  </a:lnTo>
                  <a:lnTo>
                    <a:pt x="416931" y="1835639"/>
                  </a:lnTo>
                  <a:lnTo>
                    <a:pt x="401583" y="1835639"/>
                  </a:lnTo>
                  <a:lnTo>
                    <a:pt x="400503" y="1835639"/>
                  </a:lnTo>
                  <a:lnTo>
                    <a:pt x="399424" y="1835639"/>
                  </a:lnTo>
                  <a:lnTo>
                    <a:pt x="384075" y="1835639"/>
                  </a:lnTo>
                  <a:lnTo>
                    <a:pt x="382996" y="1835639"/>
                  </a:lnTo>
                  <a:lnTo>
                    <a:pt x="381917" y="1835639"/>
                  </a:lnTo>
                  <a:lnTo>
                    <a:pt x="366568" y="1835639"/>
                  </a:lnTo>
                  <a:lnTo>
                    <a:pt x="365489" y="1835639"/>
                  </a:lnTo>
                  <a:lnTo>
                    <a:pt x="364409" y="1835639"/>
                  </a:lnTo>
                  <a:lnTo>
                    <a:pt x="349061" y="1835639"/>
                  </a:lnTo>
                  <a:lnTo>
                    <a:pt x="347982" y="1835639"/>
                  </a:lnTo>
                  <a:lnTo>
                    <a:pt x="346902" y="1835639"/>
                  </a:lnTo>
                  <a:lnTo>
                    <a:pt x="331554" y="1835639"/>
                  </a:lnTo>
                  <a:lnTo>
                    <a:pt x="330475" y="1835639"/>
                  </a:lnTo>
                  <a:lnTo>
                    <a:pt x="329395" y="1835639"/>
                  </a:lnTo>
                  <a:lnTo>
                    <a:pt x="314047" y="1835639"/>
                  </a:lnTo>
                  <a:lnTo>
                    <a:pt x="312968" y="1835639"/>
                  </a:lnTo>
                  <a:lnTo>
                    <a:pt x="311888" y="1835639"/>
                  </a:lnTo>
                  <a:lnTo>
                    <a:pt x="296540" y="1835639"/>
                  </a:lnTo>
                  <a:lnTo>
                    <a:pt x="295461" y="1835639"/>
                  </a:lnTo>
                  <a:lnTo>
                    <a:pt x="294381" y="1835639"/>
                  </a:lnTo>
                  <a:lnTo>
                    <a:pt x="279033" y="1835639"/>
                  </a:lnTo>
                  <a:lnTo>
                    <a:pt x="277954" y="1835639"/>
                  </a:lnTo>
                  <a:lnTo>
                    <a:pt x="276874" y="1835639"/>
                  </a:lnTo>
                  <a:lnTo>
                    <a:pt x="261526" y="1835639"/>
                  </a:lnTo>
                  <a:lnTo>
                    <a:pt x="260447" y="1835639"/>
                  </a:lnTo>
                  <a:lnTo>
                    <a:pt x="259367" y="1835639"/>
                  </a:lnTo>
                  <a:lnTo>
                    <a:pt x="244019" y="1835639"/>
                  </a:lnTo>
                  <a:lnTo>
                    <a:pt x="242939" y="1835639"/>
                  </a:lnTo>
                  <a:lnTo>
                    <a:pt x="241860" y="1835639"/>
                  </a:lnTo>
                  <a:lnTo>
                    <a:pt x="226512" y="1835639"/>
                  </a:lnTo>
                  <a:lnTo>
                    <a:pt x="225432" y="1835639"/>
                  </a:lnTo>
                  <a:lnTo>
                    <a:pt x="224353" y="1835639"/>
                  </a:lnTo>
                  <a:lnTo>
                    <a:pt x="209005" y="1835639"/>
                  </a:lnTo>
                  <a:lnTo>
                    <a:pt x="207925" y="1835639"/>
                  </a:lnTo>
                  <a:lnTo>
                    <a:pt x="206846" y="1835639"/>
                  </a:lnTo>
                  <a:lnTo>
                    <a:pt x="191498" y="1835639"/>
                  </a:lnTo>
                  <a:lnTo>
                    <a:pt x="190418" y="1835639"/>
                  </a:lnTo>
                  <a:lnTo>
                    <a:pt x="189339" y="1835639"/>
                  </a:lnTo>
                  <a:lnTo>
                    <a:pt x="173991" y="1835639"/>
                  </a:lnTo>
                  <a:lnTo>
                    <a:pt x="172911" y="1835639"/>
                  </a:lnTo>
                  <a:lnTo>
                    <a:pt x="171832" y="1835639"/>
                  </a:lnTo>
                  <a:lnTo>
                    <a:pt x="156484" y="1835639"/>
                  </a:lnTo>
                  <a:lnTo>
                    <a:pt x="155404" y="1835639"/>
                  </a:lnTo>
                  <a:lnTo>
                    <a:pt x="154325" y="1835639"/>
                  </a:lnTo>
                  <a:lnTo>
                    <a:pt x="138977" y="1835639"/>
                  </a:lnTo>
                  <a:lnTo>
                    <a:pt x="137897" y="1835639"/>
                  </a:lnTo>
                  <a:lnTo>
                    <a:pt x="136818" y="1835639"/>
                  </a:lnTo>
                  <a:lnTo>
                    <a:pt x="121469" y="1835639"/>
                  </a:lnTo>
                  <a:lnTo>
                    <a:pt x="120390" y="1835639"/>
                  </a:lnTo>
                  <a:lnTo>
                    <a:pt x="119311" y="1835639"/>
                  </a:lnTo>
                  <a:lnTo>
                    <a:pt x="103962" y="1835639"/>
                  </a:lnTo>
                  <a:lnTo>
                    <a:pt x="102883" y="1835639"/>
                  </a:lnTo>
                  <a:lnTo>
                    <a:pt x="101803" y="1835639"/>
                  </a:lnTo>
                  <a:lnTo>
                    <a:pt x="86455" y="1835639"/>
                  </a:lnTo>
                  <a:lnTo>
                    <a:pt x="85376" y="1835639"/>
                  </a:lnTo>
                  <a:lnTo>
                    <a:pt x="84296" y="1835639"/>
                  </a:lnTo>
                  <a:lnTo>
                    <a:pt x="68948" y="1835639"/>
                  </a:lnTo>
                  <a:lnTo>
                    <a:pt x="67869" y="1835639"/>
                  </a:lnTo>
                  <a:lnTo>
                    <a:pt x="66789" y="1835639"/>
                  </a:lnTo>
                  <a:lnTo>
                    <a:pt x="51441" y="1835639"/>
                  </a:lnTo>
                  <a:lnTo>
                    <a:pt x="50362" y="1835639"/>
                  </a:lnTo>
                  <a:lnTo>
                    <a:pt x="49282" y="1835639"/>
                  </a:lnTo>
                  <a:lnTo>
                    <a:pt x="33934" y="1835639"/>
                  </a:lnTo>
                  <a:lnTo>
                    <a:pt x="32855" y="1835639"/>
                  </a:lnTo>
                  <a:lnTo>
                    <a:pt x="31775" y="1835639"/>
                  </a:lnTo>
                  <a:lnTo>
                    <a:pt x="16427" y="1835639"/>
                  </a:lnTo>
                  <a:lnTo>
                    <a:pt x="15348" y="1835639"/>
                  </a:lnTo>
                  <a:lnTo>
                    <a:pt x="14268" y="1835639"/>
                  </a:lnTo>
                  <a:lnTo>
                    <a:pt x="2158" y="1835639"/>
                  </a:lnTo>
                  <a:lnTo>
                    <a:pt x="1079" y="1835639"/>
                  </a:lnTo>
                  <a:lnTo>
                    <a:pt x="0" y="1835639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46192"/>
              <a:ext cx="3695640" cy="1826265"/>
            </a:xfrm>
            <a:custGeom>
              <a:avLst/>
              <a:pathLst>
                <a:path w="3695640" h="1826265">
                  <a:moveTo>
                    <a:pt x="0" y="0"/>
                  </a:moveTo>
                  <a:lnTo>
                    <a:pt x="1079" y="94"/>
                  </a:lnTo>
                  <a:lnTo>
                    <a:pt x="13189" y="1158"/>
                  </a:lnTo>
                  <a:lnTo>
                    <a:pt x="14268" y="1253"/>
                  </a:lnTo>
                  <a:lnTo>
                    <a:pt x="15348" y="1461"/>
                  </a:lnTo>
                  <a:lnTo>
                    <a:pt x="30696" y="4409"/>
                  </a:lnTo>
                  <a:lnTo>
                    <a:pt x="31775" y="4617"/>
                  </a:lnTo>
                  <a:lnTo>
                    <a:pt x="32855" y="4945"/>
                  </a:lnTo>
                  <a:lnTo>
                    <a:pt x="48203" y="9618"/>
                  </a:lnTo>
                  <a:lnTo>
                    <a:pt x="49282" y="9946"/>
                  </a:lnTo>
                  <a:lnTo>
                    <a:pt x="50362" y="10370"/>
                  </a:lnTo>
                  <a:lnTo>
                    <a:pt x="65710" y="16399"/>
                  </a:lnTo>
                  <a:lnTo>
                    <a:pt x="66789" y="16823"/>
                  </a:lnTo>
                  <a:lnTo>
                    <a:pt x="67869" y="17341"/>
                  </a:lnTo>
                  <a:lnTo>
                    <a:pt x="83217" y="24710"/>
                  </a:lnTo>
                  <a:lnTo>
                    <a:pt x="84296" y="25228"/>
                  </a:lnTo>
                  <a:lnTo>
                    <a:pt x="85376" y="25841"/>
                  </a:lnTo>
                  <a:lnTo>
                    <a:pt x="100724" y="34557"/>
                  </a:lnTo>
                  <a:lnTo>
                    <a:pt x="101803" y="35170"/>
                  </a:lnTo>
                  <a:lnTo>
                    <a:pt x="102883" y="35909"/>
                  </a:lnTo>
                  <a:lnTo>
                    <a:pt x="118231" y="46415"/>
                  </a:lnTo>
                  <a:lnTo>
                    <a:pt x="119311" y="47154"/>
                  </a:lnTo>
                  <a:lnTo>
                    <a:pt x="120390" y="47978"/>
                  </a:lnTo>
                  <a:lnTo>
                    <a:pt x="135738" y="59696"/>
                  </a:lnTo>
                  <a:lnTo>
                    <a:pt x="136818" y="60520"/>
                  </a:lnTo>
                  <a:lnTo>
                    <a:pt x="137897" y="61427"/>
                  </a:lnTo>
                  <a:lnTo>
                    <a:pt x="153245" y="74315"/>
                  </a:lnTo>
                  <a:lnTo>
                    <a:pt x="154325" y="75222"/>
                  </a:lnTo>
                  <a:lnTo>
                    <a:pt x="155404" y="76207"/>
                  </a:lnTo>
                  <a:lnTo>
                    <a:pt x="170752" y="90221"/>
                  </a:lnTo>
                  <a:lnTo>
                    <a:pt x="171832" y="91207"/>
                  </a:lnTo>
                  <a:lnTo>
                    <a:pt x="172911" y="92289"/>
                  </a:lnTo>
                  <a:lnTo>
                    <a:pt x="188259" y="107668"/>
                  </a:lnTo>
                  <a:lnTo>
                    <a:pt x="189339" y="108750"/>
                  </a:lnTo>
                  <a:lnTo>
                    <a:pt x="190418" y="109907"/>
                  </a:lnTo>
                  <a:lnTo>
                    <a:pt x="205766" y="126366"/>
                  </a:lnTo>
                  <a:lnTo>
                    <a:pt x="206846" y="127524"/>
                  </a:lnTo>
                  <a:lnTo>
                    <a:pt x="207925" y="128744"/>
                  </a:lnTo>
                  <a:lnTo>
                    <a:pt x="223273" y="146089"/>
                  </a:lnTo>
                  <a:lnTo>
                    <a:pt x="224353" y="147309"/>
                  </a:lnTo>
                  <a:lnTo>
                    <a:pt x="225432" y="148587"/>
                  </a:lnTo>
                  <a:lnTo>
                    <a:pt x="240781" y="166758"/>
                  </a:lnTo>
                  <a:lnTo>
                    <a:pt x="241860" y="168036"/>
                  </a:lnTo>
                  <a:lnTo>
                    <a:pt x="242939" y="169375"/>
                  </a:lnTo>
                  <a:lnTo>
                    <a:pt x="258288" y="188408"/>
                  </a:lnTo>
                  <a:lnTo>
                    <a:pt x="259367" y="189747"/>
                  </a:lnTo>
                  <a:lnTo>
                    <a:pt x="260447" y="191143"/>
                  </a:lnTo>
                  <a:lnTo>
                    <a:pt x="275795" y="210990"/>
                  </a:lnTo>
                  <a:lnTo>
                    <a:pt x="276874" y="212386"/>
                  </a:lnTo>
                  <a:lnTo>
                    <a:pt x="277954" y="213820"/>
                  </a:lnTo>
                  <a:lnTo>
                    <a:pt x="293302" y="234211"/>
                  </a:lnTo>
                  <a:lnTo>
                    <a:pt x="294381" y="235645"/>
                  </a:lnTo>
                  <a:lnTo>
                    <a:pt x="295461" y="237113"/>
                  </a:lnTo>
                  <a:lnTo>
                    <a:pt x="310809" y="257984"/>
                  </a:lnTo>
                  <a:lnTo>
                    <a:pt x="311888" y="259452"/>
                  </a:lnTo>
                  <a:lnTo>
                    <a:pt x="312968" y="260949"/>
                  </a:lnTo>
                  <a:lnTo>
                    <a:pt x="328316" y="282235"/>
                  </a:lnTo>
                  <a:lnTo>
                    <a:pt x="329395" y="283733"/>
                  </a:lnTo>
                  <a:lnTo>
                    <a:pt x="330475" y="285260"/>
                  </a:lnTo>
                  <a:lnTo>
                    <a:pt x="345823" y="306982"/>
                  </a:lnTo>
                  <a:lnTo>
                    <a:pt x="346902" y="308509"/>
                  </a:lnTo>
                  <a:lnTo>
                    <a:pt x="347982" y="310051"/>
                  </a:lnTo>
                  <a:lnTo>
                    <a:pt x="363330" y="331971"/>
                  </a:lnTo>
                  <a:lnTo>
                    <a:pt x="364409" y="333513"/>
                  </a:lnTo>
                  <a:lnTo>
                    <a:pt x="365489" y="335065"/>
                  </a:lnTo>
                  <a:lnTo>
                    <a:pt x="380837" y="357126"/>
                  </a:lnTo>
                  <a:lnTo>
                    <a:pt x="381917" y="358677"/>
                  </a:lnTo>
                  <a:lnTo>
                    <a:pt x="382996" y="360235"/>
                  </a:lnTo>
                  <a:lnTo>
                    <a:pt x="398344" y="382379"/>
                  </a:lnTo>
                  <a:lnTo>
                    <a:pt x="399424" y="383936"/>
                  </a:lnTo>
                  <a:lnTo>
                    <a:pt x="400503" y="385494"/>
                  </a:lnTo>
                  <a:lnTo>
                    <a:pt x="415851" y="407639"/>
                  </a:lnTo>
                  <a:lnTo>
                    <a:pt x="416931" y="409196"/>
                  </a:lnTo>
                  <a:lnTo>
                    <a:pt x="418010" y="410747"/>
                  </a:lnTo>
                  <a:lnTo>
                    <a:pt x="433358" y="432791"/>
                  </a:lnTo>
                  <a:lnTo>
                    <a:pt x="434438" y="434341"/>
                  </a:lnTo>
                  <a:lnTo>
                    <a:pt x="435517" y="435881"/>
                  </a:lnTo>
                  <a:lnTo>
                    <a:pt x="450865" y="457778"/>
                  </a:lnTo>
                  <a:lnTo>
                    <a:pt x="451945" y="459318"/>
                  </a:lnTo>
                  <a:lnTo>
                    <a:pt x="453024" y="460844"/>
                  </a:lnTo>
                  <a:lnTo>
                    <a:pt x="468372" y="482549"/>
                  </a:lnTo>
                  <a:lnTo>
                    <a:pt x="469452" y="484076"/>
                  </a:lnTo>
                  <a:lnTo>
                    <a:pt x="470531" y="485583"/>
                  </a:lnTo>
                  <a:lnTo>
                    <a:pt x="485879" y="507011"/>
                  </a:lnTo>
                  <a:lnTo>
                    <a:pt x="486959" y="508518"/>
                  </a:lnTo>
                  <a:lnTo>
                    <a:pt x="488038" y="509997"/>
                  </a:lnTo>
                  <a:lnTo>
                    <a:pt x="503386" y="531026"/>
                  </a:lnTo>
                  <a:lnTo>
                    <a:pt x="504466" y="532505"/>
                  </a:lnTo>
                  <a:lnTo>
                    <a:pt x="505545" y="533959"/>
                  </a:lnTo>
                  <a:lnTo>
                    <a:pt x="520894" y="554630"/>
                  </a:lnTo>
                  <a:lnTo>
                    <a:pt x="521973" y="556083"/>
                  </a:lnTo>
                  <a:lnTo>
                    <a:pt x="523053" y="557510"/>
                  </a:lnTo>
                  <a:lnTo>
                    <a:pt x="538401" y="577795"/>
                  </a:lnTo>
                  <a:lnTo>
                    <a:pt x="539480" y="579222"/>
                  </a:lnTo>
                  <a:lnTo>
                    <a:pt x="540560" y="580620"/>
                  </a:lnTo>
                  <a:lnTo>
                    <a:pt x="555908" y="600492"/>
                  </a:lnTo>
                  <a:lnTo>
                    <a:pt x="556987" y="601890"/>
                  </a:lnTo>
                  <a:lnTo>
                    <a:pt x="558067" y="603243"/>
                  </a:lnTo>
                  <a:lnTo>
                    <a:pt x="573415" y="622480"/>
                  </a:lnTo>
                  <a:lnTo>
                    <a:pt x="574494" y="623833"/>
                  </a:lnTo>
                  <a:lnTo>
                    <a:pt x="575574" y="625151"/>
                  </a:lnTo>
                  <a:lnTo>
                    <a:pt x="590922" y="643903"/>
                  </a:lnTo>
                  <a:lnTo>
                    <a:pt x="592001" y="645221"/>
                  </a:lnTo>
                  <a:lnTo>
                    <a:pt x="593081" y="646506"/>
                  </a:lnTo>
                  <a:lnTo>
                    <a:pt x="608429" y="664766"/>
                  </a:lnTo>
                  <a:lnTo>
                    <a:pt x="609508" y="666050"/>
                  </a:lnTo>
                  <a:lnTo>
                    <a:pt x="610588" y="667300"/>
                  </a:lnTo>
                  <a:lnTo>
                    <a:pt x="625936" y="685059"/>
                  </a:lnTo>
                  <a:lnTo>
                    <a:pt x="627015" y="686308"/>
                  </a:lnTo>
                  <a:lnTo>
                    <a:pt x="628095" y="687512"/>
                  </a:lnTo>
                  <a:lnTo>
                    <a:pt x="643443" y="704627"/>
                  </a:lnTo>
                  <a:lnTo>
                    <a:pt x="644522" y="705831"/>
                  </a:lnTo>
                  <a:lnTo>
                    <a:pt x="645602" y="706993"/>
                  </a:lnTo>
                  <a:lnTo>
                    <a:pt x="660950" y="723512"/>
                  </a:lnTo>
                  <a:lnTo>
                    <a:pt x="662030" y="724674"/>
                  </a:lnTo>
                  <a:lnTo>
                    <a:pt x="663109" y="725800"/>
                  </a:lnTo>
                  <a:lnTo>
                    <a:pt x="678457" y="741811"/>
                  </a:lnTo>
                  <a:lnTo>
                    <a:pt x="679537" y="742937"/>
                  </a:lnTo>
                  <a:lnTo>
                    <a:pt x="680616" y="744027"/>
                  </a:lnTo>
                  <a:lnTo>
                    <a:pt x="695964" y="759534"/>
                  </a:lnTo>
                  <a:lnTo>
                    <a:pt x="697044" y="760624"/>
                  </a:lnTo>
                  <a:lnTo>
                    <a:pt x="698123" y="761676"/>
                  </a:lnTo>
                  <a:lnTo>
                    <a:pt x="713471" y="776630"/>
                  </a:lnTo>
                  <a:lnTo>
                    <a:pt x="714551" y="777682"/>
                  </a:lnTo>
                  <a:lnTo>
                    <a:pt x="715630" y="778690"/>
                  </a:lnTo>
                  <a:lnTo>
                    <a:pt x="730978" y="793021"/>
                  </a:lnTo>
                  <a:lnTo>
                    <a:pt x="732058" y="794029"/>
                  </a:lnTo>
                  <a:lnTo>
                    <a:pt x="733137" y="795005"/>
                  </a:lnTo>
                  <a:lnTo>
                    <a:pt x="748485" y="808884"/>
                  </a:lnTo>
                  <a:lnTo>
                    <a:pt x="749565" y="809860"/>
                  </a:lnTo>
                  <a:lnTo>
                    <a:pt x="750644" y="810805"/>
                  </a:lnTo>
                  <a:lnTo>
                    <a:pt x="765992" y="824248"/>
                  </a:lnTo>
                  <a:lnTo>
                    <a:pt x="767072" y="825194"/>
                  </a:lnTo>
                  <a:lnTo>
                    <a:pt x="768151" y="826110"/>
                  </a:lnTo>
                  <a:lnTo>
                    <a:pt x="783500" y="839135"/>
                  </a:lnTo>
                  <a:lnTo>
                    <a:pt x="784579" y="840051"/>
                  </a:lnTo>
                  <a:lnTo>
                    <a:pt x="785658" y="840930"/>
                  </a:lnTo>
                  <a:lnTo>
                    <a:pt x="801007" y="853422"/>
                  </a:lnTo>
                  <a:lnTo>
                    <a:pt x="802086" y="854301"/>
                  </a:lnTo>
                  <a:lnTo>
                    <a:pt x="803166" y="855154"/>
                  </a:lnTo>
                  <a:lnTo>
                    <a:pt x="818514" y="867293"/>
                  </a:lnTo>
                  <a:lnTo>
                    <a:pt x="819593" y="868147"/>
                  </a:lnTo>
                  <a:lnTo>
                    <a:pt x="820673" y="868978"/>
                  </a:lnTo>
                  <a:lnTo>
                    <a:pt x="836021" y="880800"/>
                  </a:lnTo>
                  <a:lnTo>
                    <a:pt x="837100" y="881631"/>
                  </a:lnTo>
                  <a:lnTo>
                    <a:pt x="838180" y="882442"/>
                  </a:lnTo>
                  <a:lnTo>
                    <a:pt x="853528" y="893972"/>
                  </a:lnTo>
                  <a:lnTo>
                    <a:pt x="854607" y="894783"/>
                  </a:lnTo>
                  <a:lnTo>
                    <a:pt x="855687" y="895572"/>
                  </a:lnTo>
                  <a:lnTo>
                    <a:pt x="871035" y="906783"/>
                  </a:lnTo>
                  <a:lnTo>
                    <a:pt x="872114" y="907572"/>
                  </a:lnTo>
                  <a:lnTo>
                    <a:pt x="873194" y="908343"/>
                  </a:lnTo>
                  <a:lnTo>
                    <a:pt x="888542" y="919308"/>
                  </a:lnTo>
                  <a:lnTo>
                    <a:pt x="889621" y="920080"/>
                  </a:lnTo>
                  <a:lnTo>
                    <a:pt x="890701" y="920839"/>
                  </a:lnTo>
                  <a:lnTo>
                    <a:pt x="906049" y="931629"/>
                  </a:lnTo>
                  <a:lnTo>
                    <a:pt x="907128" y="932388"/>
                  </a:lnTo>
                  <a:lnTo>
                    <a:pt x="908208" y="933137"/>
                  </a:lnTo>
                  <a:lnTo>
                    <a:pt x="923556" y="943779"/>
                  </a:lnTo>
                  <a:lnTo>
                    <a:pt x="924636" y="944528"/>
                  </a:lnTo>
                  <a:lnTo>
                    <a:pt x="925715" y="945267"/>
                  </a:lnTo>
                  <a:lnTo>
                    <a:pt x="941063" y="955779"/>
                  </a:lnTo>
                  <a:lnTo>
                    <a:pt x="942143" y="956519"/>
                  </a:lnTo>
                  <a:lnTo>
                    <a:pt x="943222" y="957251"/>
                  </a:lnTo>
                  <a:lnTo>
                    <a:pt x="958570" y="967664"/>
                  </a:lnTo>
                  <a:lnTo>
                    <a:pt x="959650" y="968396"/>
                  </a:lnTo>
                  <a:lnTo>
                    <a:pt x="960729" y="969126"/>
                  </a:lnTo>
                  <a:lnTo>
                    <a:pt x="976077" y="979500"/>
                  </a:lnTo>
                  <a:lnTo>
                    <a:pt x="977157" y="980229"/>
                  </a:lnTo>
                  <a:lnTo>
                    <a:pt x="978236" y="980958"/>
                  </a:lnTo>
                  <a:lnTo>
                    <a:pt x="993584" y="991315"/>
                  </a:lnTo>
                  <a:lnTo>
                    <a:pt x="994664" y="992043"/>
                  </a:lnTo>
                  <a:lnTo>
                    <a:pt x="995743" y="992772"/>
                  </a:lnTo>
                  <a:lnTo>
                    <a:pt x="1011091" y="1003133"/>
                  </a:lnTo>
                  <a:lnTo>
                    <a:pt x="1012171" y="1003861"/>
                  </a:lnTo>
                  <a:lnTo>
                    <a:pt x="1013250" y="1004593"/>
                  </a:lnTo>
                  <a:lnTo>
                    <a:pt x="1028598" y="1015001"/>
                  </a:lnTo>
                  <a:lnTo>
                    <a:pt x="1029678" y="1015734"/>
                  </a:lnTo>
                  <a:lnTo>
                    <a:pt x="1030757" y="1016470"/>
                  </a:lnTo>
                  <a:lnTo>
                    <a:pt x="1046106" y="1026943"/>
                  </a:lnTo>
                  <a:lnTo>
                    <a:pt x="1047185" y="1027680"/>
                  </a:lnTo>
                  <a:lnTo>
                    <a:pt x="1048264" y="1028422"/>
                  </a:lnTo>
                  <a:lnTo>
                    <a:pt x="1063613" y="1038970"/>
                  </a:lnTo>
                  <a:lnTo>
                    <a:pt x="1064692" y="1039712"/>
                  </a:lnTo>
                  <a:lnTo>
                    <a:pt x="1065772" y="1040460"/>
                  </a:lnTo>
                  <a:lnTo>
                    <a:pt x="1081120" y="1051096"/>
                  </a:lnTo>
                  <a:lnTo>
                    <a:pt x="1082199" y="1051844"/>
                  </a:lnTo>
                  <a:lnTo>
                    <a:pt x="1083279" y="1052601"/>
                  </a:lnTo>
                  <a:lnTo>
                    <a:pt x="1098627" y="1063359"/>
                  </a:lnTo>
                  <a:lnTo>
                    <a:pt x="1099706" y="1064116"/>
                  </a:lnTo>
                  <a:lnTo>
                    <a:pt x="1100786" y="1064881"/>
                  </a:lnTo>
                  <a:lnTo>
                    <a:pt x="1116134" y="1075771"/>
                  </a:lnTo>
                  <a:lnTo>
                    <a:pt x="1117213" y="1076537"/>
                  </a:lnTo>
                  <a:lnTo>
                    <a:pt x="1118293" y="1077310"/>
                  </a:lnTo>
                  <a:lnTo>
                    <a:pt x="1133641" y="1088312"/>
                  </a:lnTo>
                  <a:lnTo>
                    <a:pt x="1134720" y="1089086"/>
                  </a:lnTo>
                  <a:lnTo>
                    <a:pt x="1135800" y="1089868"/>
                  </a:lnTo>
                  <a:lnTo>
                    <a:pt x="1151148" y="1100982"/>
                  </a:lnTo>
                  <a:lnTo>
                    <a:pt x="1152227" y="1101764"/>
                  </a:lnTo>
                  <a:lnTo>
                    <a:pt x="1153307" y="1102554"/>
                  </a:lnTo>
                  <a:lnTo>
                    <a:pt x="1168655" y="1113788"/>
                  </a:lnTo>
                  <a:lnTo>
                    <a:pt x="1169734" y="1114578"/>
                  </a:lnTo>
                  <a:lnTo>
                    <a:pt x="1170814" y="1115378"/>
                  </a:lnTo>
                  <a:lnTo>
                    <a:pt x="1186162" y="1126750"/>
                  </a:lnTo>
                  <a:lnTo>
                    <a:pt x="1187241" y="1127549"/>
                  </a:lnTo>
                  <a:lnTo>
                    <a:pt x="1188321" y="1128355"/>
                  </a:lnTo>
                  <a:lnTo>
                    <a:pt x="1203669" y="1139817"/>
                  </a:lnTo>
                  <a:lnTo>
                    <a:pt x="1204749" y="1140623"/>
                  </a:lnTo>
                  <a:lnTo>
                    <a:pt x="1205828" y="1141434"/>
                  </a:lnTo>
                  <a:lnTo>
                    <a:pt x="1221176" y="1152975"/>
                  </a:lnTo>
                  <a:lnTo>
                    <a:pt x="1222256" y="1153786"/>
                  </a:lnTo>
                  <a:lnTo>
                    <a:pt x="1223335" y="1154603"/>
                  </a:lnTo>
                  <a:lnTo>
                    <a:pt x="1238683" y="1166211"/>
                  </a:lnTo>
                  <a:lnTo>
                    <a:pt x="1239763" y="1167027"/>
                  </a:lnTo>
                  <a:lnTo>
                    <a:pt x="1240842" y="1167848"/>
                  </a:lnTo>
                  <a:lnTo>
                    <a:pt x="1256190" y="1179519"/>
                  </a:lnTo>
                  <a:lnTo>
                    <a:pt x="1257270" y="1180339"/>
                  </a:lnTo>
                  <a:lnTo>
                    <a:pt x="1258349" y="1181162"/>
                  </a:lnTo>
                  <a:lnTo>
                    <a:pt x="1273697" y="1192852"/>
                  </a:lnTo>
                  <a:lnTo>
                    <a:pt x="1274777" y="1193674"/>
                  </a:lnTo>
                  <a:lnTo>
                    <a:pt x="1275856" y="1194496"/>
                  </a:lnTo>
                  <a:lnTo>
                    <a:pt x="1291204" y="1206186"/>
                  </a:lnTo>
                  <a:lnTo>
                    <a:pt x="1292284" y="1207008"/>
                  </a:lnTo>
                  <a:lnTo>
                    <a:pt x="1293363" y="1207829"/>
                  </a:lnTo>
                  <a:lnTo>
                    <a:pt x="1308711" y="1219500"/>
                  </a:lnTo>
                  <a:lnTo>
                    <a:pt x="1309791" y="1220321"/>
                  </a:lnTo>
                  <a:lnTo>
                    <a:pt x="1310870" y="1221138"/>
                  </a:lnTo>
                  <a:lnTo>
                    <a:pt x="1326219" y="1232755"/>
                  </a:lnTo>
                  <a:lnTo>
                    <a:pt x="1327298" y="1233572"/>
                  </a:lnTo>
                  <a:lnTo>
                    <a:pt x="1328377" y="1234383"/>
                  </a:lnTo>
                  <a:lnTo>
                    <a:pt x="1343726" y="1245905"/>
                  </a:lnTo>
                  <a:lnTo>
                    <a:pt x="1344805" y="1246716"/>
                  </a:lnTo>
                  <a:lnTo>
                    <a:pt x="1345885" y="1247519"/>
                  </a:lnTo>
                  <a:lnTo>
                    <a:pt x="1361233" y="1258937"/>
                  </a:lnTo>
                  <a:lnTo>
                    <a:pt x="1362312" y="1259740"/>
                  </a:lnTo>
                  <a:lnTo>
                    <a:pt x="1363392" y="1260535"/>
                  </a:lnTo>
                  <a:lnTo>
                    <a:pt x="1378740" y="1271829"/>
                  </a:lnTo>
                  <a:lnTo>
                    <a:pt x="1379819" y="1272623"/>
                  </a:lnTo>
                  <a:lnTo>
                    <a:pt x="1380899" y="1273406"/>
                  </a:lnTo>
                  <a:lnTo>
                    <a:pt x="1396247" y="1284545"/>
                  </a:lnTo>
                  <a:lnTo>
                    <a:pt x="1397326" y="1285328"/>
                  </a:lnTo>
                  <a:lnTo>
                    <a:pt x="1398406" y="1286095"/>
                  </a:lnTo>
                  <a:lnTo>
                    <a:pt x="1413754" y="1296990"/>
                  </a:lnTo>
                  <a:lnTo>
                    <a:pt x="1414833" y="1297757"/>
                  </a:lnTo>
                  <a:lnTo>
                    <a:pt x="1415913" y="1298509"/>
                  </a:lnTo>
                  <a:lnTo>
                    <a:pt x="1431261" y="1309198"/>
                  </a:lnTo>
                  <a:lnTo>
                    <a:pt x="1432340" y="1309949"/>
                  </a:lnTo>
                  <a:lnTo>
                    <a:pt x="1433420" y="1310686"/>
                  </a:lnTo>
                  <a:lnTo>
                    <a:pt x="1448768" y="1321151"/>
                  </a:lnTo>
                  <a:lnTo>
                    <a:pt x="1449847" y="1321888"/>
                  </a:lnTo>
                  <a:lnTo>
                    <a:pt x="1450927" y="1322607"/>
                  </a:lnTo>
                  <a:lnTo>
                    <a:pt x="1466275" y="1332834"/>
                  </a:lnTo>
                  <a:lnTo>
                    <a:pt x="1467355" y="1333553"/>
                  </a:lnTo>
                  <a:lnTo>
                    <a:pt x="1468434" y="1334248"/>
                  </a:lnTo>
                  <a:lnTo>
                    <a:pt x="1483782" y="1344124"/>
                  </a:lnTo>
                  <a:lnTo>
                    <a:pt x="1484862" y="1344819"/>
                  </a:lnTo>
                  <a:lnTo>
                    <a:pt x="1485941" y="1345492"/>
                  </a:lnTo>
                  <a:lnTo>
                    <a:pt x="1501289" y="1355063"/>
                  </a:lnTo>
                  <a:lnTo>
                    <a:pt x="1502369" y="1355736"/>
                  </a:lnTo>
                  <a:lnTo>
                    <a:pt x="1503448" y="1356389"/>
                  </a:lnTo>
                  <a:lnTo>
                    <a:pt x="1518796" y="1365667"/>
                  </a:lnTo>
                  <a:lnTo>
                    <a:pt x="1519876" y="1366319"/>
                  </a:lnTo>
                  <a:lnTo>
                    <a:pt x="1520955" y="1366951"/>
                  </a:lnTo>
                  <a:lnTo>
                    <a:pt x="1536303" y="1375928"/>
                  </a:lnTo>
                  <a:lnTo>
                    <a:pt x="1537383" y="1376559"/>
                  </a:lnTo>
                  <a:lnTo>
                    <a:pt x="1538462" y="1377164"/>
                  </a:lnTo>
                  <a:lnTo>
                    <a:pt x="1553810" y="1385770"/>
                  </a:lnTo>
                  <a:lnTo>
                    <a:pt x="1554890" y="1386376"/>
                  </a:lnTo>
                  <a:lnTo>
                    <a:pt x="1555969" y="1386953"/>
                  </a:lnTo>
                  <a:lnTo>
                    <a:pt x="1571317" y="1395169"/>
                  </a:lnTo>
                  <a:lnTo>
                    <a:pt x="1572397" y="1395747"/>
                  </a:lnTo>
                  <a:lnTo>
                    <a:pt x="1573476" y="1396302"/>
                  </a:lnTo>
                  <a:lnTo>
                    <a:pt x="1588825" y="1404198"/>
                  </a:lnTo>
                  <a:lnTo>
                    <a:pt x="1589904" y="1404754"/>
                  </a:lnTo>
                  <a:lnTo>
                    <a:pt x="1590983" y="1405286"/>
                  </a:lnTo>
                  <a:lnTo>
                    <a:pt x="1606332" y="1412864"/>
                  </a:lnTo>
                  <a:lnTo>
                    <a:pt x="1607411" y="1413397"/>
                  </a:lnTo>
                  <a:lnTo>
                    <a:pt x="1608491" y="1413906"/>
                  </a:lnTo>
                  <a:lnTo>
                    <a:pt x="1623839" y="1421151"/>
                  </a:lnTo>
                  <a:lnTo>
                    <a:pt x="1624918" y="1421661"/>
                  </a:lnTo>
                  <a:lnTo>
                    <a:pt x="1625998" y="1422140"/>
                  </a:lnTo>
                  <a:lnTo>
                    <a:pt x="1641346" y="1428957"/>
                  </a:lnTo>
                  <a:lnTo>
                    <a:pt x="1642425" y="1429437"/>
                  </a:lnTo>
                  <a:lnTo>
                    <a:pt x="1643505" y="1429895"/>
                  </a:lnTo>
                  <a:lnTo>
                    <a:pt x="1658853" y="1436413"/>
                  </a:lnTo>
                  <a:lnTo>
                    <a:pt x="1659932" y="1436872"/>
                  </a:lnTo>
                  <a:lnTo>
                    <a:pt x="1661012" y="1437310"/>
                  </a:lnTo>
                  <a:lnTo>
                    <a:pt x="1676360" y="1443537"/>
                  </a:lnTo>
                  <a:lnTo>
                    <a:pt x="1677439" y="1443975"/>
                  </a:lnTo>
                  <a:lnTo>
                    <a:pt x="1678519" y="1444394"/>
                  </a:lnTo>
                  <a:lnTo>
                    <a:pt x="1693867" y="1450340"/>
                  </a:lnTo>
                  <a:lnTo>
                    <a:pt x="1694946" y="1450759"/>
                  </a:lnTo>
                  <a:lnTo>
                    <a:pt x="1696026" y="1451152"/>
                  </a:lnTo>
                  <a:lnTo>
                    <a:pt x="1711374" y="1456749"/>
                  </a:lnTo>
                  <a:lnTo>
                    <a:pt x="1712453" y="1457142"/>
                  </a:lnTo>
                  <a:lnTo>
                    <a:pt x="1713533" y="1457517"/>
                  </a:lnTo>
                  <a:lnTo>
                    <a:pt x="1728881" y="1462849"/>
                  </a:lnTo>
                  <a:lnTo>
                    <a:pt x="1729960" y="1463224"/>
                  </a:lnTo>
                  <a:lnTo>
                    <a:pt x="1731040" y="1463583"/>
                  </a:lnTo>
                  <a:lnTo>
                    <a:pt x="1746388" y="1468690"/>
                  </a:lnTo>
                  <a:lnTo>
                    <a:pt x="1747468" y="1469049"/>
                  </a:lnTo>
                  <a:lnTo>
                    <a:pt x="1748547" y="1469393"/>
                  </a:lnTo>
                  <a:lnTo>
                    <a:pt x="1763895" y="1474291"/>
                  </a:lnTo>
                  <a:lnTo>
                    <a:pt x="1764975" y="1474635"/>
                  </a:lnTo>
                  <a:lnTo>
                    <a:pt x="1766054" y="1474964"/>
                  </a:lnTo>
                  <a:lnTo>
                    <a:pt x="1781402" y="1479639"/>
                  </a:lnTo>
                  <a:lnTo>
                    <a:pt x="1782482" y="1479967"/>
                  </a:lnTo>
                  <a:lnTo>
                    <a:pt x="1783561" y="1480282"/>
                  </a:lnTo>
                  <a:lnTo>
                    <a:pt x="1798909" y="1484756"/>
                  </a:lnTo>
                  <a:lnTo>
                    <a:pt x="1799989" y="1485071"/>
                  </a:lnTo>
                  <a:lnTo>
                    <a:pt x="1801068" y="1485376"/>
                  </a:lnTo>
                  <a:lnTo>
                    <a:pt x="1816416" y="1489714"/>
                  </a:lnTo>
                  <a:lnTo>
                    <a:pt x="1817496" y="1490019"/>
                  </a:lnTo>
                  <a:lnTo>
                    <a:pt x="1818575" y="1490316"/>
                  </a:lnTo>
                  <a:lnTo>
                    <a:pt x="1833923" y="1494535"/>
                  </a:lnTo>
                  <a:lnTo>
                    <a:pt x="1835003" y="1494831"/>
                  </a:lnTo>
                  <a:lnTo>
                    <a:pt x="1836082" y="1495121"/>
                  </a:lnTo>
                  <a:lnTo>
                    <a:pt x="1851430" y="1499234"/>
                  </a:lnTo>
                  <a:lnTo>
                    <a:pt x="1852510" y="1499524"/>
                  </a:lnTo>
                  <a:lnTo>
                    <a:pt x="1853589" y="1499806"/>
                  </a:lnTo>
                  <a:lnTo>
                    <a:pt x="1868938" y="1503819"/>
                  </a:lnTo>
                  <a:lnTo>
                    <a:pt x="1870017" y="1504101"/>
                  </a:lnTo>
                  <a:lnTo>
                    <a:pt x="1871096" y="1504380"/>
                  </a:lnTo>
                  <a:lnTo>
                    <a:pt x="1886445" y="1508348"/>
                  </a:lnTo>
                  <a:lnTo>
                    <a:pt x="1887524" y="1508627"/>
                  </a:lnTo>
                  <a:lnTo>
                    <a:pt x="1888604" y="1508904"/>
                  </a:lnTo>
                  <a:lnTo>
                    <a:pt x="1903952" y="1512841"/>
                  </a:lnTo>
                  <a:lnTo>
                    <a:pt x="1905031" y="1513118"/>
                  </a:lnTo>
                  <a:lnTo>
                    <a:pt x="1906111" y="1513394"/>
                  </a:lnTo>
                  <a:lnTo>
                    <a:pt x="1921459" y="1517317"/>
                  </a:lnTo>
                  <a:lnTo>
                    <a:pt x="1922538" y="1517593"/>
                  </a:lnTo>
                  <a:lnTo>
                    <a:pt x="1923618" y="1517869"/>
                  </a:lnTo>
                  <a:lnTo>
                    <a:pt x="1938966" y="1521800"/>
                  </a:lnTo>
                  <a:lnTo>
                    <a:pt x="1940045" y="1522077"/>
                  </a:lnTo>
                  <a:lnTo>
                    <a:pt x="1941125" y="1522355"/>
                  </a:lnTo>
                  <a:lnTo>
                    <a:pt x="1956473" y="1526318"/>
                  </a:lnTo>
                  <a:lnTo>
                    <a:pt x="1957552" y="1526597"/>
                  </a:lnTo>
                  <a:lnTo>
                    <a:pt x="1958632" y="1526879"/>
                  </a:lnTo>
                  <a:lnTo>
                    <a:pt x="1973980" y="1530883"/>
                  </a:lnTo>
                  <a:lnTo>
                    <a:pt x="1975059" y="1531165"/>
                  </a:lnTo>
                  <a:lnTo>
                    <a:pt x="1976139" y="1531450"/>
                  </a:lnTo>
                  <a:lnTo>
                    <a:pt x="1991487" y="1535506"/>
                  </a:lnTo>
                  <a:lnTo>
                    <a:pt x="1992566" y="1535791"/>
                  </a:lnTo>
                  <a:lnTo>
                    <a:pt x="1993646" y="1536082"/>
                  </a:lnTo>
                  <a:lnTo>
                    <a:pt x="2008994" y="1540211"/>
                  </a:lnTo>
                  <a:lnTo>
                    <a:pt x="2010074" y="1540502"/>
                  </a:lnTo>
                  <a:lnTo>
                    <a:pt x="2011153" y="1540799"/>
                  </a:lnTo>
                  <a:lnTo>
                    <a:pt x="2026501" y="1545024"/>
                  </a:lnTo>
                  <a:lnTo>
                    <a:pt x="2027581" y="1545321"/>
                  </a:lnTo>
                  <a:lnTo>
                    <a:pt x="2028660" y="1545624"/>
                  </a:lnTo>
                  <a:lnTo>
                    <a:pt x="2044008" y="1549932"/>
                  </a:lnTo>
                  <a:lnTo>
                    <a:pt x="2045088" y="1550235"/>
                  </a:lnTo>
                  <a:lnTo>
                    <a:pt x="2046167" y="1550544"/>
                  </a:lnTo>
                  <a:lnTo>
                    <a:pt x="2061515" y="1554938"/>
                  </a:lnTo>
                  <a:lnTo>
                    <a:pt x="2062595" y="1555247"/>
                  </a:lnTo>
                  <a:lnTo>
                    <a:pt x="2063674" y="1555562"/>
                  </a:lnTo>
                  <a:lnTo>
                    <a:pt x="2079022" y="1560047"/>
                  </a:lnTo>
                  <a:lnTo>
                    <a:pt x="2080102" y="1560363"/>
                  </a:lnTo>
                  <a:lnTo>
                    <a:pt x="2081181" y="1560687"/>
                  </a:lnTo>
                  <a:lnTo>
                    <a:pt x="2096529" y="1565301"/>
                  </a:lnTo>
                  <a:lnTo>
                    <a:pt x="2097609" y="1565626"/>
                  </a:lnTo>
                  <a:lnTo>
                    <a:pt x="2098688" y="1565956"/>
                  </a:lnTo>
                  <a:lnTo>
                    <a:pt x="2114036" y="1570659"/>
                  </a:lnTo>
                  <a:lnTo>
                    <a:pt x="2115116" y="1570990"/>
                  </a:lnTo>
                  <a:lnTo>
                    <a:pt x="2116195" y="1571327"/>
                  </a:lnTo>
                  <a:lnTo>
                    <a:pt x="2131544" y="1576116"/>
                  </a:lnTo>
                  <a:lnTo>
                    <a:pt x="2132623" y="1576453"/>
                  </a:lnTo>
                  <a:lnTo>
                    <a:pt x="2133702" y="1576796"/>
                  </a:lnTo>
                  <a:lnTo>
                    <a:pt x="2149051" y="1581668"/>
                  </a:lnTo>
                  <a:lnTo>
                    <a:pt x="2150130" y="1582011"/>
                  </a:lnTo>
                  <a:lnTo>
                    <a:pt x="2151210" y="1582360"/>
                  </a:lnTo>
                  <a:lnTo>
                    <a:pt x="2166558" y="1587330"/>
                  </a:lnTo>
                  <a:lnTo>
                    <a:pt x="2167637" y="1587680"/>
                  </a:lnTo>
                  <a:lnTo>
                    <a:pt x="2168717" y="1588035"/>
                  </a:lnTo>
                  <a:lnTo>
                    <a:pt x="2184065" y="1593079"/>
                  </a:lnTo>
                  <a:lnTo>
                    <a:pt x="2185144" y="1593433"/>
                  </a:lnTo>
                  <a:lnTo>
                    <a:pt x="2186224" y="1593792"/>
                  </a:lnTo>
                  <a:lnTo>
                    <a:pt x="2201572" y="1598891"/>
                  </a:lnTo>
                  <a:lnTo>
                    <a:pt x="2202651" y="1599250"/>
                  </a:lnTo>
                  <a:lnTo>
                    <a:pt x="2203731" y="1599612"/>
                  </a:lnTo>
                  <a:lnTo>
                    <a:pt x="2219079" y="1604758"/>
                  </a:lnTo>
                  <a:lnTo>
                    <a:pt x="2220158" y="1605120"/>
                  </a:lnTo>
                  <a:lnTo>
                    <a:pt x="2221238" y="1605485"/>
                  </a:lnTo>
                  <a:lnTo>
                    <a:pt x="2236586" y="1610672"/>
                  </a:lnTo>
                  <a:lnTo>
                    <a:pt x="2237665" y="1611037"/>
                  </a:lnTo>
                  <a:lnTo>
                    <a:pt x="2238745" y="1611404"/>
                  </a:lnTo>
                  <a:lnTo>
                    <a:pt x="2254093" y="1616616"/>
                  </a:lnTo>
                  <a:lnTo>
                    <a:pt x="2255172" y="1616982"/>
                  </a:lnTo>
                  <a:lnTo>
                    <a:pt x="2256252" y="1617349"/>
                  </a:lnTo>
                  <a:lnTo>
                    <a:pt x="2271600" y="1622564"/>
                  </a:lnTo>
                  <a:lnTo>
                    <a:pt x="2272680" y="1622931"/>
                  </a:lnTo>
                  <a:lnTo>
                    <a:pt x="2273759" y="1623298"/>
                  </a:lnTo>
                  <a:lnTo>
                    <a:pt x="2289107" y="1628506"/>
                  </a:lnTo>
                  <a:lnTo>
                    <a:pt x="2290187" y="1628872"/>
                  </a:lnTo>
                  <a:lnTo>
                    <a:pt x="2291266" y="1629237"/>
                  </a:lnTo>
                  <a:lnTo>
                    <a:pt x="2306614" y="1634427"/>
                  </a:lnTo>
                  <a:lnTo>
                    <a:pt x="2307694" y="1634792"/>
                  </a:lnTo>
                  <a:lnTo>
                    <a:pt x="2308773" y="1635154"/>
                  </a:lnTo>
                  <a:lnTo>
                    <a:pt x="2324121" y="1640291"/>
                  </a:lnTo>
                  <a:lnTo>
                    <a:pt x="2325201" y="1640652"/>
                  </a:lnTo>
                  <a:lnTo>
                    <a:pt x="2326280" y="1641010"/>
                  </a:lnTo>
                  <a:lnTo>
                    <a:pt x="2341628" y="1646091"/>
                  </a:lnTo>
                  <a:lnTo>
                    <a:pt x="2342708" y="1646448"/>
                  </a:lnTo>
                  <a:lnTo>
                    <a:pt x="2343787" y="1646801"/>
                  </a:lnTo>
                  <a:lnTo>
                    <a:pt x="2359135" y="1651815"/>
                  </a:lnTo>
                  <a:lnTo>
                    <a:pt x="2360215" y="1652168"/>
                  </a:lnTo>
                  <a:lnTo>
                    <a:pt x="2361294" y="1652515"/>
                  </a:lnTo>
                  <a:lnTo>
                    <a:pt x="2376642" y="1657453"/>
                  </a:lnTo>
                  <a:lnTo>
                    <a:pt x="2377722" y="1657800"/>
                  </a:lnTo>
                  <a:lnTo>
                    <a:pt x="2378801" y="1658139"/>
                  </a:lnTo>
                  <a:lnTo>
                    <a:pt x="2394149" y="1662959"/>
                  </a:lnTo>
                  <a:lnTo>
                    <a:pt x="2395229" y="1663298"/>
                  </a:lnTo>
                  <a:lnTo>
                    <a:pt x="2396308" y="1663629"/>
                  </a:lnTo>
                  <a:lnTo>
                    <a:pt x="2411657" y="1668325"/>
                  </a:lnTo>
                  <a:lnTo>
                    <a:pt x="2412736" y="1668655"/>
                  </a:lnTo>
                  <a:lnTo>
                    <a:pt x="2413815" y="1668977"/>
                  </a:lnTo>
                  <a:lnTo>
                    <a:pt x="2429164" y="1673555"/>
                  </a:lnTo>
                  <a:lnTo>
                    <a:pt x="2430243" y="1673877"/>
                  </a:lnTo>
                  <a:lnTo>
                    <a:pt x="2431323" y="1674190"/>
                  </a:lnTo>
                  <a:lnTo>
                    <a:pt x="2446671" y="1678641"/>
                  </a:lnTo>
                  <a:lnTo>
                    <a:pt x="2447750" y="1678955"/>
                  </a:lnTo>
                  <a:lnTo>
                    <a:pt x="2448830" y="1679257"/>
                  </a:lnTo>
                  <a:lnTo>
                    <a:pt x="2464178" y="1683556"/>
                  </a:lnTo>
                  <a:lnTo>
                    <a:pt x="2465257" y="1683859"/>
                  </a:lnTo>
                  <a:lnTo>
                    <a:pt x="2466337" y="1684148"/>
                  </a:lnTo>
                  <a:lnTo>
                    <a:pt x="2481685" y="1688258"/>
                  </a:lnTo>
                  <a:lnTo>
                    <a:pt x="2482764" y="1688547"/>
                  </a:lnTo>
                  <a:lnTo>
                    <a:pt x="2483844" y="1688826"/>
                  </a:lnTo>
                  <a:lnTo>
                    <a:pt x="2499192" y="1692784"/>
                  </a:lnTo>
                  <a:lnTo>
                    <a:pt x="2500271" y="1693062"/>
                  </a:lnTo>
                  <a:lnTo>
                    <a:pt x="2501351" y="1693330"/>
                  </a:lnTo>
                  <a:lnTo>
                    <a:pt x="2516699" y="1697131"/>
                  </a:lnTo>
                  <a:lnTo>
                    <a:pt x="2517778" y="1697399"/>
                  </a:lnTo>
                  <a:lnTo>
                    <a:pt x="2518858" y="1697655"/>
                  </a:lnTo>
                  <a:lnTo>
                    <a:pt x="2534206" y="1701297"/>
                  </a:lnTo>
                  <a:lnTo>
                    <a:pt x="2535285" y="1701553"/>
                  </a:lnTo>
                  <a:lnTo>
                    <a:pt x="2536365" y="1701793"/>
                  </a:lnTo>
                  <a:lnTo>
                    <a:pt x="2551713" y="1705206"/>
                  </a:lnTo>
                  <a:lnTo>
                    <a:pt x="2552793" y="1705446"/>
                  </a:lnTo>
                  <a:lnTo>
                    <a:pt x="2553872" y="1705674"/>
                  </a:lnTo>
                  <a:lnTo>
                    <a:pt x="2569220" y="1708920"/>
                  </a:lnTo>
                  <a:lnTo>
                    <a:pt x="2570300" y="1709149"/>
                  </a:lnTo>
                  <a:lnTo>
                    <a:pt x="2571379" y="1709365"/>
                  </a:lnTo>
                  <a:lnTo>
                    <a:pt x="2586727" y="1712448"/>
                  </a:lnTo>
                  <a:lnTo>
                    <a:pt x="2587807" y="1712665"/>
                  </a:lnTo>
                  <a:lnTo>
                    <a:pt x="2588886" y="1712870"/>
                  </a:lnTo>
                  <a:lnTo>
                    <a:pt x="2604234" y="1715791"/>
                  </a:lnTo>
                  <a:lnTo>
                    <a:pt x="2605314" y="1715996"/>
                  </a:lnTo>
                  <a:lnTo>
                    <a:pt x="2606393" y="1716188"/>
                  </a:lnTo>
                  <a:lnTo>
                    <a:pt x="2621741" y="1718908"/>
                  </a:lnTo>
                  <a:lnTo>
                    <a:pt x="2622821" y="1719099"/>
                  </a:lnTo>
                  <a:lnTo>
                    <a:pt x="2623900" y="1719278"/>
                  </a:lnTo>
                  <a:lnTo>
                    <a:pt x="2639248" y="1721820"/>
                  </a:lnTo>
                  <a:lnTo>
                    <a:pt x="2640328" y="1721999"/>
                  </a:lnTo>
                  <a:lnTo>
                    <a:pt x="2641407" y="1722167"/>
                  </a:lnTo>
                  <a:lnTo>
                    <a:pt x="2656755" y="1724561"/>
                  </a:lnTo>
                  <a:lnTo>
                    <a:pt x="2657835" y="1724729"/>
                  </a:lnTo>
                  <a:lnTo>
                    <a:pt x="2658914" y="1724888"/>
                  </a:lnTo>
                  <a:lnTo>
                    <a:pt x="2674263" y="1727139"/>
                  </a:lnTo>
                  <a:lnTo>
                    <a:pt x="2675342" y="1727298"/>
                  </a:lnTo>
                  <a:lnTo>
                    <a:pt x="2676421" y="1727445"/>
                  </a:lnTo>
                  <a:lnTo>
                    <a:pt x="2691770" y="1729546"/>
                  </a:lnTo>
                  <a:lnTo>
                    <a:pt x="2692849" y="1729693"/>
                  </a:lnTo>
                  <a:lnTo>
                    <a:pt x="2693929" y="1729830"/>
                  </a:lnTo>
                  <a:lnTo>
                    <a:pt x="2709277" y="1731765"/>
                  </a:lnTo>
                  <a:lnTo>
                    <a:pt x="2710356" y="1731901"/>
                  </a:lnTo>
                  <a:lnTo>
                    <a:pt x="2711436" y="1732030"/>
                  </a:lnTo>
                  <a:lnTo>
                    <a:pt x="2726784" y="1733851"/>
                  </a:lnTo>
                  <a:lnTo>
                    <a:pt x="2727863" y="1733979"/>
                  </a:lnTo>
                  <a:lnTo>
                    <a:pt x="2728943" y="1734100"/>
                  </a:lnTo>
                  <a:lnTo>
                    <a:pt x="2744291" y="1735814"/>
                  </a:lnTo>
                  <a:lnTo>
                    <a:pt x="2745370" y="1735935"/>
                  </a:lnTo>
                  <a:lnTo>
                    <a:pt x="2746450" y="1736048"/>
                  </a:lnTo>
                  <a:lnTo>
                    <a:pt x="2761798" y="1737663"/>
                  </a:lnTo>
                  <a:lnTo>
                    <a:pt x="2762877" y="1737777"/>
                  </a:lnTo>
                  <a:lnTo>
                    <a:pt x="2763957" y="1737882"/>
                  </a:lnTo>
                  <a:lnTo>
                    <a:pt x="2779305" y="1739377"/>
                  </a:lnTo>
                  <a:lnTo>
                    <a:pt x="2780384" y="1739483"/>
                  </a:lnTo>
                  <a:lnTo>
                    <a:pt x="2781464" y="1739583"/>
                  </a:lnTo>
                  <a:lnTo>
                    <a:pt x="2796812" y="1741004"/>
                  </a:lnTo>
                  <a:lnTo>
                    <a:pt x="2797891" y="1741104"/>
                  </a:lnTo>
                  <a:lnTo>
                    <a:pt x="2798971" y="1741199"/>
                  </a:lnTo>
                  <a:lnTo>
                    <a:pt x="2814319" y="1742557"/>
                  </a:lnTo>
                  <a:lnTo>
                    <a:pt x="2815399" y="1742652"/>
                  </a:lnTo>
                  <a:lnTo>
                    <a:pt x="2816478" y="1742744"/>
                  </a:lnTo>
                  <a:lnTo>
                    <a:pt x="2831826" y="1744047"/>
                  </a:lnTo>
                  <a:lnTo>
                    <a:pt x="2832906" y="1744139"/>
                  </a:lnTo>
                  <a:lnTo>
                    <a:pt x="2833985" y="1744226"/>
                  </a:lnTo>
                  <a:lnTo>
                    <a:pt x="2849333" y="1745475"/>
                  </a:lnTo>
                  <a:lnTo>
                    <a:pt x="2850413" y="1745563"/>
                  </a:lnTo>
                  <a:lnTo>
                    <a:pt x="2851492" y="1745649"/>
                  </a:lnTo>
                  <a:lnTo>
                    <a:pt x="2866840" y="1746862"/>
                  </a:lnTo>
                  <a:lnTo>
                    <a:pt x="2867920" y="1746948"/>
                  </a:lnTo>
                  <a:lnTo>
                    <a:pt x="2868999" y="1747032"/>
                  </a:lnTo>
                  <a:lnTo>
                    <a:pt x="2884347" y="1748226"/>
                  </a:lnTo>
                  <a:lnTo>
                    <a:pt x="2885427" y="1748309"/>
                  </a:lnTo>
                  <a:lnTo>
                    <a:pt x="2886506" y="1748393"/>
                  </a:lnTo>
                  <a:lnTo>
                    <a:pt x="2901854" y="1749574"/>
                  </a:lnTo>
                  <a:lnTo>
                    <a:pt x="2902934" y="1749657"/>
                  </a:lnTo>
                  <a:lnTo>
                    <a:pt x="2904013" y="1749740"/>
                  </a:lnTo>
                  <a:lnTo>
                    <a:pt x="2919361" y="1750916"/>
                  </a:lnTo>
                  <a:lnTo>
                    <a:pt x="2920441" y="1750998"/>
                  </a:lnTo>
                  <a:lnTo>
                    <a:pt x="2921520" y="1751082"/>
                  </a:lnTo>
                  <a:lnTo>
                    <a:pt x="2936868" y="1752267"/>
                  </a:lnTo>
                  <a:lnTo>
                    <a:pt x="2937948" y="1752350"/>
                  </a:lnTo>
                  <a:lnTo>
                    <a:pt x="2939027" y="1752434"/>
                  </a:lnTo>
                  <a:lnTo>
                    <a:pt x="2954376" y="1753634"/>
                  </a:lnTo>
                  <a:lnTo>
                    <a:pt x="2955455" y="1753719"/>
                  </a:lnTo>
                  <a:lnTo>
                    <a:pt x="2956534" y="1753805"/>
                  </a:lnTo>
                  <a:lnTo>
                    <a:pt x="2971883" y="1755025"/>
                  </a:lnTo>
                  <a:lnTo>
                    <a:pt x="2972962" y="1755111"/>
                  </a:lnTo>
                  <a:lnTo>
                    <a:pt x="2974042" y="1755198"/>
                  </a:lnTo>
                  <a:lnTo>
                    <a:pt x="2989390" y="1756444"/>
                  </a:lnTo>
                  <a:lnTo>
                    <a:pt x="2990469" y="1756531"/>
                  </a:lnTo>
                  <a:lnTo>
                    <a:pt x="2991549" y="1756622"/>
                  </a:lnTo>
                  <a:lnTo>
                    <a:pt x="3006897" y="1757911"/>
                  </a:lnTo>
                  <a:lnTo>
                    <a:pt x="3007976" y="1758002"/>
                  </a:lnTo>
                  <a:lnTo>
                    <a:pt x="3009056" y="1758095"/>
                  </a:lnTo>
                  <a:lnTo>
                    <a:pt x="3024404" y="1759423"/>
                  </a:lnTo>
                  <a:lnTo>
                    <a:pt x="3025483" y="1759517"/>
                  </a:lnTo>
                  <a:lnTo>
                    <a:pt x="3026563" y="1759613"/>
                  </a:lnTo>
                  <a:lnTo>
                    <a:pt x="3041911" y="1760980"/>
                  </a:lnTo>
                  <a:lnTo>
                    <a:pt x="3042990" y="1761076"/>
                  </a:lnTo>
                  <a:lnTo>
                    <a:pt x="3044070" y="1761176"/>
                  </a:lnTo>
                  <a:lnTo>
                    <a:pt x="3059418" y="1762585"/>
                  </a:lnTo>
                  <a:lnTo>
                    <a:pt x="3060497" y="1762684"/>
                  </a:lnTo>
                  <a:lnTo>
                    <a:pt x="3061577" y="1762787"/>
                  </a:lnTo>
                  <a:lnTo>
                    <a:pt x="3076925" y="1764249"/>
                  </a:lnTo>
                  <a:lnTo>
                    <a:pt x="3078004" y="1764352"/>
                  </a:lnTo>
                  <a:lnTo>
                    <a:pt x="3079084" y="1764458"/>
                  </a:lnTo>
                  <a:lnTo>
                    <a:pt x="3094432" y="1765973"/>
                  </a:lnTo>
                  <a:lnTo>
                    <a:pt x="3095512" y="1766080"/>
                  </a:lnTo>
                  <a:lnTo>
                    <a:pt x="3096591" y="1766190"/>
                  </a:lnTo>
                  <a:lnTo>
                    <a:pt x="3111939" y="1767749"/>
                  </a:lnTo>
                  <a:lnTo>
                    <a:pt x="3113019" y="1767858"/>
                  </a:lnTo>
                  <a:lnTo>
                    <a:pt x="3114098" y="1767971"/>
                  </a:lnTo>
                  <a:lnTo>
                    <a:pt x="3129446" y="1769573"/>
                  </a:lnTo>
                  <a:lnTo>
                    <a:pt x="3130526" y="1769686"/>
                  </a:lnTo>
                  <a:lnTo>
                    <a:pt x="3131605" y="1769802"/>
                  </a:lnTo>
                  <a:lnTo>
                    <a:pt x="3146953" y="1771448"/>
                  </a:lnTo>
                  <a:lnTo>
                    <a:pt x="3148033" y="1771564"/>
                  </a:lnTo>
                  <a:lnTo>
                    <a:pt x="3149112" y="1771684"/>
                  </a:lnTo>
                  <a:lnTo>
                    <a:pt x="3164460" y="1773383"/>
                  </a:lnTo>
                  <a:lnTo>
                    <a:pt x="3165540" y="1773502"/>
                  </a:lnTo>
                  <a:lnTo>
                    <a:pt x="3166619" y="1773624"/>
                  </a:lnTo>
                  <a:lnTo>
                    <a:pt x="3181967" y="1775358"/>
                  </a:lnTo>
                  <a:lnTo>
                    <a:pt x="3183047" y="1775480"/>
                  </a:lnTo>
                  <a:lnTo>
                    <a:pt x="3184126" y="1775604"/>
                  </a:lnTo>
                  <a:lnTo>
                    <a:pt x="3199474" y="1777369"/>
                  </a:lnTo>
                  <a:lnTo>
                    <a:pt x="3200554" y="1777493"/>
                  </a:lnTo>
                  <a:lnTo>
                    <a:pt x="3201633" y="1777620"/>
                  </a:lnTo>
                  <a:lnTo>
                    <a:pt x="3216982" y="1779414"/>
                  </a:lnTo>
                  <a:lnTo>
                    <a:pt x="3218061" y="1779540"/>
                  </a:lnTo>
                  <a:lnTo>
                    <a:pt x="3219140" y="1779668"/>
                  </a:lnTo>
                  <a:lnTo>
                    <a:pt x="3234489" y="1781494"/>
                  </a:lnTo>
                  <a:lnTo>
                    <a:pt x="3235568" y="1781622"/>
                  </a:lnTo>
                  <a:lnTo>
                    <a:pt x="3236648" y="1781752"/>
                  </a:lnTo>
                  <a:lnTo>
                    <a:pt x="3251996" y="1783595"/>
                  </a:lnTo>
                  <a:lnTo>
                    <a:pt x="3253075" y="1783725"/>
                  </a:lnTo>
                  <a:lnTo>
                    <a:pt x="3254155" y="1783856"/>
                  </a:lnTo>
                  <a:lnTo>
                    <a:pt x="3269503" y="1785711"/>
                  </a:lnTo>
                  <a:lnTo>
                    <a:pt x="3270582" y="1785842"/>
                  </a:lnTo>
                  <a:lnTo>
                    <a:pt x="3271662" y="1785973"/>
                  </a:lnTo>
                  <a:lnTo>
                    <a:pt x="3287010" y="1787837"/>
                  </a:lnTo>
                  <a:lnTo>
                    <a:pt x="3288089" y="1787968"/>
                  </a:lnTo>
                  <a:lnTo>
                    <a:pt x="3289169" y="1788099"/>
                  </a:lnTo>
                  <a:lnTo>
                    <a:pt x="3304517" y="1789966"/>
                  </a:lnTo>
                  <a:lnTo>
                    <a:pt x="3305596" y="1790097"/>
                  </a:lnTo>
                  <a:lnTo>
                    <a:pt x="3306676" y="1790228"/>
                  </a:lnTo>
                  <a:lnTo>
                    <a:pt x="3322024" y="1792089"/>
                  </a:lnTo>
                  <a:lnTo>
                    <a:pt x="3323103" y="1792220"/>
                  </a:lnTo>
                  <a:lnTo>
                    <a:pt x="3324183" y="1792350"/>
                  </a:lnTo>
                  <a:lnTo>
                    <a:pt x="3339531" y="1794200"/>
                  </a:lnTo>
                  <a:lnTo>
                    <a:pt x="3340610" y="1794330"/>
                  </a:lnTo>
                  <a:lnTo>
                    <a:pt x="3341690" y="1794459"/>
                  </a:lnTo>
                  <a:lnTo>
                    <a:pt x="3357038" y="1796295"/>
                  </a:lnTo>
                  <a:lnTo>
                    <a:pt x="3358118" y="1796424"/>
                  </a:lnTo>
                  <a:lnTo>
                    <a:pt x="3359197" y="1796551"/>
                  </a:lnTo>
                  <a:lnTo>
                    <a:pt x="3374545" y="1798367"/>
                  </a:lnTo>
                  <a:lnTo>
                    <a:pt x="3375625" y="1798494"/>
                  </a:lnTo>
                  <a:lnTo>
                    <a:pt x="3376704" y="1798619"/>
                  </a:lnTo>
                  <a:lnTo>
                    <a:pt x="3392052" y="1800399"/>
                  </a:lnTo>
                  <a:lnTo>
                    <a:pt x="3393132" y="1800524"/>
                  </a:lnTo>
                  <a:lnTo>
                    <a:pt x="3394211" y="1800647"/>
                  </a:lnTo>
                  <a:lnTo>
                    <a:pt x="3409559" y="1802395"/>
                  </a:lnTo>
                  <a:lnTo>
                    <a:pt x="3410639" y="1802518"/>
                  </a:lnTo>
                  <a:lnTo>
                    <a:pt x="3411718" y="1802638"/>
                  </a:lnTo>
                  <a:lnTo>
                    <a:pt x="3427066" y="1804351"/>
                  </a:lnTo>
                  <a:lnTo>
                    <a:pt x="3428146" y="1804471"/>
                  </a:lnTo>
                  <a:lnTo>
                    <a:pt x="3429225" y="1804589"/>
                  </a:lnTo>
                  <a:lnTo>
                    <a:pt x="3444573" y="1806263"/>
                  </a:lnTo>
                  <a:lnTo>
                    <a:pt x="3445653" y="1806381"/>
                  </a:lnTo>
                  <a:lnTo>
                    <a:pt x="3446732" y="1806495"/>
                  </a:lnTo>
                  <a:lnTo>
                    <a:pt x="3462080" y="1808111"/>
                  </a:lnTo>
                  <a:lnTo>
                    <a:pt x="3463160" y="1808225"/>
                  </a:lnTo>
                  <a:lnTo>
                    <a:pt x="3464239" y="1808335"/>
                  </a:lnTo>
                  <a:lnTo>
                    <a:pt x="3479588" y="1809899"/>
                  </a:lnTo>
                  <a:lnTo>
                    <a:pt x="3480667" y="1810009"/>
                  </a:lnTo>
                  <a:lnTo>
                    <a:pt x="3481746" y="1810116"/>
                  </a:lnTo>
                  <a:lnTo>
                    <a:pt x="3497095" y="1811630"/>
                  </a:lnTo>
                  <a:lnTo>
                    <a:pt x="3498174" y="1811737"/>
                  </a:lnTo>
                  <a:lnTo>
                    <a:pt x="3499254" y="1811840"/>
                  </a:lnTo>
                  <a:lnTo>
                    <a:pt x="3514602" y="1813302"/>
                  </a:lnTo>
                  <a:lnTo>
                    <a:pt x="3515681" y="1813405"/>
                  </a:lnTo>
                  <a:lnTo>
                    <a:pt x="3516761" y="1813503"/>
                  </a:lnTo>
                  <a:lnTo>
                    <a:pt x="3532109" y="1814901"/>
                  </a:lnTo>
                  <a:lnTo>
                    <a:pt x="3533188" y="1814999"/>
                  </a:lnTo>
                  <a:lnTo>
                    <a:pt x="3534268" y="1815092"/>
                  </a:lnTo>
                  <a:lnTo>
                    <a:pt x="3549616" y="1816419"/>
                  </a:lnTo>
                  <a:lnTo>
                    <a:pt x="3550695" y="1816513"/>
                  </a:lnTo>
                  <a:lnTo>
                    <a:pt x="3551775" y="1816602"/>
                  </a:lnTo>
                  <a:lnTo>
                    <a:pt x="3567123" y="1817871"/>
                  </a:lnTo>
                  <a:lnTo>
                    <a:pt x="3568202" y="1817960"/>
                  </a:lnTo>
                  <a:lnTo>
                    <a:pt x="3569282" y="1818045"/>
                  </a:lnTo>
                  <a:lnTo>
                    <a:pt x="3584630" y="1819255"/>
                  </a:lnTo>
                  <a:lnTo>
                    <a:pt x="3585709" y="1819341"/>
                  </a:lnTo>
                  <a:lnTo>
                    <a:pt x="3586789" y="1819421"/>
                  </a:lnTo>
                  <a:lnTo>
                    <a:pt x="3602137" y="1820569"/>
                  </a:lnTo>
                  <a:lnTo>
                    <a:pt x="3603216" y="1820650"/>
                  </a:lnTo>
                  <a:lnTo>
                    <a:pt x="3604296" y="1820725"/>
                  </a:lnTo>
                  <a:lnTo>
                    <a:pt x="3619644" y="1821790"/>
                  </a:lnTo>
                  <a:lnTo>
                    <a:pt x="3620723" y="1821865"/>
                  </a:lnTo>
                  <a:lnTo>
                    <a:pt x="3621803" y="1821936"/>
                  </a:lnTo>
                  <a:lnTo>
                    <a:pt x="3637151" y="1822941"/>
                  </a:lnTo>
                  <a:lnTo>
                    <a:pt x="3638231" y="1823012"/>
                  </a:lnTo>
                  <a:lnTo>
                    <a:pt x="3639310" y="1823078"/>
                  </a:lnTo>
                  <a:lnTo>
                    <a:pt x="3654658" y="1824024"/>
                  </a:lnTo>
                  <a:lnTo>
                    <a:pt x="3655738" y="1824091"/>
                  </a:lnTo>
                  <a:lnTo>
                    <a:pt x="3656817" y="1824153"/>
                  </a:lnTo>
                  <a:lnTo>
                    <a:pt x="3672165" y="1825040"/>
                  </a:lnTo>
                  <a:lnTo>
                    <a:pt x="3673245" y="1825102"/>
                  </a:lnTo>
                  <a:lnTo>
                    <a:pt x="3674324" y="1825159"/>
                  </a:lnTo>
                  <a:lnTo>
                    <a:pt x="3689672" y="1825970"/>
                  </a:lnTo>
                  <a:lnTo>
                    <a:pt x="3690752" y="1826027"/>
                  </a:lnTo>
                  <a:lnTo>
                    <a:pt x="3691831" y="1826079"/>
                  </a:lnTo>
                  <a:lnTo>
                    <a:pt x="3695640" y="1826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4408" y="3645908"/>
              <a:ext cx="6850150" cy="1835181"/>
            </a:xfrm>
            <a:custGeom>
              <a:avLst/>
              <a:pathLst>
                <a:path w="6850150" h="1835181">
                  <a:moveTo>
                    <a:pt x="0" y="1835181"/>
                  </a:moveTo>
                  <a:lnTo>
                    <a:pt x="17507" y="1835042"/>
                  </a:lnTo>
                  <a:lnTo>
                    <a:pt x="35014" y="1834882"/>
                  </a:lnTo>
                  <a:lnTo>
                    <a:pt x="52521" y="1834699"/>
                  </a:lnTo>
                  <a:lnTo>
                    <a:pt x="70028" y="1834483"/>
                  </a:lnTo>
                  <a:lnTo>
                    <a:pt x="87535" y="1834229"/>
                  </a:lnTo>
                  <a:lnTo>
                    <a:pt x="105042" y="1833939"/>
                  </a:lnTo>
                  <a:lnTo>
                    <a:pt x="122549" y="1833609"/>
                  </a:lnTo>
                  <a:lnTo>
                    <a:pt x="140056" y="1833231"/>
                  </a:lnTo>
                  <a:lnTo>
                    <a:pt x="157563" y="1832785"/>
                  </a:lnTo>
                  <a:lnTo>
                    <a:pt x="175070" y="1832280"/>
                  </a:lnTo>
                  <a:lnTo>
                    <a:pt x="192577" y="1831711"/>
                  </a:lnTo>
                  <a:lnTo>
                    <a:pt x="210084" y="1831073"/>
                  </a:lnTo>
                  <a:lnTo>
                    <a:pt x="227591" y="1830324"/>
                  </a:lnTo>
                  <a:lnTo>
                    <a:pt x="245098" y="1829480"/>
                  </a:lnTo>
                  <a:lnTo>
                    <a:pt x="262605" y="1828538"/>
                  </a:lnTo>
                  <a:lnTo>
                    <a:pt x="280113" y="1827489"/>
                  </a:lnTo>
                  <a:lnTo>
                    <a:pt x="297620" y="1826293"/>
                  </a:lnTo>
                  <a:lnTo>
                    <a:pt x="315127" y="1824940"/>
                  </a:lnTo>
                  <a:lnTo>
                    <a:pt x="332634" y="1823441"/>
                  </a:lnTo>
                  <a:lnTo>
                    <a:pt x="350141" y="1821786"/>
                  </a:lnTo>
                  <a:lnTo>
                    <a:pt x="367648" y="1819949"/>
                  </a:lnTo>
                  <a:lnTo>
                    <a:pt x="385155" y="1817863"/>
                  </a:lnTo>
                  <a:lnTo>
                    <a:pt x="402662" y="1815574"/>
                  </a:lnTo>
                  <a:lnTo>
                    <a:pt x="420169" y="1813068"/>
                  </a:lnTo>
                  <a:lnTo>
                    <a:pt x="437676" y="1810335"/>
                  </a:lnTo>
                  <a:lnTo>
                    <a:pt x="455183" y="1807261"/>
                  </a:lnTo>
                  <a:lnTo>
                    <a:pt x="472690" y="1803902"/>
                  </a:lnTo>
                  <a:lnTo>
                    <a:pt x="490197" y="1800258"/>
                  </a:lnTo>
                  <a:lnTo>
                    <a:pt x="507704" y="1796317"/>
                  </a:lnTo>
                  <a:lnTo>
                    <a:pt x="525211" y="1791989"/>
                  </a:lnTo>
                  <a:lnTo>
                    <a:pt x="542719" y="1787255"/>
                  </a:lnTo>
                  <a:lnTo>
                    <a:pt x="560226" y="1782165"/>
                  </a:lnTo>
                  <a:lnTo>
                    <a:pt x="577733" y="1776707"/>
                  </a:lnTo>
                  <a:lnTo>
                    <a:pt x="595240" y="1770838"/>
                  </a:lnTo>
                  <a:lnTo>
                    <a:pt x="612747" y="1764426"/>
                  </a:lnTo>
                  <a:lnTo>
                    <a:pt x="630254" y="1757594"/>
                  </a:lnTo>
                  <a:lnTo>
                    <a:pt x="647761" y="1750333"/>
                  </a:lnTo>
                  <a:lnTo>
                    <a:pt x="665268" y="1742634"/>
                  </a:lnTo>
                  <a:lnTo>
                    <a:pt x="682775" y="1734321"/>
                  </a:lnTo>
                  <a:lnTo>
                    <a:pt x="700282" y="1725511"/>
                  </a:lnTo>
                  <a:lnTo>
                    <a:pt x="717789" y="1716230"/>
                  </a:lnTo>
                  <a:lnTo>
                    <a:pt x="735296" y="1706475"/>
                  </a:lnTo>
                  <a:lnTo>
                    <a:pt x="752803" y="1696142"/>
                  </a:lnTo>
                  <a:lnTo>
                    <a:pt x="770310" y="1685223"/>
                  </a:lnTo>
                  <a:lnTo>
                    <a:pt x="787817" y="1673826"/>
                  </a:lnTo>
                  <a:lnTo>
                    <a:pt x="805324" y="1661952"/>
                  </a:lnTo>
                  <a:lnTo>
                    <a:pt x="822832" y="1649577"/>
                  </a:lnTo>
                  <a:lnTo>
                    <a:pt x="840339" y="1636573"/>
                  </a:lnTo>
                  <a:lnTo>
                    <a:pt x="857846" y="1623121"/>
                  </a:lnTo>
                  <a:lnTo>
                    <a:pt x="875353" y="1609234"/>
                  </a:lnTo>
                  <a:lnTo>
                    <a:pt x="892860" y="1594922"/>
                  </a:lnTo>
                  <a:lnTo>
                    <a:pt x="910367" y="1580072"/>
                  </a:lnTo>
                  <a:lnTo>
                    <a:pt x="927874" y="1564817"/>
                  </a:lnTo>
                  <a:lnTo>
                    <a:pt x="945381" y="1549210"/>
                  </a:lnTo>
                  <a:lnTo>
                    <a:pt x="962888" y="1533271"/>
                  </a:lnTo>
                  <a:lnTo>
                    <a:pt x="980395" y="1516971"/>
                  </a:lnTo>
                  <a:lnTo>
                    <a:pt x="997902" y="1500347"/>
                  </a:lnTo>
                  <a:lnTo>
                    <a:pt x="1015409" y="1483495"/>
                  </a:lnTo>
                  <a:lnTo>
                    <a:pt x="1032916" y="1466442"/>
                  </a:lnTo>
                  <a:lnTo>
                    <a:pt x="1050423" y="1449209"/>
                  </a:lnTo>
                  <a:lnTo>
                    <a:pt x="1067930" y="1431806"/>
                  </a:lnTo>
                  <a:lnTo>
                    <a:pt x="1085438" y="1414328"/>
                  </a:lnTo>
                  <a:lnTo>
                    <a:pt x="1102945" y="1396805"/>
                  </a:lnTo>
                  <a:lnTo>
                    <a:pt x="1120452" y="1379267"/>
                  </a:lnTo>
                  <a:lnTo>
                    <a:pt x="1137959" y="1361770"/>
                  </a:lnTo>
                  <a:lnTo>
                    <a:pt x="1155466" y="1344365"/>
                  </a:lnTo>
                  <a:lnTo>
                    <a:pt x="1172973" y="1327078"/>
                  </a:lnTo>
                  <a:lnTo>
                    <a:pt x="1190480" y="1309938"/>
                  </a:lnTo>
                  <a:lnTo>
                    <a:pt x="1207987" y="1293015"/>
                  </a:lnTo>
                  <a:lnTo>
                    <a:pt x="1225494" y="1276383"/>
                  </a:lnTo>
                  <a:lnTo>
                    <a:pt x="1243001" y="1260019"/>
                  </a:lnTo>
                  <a:lnTo>
                    <a:pt x="1260508" y="1243949"/>
                  </a:lnTo>
                  <a:lnTo>
                    <a:pt x="1278015" y="1228206"/>
                  </a:lnTo>
                  <a:lnTo>
                    <a:pt x="1295522" y="1212960"/>
                  </a:lnTo>
                  <a:lnTo>
                    <a:pt x="1313029" y="1198101"/>
                  </a:lnTo>
                  <a:lnTo>
                    <a:pt x="1330536" y="1183646"/>
                  </a:lnTo>
                  <a:lnTo>
                    <a:pt x="1348043" y="1169610"/>
                  </a:lnTo>
                  <a:lnTo>
                    <a:pt x="1365551" y="1156145"/>
                  </a:lnTo>
                  <a:lnTo>
                    <a:pt x="1383058" y="1143189"/>
                  </a:lnTo>
                  <a:lnTo>
                    <a:pt x="1400565" y="1130696"/>
                  </a:lnTo>
                  <a:lnTo>
                    <a:pt x="1418072" y="1118668"/>
                  </a:lnTo>
                  <a:lnTo>
                    <a:pt x="1435579" y="1107181"/>
                  </a:lnTo>
                  <a:lnTo>
                    <a:pt x="1453086" y="1096286"/>
                  </a:lnTo>
                  <a:lnTo>
                    <a:pt x="1470593" y="1085847"/>
                  </a:lnTo>
                  <a:lnTo>
                    <a:pt x="1488100" y="1075859"/>
                  </a:lnTo>
                  <a:lnTo>
                    <a:pt x="1505607" y="1066313"/>
                  </a:lnTo>
                  <a:lnTo>
                    <a:pt x="1523114" y="1057360"/>
                  </a:lnTo>
                  <a:lnTo>
                    <a:pt x="1540621" y="1048795"/>
                  </a:lnTo>
                  <a:lnTo>
                    <a:pt x="1558128" y="1040600"/>
                  </a:lnTo>
                  <a:lnTo>
                    <a:pt x="1575635" y="1032754"/>
                  </a:lnTo>
                  <a:lnTo>
                    <a:pt x="1593142" y="1025313"/>
                  </a:lnTo>
                  <a:lnTo>
                    <a:pt x="1610649" y="1018179"/>
                  </a:lnTo>
                  <a:lnTo>
                    <a:pt x="1628157" y="1011281"/>
                  </a:lnTo>
                  <a:lnTo>
                    <a:pt x="1645664" y="1004590"/>
                  </a:lnTo>
                  <a:lnTo>
                    <a:pt x="1663171" y="998093"/>
                  </a:lnTo>
                  <a:lnTo>
                    <a:pt x="1680678" y="991746"/>
                  </a:lnTo>
                  <a:lnTo>
                    <a:pt x="1698185" y="985467"/>
                  </a:lnTo>
                  <a:lnTo>
                    <a:pt x="1715692" y="979226"/>
                  </a:lnTo>
                  <a:lnTo>
                    <a:pt x="1733199" y="972990"/>
                  </a:lnTo>
                  <a:lnTo>
                    <a:pt x="1750706" y="966684"/>
                  </a:lnTo>
                  <a:lnTo>
                    <a:pt x="1768213" y="960277"/>
                  </a:lnTo>
                  <a:lnTo>
                    <a:pt x="1785720" y="953739"/>
                  </a:lnTo>
                  <a:lnTo>
                    <a:pt x="1803227" y="947042"/>
                  </a:lnTo>
                  <a:lnTo>
                    <a:pt x="1820734" y="940096"/>
                  </a:lnTo>
                  <a:lnTo>
                    <a:pt x="1838241" y="932876"/>
                  </a:lnTo>
                  <a:lnTo>
                    <a:pt x="1855748" y="925394"/>
                  </a:lnTo>
                  <a:lnTo>
                    <a:pt x="1873255" y="917631"/>
                  </a:lnTo>
                  <a:lnTo>
                    <a:pt x="1890762" y="909531"/>
                  </a:lnTo>
                  <a:lnTo>
                    <a:pt x="1908270" y="901013"/>
                  </a:lnTo>
                  <a:lnTo>
                    <a:pt x="1925777" y="892163"/>
                  </a:lnTo>
                  <a:lnTo>
                    <a:pt x="1943284" y="882977"/>
                  </a:lnTo>
                  <a:lnTo>
                    <a:pt x="1960791" y="873451"/>
                  </a:lnTo>
                  <a:lnTo>
                    <a:pt x="1978298" y="863453"/>
                  </a:lnTo>
                  <a:lnTo>
                    <a:pt x="1995805" y="853119"/>
                  </a:lnTo>
                  <a:lnTo>
                    <a:pt x="2013312" y="842469"/>
                  </a:lnTo>
                  <a:lnTo>
                    <a:pt x="2030819" y="831513"/>
                  </a:lnTo>
                  <a:lnTo>
                    <a:pt x="2048326" y="820197"/>
                  </a:lnTo>
                  <a:lnTo>
                    <a:pt x="2065833" y="808578"/>
                  </a:lnTo>
                  <a:lnTo>
                    <a:pt x="2083340" y="796727"/>
                  </a:lnTo>
                  <a:lnTo>
                    <a:pt x="2100847" y="784663"/>
                  </a:lnTo>
                  <a:lnTo>
                    <a:pt x="2118354" y="772391"/>
                  </a:lnTo>
                  <a:lnTo>
                    <a:pt x="2135861" y="759922"/>
                  </a:lnTo>
                  <a:lnTo>
                    <a:pt x="2153368" y="747339"/>
                  </a:lnTo>
                  <a:lnTo>
                    <a:pt x="2170876" y="734664"/>
                  </a:lnTo>
                  <a:lnTo>
                    <a:pt x="2188383" y="721919"/>
                  </a:lnTo>
                  <a:lnTo>
                    <a:pt x="2205890" y="709125"/>
                  </a:lnTo>
                  <a:lnTo>
                    <a:pt x="2223397" y="696328"/>
                  </a:lnTo>
                  <a:lnTo>
                    <a:pt x="2240904" y="683545"/>
                  </a:lnTo>
                  <a:lnTo>
                    <a:pt x="2258411" y="670790"/>
                  </a:lnTo>
                  <a:lnTo>
                    <a:pt x="2275918" y="658092"/>
                  </a:lnTo>
                  <a:lnTo>
                    <a:pt x="2293425" y="645467"/>
                  </a:lnTo>
                  <a:lnTo>
                    <a:pt x="2310932" y="632908"/>
                  </a:lnTo>
                  <a:lnTo>
                    <a:pt x="2328439" y="620416"/>
                  </a:lnTo>
                  <a:lnTo>
                    <a:pt x="2345946" y="607998"/>
                  </a:lnTo>
                  <a:lnTo>
                    <a:pt x="2363453" y="595658"/>
                  </a:lnTo>
                  <a:lnTo>
                    <a:pt x="2380960" y="583360"/>
                  </a:lnTo>
                  <a:lnTo>
                    <a:pt x="2398467" y="571092"/>
                  </a:lnTo>
                  <a:lnTo>
                    <a:pt x="2415974" y="558839"/>
                  </a:lnTo>
                  <a:lnTo>
                    <a:pt x="2433481" y="546568"/>
                  </a:lnTo>
                  <a:lnTo>
                    <a:pt x="2450989" y="534242"/>
                  </a:lnTo>
                  <a:lnTo>
                    <a:pt x="2468496" y="521841"/>
                  </a:lnTo>
                  <a:lnTo>
                    <a:pt x="2486003" y="509338"/>
                  </a:lnTo>
                  <a:lnTo>
                    <a:pt x="2503510" y="496672"/>
                  </a:lnTo>
                  <a:lnTo>
                    <a:pt x="2521017" y="483788"/>
                  </a:lnTo>
                  <a:lnTo>
                    <a:pt x="2538524" y="470691"/>
                  </a:lnTo>
                  <a:lnTo>
                    <a:pt x="2556031" y="457356"/>
                  </a:lnTo>
                  <a:lnTo>
                    <a:pt x="2573538" y="443738"/>
                  </a:lnTo>
                  <a:lnTo>
                    <a:pt x="2591045" y="429714"/>
                  </a:lnTo>
                  <a:lnTo>
                    <a:pt x="2608552" y="415363"/>
                  </a:lnTo>
                  <a:lnTo>
                    <a:pt x="2626059" y="400673"/>
                  </a:lnTo>
                  <a:lnTo>
                    <a:pt x="2643566" y="385634"/>
                  </a:lnTo>
                  <a:lnTo>
                    <a:pt x="2661073" y="370111"/>
                  </a:lnTo>
                  <a:lnTo>
                    <a:pt x="2678580" y="354205"/>
                  </a:lnTo>
                  <a:lnTo>
                    <a:pt x="2696087" y="337953"/>
                  </a:lnTo>
                  <a:lnTo>
                    <a:pt x="2713595" y="321368"/>
                  </a:lnTo>
                  <a:lnTo>
                    <a:pt x="2731102" y="304409"/>
                  </a:lnTo>
                  <a:lnTo>
                    <a:pt x="2748609" y="287125"/>
                  </a:lnTo>
                  <a:lnTo>
                    <a:pt x="2766116" y="269623"/>
                  </a:lnTo>
                  <a:lnTo>
                    <a:pt x="2783623" y="251942"/>
                  </a:lnTo>
                  <a:lnTo>
                    <a:pt x="2801130" y="234121"/>
                  </a:lnTo>
                  <a:lnTo>
                    <a:pt x="2818637" y="216239"/>
                  </a:lnTo>
                  <a:lnTo>
                    <a:pt x="2836144" y="198407"/>
                  </a:lnTo>
                  <a:lnTo>
                    <a:pt x="2853651" y="180688"/>
                  </a:lnTo>
                  <a:lnTo>
                    <a:pt x="2871158" y="163148"/>
                  </a:lnTo>
                  <a:lnTo>
                    <a:pt x="2888665" y="145991"/>
                  </a:lnTo>
                  <a:lnTo>
                    <a:pt x="2906172" y="129289"/>
                  </a:lnTo>
                  <a:lnTo>
                    <a:pt x="2923679" y="113092"/>
                  </a:lnTo>
                  <a:lnTo>
                    <a:pt x="2941186" y="97475"/>
                  </a:lnTo>
                  <a:lnTo>
                    <a:pt x="2958693" y="82668"/>
                  </a:lnTo>
                  <a:lnTo>
                    <a:pt x="2976201" y="68873"/>
                  </a:lnTo>
                  <a:lnTo>
                    <a:pt x="2993708" y="56001"/>
                  </a:lnTo>
                  <a:lnTo>
                    <a:pt x="3011215" y="44124"/>
                  </a:lnTo>
                  <a:lnTo>
                    <a:pt x="3028722" y="33356"/>
                  </a:lnTo>
                  <a:lnTo>
                    <a:pt x="3046229" y="24232"/>
                  </a:lnTo>
                  <a:lnTo>
                    <a:pt x="3063736" y="16392"/>
                  </a:lnTo>
                  <a:lnTo>
                    <a:pt x="3081243" y="9887"/>
                  </a:lnTo>
                  <a:lnTo>
                    <a:pt x="3098750" y="4766"/>
                  </a:lnTo>
                  <a:lnTo>
                    <a:pt x="3116257" y="1552"/>
                  </a:lnTo>
                  <a:lnTo>
                    <a:pt x="3133764" y="10"/>
                  </a:lnTo>
                  <a:lnTo>
                    <a:pt x="3151271" y="0"/>
                  </a:lnTo>
                  <a:lnTo>
                    <a:pt x="3154510" y="284"/>
                  </a:lnTo>
                  <a:lnTo>
                    <a:pt x="3168778" y="1538"/>
                  </a:lnTo>
                  <a:lnTo>
                    <a:pt x="3186285" y="4901"/>
                  </a:lnTo>
                  <a:lnTo>
                    <a:pt x="3203792" y="10231"/>
                  </a:lnTo>
                  <a:lnTo>
                    <a:pt x="3221299" y="17108"/>
                  </a:lnTo>
                  <a:lnTo>
                    <a:pt x="3238806" y="25513"/>
                  </a:lnTo>
                  <a:lnTo>
                    <a:pt x="3256314" y="35455"/>
                  </a:lnTo>
                  <a:lnTo>
                    <a:pt x="3273821" y="47439"/>
                  </a:lnTo>
                  <a:lnTo>
                    <a:pt x="3291328" y="60805"/>
                  </a:lnTo>
                  <a:lnTo>
                    <a:pt x="3308835" y="75506"/>
                  </a:lnTo>
                  <a:lnTo>
                    <a:pt x="3326342" y="91491"/>
                  </a:lnTo>
                  <a:lnTo>
                    <a:pt x="3343849" y="109034"/>
                  </a:lnTo>
                  <a:lnTo>
                    <a:pt x="3361356" y="127809"/>
                  </a:lnTo>
                  <a:lnTo>
                    <a:pt x="3378863" y="147593"/>
                  </a:lnTo>
                  <a:lnTo>
                    <a:pt x="3396370" y="168321"/>
                  </a:lnTo>
                  <a:lnTo>
                    <a:pt x="3413877" y="190031"/>
                  </a:lnTo>
                  <a:lnTo>
                    <a:pt x="3431384" y="212670"/>
                  </a:lnTo>
                  <a:lnTo>
                    <a:pt x="3448891" y="235930"/>
                  </a:lnTo>
                  <a:lnTo>
                    <a:pt x="3466398" y="259736"/>
                  </a:lnTo>
                  <a:lnTo>
                    <a:pt x="3483905" y="284017"/>
                  </a:lnTo>
                  <a:lnTo>
                    <a:pt x="3501412" y="308794"/>
                  </a:lnTo>
                  <a:lnTo>
                    <a:pt x="3518920" y="333798"/>
                  </a:lnTo>
                  <a:lnTo>
                    <a:pt x="3536427" y="358962"/>
                  </a:lnTo>
                  <a:lnTo>
                    <a:pt x="3553934" y="384221"/>
                  </a:lnTo>
                  <a:lnTo>
                    <a:pt x="3571441" y="409481"/>
                  </a:lnTo>
                  <a:lnTo>
                    <a:pt x="3588948" y="434626"/>
                  </a:lnTo>
                  <a:lnTo>
                    <a:pt x="3606455" y="459602"/>
                  </a:lnTo>
                  <a:lnTo>
                    <a:pt x="3623962" y="484360"/>
                  </a:lnTo>
                  <a:lnTo>
                    <a:pt x="3641469" y="508802"/>
                  </a:lnTo>
                  <a:lnTo>
                    <a:pt x="3658976" y="532789"/>
                  </a:lnTo>
                  <a:lnTo>
                    <a:pt x="3676483" y="556368"/>
                  </a:lnTo>
                  <a:lnTo>
                    <a:pt x="3693990" y="579507"/>
                  </a:lnTo>
                  <a:lnTo>
                    <a:pt x="3711497" y="602174"/>
                  </a:lnTo>
                  <a:lnTo>
                    <a:pt x="3729004" y="624117"/>
                  </a:lnTo>
                  <a:lnTo>
                    <a:pt x="3746511" y="645506"/>
                  </a:lnTo>
                  <a:lnTo>
                    <a:pt x="3764018" y="666335"/>
                  </a:lnTo>
                  <a:lnTo>
                    <a:pt x="3781525" y="686593"/>
                  </a:lnTo>
                  <a:lnTo>
                    <a:pt x="3799033" y="706116"/>
                  </a:lnTo>
                  <a:lnTo>
                    <a:pt x="3816540" y="724959"/>
                  </a:lnTo>
                  <a:lnTo>
                    <a:pt x="3834047" y="743221"/>
                  </a:lnTo>
                  <a:lnTo>
                    <a:pt x="3851554" y="760909"/>
                  </a:lnTo>
                  <a:lnTo>
                    <a:pt x="3869061" y="777966"/>
                  </a:lnTo>
                  <a:lnTo>
                    <a:pt x="3886568" y="794314"/>
                  </a:lnTo>
                  <a:lnTo>
                    <a:pt x="3904075" y="810144"/>
                  </a:lnTo>
                  <a:lnTo>
                    <a:pt x="3921582" y="825478"/>
                  </a:lnTo>
                  <a:lnTo>
                    <a:pt x="3939089" y="840336"/>
                  </a:lnTo>
                  <a:lnTo>
                    <a:pt x="3956596" y="854585"/>
                  </a:lnTo>
                  <a:lnTo>
                    <a:pt x="3974103" y="868431"/>
                  </a:lnTo>
                  <a:lnTo>
                    <a:pt x="3991610" y="881916"/>
                  </a:lnTo>
                  <a:lnTo>
                    <a:pt x="4009117" y="895068"/>
                  </a:lnTo>
                  <a:lnTo>
                    <a:pt x="4026624" y="907857"/>
                  </a:lnTo>
                  <a:lnTo>
                    <a:pt x="4044131" y="920364"/>
                  </a:lnTo>
                  <a:lnTo>
                    <a:pt x="4061639" y="932673"/>
                  </a:lnTo>
                  <a:lnTo>
                    <a:pt x="4079146" y="944812"/>
                  </a:lnTo>
                  <a:lnTo>
                    <a:pt x="4096653" y="956803"/>
                  </a:lnTo>
                  <a:lnTo>
                    <a:pt x="4114160" y="968681"/>
                  </a:lnTo>
                  <a:lnTo>
                    <a:pt x="4131667" y="980514"/>
                  </a:lnTo>
                  <a:lnTo>
                    <a:pt x="4149174" y="992328"/>
                  </a:lnTo>
                  <a:lnTo>
                    <a:pt x="4166681" y="1004146"/>
                  </a:lnTo>
                  <a:lnTo>
                    <a:pt x="4184188" y="1016018"/>
                  </a:lnTo>
                  <a:lnTo>
                    <a:pt x="4201695" y="1027964"/>
                  </a:lnTo>
                  <a:lnTo>
                    <a:pt x="4219202" y="1039997"/>
                  </a:lnTo>
                  <a:lnTo>
                    <a:pt x="4236709" y="1052128"/>
                  </a:lnTo>
                  <a:lnTo>
                    <a:pt x="4254216" y="1064400"/>
                  </a:lnTo>
                  <a:lnTo>
                    <a:pt x="4271723" y="1076821"/>
                  </a:lnTo>
                  <a:lnTo>
                    <a:pt x="4289230" y="1089371"/>
                  </a:lnTo>
                  <a:lnTo>
                    <a:pt x="4306737" y="1102048"/>
                  </a:lnTo>
                  <a:lnTo>
                    <a:pt x="4324244" y="1114863"/>
                  </a:lnTo>
                  <a:lnTo>
                    <a:pt x="4341752" y="1127834"/>
                  </a:lnTo>
                  <a:lnTo>
                    <a:pt x="4359259" y="1140907"/>
                  </a:lnTo>
                  <a:lnTo>
                    <a:pt x="4376766" y="1154071"/>
                  </a:lnTo>
                  <a:lnTo>
                    <a:pt x="4394273" y="1167312"/>
                  </a:lnTo>
                  <a:lnTo>
                    <a:pt x="4411780" y="1180624"/>
                  </a:lnTo>
                  <a:lnTo>
                    <a:pt x="4429287" y="1193959"/>
                  </a:lnTo>
                  <a:lnTo>
                    <a:pt x="4446794" y="1207293"/>
                  </a:lnTo>
                  <a:lnTo>
                    <a:pt x="4464301" y="1220605"/>
                  </a:lnTo>
                  <a:lnTo>
                    <a:pt x="4481808" y="1233857"/>
                  </a:lnTo>
                  <a:lnTo>
                    <a:pt x="4499315" y="1247000"/>
                  </a:lnTo>
                  <a:lnTo>
                    <a:pt x="4516822" y="1260025"/>
                  </a:lnTo>
                  <a:lnTo>
                    <a:pt x="4534329" y="1272907"/>
                  </a:lnTo>
                  <a:lnTo>
                    <a:pt x="4551836" y="1285613"/>
                  </a:lnTo>
                  <a:lnTo>
                    <a:pt x="4569343" y="1298041"/>
                  </a:lnTo>
                  <a:lnTo>
                    <a:pt x="4586850" y="1310234"/>
                  </a:lnTo>
                  <a:lnTo>
                    <a:pt x="4604358" y="1322172"/>
                  </a:lnTo>
                  <a:lnTo>
                    <a:pt x="4621865" y="1333838"/>
                  </a:lnTo>
                  <a:lnTo>
                    <a:pt x="4639372" y="1345103"/>
                  </a:lnTo>
                  <a:lnTo>
                    <a:pt x="4656879" y="1356021"/>
                  </a:lnTo>
                  <a:lnTo>
                    <a:pt x="4674386" y="1366604"/>
                  </a:lnTo>
                  <a:lnTo>
                    <a:pt x="4691893" y="1376844"/>
                  </a:lnTo>
                  <a:lnTo>
                    <a:pt x="4709400" y="1386660"/>
                  </a:lnTo>
                  <a:lnTo>
                    <a:pt x="4726907" y="1396031"/>
                  </a:lnTo>
                  <a:lnTo>
                    <a:pt x="4744414" y="1405038"/>
                  </a:lnTo>
                  <a:lnTo>
                    <a:pt x="4761921" y="1413681"/>
                  </a:lnTo>
                  <a:lnTo>
                    <a:pt x="4779428" y="1421945"/>
                  </a:lnTo>
                  <a:lnTo>
                    <a:pt x="4796935" y="1429721"/>
                  </a:lnTo>
                  <a:lnTo>
                    <a:pt x="4814442" y="1437156"/>
                  </a:lnTo>
                  <a:lnTo>
                    <a:pt x="4831949" y="1444260"/>
                  </a:lnTo>
                  <a:lnTo>
                    <a:pt x="4849456" y="1451043"/>
                  </a:lnTo>
                  <a:lnTo>
                    <a:pt x="4866963" y="1457427"/>
                  </a:lnTo>
                  <a:lnTo>
                    <a:pt x="4884471" y="1463508"/>
                  </a:lnTo>
                  <a:lnTo>
                    <a:pt x="4901978" y="1469334"/>
                  </a:lnTo>
                  <a:lnTo>
                    <a:pt x="4919485" y="1474920"/>
                  </a:lnTo>
                  <a:lnTo>
                    <a:pt x="4936992" y="1480252"/>
                  </a:lnTo>
                  <a:lnTo>
                    <a:pt x="4954499" y="1485356"/>
                  </a:lnTo>
                  <a:lnTo>
                    <a:pt x="4972006" y="1490304"/>
                  </a:lnTo>
                  <a:lnTo>
                    <a:pt x="4989513" y="1495116"/>
                  </a:lnTo>
                  <a:lnTo>
                    <a:pt x="5007020" y="1499808"/>
                  </a:lnTo>
                  <a:lnTo>
                    <a:pt x="5024527" y="1504386"/>
                  </a:lnTo>
                  <a:lnTo>
                    <a:pt x="5042034" y="1508911"/>
                  </a:lnTo>
                  <a:lnTo>
                    <a:pt x="5059541" y="1513403"/>
                  </a:lnTo>
                  <a:lnTo>
                    <a:pt x="5077048" y="1517877"/>
                  </a:lnTo>
                  <a:lnTo>
                    <a:pt x="5094555" y="1522361"/>
                  </a:lnTo>
                  <a:lnTo>
                    <a:pt x="5112062" y="1526882"/>
                  </a:lnTo>
                  <a:lnTo>
                    <a:pt x="5129569" y="1531449"/>
                  </a:lnTo>
                  <a:lnTo>
                    <a:pt x="5147077" y="1536076"/>
                  </a:lnTo>
                  <a:lnTo>
                    <a:pt x="5164584" y="1540786"/>
                  </a:lnTo>
                  <a:lnTo>
                    <a:pt x="5182091" y="1545605"/>
                  </a:lnTo>
                  <a:lnTo>
                    <a:pt x="5199598" y="1550519"/>
                  </a:lnTo>
                  <a:lnTo>
                    <a:pt x="5217105" y="1555531"/>
                  </a:lnTo>
                  <a:lnTo>
                    <a:pt x="5234612" y="1560647"/>
                  </a:lnTo>
                  <a:lnTo>
                    <a:pt x="5252119" y="1565910"/>
                  </a:lnTo>
                  <a:lnTo>
                    <a:pt x="5269626" y="1571275"/>
                  </a:lnTo>
                  <a:lnTo>
                    <a:pt x="5287133" y="1576738"/>
                  </a:lnTo>
                  <a:lnTo>
                    <a:pt x="5304640" y="1582295"/>
                  </a:lnTo>
                  <a:lnTo>
                    <a:pt x="5322147" y="1587965"/>
                  </a:lnTo>
                  <a:lnTo>
                    <a:pt x="5339654" y="1593718"/>
                  </a:lnTo>
                  <a:lnTo>
                    <a:pt x="5357161" y="1599534"/>
                  </a:lnTo>
                  <a:lnTo>
                    <a:pt x="5374668" y="1605404"/>
                  </a:lnTo>
                  <a:lnTo>
                    <a:pt x="5392175" y="1611322"/>
                  </a:lnTo>
                  <a:lnTo>
                    <a:pt x="5409683" y="1617267"/>
                  </a:lnTo>
                  <a:lnTo>
                    <a:pt x="5427190" y="1623216"/>
                  </a:lnTo>
                  <a:lnTo>
                    <a:pt x="5444697" y="1629157"/>
                  </a:lnTo>
                  <a:lnTo>
                    <a:pt x="5462204" y="1635077"/>
                  </a:lnTo>
                  <a:lnTo>
                    <a:pt x="5479711" y="1640937"/>
                  </a:lnTo>
                  <a:lnTo>
                    <a:pt x="5497218" y="1646733"/>
                  </a:lnTo>
                  <a:lnTo>
                    <a:pt x="5514725" y="1652453"/>
                  </a:lnTo>
                  <a:lnTo>
                    <a:pt x="5532232" y="1658085"/>
                  </a:lnTo>
                  <a:lnTo>
                    <a:pt x="5549739" y="1663583"/>
                  </a:lnTo>
                  <a:lnTo>
                    <a:pt x="5567246" y="1668940"/>
                  </a:lnTo>
                  <a:lnTo>
                    <a:pt x="5584753" y="1674161"/>
                  </a:lnTo>
                  <a:lnTo>
                    <a:pt x="5602260" y="1679239"/>
                  </a:lnTo>
                  <a:lnTo>
                    <a:pt x="5619767" y="1684143"/>
                  </a:lnTo>
                  <a:lnTo>
                    <a:pt x="5637274" y="1688832"/>
                  </a:lnTo>
                  <a:lnTo>
                    <a:pt x="5654781" y="1693347"/>
                  </a:lnTo>
                  <a:lnTo>
                    <a:pt x="5672288" y="1697683"/>
                  </a:lnTo>
                  <a:lnTo>
                    <a:pt x="5689796" y="1701838"/>
                  </a:lnTo>
                  <a:lnTo>
                    <a:pt x="5707303" y="1705731"/>
                  </a:lnTo>
                  <a:lnTo>
                    <a:pt x="5724810" y="1709433"/>
                  </a:lnTo>
                  <a:lnTo>
                    <a:pt x="5742317" y="1712949"/>
                  </a:lnTo>
                  <a:lnTo>
                    <a:pt x="5759824" y="1716281"/>
                  </a:lnTo>
                  <a:lnTo>
                    <a:pt x="5777331" y="1719384"/>
                  </a:lnTo>
                  <a:lnTo>
                    <a:pt x="5794838" y="1722283"/>
                  </a:lnTo>
                  <a:lnTo>
                    <a:pt x="5812345" y="1725014"/>
                  </a:lnTo>
                  <a:lnTo>
                    <a:pt x="5829852" y="1727582"/>
                  </a:lnTo>
                  <a:lnTo>
                    <a:pt x="5847359" y="1729978"/>
                  </a:lnTo>
                  <a:lnTo>
                    <a:pt x="5864866" y="1732186"/>
                  </a:lnTo>
                  <a:lnTo>
                    <a:pt x="5882373" y="1734264"/>
                  </a:lnTo>
                  <a:lnTo>
                    <a:pt x="5899880" y="1736219"/>
                  </a:lnTo>
                  <a:lnTo>
                    <a:pt x="5917387" y="1738061"/>
                  </a:lnTo>
                  <a:lnTo>
                    <a:pt x="5934894" y="1739767"/>
                  </a:lnTo>
                  <a:lnTo>
                    <a:pt x="5952402" y="1741388"/>
                  </a:lnTo>
                  <a:lnTo>
                    <a:pt x="5969909" y="1742937"/>
                  </a:lnTo>
                  <a:lnTo>
                    <a:pt x="5987416" y="1744423"/>
                  </a:lnTo>
                  <a:lnTo>
                    <a:pt x="6004923" y="1745848"/>
                  </a:lnTo>
                  <a:lnTo>
                    <a:pt x="6022430" y="1747232"/>
                  </a:lnTo>
                  <a:lnTo>
                    <a:pt x="6039937" y="1748594"/>
                  </a:lnTo>
                  <a:lnTo>
                    <a:pt x="6057444" y="1749941"/>
                  </a:lnTo>
                  <a:lnTo>
                    <a:pt x="6074951" y="1751283"/>
                  </a:lnTo>
                  <a:lnTo>
                    <a:pt x="6092458" y="1752634"/>
                  </a:lnTo>
                  <a:lnTo>
                    <a:pt x="6109965" y="1754003"/>
                  </a:lnTo>
                  <a:lnTo>
                    <a:pt x="6127472" y="1755395"/>
                  </a:lnTo>
                  <a:lnTo>
                    <a:pt x="6144979" y="1756816"/>
                  </a:lnTo>
                  <a:lnTo>
                    <a:pt x="6162486" y="1758286"/>
                  </a:lnTo>
                  <a:lnTo>
                    <a:pt x="6179993" y="1759801"/>
                  </a:lnTo>
                  <a:lnTo>
                    <a:pt x="6197500" y="1761361"/>
                  </a:lnTo>
                  <a:lnTo>
                    <a:pt x="6215007" y="1762968"/>
                  </a:lnTo>
                  <a:lnTo>
                    <a:pt x="6232515" y="1764636"/>
                  </a:lnTo>
                  <a:lnTo>
                    <a:pt x="6250022" y="1766365"/>
                  </a:lnTo>
                  <a:lnTo>
                    <a:pt x="6267529" y="1768143"/>
                  </a:lnTo>
                  <a:lnTo>
                    <a:pt x="6285036" y="1769970"/>
                  </a:lnTo>
                  <a:lnTo>
                    <a:pt x="6302543" y="1771849"/>
                  </a:lnTo>
                  <a:lnTo>
                    <a:pt x="6320050" y="1773787"/>
                  </a:lnTo>
                  <a:lnTo>
                    <a:pt x="6337557" y="1775764"/>
                  </a:lnTo>
                  <a:lnTo>
                    <a:pt x="6355064" y="1777778"/>
                  </a:lnTo>
                  <a:lnTo>
                    <a:pt x="6372571" y="1779824"/>
                  </a:lnTo>
                  <a:lnTo>
                    <a:pt x="6390078" y="1781907"/>
                  </a:lnTo>
                  <a:lnTo>
                    <a:pt x="6407585" y="1784010"/>
                  </a:lnTo>
                  <a:lnTo>
                    <a:pt x="6425092" y="1786126"/>
                  </a:lnTo>
                  <a:lnTo>
                    <a:pt x="6442599" y="1788252"/>
                  </a:lnTo>
                  <a:lnTo>
                    <a:pt x="6460106" y="1790382"/>
                  </a:lnTo>
                  <a:lnTo>
                    <a:pt x="6477613" y="1792504"/>
                  </a:lnTo>
                  <a:lnTo>
                    <a:pt x="6495121" y="1794615"/>
                  </a:lnTo>
                  <a:lnTo>
                    <a:pt x="6512628" y="1796708"/>
                  </a:lnTo>
                  <a:lnTo>
                    <a:pt x="6530135" y="1798779"/>
                  </a:lnTo>
                  <a:lnTo>
                    <a:pt x="6547642" y="1800809"/>
                  </a:lnTo>
                  <a:lnTo>
                    <a:pt x="6565149" y="1802802"/>
                  </a:lnTo>
                  <a:lnTo>
                    <a:pt x="6582656" y="1804756"/>
                  </a:lnTo>
                  <a:lnTo>
                    <a:pt x="6600163" y="1806666"/>
                  </a:lnTo>
                  <a:lnTo>
                    <a:pt x="6617670" y="1808509"/>
                  </a:lnTo>
                  <a:lnTo>
                    <a:pt x="6635177" y="1810294"/>
                  </a:lnTo>
                  <a:lnTo>
                    <a:pt x="6652684" y="1812021"/>
                  </a:lnTo>
                  <a:lnTo>
                    <a:pt x="6670191" y="1813689"/>
                  </a:lnTo>
                  <a:lnTo>
                    <a:pt x="6687698" y="1815283"/>
                  </a:lnTo>
                  <a:lnTo>
                    <a:pt x="6705205" y="1816797"/>
                  </a:lnTo>
                  <a:lnTo>
                    <a:pt x="6722712" y="1818245"/>
                  </a:lnTo>
                  <a:lnTo>
                    <a:pt x="6740219" y="1819625"/>
                  </a:lnTo>
                  <a:lnTo>
                    <a:pt x="6757726" y="1820935"/>
                  </a:lnTo>
                  <a:lnTo>
                    <a:pt x="6775234" y="1822150"/>
                  </a:lnTo>
                  <a:lnTo>
                    <a:pt x="6792741" y="1823296"/>
                  </a:lnTo>
                  <a:lnTo>
                    <a:pt x="6810248" y="1824375"/>
                  </a:lnTo>
                  <a:lnTo>
                    <a:pt x="6827755" y="1825387"/>
                  </a:lnTo>
                  <a:lnTo>
                    <a:pt x="6845262" y="1826311"/>
                  </a:lnTo>
                  <a:lnTo>
                    <a:pt x="6850150" y="1826549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2026-10-08T10:10:46Z</dcterms:modified>
  <cp:category/>
</cp:coreProperties>
</file>