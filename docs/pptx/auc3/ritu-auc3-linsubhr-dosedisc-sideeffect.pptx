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448782"/>
            </a:xfrm>
            <a:custGeom>
              <a:avLst/>
              <a:pathLst>
                <a:path w="7090630" h="3448782">
                  <a:moveTo>
                    <a:pt x="0" y="1083138"/>
                  </a:moveTo>
                  <a:lnTo>
                    <a:pt x="71622" y="1145423"/>
                  </a:lnTo>
                  <a:lnTo>
                    <a:pt x="143245" y="1206199"/>
                  </a:lnTo>
                  <a:lnTo>
                    <a:pt x="214867" y="1265501"/>
                  </a:lnTo>
                  <a:lnTo>
                    <a:pt x="286490" y="1323366"/>
                  </a:lnTo>
                  <a:lnTo>
                    <a:pt x="358112" y="1379828"/>
                  </a:lnTo>
                  <a:lnTo>
                    <a:pt x="429735" y="1434922"/>
                  </a:lnTo>
                  <a:lnTo>
                    <a:pt x="501357" y="1488680"/>
                  </a:lnTo>
                  <a:lnTo>
                    <a:pt x="572980" y="1541135"/>
                  </a:lnTo>
                  <a:lnTo>
                    <a:pt x="644602" y="1592318"/>
                  </a:lnTo>
                  <a:lnTo>
                    <a:pt x="716225" y="1642261"/>
                  </a:lnTo>
                  <a:lnTo>
                    <a:pt x="787847" y="1690993"/>
                  </a:lnTo>
                  <a:lnTo>
                    <a:pt x="859470" y="1738544"/>
                  </a:lnTo>
                  <a:lnTo>
                    <a:pt x="931092" y="1784942"/>
                  </a:lnTo>
                  <a:lnTo>
                    <a:pt x="1002715" y="1830215"/>
                  </a:lnTo>
                  <a:lnTo>
                    <a:pt x="1074337" y="1874391"/>
                  </a:lnTo>
                  <a:lnTo>
                    <a:pt x="1145960" y="1917497"/>
                  </a:lnTo>
                  <a:lnTo>
                    <a:pt x="1217582" y="1959557"/>
                  </a:lnTo>
                  <a:lnTo>
                    <a:pt x="1289205" y="2000598"/>
                  </a:lnTo>
                  <a:lnTo>
                    <a:pt x="1360827" y="2040644"/>
                  </a:lnTo>
                  <a:lnTo>
                    <a:pt x="1432450" y="2079719"/>
                  </a:lnTo>
                  <a:lnTo>
                    <a:pt x="1504073" y="2117847"/>
                  </a:lnTo>
                  <a:lnTo>
                    <a:pt x="1575695" y="2155051"/>
                  </a:lnTo>
                  <a:lnTo>
                    <a:pt x="1647318" y="2191353"/>
                  </a:lnTo>
                  <a:lnTo>
                    <a:pt x="1718940" y="2226775"/>
                  </a:lnTo>
                  <a:lnTo>
                    <a:pt x="1790563" y="2261338"/>
                  </a:lnTo>
                  <a:lnTo>
                    <a:pt x="1862185" y="2295064"/>
                  </a:lnTo>
                  <a:lnTo>
                    <a:pt x="1933808" y="2327972"/>
                  </a:lnTo>
                  <a:lnTo>
                    <a:pt x="2005430" y="2360082"/>
                  </a:lnTo>
                  <a:lnTo>
                    <a:pt x="2077053" y="2391414"/>
                  </a:lnTo>
                  <a:lnTo>
                    <a:pt x="2148675" y="2421987"/>
                  </a:lnTo>
                  <a:lnTo>
                    <a:pt x="2220298" y="2451818"/>
                  </a:lnTo>
                  <a:lnTo>
                    <a:pt x="2291920" y="2480926"/>
                  </a:lnTo>
                  <a:lnTo>
                    <a:pt x="2363543" y="2509329"/>
                  </a:lnTo>
                  <a:lnTo>
                    <a:pt x="2435165" y="2537043"/>
                  </a:lnTo>
                  <a:lnTo>
                    <a:pt x="2506788" y="2564085"/>
                  </a:lnTo>
                  <a:lnTo>
                    <a:pt x="2578410" y="2590472"/>
                  </a:lnTo>
                  <a:lnTo>
                    <a:pt x="2650033" y="2616220"/>
                  </a:lnTo>
                  <a:lnTo>
                    <a:pt x="2721655" y="2641343"/>
                  </a:lnTo>
                  <a:lnTo>
                    <a:pt x="2793278" y="2665857"/>
                  </a:lnTo>
                  <a:lnTo>
                    <a:pt x="2864901" y="2689777"/>
                  </a:lnTo>
                  <a:lnTo>
                    <a:pt x="2936523" y="2713117"/>
                  </a:lnTo>
                  <a:lnTo>
                    <a:pt x="3008146" y="2735891"/>
                  </a:lnTo>
                  <a:lnTo>
                    <a:pt x="3079768" y="2758114"/>
                  </a:lnTo>
                  <a:lnTo>
                    <a:pt x="3151391" y="2779797"/>
                  </a:lnTo>
                  <a:lnTo>
                    <a:pt x="3223013" y="2758281"/>
                  </a:lnTo>
                  <a:lnTo>
                    <a:pt x="3294636" y="2728405"/>
                  </a:lnTo>
                  <a:lnTo>
                    <a:pt x="3366258" y="2697531"/>
                  </a:lnTo>
                  <a:lnTo>
                    <a:pt x="3437881" y="2665625"/>
                  </a:lnTo>
                  <a:lnTo>
                    <a:pt x="3509503" y="2632653"/>
                  </a:lnTo>
                  <a:lnTo>
                    <a:pt x="3581126" y="2598580"/>
                  </a:lnTo>
                  <a:lnTo>
                    <a:pt x="3652748" y="2563369"/>
                  </a:lnTo>
                  <a:lnTo>
                    <a:pt x="3724371" y="2526982"/>
                  </a:lnTo>
                  <a:lnTo>
                    <a:pt x="3795993" y="2489379"/>
                  </a:lnTo>
                  <a:lnTo>
                    <a:pt x="3867616" y="2450520"/>
                  </a:lnTo>
                  <a:lnTo>
                    <a:pt x="3939238" y="2410363"/>
                  </a:lnTo>
                  <a:lnTo>
                    <a:pt x="4010861" y="2368864"/>
                  </a:lnTo>
                  <a:lnTo>
                    <a:pt x="4082483" y="2325979"/>
                  </a:lnTo>
                  <a:lnTo>
                    <a:pt x="4154106" y="2281662"/>
                  </a:lnTo>
                  <a:lnTo>
                    <a:pt x="4225729" y="2235864"/>
                  </a:lnTo>
                  <a:lnTo>
                    <a:pt x="4297351" y="2188536"/>
                  </a:lnTo>
                  <a:lnTo>
                    <a:pt x="4368974" y="2139627"/>
                  </a:lnTo>
                  <a:lnTo>
                    <a:pt x="4440596" y="2089085"/>
                  </a:lnTo>
                  <a:lnTo>
                    <a:pt x="4512219" y="2036854"/>
                  </a:lnTo>
                  <a:lnTo>
                    <a:pt x="4583841" y="1982878"/>
                  </a:lnTo>
                  <a:lnTo>
                    <a:pt x="4655464" y="1927099"/>
                  </a:lnTo>
                  <a:lnTo>
                    <a:pt x="4727086" y="1869457"/>
                  </a:lnTo>
                  <a:lnTo>
                    <a:pt x="4798709" y="1809889"/>
                  </a:lnTo>
                  <a:lnTo>
                    <a:pt x="4870331" y="1748332"/>
                  </a:lnTo>
                  <a:lnTo>
                    <a:pt x="4941954" y="1684718"/>
                  </a:lnTo>
                  <a:lnTo>
                    <a:pt x="5013576" y="1618979"/>
                  </a:lnTo>
                  <a:lnTo>
                    <a:pt x="5085199" y="1551044"/>
                  </a:lnTo>
                  <a:lnTo>
                    <a:pt x="5156821" y="1480840"/>
                  </a:lnTo>
                  <a:lnTo>
                    <a:pt x="5228444" y="1408290"/>
                  </a:lnTo>
                  <a:lnTo>
                    <a:pt x="5300066" y="1333317"/>
                  </a:lnTo>
                  <a:lnTo>
                    <a:pt x="5371689" y="1255840"/>
                  </a:lnTo>
                  <a:lnTo>
                    <a:pt x="5443311" y="1175774"/>
                  </a:lnTo>
                  <a:lnTo>
                    <a:pt x="5514934" y="1093034"/>
                  </a:lnTo>
                  <a:lnTo>
                    <a:pt x="5586557" y="1007529"/>
                  </a:lnTo>
                  <a:lnTo>
                    <a:pt x="5658179" y="919169"/>
                  </a:lnTo>
                  <a:lnTo>
                    <a:pt x="5729802" y="827857"/>
                  </a:lnTo>
                  <a:lnTo>
                    <a:pt x="5801424" y="733494"/>
                  </a:lnTo>
                  <a:lnTo>
                    <a:pt x="5873047" y="635979"/>
                  </a:lnTo>
                  <a:lnTo>
                    <a:pt x="5944669" y="535207"/>
                  </a:lnTo>
                  <a:lnTo>
                    <a:pt x="6016292" y="431068"/>
                  </a:lnTo>
                  <a:lnTo>
                    <a:pt x="6087914" y="323451"/>
                  </a:lnTo>
                  <a:lnTo>
                    <a:pt x="6159537" y="212239"/>
                  </a:lnTo>
                  <a:lnTo>
                    <a:pt x="6231159" y="97312"/>
                  </a:lnTo>
                  <a:lnTo>
                    <a:pt x="6289844" y="0"/>
                  </a:lnTo>
                  <a:lnTo>
                    <a:pt x="7090630" y="0"/>
                  </a:lnTo>
                  <a:lnTo>
                    <a:pt x="7090630" y="3426284"/>
                  </a:lnTo>
                  <a:lnTo>
                    <a:pt x="7019007" y="3420661"/>
                  </a:lnTo>
                  <a:lnTo>
                    <a:pt x="6947385" y="3414898"/>
                  </a:lnTo>
                  <a:lnTo>
                    <a:pt x="6875762" y="3408992"/>
                  </a:lnTo>
                  <a:lnTo>
                    <a:pt x="6804139" y="3402939"/>
                  </a:lnTo>
                  <a:lnTo>
                    <a:pt x="6732517" y="3396736"/>
                  </a:lnTo>
                  <a:lnTo>
                    <a:pt x="6660894" y="3390378"/>
                  </a:lnTo>
                  <a:lnTo>
                    <a:pt x="6589272" y="3383863"/>
                  </a:lnTo>
                  <a:lnTo>
                    <a:pt x="6517649" y="3377186"/>
                  </a:lnTo>
                  <a:lnTo>
                    <a:pt x="6446027" y="3370343"/>
                  </a:lnTo>
                  <a:lnTo>
                    <a:pt x="6374404" y="3363330"/>
                  </a:lnTo>
                  <a:lnTo>
                    <a:pt x="6302782" y="3356143"/>
                  </a:lnTo>
                  <a:lnTo>
                    <a:pt x="6231159" y="3348777"/>
                  </a:lnTo>
                  <a:lnTo>
                    <a:pt x="6159537" y="3341228"/>
                  </a:lnTo>
                  <a:lnTo>
                    <a:pt x="6087914" y="3333492"/>
                  </a:lnTo>
                  <a:lnTo>
                    <a:pt x="6016292" y="3325563"/>
                  </a:lnTo>
                  <a:lnTo>
                    <a:pt x="5944669" y="3317438"/>
                  </a:lnTo>
                  <a:lnTo>
                    <a:pt x="5873047" y="3309110"/>
                  </a:lnTo>
                  <a:lnTo>
                    <a:pt x="5801424" y="3300576"/>
                  </a:lnTo>
                  <a:lnTo>
                    <a:pt x="5729802" y="3291830"/>
                  </a:lnTo>
                  <a:lnTo>
                    <a:pt x="5658179" y="3282867"/>
                  </a:lnTo>
                  <a:lnTo>
                    <a:pt x="5586557" y="3273680"/>
                  </a:lnTo>
                  <a:lnTo>
                    <a:pt x="5514934" y="3264266"/>
                  </a:lnTo>
                  <a:lnTo>
                    <a:pt x="5443311" y="3254618"/>
                  </a:lnTo>
                  <a:lnTo>
                    <a:pt x="5371689" y="3244730"/>
                  </a:lnTo>
                  <a:lnTo>
                    <a:pt x="5300066" y="3234596"/>
                  </a:lnTo>
                  <a:lnTo>
                    <a:pt x="5228444" y="3224211"/>
                  </a:lnTo>
                  <a:lnTo>
                    <a:pt x="5156821" y="3213568"/>
                  </a:lnTo>
                  <a:lnTo>
                    <a:pt x="5085199" y="3202660"/>
                  </a:lnTo>
                  <a:lnTo>
                    <a:pt x="5013576" y="3191481"/>
                  </a:lnTo>
                  <a:lnTo>
                    <a:pt x="4941954" y="3180025"/>
                  </a:lnTo>
                  <a:lnTo>
                    <a:pt x="4870331" y="3168284"/>
                  </a:lnTo>
                  <a:lnTo>
                    <a:pt x="4798709" y="3156251"/>
                  </a:lnTo>
                  <a:lnTo>
                    <a:pt x="4727086" y="3143920"/>
                  </a:lnTo>
                  <a:lnTo>
                    <a:pt x="4655464" y="3131282"/>
                  </a:lnTo>
                  <a:lnTo>
                    <a:pt x="4583841" y="3118330"/>
                  </a:lnTo>
                  <a:lnTo>
                    <a:pt x="4512219" y="3105056"/>
                  </a:lnTo>
                  <a:lnTo>
                    <a:pt x="4440596" y="3091453"/>
                  </a:lnTo>
                  <a:lnTo>
                    <a:pt x="4368974" y="3077512"/>
                  </a:lnTo>
                  <a:lnTo>
                    <a:pt x="4297351" y="3063224"/>
                  </a:lnTo>
                  <a:lnTo>
                    <a:pt x="4225729" y="3048581"/>
                  </a:lnTo>
                  <a:lnTo>
                    <a:pt x="4154106" y="3033575"/>
                  </a:lnTo>
                  <a:lnTo>
                    <a:pt x="4082483" y="3018196"/>
                  </a:lnTo>
                  <a:lnTo>
                    <a:pt x="4010861" y="3002435"/>
                  </a:lnTo>
                  <a:lnTo>
                    <a:pt x="3939238" y="2986282"/>
                  </a:lnTo>
                  <a:lnTo>
                    <a:pt x="3867616" y="2969728"/>
                  </a:lnTo>
                  <a:lnTo>
                    <a:pt x="3795993" y="2952763"/>
                  </a:lnTo>
                  <a:lnTo>
                    <a:pt x="3724371" y="2935376"/>
                  </a:lnTo>
                  <a:lnTo>
                    <a:pt x="3652748" y="2917557"/>
                  </a:lnTo>
                  <a:lnTo>
                    <a:pt x="3581126" y="2899296"/>
                  </a:lnTo>
                  <a:lnTo>
                    <a:pt x="3509503" y="2880581"/>
                  </a:lnTo>
                  <a:lnTo>
                    <a:pt x="3437881" y="2861401"/>
                  </a:lnTo>
                  <a:lnTo>
                    <a:pt x="3366258" y="2841745"/>
                  </a:lnTo>
                  <a:lnTo>
                    <a:pt x="3294636" y="2821600"/>
                  </a:lnTo>
                  <a:lnTo>
                    <a:pt x="3223013" y="2800955"/>
                  </a:lnTo>
                  <a:lnTo>
                    <a:pt x="3151391" y="2787192"/>
                  </a:lnTo>
                  <a:lnTo>
                    <a:pt x="3079768" y="2815168"/>
                  </a:lnTo>
                  <a:lnTo>
                    <a:pt x="3008146" y="2842240"/>
                  </a:lnTo>
                  <a:lnTo>
                    <a:pt x="2936523" y="2868436"/>
                  </a:lnTo>
                  <a:lnTo>
                    <a:pt x="2864901" y="2893786"/>
                  </a:lnTo>
                  <a:lnTo>
                    <a:pt x="2793278" y="2918316"/>
                  </a:lnTo>
                  <a:lnTo>
                    <a:pt x="2721655" y="2942054"/>
                  </a:lnTo>
                  <a:lnTo>
                    <a:pt x="2650033" y="2965024"/>
                  </a:lnTo>
                  <a:lnTo>
                    <a:pt x="2578410" y="2987251"/>
                  </a:lnTo>
                  <a:lnTo>
                    <a:pt x="2506788" y="3008760"/>
                  </a:lnTo>
                  <a:lnTo>
                    <a:pt x="2435165" y="3029574"/>
                  </a:lnTo>
                  <a:lnTo>
                    <a:pt x="2363543" y="3049715"/>
                  </a:lnTo>
                  <a:lnTo>
                    <a:pt x="2291920" y="3069205"/>
                  </a:lnTo>
                  <a:lnTo>
                    <a:pt x="2220298" y="3088065"/>
                  </a:lnTo>
                  <a:lnTo>
                    <a:pt x="2148675" y="3106315"/>
                  </a:lnTo>
                  <a:lnTo>
                    <a:pt x="2077053" y="3123975"/>
                  </a:lnTo>
                  <a:lnTo>
                    <a:pt x="2005430" y="3141065"/>
                  </a:lnTo>
                  <a:lnTo>
                    <a:pt x="1933808" y="3157601"/>
                  </a:lnTo>
                  <a:lnTo>
                    <a:pt x="1862185" y="3173604"/>
                  </a:lnTo>
                  <a:lnTo>
                    <a:pt x="1790563" y="3189089"/>
                  </a:lnTo>
                  <a:lnTo>
                    <a:pt x="1718940" y="3204074"/>
                  </a:lnTo>
                  <a:lnTo>
                    <a:pt x="1647318" y="3218574"/>
                  </a:lnTo>
                  <a:lnTo>
                    <a:pt x="1575695" y="3232605"/>
                  </a:lnTo>
                  <a:lnTo>
                    <a:pt x="1504073" y="3246183"/>
                  </a:lnTo>
                  <a:lnTo>
                    <a:pt x="1432450" y="3259322"/>
                  </a:lnTo>
                  <a:lnTo>
                    <a:pt x="1360827" y="3272036"/>
                  </a:lnTo>
                  <a:lnTo>
                    <a:pt x="1289205" y="3284340"/>
                  </a:lnTo>
                  <a:lnTo>
                    <a:pt x="1217582" y="3296245"/>
                  </a:lnTo>
                  <a:lnTo>
                    <a:pt x="1145960" y="3307766"/>
                  </a:lnTo>
                  <a:lnTo>
                    <a:pt x="1074337" y="3318914"/>
                  </a:lnTo>
                  <a:lnTo>
                    <a:pt x="1002715" y="3329702"/>
                  </a:lnTo>
                  <a:lnTo>
                    <a:pt x="931092" y="3340141"/>
                  </a:lnTo>
                  <a:lnTo>
                    <a:pt x="859470" y="3350243"/>
                  </a:lnTo>
                  <a:lnTo>
                    <a:pt x="787847" y="3360018"/>
                  </a:lnTo>
                  <a:lnTo>
                    <a:pt x="716225" y="3369477"/>
                  </a:lnTo>
                  <a:lnTo>
                    <a:pt x="644602" y="3378631"/>
                  </a:lnTo>
                  <a:lnTo>
                    <a:pt x="572980" y="3387488"/>
                  </a:lnTo>
                  <a:lnTo>
                    <a:pt x="501357" y="3396060"/>
                  </a:lnTo>
                  <a:lnTo>
                    <a:pt x="429735" y="3404354"/>
                  </a:lnTo>
                  <a:lnTo>
                    <a:pt x="358112" y="3412380"/>
                  </a:lnTo>
                  <a:lnTo>
                    <a:pt x="286490" y="3420146"/>
                  </a:lnTo>
                  <a:lnTo>
                    <a:pt x="214867" y="3427662"/>
                  </a:lnTo>
                  <a:lnTo>
                    <a:pt x="143245" y="3434935"/>
                  </a:lnTo>
                  <a:lnTo>
                    <a:pt x="71622" y="3441972"/>
                  </a:lnTo>
                  <a:lnTo>
                    <a:pt x="0" y="344878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6289844" cy="2779797"/>
            </a:xfrm>
            <a:custGeom>
              <a:avLst/>
              <a:pathLst>
                <a:path w="6289844" h="2779797">
                  <a:moveTo>
                    <a:pt x="0" y="1083138"/>
                  </a:moveTo>
                  <a:lnTo>
                    <a:pt x="71622" y="1145423"/>
                  </a:lnTo>
                  <a:lnTo>
                    <a:pt x="143245" y="1206199"/>
                  </a:lnTo>
                  <a:lnTo>
                    <a:pt x="214867" y="1265501"/>
                  </a:lnTo>
                  <a:lnTo>
                    <a:pt x="286490" y="1323366"/>
                  </a:lnTo>
                  <a:lnTo>
                    <a:pt x="358112" y="1379828"/>
                  </a:lnTo>
                  <a:lnTo>
                    <a:pt x="429735" y="1434922"/>
                  </a:lnTo>
                  <a:lnTo>
                    <a:pt x="501357" y="1488680"/>
                  </a:lnTo>
                  <a:lnTo>
                    <a:pt x="572980" y="1541135"/>
                  </a:lnTo>
                  <a:lnTo>
                    <a:pt x="644602" y="1592318"/>
                  </a:lnTo>
                  <a:lnTo>
                    <a:pt x="716225" y="1642261"/>
                  </a:lnTo>
                  <a:lnTo>
                    <a:pt x="787847" y="1690993"/>
                  </a:lnTo>
                  <a:lnTo>
                    <a:pt x="859470" y="1738544"/>
                  </a:lnTo>
                  <a:lnTo>
                    <a:pt x="931092" y="1784942"/>
                  </a:lnTo>
                  <a:lnTo>
                    <a:pt x="1002715" y="1830215"/>
                  </a:lnTo>
                  <a:lnTo>
                    <a:pt x="1074337" y="1874391"/>
                  </a:lnTo>
                  <a:lnTo>
                    <a:pt x="1145960" y="1917497"/>
                  </a:lnTo>
                  <a:lnTo>
                    <a:pt x="1217582" y="1959557"/>
                  </a:lnTo>
                  <a:lnTo>
                    <a:pt x="1289205" y="2000598"/>
                  </a:lnTo>
                  <a:lnTo>
                    <a:pt x="1360827" y="2040644"/>
                  </a:lnTo>
                  <a:lnTo>
                    <a:pt x="1432450" y="2079719"/>
                  </a:lnTo>
                  <a:lnTo>
                    <a:pt x="1504073" y="2117847"/>
                  </a:lnTo>
                  <a:lnTo>
                    <a:pt x="1575695" y="2155051"/>
                  </a:lnTo>
                  <a:lnTo>
                    <a:pt x="1647318" y="2191353"/>
                  </a:lnTo>
                  <a:lnTo>
                    <a:pt x="1718940" y="2226775"/>
                  </a:lnTo>
                  <a:lnTo>
                    <a:pt x="1790563" y="2261338"/>
                  </a:lnTo>
                  <a:lnTo>
                    <a:pt x="1862185" y="2295064"/>
                  </a:lnTo>
                  <a:lnTo>
                    <a:pt x="1933808" y="2327972"/>
                  </a:lnTo>
                  <a:lnTo>
                    <a:pt x="2005430" y="2360082"/>
                  </a:lnTo>
                  <a:lnTo>
                    <a:pt x="2077053" y="2391414"/>
                  </a:lnTo>
                  <a:lnTo>
                    <a:pt x="2148675" y="2421987"/>
                  </a:lnTo>
                  <a:lnTo>
                    <a:pt x="2220298" y="2451818"/>
                  </a:lnTo>
                  <a:lnTo>
                    <a:pt x="2291920" y="2480926"/>
                  </a:lnTo>
                  <a:lnTo>
                    <a:pt x="2363543" y="2509329"/>
                  </a:lnTo>
                  <a:lnTo>
                    <a:pt x="2435165" y="2537043"/>
                  </a:lnTo>
                  <a:lnTo>
                    <a:pt x="2506788" y="2564085"/>
                  </a:lnTo>
                  <a:lnTo>
                    <a:pt x="2578410" y="2590472"/>
                  </a:lnTo>
                  <a:lnTo>
                    <a:pt x="2650033" y="2616220"/>
                  </a:lnTo>
                  <a:lnTo>
                    <a:pt x="2721655" y="2641343"/>
                  </a:lnTo>
                  <a:lnTo>
                    <a:pt x="2793278" y="2665857"/>
                  </a:lnTo>
                  <a:lnTo>
                    <a:pt x="2864901" y="2689777"/>
                  </a:lnTo>
                  <a:lnTo>
                    <a:pt x="2936523" y="2713117"/>
                  </a:lnTo>
                  <a:lnTo>
                    <a:pt x="3008146" y="2735891"/>
                  </a:lnTo>
                  <a:lnTo>
                    <a:pt x="3079768" y="2758114"/>
                  </a:lnTo>
                  <a:lnTo>
                    <a:pt x="3151391" y="2779797"/>
                  </a:lnTo>
                  <a:lnTo>
                    <a:pt x="3223013" y="2758281"/>
                  </a:lnTo>
                  <a:lnTo>
                    <a:pt x="3294636" y="2728405"/>
                  </a:lnTo>
                  <a:lnTo>
                    <a:pt x="3366258" y="2697531"/>
                  </a:lnTo>
                  <a:lnTo>
                    <a:pt x="3437881" y="2665625"/>
                  </a:lnTo>
                  <a:lnTo>
                    <a:pt x="3509503" y="2632653"/>
                  </a:lnTo>
                  <a:lnTo>
                    <a:pt x="3581126" y="2598580"/>
                  </a:lnTo>
                  <a:lnTo>
                    <a:pt x="3652748" y="2563369"/>
                  </a:lnTo>
                  <a:lnTo>
                    <a:pt x="3724371" y="2526982"/>
                  </a:lnTo>
                  <a:lnTo>
                    <a:pt x="3795993" y="2489379"/>
                  </a:lnTo>
                  <a:lnTo>
                    <a:pt x="3867616" y="2450520"/>
                  </a:lnTo>
                  <a:lnTo>
                    <a:pt x="3939238" y="2410363"/>
                  </a:lnTo>
                  <a:lnTo>
                    <a:pt x="4010861" y="2368864"/>
                  </a:lnTo>
                  <a:lnTo>
                    <a:pt x="4082483" y="2325979"/>
                  </a:lnTo>
                  <a:lnTo>
                    <a:pt x="4154106" y="2281662"/>
                  </a:lnTo>
                  <a:lnTo>
                    <a:pt x="4225729" y="2235864"/>
                  </a:lnTo>
                  <a:lnTo>
                    <a:pt x="4297351" y="2188536"/>
                  </a:lnTo>
                  <a:lnTo>
                    <a:pt x="4368974" y="2139627"/>
                  </a:lnTo>
                  <a:lnTo>
                    <a:pt x="4440596" y="2089085"/>
                  </a:lnTo>
                  <a:lnTo>
                    <a:pt x="4512219" y="2036854"/>
                  </a:lnTo>
                  <a:lnTo>
                    <a:pt x="4583841" y="1982878"/>
                  </a:lnTo>
                  <a:lnTo>
                    <a:pt x="4655464" y="1927099"/>
                  </a:lnTo>
                  <a:lnTo>
                    <a:pt x="4727086" y="1869457"/>
                  </a:lnTo>
                  <a:lnTo>
                    <a:pt x="4798709" y="1809889"/>
                  </a:lnTo>
                  <a:lnTo>
                    <a:pt x="4870331" y="1748332"/>
                  </a:lnTo>
                  <a:lnTo>
                    <a:pt x="4941954" y="1684718"/>
                  </a:lnTo>
                  <a:lnTo>
                    <a:pt x="5013576" y="1618979"/>
                  </a:lnTo>
                  <a:lnTo>
                    <a:pt x="5085199" y="1551044"/>
                  </a:lnTo>
                  <a:lnTo>
                    <a:pt x="5156821" y="1480840"/>
                  </a:lnTo>
                  <a:lnTo>
                    <a:pt x="5228444" y="1408290"/>
                  </a:lnTo>
                  <a:lnTo>
                    <a:pt x="5300066" y="1333317"/>
                  </a:lnTo>
                  <a:lnTo>
                    <a:pt x="5371689" y="1255840"/>
                  </a:lnTo>
                  <a:lnTo>
                    <a:pt x="5443311" y="1175774"/>
                  </a:lnTo>
                  <a:lnTo>
                    <a:pt x="5514934" y="1093034"/>
                  </a:lnTo>
                  <a:lnTo>
                    <a:pt x="5586557" y="1007529"/>
                  </a:lnTo>
                  <a:lnTo>
                    <a:pt x="5658179" y="919169"/>
                  </a:lnTo>
                  <a:lnTo>
                    <a:pt x="5729802" y="827857"/>
                  </a:lnTo>
                  <a:lnTo>
                    <a:pt x="5801424" y="733494"/>
                  </a:lnTo>
                  <a:lnTo>
                    <a:pt x="5873047" y="635979"/>
                  </a:lnTo>
                  <a:lnTo>
                    <a:pt x="5944669" y="535207"/>
                  </a:lnTo>
                  <a:lnTo>
                    <a:pt x="6016292" y="431068"/>
                  </a:lnTo>
                  <a:lnTo>
                    <a:pt x="6087914" y="323451"/>
                  </a:lnTo>
                  <a:lnTo>
                    <a:pt x="6159537" y="212239"/>
                  </a:lnTo>
                  <a:lnTo>
                    <a:pt x="6231159" y="97312"/>
                  </a:lnTo>
                  <a:lnTo>
                    <a:pt x="62898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3755"/>
              <a:ext cx="7090630" cy="661590"/>
            </a:xfrm>
            <a:custGeom>
              <a:avLst/>
              <a:pathLst>
                <a:path w="7090630" h="661590">
                  <a:moveTo>
                    <a:pt x="7090630" y="639092"/>
                  </a:moveTo>
                  <a:lnTo>
                    <a:pt x="7019007" y="633469"/>
                  </a:lnTo>
                  <a:lnTo>
                    <a:pt x="6947385" y="627706"/>
                  </a:lnTo>
                  <a:lnTo>
                    <a:pt x="6875762" y="621799"/>
                  </a:lnTo>
                  <a:lnTo>
                    <a:pt x="6804139" y="615747"/>
                  </a:lnTo>
                  <a:lnTo>
                    <a:pt x="6732517" y="609543"/>
                  </a:lnTo>
                  <a:lnTo>
                    <a:pt x="6660894" y="603186"/>
                  </a:lnTo>
                  <a:lnTo>
                    <a:pt x="6589272" y="596671"/>
                  </a:lnTo>
                  <a:lnTo>
                    <a:pt x="6517649" y="589993"/>
                  </a:lnTo>
                  <a:lnTo>
                    <a:pt x="6446027" y="583150"/>
                  </a:lnTo>
                  <a:lnTo>
                    <a:pt x="6374404" y="576137"/>
                  </a:lnTo>
                  <a:lnTo>
                    <a:pt x="6302782" y="568950"/>
                  </a:lnTo>
                  <a:lnTo>
                    <a:pt x="6231159" y="561584"/>
                  </a:lnTo>
                  <a:lnTo>
                    <a:pt x="6159537" y="554036"/>
                  </a:lnTo>
                  <a:lnTo>
                    <a:pt x="6087914" y="546299"/>
                  </a:lnTo>
                  <a:lnTo>
                    <a:pt x="6016292" y="538371"/>
                  </a:lnTo>
                  <a:lnTo>
                    <a:pt x="5944669" y="530245"/>
                  </a:lnTo>
                  <a:lnTo>
                    <a:pt x="5873047" y="521918"/>
                  </a:lnTo>
                  <a:lnTo>
                    <a:pt x="5801424" y="513384"/>
                  </a:lnTo>
                  <a:lnTo>
                    <a:pt x="5729802" y="504638"/>
                  </a:lnTo>
                  <a:lnTo>
                    <a:pt x="5658179" y="495674"/>
                  </a:lnTo>
                  <a:lnTo>
                    <a:pt x="5586557" y="486488"/>
                  </a:lnTo>
                  <a:lnTo>
                    <a:pt x="5514934" y="477074"/>
                  </a:lnTo>
                  <a:lnTo>
                    <a:pt x="5443311" y="467425"/>
                  </a:lnTo>
                  <a:lnTo>
                    <a:pt x="5371689" y="457538"/>
                  </a:lnTo>
                  <a:lnTo>
                    <a:pt x="5300066" y="447404"/>
                  </a:lnTo>
                  <a:lnTo>
                    <a:pt x="5228444" y="437019"/>
                  </a:lnTo>
                  <a:lnTo>
                    <a:pt x="5156821" y="426375"/>
                  </a:lnTo>
                  <a:lnTo>
                    <a:pt x="5085199" y="415468"/>
                  </a:lnTo>
                  <a:lnTo>
                    <a:pt x="5013576" y="404289"/>
                  </a:lnTo>
                  <a:lnTo>
                    <a:pt x="4941954" y="392833"/>
                  </a:lnTo>
                  <a:lnTo>
                    <a:pt x="4870331" y="381092"/>
                  </a:lnTo>
                  <a:lnTo>
                    <a:pt x="4798709" y="369059"/>
                  </a:lnTo>
                  <a:lnTo>
                    <a:pt x="4727086" y="356727"/>
                  </a:lnTo>
                  <a:lnTo>
                    <a:pt x="4655464" y="344090"/>
                  </a:lnTo>
                  <a:lnTo>
                    <a:pt x="4583841" y="331138"/>
                  </a:lnTo>
                  <a:lnTo>
                    <a:pt x="4512219" y="317864"/>
                  </a:lnTo>
                  <a:lnTo>
                    <a:pt x="4440596" y="304261"/>
                  </a:lnTo>
                  <a:lnTo>
                    <a:pt x="4368974" y="290319"/>
                  </a:lnTo>
                  <a:lnTo>
                    <a:pt x="4297351" y="276032"/>
                  </a:lnTo>
                  <a:lnTo>
                    <a:pt x="4225729" y="261389"/>
                  </a:lnTo>
                  <a:lnTo>
                    <a:pt x="4154106" y="246383"/>
                  </a:lnTo>
                  <a:lnTo>
                    <a:pt x="4082483" y="231004"/>
                  </a:lnTo>
                  <a:lnTo>
                    <a:pt x="4010861" y="215242"/>
                  </a:lnTo>
                  <a:lnTo>
                    <a:pt x="3939238" y="199090"/>
                  </a:lnTo>
                  <a:lnTo>
                    <a:pt x="3867616" y="182536"/>
                  </a:lnTo>
                  <a:lnTo>
                    <a:pt x="3795993" y="165570"/>
                  </a:lnTo>
                  <a:lnTo>
                    <a:pt x="3724371" y="148184"/>
                  </a:lnTo>
                  <a:lnTo>
                    <a:pt x="3652748" y="130365"/>
                  </a:lnTo>
                  <a:lnTo>
                    <a:pt x="3581126" y="112104"/>
                  </a:lnTo>
                  <a:lnTo>
                    <a:pt x="3509503" y="93389"/>
                  </a:lnTo>
                  <a:lnTo>
                    <a:pt x="3437881" y="74209"/>
                  </a:lnTo>
                  <a:lnTo>
                    <a:pt x="3366258" y="54553"/>
                  </a:lnTo>
                  <a:lnTo>
                    <a:pt x="3294636" y="34408"/>
                  </a:lnTo>
                  <a:lnTo>
                    <a:pt x="3223013" y="13763"/>
                  </a:lnTo>
                  <a:lnTo>
                    <a:pt x="3151391" y="0"/>
                  </a:lnTo>
                  <a:lnTo>
                    <a:pt x="3079768" y="27976"/>
                  </a:lnTo>
                  <a:lnTo>
                    <a:pt x="3008146" y="55047"/>
                  </a:lnTo>
                  <a:lnTo>
                    <a:pt x="2936523" y="81244"/>
                  </a:lnTo>
                  <a:lnTo>
                    <a:pt x="2864901" y="106594"/>
                  </a:lnTo>
                  <a:lnTo>
                    <a:pt x="2793278" y="131124"/>
                  </a:lnTo>
                  <a:lnTo>
                    <a:pt x="2721655" y="154861"/>
                  </a:lnTo>
                  <a:lnTo>
                    <a:pt x="2650033" y="177831"/>
                  </a:lnTo>
                  <a:lnTo>
                    <a:pt x="2578410" y="200059"/>
                  </a:lnTo>
                  <a:lnTo>
                    <a:pt x="2506788" y="221568"/>
                  </a:lnTo>
                  <a:lnTo>
                    <a:pt x="2435165" y="242382"/>
                  </a:lnTo>
                  <a:lnTo>
                    <a:pt x="2363543" y="262523"/>
                  </a:lnTo>
                  <a:lnTo>
                    <a:pt x="2291920" y="282012"/>
                  </a:lnTo>
                  <a:lnTo>
                    <a:pt x="2220298" y="300872"/>
                  </a:lnTo>
                  <a:lnTo>
                    <a:pt x="2148675" y="319123"/>
                  </a:lnTo>
                  <a:lnTo>
                    <a:pt x="2077053" y="336783"/>
                  </a:lnTo>
                  <a:lnTo>
                    <a:pt x="2005430" y="353872"/>
                  </a:lnTo>
                  <a:lnTo>
                    <a:pt x="1933808" y="370409"/>
                  </a:lnTo>
                  <a:lnTo>
                    <a:pt x="1862185" y="386412"/>
                  </a:lnTo>
                  <a:lnTo>
                    <a:pt x="1790563" y="401897"/>
                  </a:lnTo>
                  <a:lnTo>
                    <a:pt x="1718940" y="416881"/>
                  </a:lnTo>
                  <a:lnTo>
                    <a:pt x="1647318" y="431381"/>
                  </a:lnTo>
                  <a:lnTo>
                    <a:pt x="1575695" y="445413"/>
                  </a:lnTo>
                  <a:lnTo>
                    <a:pt x="1504073" y="458991"/>
                  </a:lnTo>
                  <a:lnTo>
                    <a:pt x="1432450" y="472130"/>
                  </a:lnTo>
                  <a:lnTo>
                    <a:pt x="1360827" y="484844"/>
                  </a:lnTo>
                  <a:lnTo>
                    <a:pt x="1289205" y="497147"/>
                  </a:lnTo>
                  <a:lnTo>
                    <a:pt x="1217582" y="509053"/>
                  </a:lnTo>
                  <a:lnTo>
                    <a:pt x="1145960" y="520573"/>
                  </a:lnTo>
                  <a:lnTo>
                    <a:pt x="1074337" y="531722"/>
                  </a:lnTo>
                  <a:lnTo>
                    <a:pt x="1002715" y="542510"/>
                  </a:lnTo>
                  <a:lnTo>
                    <a:pt x="931092" y="552949"/>
                  </a:lnTo>
                  <a:lnTo>
                    <a:pt x="859470" y="563051"/>
                  </a:lnTo>
                  <a:lnTo>
                    <a:pt x="787847" y="572826"/>
                  </a:lnTo>
                  <a:lnTo>
                    <a:pt x="716225" y="582285"/>
                  </a:lnTo>
                  <a:lnTo>
                    <a:pt x="644602" y="591438"/>
                  </a:lnTo>
                  <a:lnTo>
                    <a:pt x="572980" y="600296"/>
                  </a:lnTo>
                  <a:lnTo>
                    <a:pt x="501357" y="608867"/>
                  </a:lnTo>
                  <a:lnTo>
                    <a:pt x="429735" y="617161"/>
                  </a:lnTo>
                  <a:lnTo>
                    <a:pt x="358112" y="625187"/>
                  </a:lnTo>
                  <a:lnTo>
                    <a:pt x="286490" y="632954"/>
                  </a:lnTo>
                  <a:lnTo>
                    <a:pt x="214867" y="640470"/>
                  </a:lnTo>
                  <a:lnTo>
                    <a:pt x="143245" y="647742"/>
                  </a:lnTo>
                  <a:lnTo>
                    <a:pt x="71622" y="654780"/>
                  </a:lnTo>
                  <a:lnTo>
                    <a:pt x="0" y="6615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456603"/>
              <a:ext cx="7090630" cy="368848"/>
            </a:xfrm>
            <a:custGeom>
              <a:avLst/>
              <a:pathLst>
                <a:path w="7090630" h="368848">
                  <a:moveTo>
                    <a:pt x="0" y="368848"/>
                  </a:moveTo>
                  <a:lnTo>
                    <a:pt x="71622" y="365830"/>
                  </a:lnTo>
                  <a:lnTo>
                    <a:pt x="143245" y="362801"/>
                  </a:lnTo>
                  <a:lnTo>
                    <a:pt x="214867" y="359758"/>
                  </a:lnTo>
                  <a:lnTo>
                    <a:pt x="286490" y="356703"/>
                  </a:lnTo>
                  <a:lnTo>
                    <a:pt x="358112" y="353635"/>
                  </a:lnTo>
                  <a:lnTo>
                    <a:pt x="429735" y="350554"/>
                  </a:lnTo>
                  <a:lnTo>
                    <a:pt x="501357" y="347461"/>
                  </a:lnTo>
                  <a:lnTo>
                    <a:pt x="572980" y="344354"/>
                  </a:lnTo>
                  <a:lnTo>
                    <a:pt x="644602" y="341235"/>
                  </a:lnTo>
                  <a:lnTo>
                    <a:pt x="716225" y="338103"/>
                  </a:lnTo>
                  <a:lnTo>
                    <a:pt x="787847" y="334957"/>
                  </a:lnTo>
                  <a:lnTo>
                    <a:pt x="859470" y="331798"/>
                  </a:lnTo>
                  <a:lnTo>
                    <a:pt x="931092" y="328627"/>
                  </a:lnTo>
                  <a:lnTo>
                    <a:pt x="1002715" y="325442"/>
                  </a:lnTo>
                  <a:lnTo>
                    <a:pt x="1074337" y="322244"/>
                  </a:lnTo>
                  <a:lnTo>
                    <a:pt x="1145960" y="319032"/>
                  </a:lnTo>
                  <a:lnTo>
                    <a:pt x="1217582" y="315807"/>
                  </a:lnTo>
                  <a:lnTo>
                    <a:pt x="1289205" y="312569"/>
                  </a:lnTo>
                  <a:lnTo>
                    <a:pt x="1360827" y="309317"/>
                  </a:lnTo>
                  <a:lnTo>
                    <a:pt x="1432450" y="306051"/>
                  </a:lnTo>
                  <a:lnTo>
                    <a:pt x="1504073" y="302772"/>
                  </a:lnTo>
                  <a:lnTo>
                    <a:pt x="1575695" y="299479"/>
                  </a:lnTo>
                  <a:lnTo>
                    <a:pt x="1647318" y="296173"/>
                  </a:lnTo>
                  <a:lnTo>
                    <a:pt x="1718940" y="292853"/>
                  </a:lnTo>
                  <a:lnTo>
                    <a:pt x="1790563" y="289519"/>
                  </a:lnTo>
                  <a:lnTo>
                    <a:pt x="1862185" y="286171"/>
                  </a:lnTo>
                  <a:lnTo>
                    <a:pt x="1933808" y="282809"/>
                  </a:lnTo>
                  <a:lnTo>
                    <a:pt x="2005430" y="279433"/>
                  </a:lnTo>
                  <a:lnTo>
                    <a:pt x="2077053" y="276043"/>
                  </a:lnTo>
                  <a:lnTo>
                    <a:pt x="2148675" y="272639"/>
                  </a:lnTo>
                  <a:lnTo>
                    <a:pt x="2220298" y="269220"/>
                  </a:lnTo>
                  <a:lnTo>
                    <a:pt x="2291920" y="265788"/>
                  </a:lnTo>
                  <a:lnTo>
                    <a:pt x="2363543" y="262341"/>
                  </a:lnTo>
                  <a:lnTo>
                    <a:pt x="2435165" y="258879"/>
                  </a:lnTo>
                  <a:lnTo>
                    <a:pt x="2506788" y="255404"/>
                  </a:lnTo>
                  <a:lnTo>
                    <a:pt x="2578410" y="251913"/>
                  </a:lnTo>
                  <a:lnTo>
                    <a:pt x="2650033" y="248409"/>
                  </a:lnTo>
                  <a:lnTo>
                    <a:pt x="2721655" y="244889"/>
                  </a:lnTo>
                  <a:lnTo>
                    <a:pt x="2793278" y="241355"/>
                  </a:lnTo>
                  <a:lnTo>
                    <a:pt x="2864901" y="237806"/>
                  </a:lnTo>
                  <a:lnTo>
                    <a:pt x="2936523" y="234243"/>
                  </a:lnTo>
                  <a:lnTo>
                    <a:pt x="3008146" y="230664"/>
                  </a:lnTo>
                  <a:lnTo>
                    <a:pt x="3079768" y="227071"/>
                  </a:lnTo>
                  <a:lnTo>
                    <a:pt x="3151391" y="223463"/>
                  </a:lnTo>
                  <a:lnTo>
                    <a:pt x="3223013" y="219839"/>
                  </a:lnTo>
                  <a:lnTo>
                    <a:pt x="3294636" y="216201"/>
                  </a:lnTo>
                  <a:lnTo>
                    <a:pt x="3366258" y="212547"/>
                  </a:lnTo>
                  <a:lnTo>
                    <a:pt x="3437881" y="208878"/>
                  </a:lnTo>
                  <a:lnTo>
                    <a:pt x="3509503" y="205194"/>
                  </a:lnTo>
                  <a:lnTo>
                    <a:pt x="3581126" y="201495"/>
                  </a:lnTo>
                  <a:lnTo>
                    <a:pt x="3652748" y="197780"/>
                  </a:lnTo>
                  <a:lnTo>
                    <a:pt x="3724371" y="194049"/>
                  </a:lnTo>
                  <a:lnTo>
                    <a:pt x="3795993" y="190303"/>
                  </a:lnTo>
                  <a:lnTo>
                    <a:pt x="3867616" y="186542"/>
                  </a:lnTo>
                  <a:lnTo>
                    <a:pt x="3939238" y="182764"/>
                  </a:lnTo>
                  <a:lnTo>
                    <a:pt x="4010861" y="178971"/>
                  </a:lnTo>
                  <a:lnTo>
                    <a:pt x="4082483" y="175162"/>
                  </a:lnTo>
                  <a:lnTo>
                    <a:pt x="4154106" y="171338"/>
                  </a:lnTo>
                  <a:lnTo>
                    <a:pt x="4225729" y="167497"/>
                  </a:lnTo>
                  <a:lnTo>
                    <a:pt x="4297351" y="163640"/>
                  </a:lnTo>
                  <a:lnTo>
                    <a:pt x="4368974" y="159767"/>
                  </a:lnTo>
                  <a:lnTo>
                    <a:pt x="4440596" y="155878"/>
                  </a:lnTo>
                  <a:lnTo>
                    <a:pt x="4512219" y="151973"/>
                  </a:lnTo>
                  <a:lnTo>
                    <a:pt x="4583841" y="148052"/>
                  </a:lnTo>
                  <a:lnTo>
                    <a:pt x="4655464" y="144114"/>
                  </a:lnTo>
                  <a:lnTo>
                    <a:pt x="4727086" y="140160"/>
                  </a:lnTo>
                  <a:lnTo>
                    <a:pt x="4798709" y="136189"/>
                  </a:lnTo>
                  <a:lnTo>
                    <a:pt x="4870331" y="132202"/>
                  </a:lnTo>
                  <a:lnTo>
                    <a:pt x="4941954" y="128198"/>
                  </a:lnTo>
                  <a:lnTo>
                    <a:pt x="5013576" y="124178"/>
                  </a:lnTo>
                  <a:lnTo>
                    <a:pt x="5085199" y="120140"/>
                  </a:lnTo>
                  <a:lnTo>
                    <a:pt x="5156821" y="116086"/>
                  </a:lnTo>
                  <a:lnTo>
                    <a:pt x="5228444" y="112015"/>
                  </a:lnTo>
                  <a:lnTo>
                    <a:pt x="5300066" y="107927"/>
                  </a:lnTo>
                  <a:lnTo>
                    <a:pt x="5371689" y="103822"/>
                  </a:lnTo>
                  <a:lnTo>
                    <a:pt x="5443311" y="99700"/>
                  </a:lnTo>
                  <a:lnTo>
                    <a:pt x="5514934" y="95561"/>
                  </a:lnTo>
                  <a:lnTo>
                    <a:pt x="5586557" y="91404"/>
                  </a:lnTo>
                  <a:lnTo>
                    <a:pt x="5658179" y="87230"/>
                  </a:lnTo>
                  <a:lnTo>
                    <a:pt x="5729802" y="83039"/>
                  </a:lnTo>
                  <a:lnTo>
                    <a:pt x="5801424" y="78830"/>
                  </a:lnTo>
                  <a:lnTo>
                    <a:pt x="5873047" y="74604"/>
                  </a:lnTo>
                  <a:lnTo>
                    <a:pt x="5944669" y="70360"/>
                  </a:lnTo>
                  <a:lnTo>
                    <a:pt x="6016292" y="66098"/>
                  </a:lnTo>
                  <a:lnTo>
                    <a:pt x="6087914" y="61819"/>
                  </a:lnTo>
                  <a:lnTo>
                    <a:pt x="6159537" y="57522"/>
                  </a:lnTo>
                  <a:lnTo>
                    <a:pt x="6231159" y="53206"/>
                  </a:lnTo>
                  <a:lnTo>
                    <a:pt x="6302782" y="48873"/>
                  </a:lnTo>
                  <a:lnTo>
                    <a:pt x="6374404" y="44522"/>
                  </a:lnTo>
                  <a:lnTo>
                    <a:pt x="6446027" y="40153"/>
                  </a:lnTo>
                  <a:lnTo>
                    <a:pt x="6517649" y="35765"/>
                  </a:lnTo>
                  <a:lnTo>
                    <a:pt x="6589272" y="31359"/>
                  </a:lnTo>
                  <a:lnTo>
                    <a:pt x="6660894" y="26935"/>
                  </a:lnTo>
                  <a:lnTo>
                    <a:pt x="6732517" y="22492"/>
                  </a:lnTo>
                  <a:lnTo>
                    <a:pt x="6804139" y="18031"/>
                  </a:lnTo>
                  <a:lnTo>
                    <a:pt x="6875762" y="13551"/>
                  </a:lnTo>
                  <a:lnTo>
                    <a:pt x="6947385" y="9053"/>
                  </a:lnTo>
                  <a:lnTo>
                    <a:pt x="7019007" y="453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411434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2026-10-09T11:57:53Z</dcterms:modified>
  <cp:category/>
</cp:coreProperties>
</file>