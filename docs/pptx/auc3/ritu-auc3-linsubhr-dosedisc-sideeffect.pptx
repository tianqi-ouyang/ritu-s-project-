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55196"/>
            </a:xfrm>
            <a:custGeom>
              <a:avLst/>
              <a:pathLst>
                <a:path w="7090630" h="3455196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  <a:lnTo>
                    <a:pt x="7090630" y="0"/>
                  </a:lnTo>
                  <a:lnTo>
                    <a:pt x="7090630" y="3410733"/>
                  </a:lnTo>
                  <a:lnTo>
                    <a:pt x="7019007" y="3404963"/>
                  </a:lnTo>
                  <a:lnTo>
                    <a:pt x="6947385" y="3399056"/>
                  </a:lnTo>
                  <a:lnTo>
                    <a:pt x="6875762" y="3393008"/>
                  </a:lnTo>
                  <a:lnTo>
                    <a:pt x="6804139" y="3386815"/>
                  </a:lnTo>
                  <a:lnTo>
                    <a:pt x="6732517" y="3380475"/>
                  </a:lnTo>
                  <a:lnTo>
                    <a:pt x="6660894" y="3373984"/>
                  </a:lnTo>
                  <a:lnTo>
                    <a:pt x="6589272" y="3367338"/>
                  </a:lnTo>
                  <a:lnTo>
                    <a:pt x="6517649" y="3360533"/>
                  </a:lnTo>
                  <a:lnTo>
                    <a:pt x="6446027" y="3353566"/>
                  </a:lnTo>
                  <a:lnTo>
                    <a:pt x="6374404" y="3346433"/>
                  </a:lnTo>
                  <a:lnTo>
                    <a:pt x="6302782" y="3339130"/>
                  </a:lnTo>
                  <a:lnTo>
                    <a:pt x="6231159" y="3331653"/>
                  </a:lnTo>
                  <a:lnTo>
                    <a:pt x="6159537" y="3323997"/>
                  </a:lnTo>
                  <a:lnTo>
                    <a:pt x="6087914" y="3316159"/>
                  </a:lnTo>
                  <a:lnTo>
                    <a:pt x="6016292" y="3308133"/>
                  </a:lnTo>
                  <a:lnTo>
                    <a:pt x="5944669" y="3299917"/>
                  </a:lnTo>
                  <a:lnTo>
                    <a:pt x="5873047" y="3291504"/>
                  </a:lnTo>
                  <a:lnTo>
                    <a:pt x="5801424" y="3282891"/>
                  </a:lnTo>
                  <a:lnTo>
                    <a:pt x="5729802" y="3274072"/>
                  </a:lnTo>
                  <a:lnTo>
                    <a:pt x="5658179" y="3265043"/>
                  </a:lnTo>
                  <a:lnTo>
                    <a:pt x="5586557" y="3255798"/>
                  </a:lnTo>
                  <a:lnTo>
                    <a:pt x="5514934" y="3246334"/>
                  </a:lnTo>
                  <a:lnTo>
                    <a:pt x="5443311" y="3236643"/>
                  </a:lnTo>
                  <a:lnTo>
                    <a:pt x="5371689" y="3226721"/>
                  </a:lnTo>
                  <a:lnTo>
                    <a:pt x="5300066" y="3216563"/>
                  </a:lnTo>
                  <a:lnTo>
                    <a:pt x="5228444" y="3206162"/>
                  </a:lnTo>
                  <a:lnTo>
                    <a:pt x="5156821" y="3195513"/>
                  </a:lnTo>
                  <a:lnTo>
                    <a:pt x="5085199" y="3184611"/>
                  </a:lnTo>
                  <a:lnTo>
                    <a:pt x="5013576" y="3173448"/>
                  </a:lnTo>
                  <a:lnTo>
                    <a:pt x="4941954" y="3162019"/>
                  </a:lnTo>
                  <a:lnTo>
                    <a:pt x="4870331" y="3150318"/>
                  </a:lnTo>
                  <a:lnTo>
                    <a:pt x="4798709" y="3138337"/>
                  </a:lnTo>
                  <a:lnTo>
                    <a:pt x="4727086" y="3126071"/>
                  </a:lnTo>
                  <a:lnTo>
                    <a:pt x="4655464" y="3113512"/>
                  </a:lnTo>
                  <a:lnTo>
                    <a:pt x="4583841" y="3100653"/>
                  </a:lnTo>
                  <a:lnTo>
                    <a:pt x="4512219" y="3087488"/>
                  </a:lnTo>
                  <a:lnTo>
                    <a:pt x="4440596" y="3074009"/>
                  </a:lnTo>
                  <a:lnTo>
                    <a:pt x="4368974" y="3060208"/>
                  </a:lnTo>
                  <a:lnTo>
                    <a:pt x="4297351" y="3046078"/>
                  </a:lnTo>
                  <a:lnTo>
                    <a:pt x="4225729" y="3031612"/>
                  </a:lnTo>
                  <a:lnTo>
                    <a:pt x="4154106" y="3016800"/>
                  </a:lnTo>
                  <a:lnTo>
                    <a:pt x="4082483" y="3001635"/>
                  </a:lnTo>
                  <a:lnTo>
                    <a:pt x="4010861" y="2986108"/>
                  </a:lnTo>
                  <a:lnTo>
                    <a:pt x="3939238" y="2970211"/>
                  </a:lnTo>
                  <a:lnTo>
                    <a:pt x="3867616" y="2953935"/>
                  </a:lnTo>
                  <a:lnTo>
                    <a:pt x="3795993" y="2937270"/>
                  </a:lnTo>
                  <a:lnTo>
                    <a:pt x="3724371" y="2920208"/>
                  </a:lnTo>
                  <a:lnTo>
                    <a:pt x="3652748" y="2902740"/>
                  </a:lnTo>
                  <a:lnTo>
                    <a:pt x="3581126" y="2884854"/>
                  </a:lnTo>
                  <a:lnTo>
                    <a:pt x="3509503" y="2866542"/>
                  </a:lnTo>
                  <a:lnTo>
                    <a:pt x="3437881" y="2847793"/>
                  </a:lnTo>
                  <a:lnTo>
                    <a:pt x="3366258" y="2828597"/>
                  </a:lnTo>
                  <a:lnTo>
                    <a:pt x="3294636" y="2808944"/>
                  </a:lnTo>
                  <a:lnTo>
                    <a:pt x="3223013" y="2788821"/>
                  </a:lnTo>
                  <a:lnTo>
                    <a:pt x="3151391" y="2803298"/>
                  </a:lnTo>
                  <a:lnTo>
                    <a:pt x="3079768" y="2830999"/>
                  </a:lnTo>
                  <a:lnTo>
                    <a:pt x="3008146" y="2857797"/>
                  </a:lnTo>
                  <a:lnTo>
                    <a:pt x="2936523" y="2883722"/>
                  </a:lnTo>
                  <a:lnTo>
                    <a:pt x="2864901" y="2908800"/>
                  </a:lnTo>
                  <a:lnTo>
                    <a:pt x="2793278" y="2933061"/>
                  </a:lnTo>
                  <a:lnTo>
                    <a:pt x="2721655" y="2956530"/>
                  </a:lnTo>
                  <a:lnTo>
                    <a:pt x="2650033" y="2979234"/>
                  </a:lnTo>
                  <a:lnTo>
                    <a:pt x="2578410" y="3001197"/>
                  </a:lnTo>
                  <a:lnTo>
                    <a:pt x="2506788" y="3022445"/>
                  </a:lnTo>
                  <a:lnTo>
                    <a:pt x="2435165" y="3042999"/>
                  </a:lnTo>
                  <a:lnTo>
                    <a:pt x="2363543" y="3062882"/>
                  </a:lnTo>
                  <a:lnTo>
                    <a:pt x="2291920" y="3082118"/>
                  </a:lnTo>
                  <a:lnTo>
                    <a:pt x="2220298" y="3100725"/>
                  </a:lnTo>
                  <a:lnTo>
                    <a:pt x="2148675" y="3118726"/>
                  </a:lnTo>
                  <a:lnTo>
                    <a:pt x="2077053" y="3136140"/>
                  </a:lnTo>
                  <a:lnTo>
                    <a:pt x="2005430" y="3152986"/>
                  </a:lnTo>
                  <a:lnTo>
                    <a:pt x="1933808" y="3169282"/>
                  </a:lnTo>
                  <a:lnTo>
                    <a:pt x="1862185" y="3185047"/>
                  </a:lnTo>
                  <a:lnTo>
                    <a:pt x="1790563" y="3200298"/>
                  </a:lnTo>
                  <a:lnTo>
                    <a:pt x="1718940" y="3215051"/>
                  </a:lnTo>
                  <a:lnTo>
                    <a:pt x="1647318" y="3229324"/>
                  </a:lnTo>
                  <a:lnTo>
                    <a:pt x="1575695" y="3243130"/>
                  </a:lnTo>
                  <a:lnTo>
                    <a:pt x="1504073" y="3256487"/>
                  </a:lnTo>
                  <a:lnTo>
                    <a:pt x="1432450" y="3269407"/>
                  </a:lnTo>
                  <a:lnTo>
                    <a:pt x="1360827" y="3281907"/>
                  </a:lnTo>
                  <a:lnTo>
                    <a:pt x="1289205" y="3293998"/>
                  </a:lnTo>
                  <a:lnTo>
                    <a:pt x="1217582" y="3305696"/>
                  </a:lnTo>
                  <a:lnTo>
                    <a:pt x="1145960" y="3317012"/>
                  </a:lnTo>
                  <a:lnTo>
                    <a:pt x="1074337" y="3327958"/>
                  </a:lnTo>
                  <a:lnTo>
                    <a:pt x="1002715" y="3338548"/>
                  </a:lnTo>
                  <a:lnTo>
                    <a:pt x="931092" y="3348792"/>
                  </a:lnTo>
                  <a:lnTo>
                    <a:pt x="859470" y="3358702"/>
                  </a:lnTo>
                  <a:lnTo>
                    <a:pt x="787847" y="3368289"/>
                  </a:lnTo>
                  <a:lnTo>
                    <a:pt x="716225" y="3377564"/>
                  </a:lnTo>
                  <a:lnTo>
                    <a:pt x="644602" y="3386535"/>
                  </a:lnTo>
                  <a:lnTo>
                    <a:pt x="572980" y="3395215"/>
                  </a:lnTo>
                  <a:lnTo>
                    <a:pt x="501357" y="3403611"/>
                  </a:lnTo>
                  <a:lnTo>
                    <a:pt x="429735" y="3411733"/>
                  </a:lnTo>
                  <a:lnTo>
                    <a:pt x="358112" y="3419590"/>
                  </a:lnTo>
                  <a:lnTo>
                    <a:pt x="286490" y="3427191"/>
                  </a:lnTo>
                  <a:lnTo>
                    <a:pt x="214867" y="3434545"/>
                  </a:lnTo>
                  <a:lnTo>
                    <a:pt x="143245" y="3441658"/>
                  </a:lnTo>
                  <a:lnTo>
                    <a:pt x="71622" y="3448539"/>
                  </a:lnTo>
                  <a:lnTo>
                    <a:pt x="0" y="34551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02222" cy="2774662"/>
            </a:xfrm>
            <a:custGeom>
              <a:avLst/>
              <a:pathLst>
                <a:path w="6302222" h="2774662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5385"/>
              <a:ext cx="7090630" cy="666374"/>
            </a:xfrm>
            <a:custGeom>
              <a:avLst/>
              <a:pathLst>
                <a:path w="7090630" h="666374">
                  <a:moveTo>
                    <a:pt x="7090630" y="621911"/>
                  </a:moveTo>
                  <a:lnTo>
                    <a:pt x="7019007" y="616141"/>
                  </a:lnTo>
                  <a:lnTo>
                    <a:pt x="6947385" y="610234"/>
                  </a:lnTo>
                  <a:lnTo>
                    <a:pt x="6875762" y="604186"/>
                  </a:lnTo>
                  <a:lnTo>
                    <a:pt x="6804139" y="597994"/>
                  </a:lnTo>
                  <a:lnTo>
                    <a:pt x="6732517" y="591654"/>
                  </a:lnTo>
                  <a:lnTo>
                    <a:pt x="6660894" y="585162"/>
                  </a:lnTo>
                  <a:lnTo>
                    <a:pt x="6589272" y="578516"/>
                  </a:lnTo>
                  <a:lnTo>
                    <a:pt x="6517649" y="571712"/>
                  </a:lnTo>
                  <a:lnTo>
                    <a:pt x="6446027" y="564745"/>
                  </a:lnTo>
                  <a:lnTo>
                    <a:pt x="6374404" y="557612"/>
                  </a:lnTo>
                  <a:lnTo>
                    <a:pt x="6302782" y="550308"/>
                  </a:lnTo>
                  <a:lnTo>
                    <a:pt x="6231159" y="542831"/>
                  </a:lnTo>
                  <a:lnTo>
                    <a:pt x="6159537" y="535175"/>
                  </a:lnTo>
                  <a:lnTo>
                    <a:pt x="6087914" y="527337"/>
                  </a:lnTo>
                  <a:lnTo>
                    <a:pt x="6016292" y="519312"/>
                  </a:lnTo>
                  <a:lnTo>
                    <a:pt x="5944669" y="511095"/>
                  </a:lnTo>
                  <a:lnTo>
                    <a:pt x="5873047" y="502682"/>
                  </a:lnTo>
                  <a:lnTo>
                    <a:pt x="5801424" y="494069"/>
                  </a:lnTo>
                  <a:lnTo>
                    <a:pt x="5729802" y="485250"/>
                  </a:lnTo>
                  <a:lnTo>
                    <a:pt x="5658179" y="476221"/>
                  </a:lnTo>
                  <a:lnTo>
                    <a:pt x="5586557" y="466977"/>
                  </a:lnTo>
                  <a:lnTo>
                    <a:pt x="5514934" y="457512"/>
                  </a:lnTo>
                  <a:lnTo>
                    <a:pt x="5443311" y="447821"/>
                  </a:lnTo>
                  <a:lnTo>
                    <a:pt x="5371689" y="437900"/>
                  </a:lnTo>
                  <a:lnTo>
                    <a:pt x="5300066" y="427741"/>
                  </a:lnTo>
                  <a:lnTo>
                    <a:pt x="5228444" y="417341"/>
                  </a:lnTo>
                  <a:lnTo>
                    <a:pt x="5156821" y="406692"/>
                  </a:lnTo>
                  <a:lnTo>
                    <a:pt x="5085199" y="395789"/>
                  </a:lnTo>
                  <a:lnTo>
                    <a:pt x="5013576" y="384626"/>
                  </a:lnTo>
                  <a:lnTo>
                    <a:pt x="4941954" y="373197"/>
                  </a:lnTo>
                  <a:lnTo>
                    <a:pt x="4870331" y="361496"/>
                  </a:lnTo>
                  <a:lnTo>
                    <a:pt x="4798709" y="349515"/>
                  </a:lnTo>
                  <a:lnTo>
                    <a:pt x="4727086" y="337249"/>
                  </a:lnTo>
                  <a:lnTo>
                    <a:pt x="4655464" y="324690"/>
                  </a:lnTo>
                  <a:lnTo>
                    <a:pt x="4583841" y="311831"/>
                  </a:lnTo>
                  <a:lnTo>
                    <a:pt x="4512219" y="298666"/>
                  </a:lnTo>
                  <a:lnTo>
                    <a:pt x="4440596" y="285187"/>
                  </a:lnTo>
                  <a:lnTo>
                    <a:pt x="4368974" y="271387"/>
                  </a:lnTo>
                  <a:lnTo>
                    <a:pt x="4297351" y="257257"/>
                  </a:lnTo>
                  <a:lnTo>
                    <a:pt x="4225729" y="242790"/>
                  </a:lnTo>
                  <a:lnTo>
                    <a:pt x="4154106" y="227978"/>
                  </a:lnTo>
                  <a:lnTo>
                    <a:pt x="4082483" y="212813"/>
                  </a:lnTo>
                  <a:lnTo>
                    <a:pt x="4010861" y="197286"/>
                  </a:lnTo>
                  <a:lnTo>
                    <a:pt x="3939238" y="181389"/>
                  </a:lnTo>
                  <a:lnTo>
                    <a:pt x="3867616" y="165113"/>
                  </a:lnTo>
                  <a:lnTo>
                    <a:pt x="3795993" y="148449"/>
                  </a:lnTo>
                  <a:lnTo>
                    <a:pt x="3724371" y="131387"/>
                  </a:lnTo>
                  <a:lnTo>
                    <a:pt x="3652748" y="113918"/>
                  </a:lnTo>
                  <a:lnTo>
                    <a:pt x="3581126" y="96032"/>
                  </a:lnTo>
                  <a:lnTo>
                    <a:pt x="3509503" y="77720"/>
                  </a:lnTo>
                  <a:lnTo>
                    <a:pt x="3437881" y="58972"/>
                  </a:lnTo>
                  <a:lnTo>
                    <a:pt x="3366258" y="39776"/>
                  </a:lnTo>
                  <a:lnTo>
                    <a:pt x="3294636" y="20122"/>
                  </a:lnTo>
                  <a:lnTo>
                    <a:pt x="3223013" y="0"/>
                  </a:lnTo>
                  <a:lnTo>
                    <a:pt x="3151391" y="14476"/>
                  </a:lnTo>
                  <a:lnTo>
                    <a:pt x="3079768" y="42178"/>
                  </a:lnTo>
                  <a:lnTo>
                    <a:pt x="3008146" y="68976"/>
                  </a:lnTo>
                  <a:lnTo>
                    <a:pt x="2936523" y="94900"/>
                  </a:lnTo>
                  <a:lnTo>
                    <a:pt x="2864901" y="119978"/>
                  </a:lnTo>
                  <a:lnTo>
                    <a:pt x="2793278" y="144239"/>
                  </a:lnTo>
                  <a:lnTo>
                    <a:pt x="2721655" y="167708"/>
                  </a:lnTo>
                  <a:lnTo>
                    <a:pt x="2650033" y="190412"/>
                  </a:lnTo>
                  <a:lnTo>
                    <a:pt x="2578410" y="212376"/>
                  </a:lnTo>
                  <a:lnTo>
                    <a:pt x="2506788" y="233623"/>
                  </a:lnTo>
                  <a:lnTo>
                    <a:pt x="2435165" y="254177"/>
                  </a:lnTo>
                  <a:lnTo>
                    <a:pt x="2363543" y="274061"/>
                  </a:lnTo>
                  <a:lnTo>
                    <a:pt x="2291920" y="293296"/>
                  </a:lnTo>
                  <a:lnTo>
                    <a:pt x="2220298" y="311904"/>
                  </a:lnTo>
                  <a:lnTo>
                    <a:pt x="2148675" y="329905"/>
                  </a:lnTo>
                  <a:lnTo>
                    <a:pt x="2077053" y="347318"/>
                  </a:lnTo>
                  <a:lnTo>
                    <a:pt x="2005430" y="364164"/>
                  </a:lnTo>
                  <a:lnTo>
                    <a:pt x="1933808" y="380461"/>
                  </a:lnTo>
                  <a:lnTo>
                    <a:pt x="1862185" y="396226"/>
                  </a:lnTo>
                  <a:lnTo>
                    <a:pt x="1790563" y="411476"/>
                  </a:lnTo>
                  <a:lnTo>
                    <a:pt x="1718940" y="426230"/>
                  </a:lnTo>
                  <a:lnTo>
                    <a:pt x="1647318" y="440502"/>
                  </a:lnTo>
                  <a:lnTo>
                    <a:pt x="1575695" y="454309"/>
                  </a:lnTo>
                  <a:lnTo>
                    <a:pt x="1504073" y="467665"/>
                  </a:lnTo>
                  <a:lnTo>
                    <a:pt x="1432450" y="480586"/>
                  </a:lnTo>
                  <a:lnTo>
                    <a:pt x="1360827" y="493085"/>
                  </a:lnTo>
                  <a:lnTo>
                    <a:pt x="1289205" y="505177"/>
                  </a:lnTo>
                  <a:lnTo>
                    <a:pt x="1217582" y="516874"/>
                  </a:lnTo>
                  <a:lnTo>
                    <a:pt x="1145960" y="528190"/>
                  </a:lnTo>
                  <a:lnTo>
                    <a:pt x="1074337" y="539137"/>
                  </a:lnTo>
                  <a:lnTo>
                    <a:pt x="1002715" y="549726"/>
                  </a:lnTo>
                  <a:lnTo>
                    <a:pt x="931092" y="559971"/>
                  </a:lnTo>
                  <a:lnTo>
                    <a:pt x="859470" y="569881"/>
                  </a:lnTo>
                  <a:lnTo>
                    <a:pt x="787847" y="579468"/>
                  </a:lnTo>
                  <a:lnTo>
                    <a:pt x="716225" y="588742"/>
                  </a:lnTo>
                  <a:lnTo>
                    <a:pt x="644602" y="597714"/>
                  </a:lnTo>
                  <a:lnTo>
                    <a:pt x="572980" y="606393"/>
                  </a:lnTo>
                  <a:lnTo>
                    <a:pt x="501357" y="614789"/>
                  </a:lnTo>
                  <a:lnTo>
                    <a:pt x="429735" y="622911"/>
                  </a:lnTo>
                  <a:lnTo>
                    <a:pt x="358112" y="630769"/>
                  </a:lnTo>
                  <a:lnTo>
                    <a:pt x="286490" y="638370"/>
                  </a:lnTo>
                  <a:lnTo>
                    <a:pt x="214867" y="645723"/>
                  </a:lnTo>
                  <a:lnTo>
                    <a:pt x="143245" y="652836"/>
                  </a:lnTo>
                  <a:lnTo>
                    <a:pt x="71622" y="659718"/>
                  </a:lnTo>
                  <a:lnTo>
                    <a:pt x="0" y="666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0995"/>
              <a:ext cx="7090630" cy="426339"/>
            </a:xfrm>
            <a:custGeom>
              <a:avLst/>
              <a:pathLst>
                <a:path w="7090630" h="426339">
                  <a:moveTo>
                    <a:pt x="0" y="426339"/>
                  </a:moveTo>
                  <a:lnTo>
                    <a:pt x="71622" y="422966"/>
                  </a:lnTo>
                  <a:lnTo>
                    <a:pt x="143245" y="419576"/>
                  </a:lnTo>
                  <a:lnTo>
                    <a:pt x="214867" y="416171"/>
                  </a:lnTo>
                  <a:lnTo>
                    <a:pt x="286490" y="412749"/>
                  </a:lnTo>
                  <a:lnTo>
                    <a:pt x="358112" y="409310"/>
                  </a:lnTo>
                  <a:lnTo>
                    <a:pt x="429735" y="405856"/>
                  </a:lnTo>
                  <a:lnTo>
                    <a:pt x="501357" y="402384"/>
                  </a:lnTo>
                  <a:lnTo>
                    <a:pt x="572980" y="398896"/>
                  </a:lnTo>
                  <a:lnTo>
                    <a:pt x="644602" y="395391"/>
                  </a:lnTo>
                  <a:lnTo>
                    <a:pt x="716225" y="391869"/>
                  </a:lnTo>
                  <a:lnTo>
                    <a:pt x="787847" y="388330"/>
                  </a:lnTo>
                  <a:lnTo>
                    <a:pt x="859470" y="384775"/>
                  </a:lnTo>
                  <a:lnTo>
                    <a:pt x="931092" y="381202"/>
                  </a:lnTo>
                  <a:lnTo>
                    <a:pt x="1002715" y="377612"/>
                  </a:lnTo>
                  <a:lnTo>
                    <a:pt x="1074337" y="374004"/>
                  </a:lnTo>
                  <a:lnTo>
                    <a:pt x="1145960" y="370380"/>
                  </a:lnTo>
                  <a:lnTo>
                    <a:pt x="1217582" y="366738"/>
                  </a:lnTo>
                  <a:lnTo>
                    <a:pt x="1289205" y="363078"/>
                  </a:lnTo>
                  <a:lnTo>
                    <a:pt x="1360827" y="359401"/>
                  </a:lnTo>
                  <a:lnTo>
                    <a:pt x="1432450" y="355707"/>
                  </a:lnTo>
                  <a:lnTo>
                    <a:pt x="1504073" y="351994"/>
                  </a:lnTo>
                  <a:lnTo>
                    <a:pt x="1575695" y="348264"/>
                  </a:lnTo>
                  <a:lnTo>
                    <a:pt x="1647318" y="344515"/>
                  </a:lnTo>
                  <a:lnTo>
                    <a:pt x="1718940" y="340749"/>
                  </a:lnTo>
                  <a:lnTo>
                    <a:pt x="1790563" y="336965"/>
                  </a:lnTo>
                  <a:lnTo>
                    <a:pt x="1862185" y="333162"/>
                  </a:lnTo>
                  <a:lnTo>
                    <a:pt x="1933808" y="329341"/>
                  </a:lnTo>
                  <a:lnTo>
                    <a:pt x="2005430" y="325502"/>
                  </a:lnTo>
                  <a:lnTo>
                    <a:pt x="2077053" y="321644"/>
                  </a:lnTo>
                  <a:lnTo>
                    <a:pt x="2148675" y="317768"/>
                  </a:lnTo>
                  <a:lnTo>
                    <a:pt x="2220298" y="313873"/>
                  </a:lnTo>
                  <a:lnTo>
                    <a:pt x="2291920" y="309960"/>
                  </a:lnTo>
                  <a:lnTo>
                    <a:pt x="2363543" y="306027"/>
                  </a:lnTo>
                  <a:lnTo>
                    <a:pt x="2435165" y="302076"/>
                  </a:lnTo>
                  <a:lnTo>
                    <a:pt x="2506788" y="298106"/>
                  </a:lnTo>
                  <a:lnTo>
                    <a:pt x="2578410" y="294116"/>
                  </a:lnTo>
                  <a:lnTo>
                    <a:pt x="2650033" y="290108"/>
                  </a:lnTo>
                  <a:lnTo>
                    <a:pt x="2721655" y="286080"/>
                  </a:lnTo>
                  <a:lnTo>
                    <a:pt x="2793278" y="282033"/>
                  </a:lnTo>
                  <a:lnTo>
                    <a:pt x="2864901" y="277966"/>
                  </a:lnTo>
                  <a:lnTo>
                    <a:pt x="2936523" y="273880"/>
                  </a:lnTo>
                  <a:lnTo>
                    <a:pt x="3008146" y="269774"/>
                  </a:lnTo>
                  <a:lnTo>
                    <a:pt x="3079768" y="265649"/>
                  </a:lnTo>
                  <a:lnTo>
                    <a:pt x="3151391" y="261504"/>
                  </a:lnTo>
                  <a:lnTo>
                    <a:pt x="3223013" y="257338"/>
                  </a:lnTo>
                  <a:lnTo>
                    <a:pt x="3294636" y="253153"/>
                  </a:lnTo>
                  <a:lnTo>
                    <a:pt x="3366258" y="248948"/>
                  </a:lnTo>
                  <a:lnTo>
                    <a:pt x="3437881" y="244722"/>
                  </a:lnTo>
                  <a:lnTo>
                    <a:pt x="3509503" y="240476"/>
                  </a:lnTo>
                  <a:lnTo>
                    <a:pt x="3581126" y="236210"/>
                  </a:lnTo>
                  <a:lnTo>
                    <a:pt x="3652748" y="231923"/>
                  </a:lnTo>
                  <a:lnTo>
                    <a:pt x="3724371" y="227616"/>
                  </a:lnTo>
                  <a:lnTo>
                    <a:pt x="3795993" y="223288"/>
                  </a:lnTo>
                  <a:lnTo>
                    <a:pt x="3867616" y="218939"/>
                  </a:lnTo>
                  <a:lnTo>
                    <a:pt x="3939238" y="214569"/>
                  </a:lnTo>
                  <a:lnTo>
                    <a:pt x="4010861" y="210178"/>
                  </a:lnTo>
                  <a:lnTo>
                    <a:pt x="4082483" y="205766"/>
                  </a:lnTo>
                  <a:lnTo>
                    <a:pt x="4154106" y="201333"/>
                  </a:lnTo>
                  <a:lnTo>
                    <a:pt x="4225729" y="196879"/>
                  </a:lnTo>
                  <a:lnTo>
                    <a:pt x="4297351" y="192403"/>
                  </a:lnTo>
                  <a:lnTo>
                    <a:pt x="4368974" y="187905"/>
                  </a:lnTo>
                  <a:lnTo>
                    <a:pt x="4440596" y="183387"/>
                  </a:lnTo>
                  <a:lnTo>
                    <a:pt x="4512219" y="178846"/>
                  </a:lnTo>
                  <a:lnTo>
                    <a:pt x="4583841" y="174283"/>
                  </a:lnTo>
                  <a:lnTo>
                    <a:pt x="4655464" y="169699"/>
                  </a:lnTo>
                  <a:lnTo>
                    <a:pt x="4727086" y="165093"/>
                  </a:lnTo>
                  <a:lnTo>
                    <a:pt x="4798709" y="160464"/>
                  </a:lnTo>
                  <a:lnTo>
                    <a:pt x="4870331" y="155813"/>
                  </a:lnTo>
                  <a:lnTo>
                    <a:pt x="4941954" y="151140"/>
                  </a:lnTo>
                  <a:lnTo>
                    <a:pt x="5013576" y="146444"/>
                  </a:lnTo>
                  <a:lnTo>
                    <a:pt x="5085199" y="141726"/>
                  </a:lnTo>
                  <a:lnTo>
                    <a:pt x="5156821" y="136985"/>
                  </a:lnTo>
                  <a:lnTo>
                    <a:pt x="5228444" y="132222"/>
                  </a:lnTo>
                  <a:lnTo>
                    <a:pt x="5300066" y="127435"/>
                  </a:lnTo>
                  <a:lnTo>
                    <a:pt x="5371689" y="122625"/>
                  </a:lnTo>
                  <a:lnTo>
                    <a:pt x="5443311" y="117793"/>
                  </a:lnTo>
                  <a:lnTo>
                    <a:pt x="5514934" y="112937"/>
                  </a:lnTo>
                  <a:lnTo>
                    <a:pt x="5586557" y="108058"/>
                  </a:lnTo>
                  <a:lnTo>
                    <a:pt x="5658179" y="103155"/>
                  </a:lnTo>
                  <a:lnTo>
                    <a:pt x="5729802" y="98229"/>
                  </a:lnTo>
                  <a:lnTo>
                    <a:pt x="5801424" y="93279"/>
                  </a:lnTo>
                  <a:lnTo>
                    <a:pt x="5873047" y="88305"/>
                  </a:lnTo>
                  <a:lnTo>
                    <a:pt x="5944669" y="83307"/>
                  </a:lnTo>
                  <a:lnTo>
                    <a:pt x="6016292" y="78286"/>
                  </a:lnTo>
                  <a:lnTo>
                    <a:pt x="6087914" y="73240"/>
                  </a:lnTo>
                  <a:lnTo>
                    <a:pt x="6159537" y="68170"/>
                  </a:lnTo>
                  <a:lnTo>
                    <a:pt x="6231159" y="63076"/>
                  </a:lnTo>
                  <a:lnTo>
                    <a:pt x="6302782" y="57957"/>
                  </a:lnTo>
                  <a:lnTo>
                    <a:pt x="6374404" y="52813"/>
                  </a:lnTo>
                  <a:lnTo>
                    <a:pt x="6446027" y="47645"/>
                  </a:lnTo>
                  <a:lnTo>
                    <a:pt x="6517649" y="42452"/>
                  </a:lnTo>
                  <a:lnTo>
                    <a:pt x="6589272" y="37234"/>
                  </a:lnTo>
                  <a:lnTo>
                    <a:pt x="6660894" y="31991"/>
                  </a:lnTo>
                  <a:lnTo>
                    <a:pt x="6732517" y="26723"/>
                  </a:lnTo>
                  <a:lnTo>
                    <a:pt x="6804139" y="21429"/>
                  </a:lnTo>
                  <a:lnTo>
                    <a:pt x="6875762" y="16110"/>
                  </a:lnTo>
                  <a:lnTo>
                    <a:pt x="6947385" y="10766"/>
                  </a:lnTo>
                  <a:lnTo>
                    <a:pt x="7019007" y="53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2026-08-19T20:32:10Z</dcterms:modified>
  <cp:category/>
</cp:coreProperties>
</file>