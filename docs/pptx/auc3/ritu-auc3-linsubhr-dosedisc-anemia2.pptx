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08233"/>
            </a:xfrm>
            <a:custGeom>
              <a:avLst/>
              <a:pathLst>
                <a:path w="7090630" h="3408233">
                  <a:moveTo>
                    <a:pt x="0" y="2651791"/>
                  </a:moveTo>
                  <a:lnTo>
                    <a:pt x="71622" y="2654930"/>
                  </a:lnTo>
                  <a:lnTo>
                    <a:pt x="143245" y="2658060"/>
                  </a:lnTo>
                  <a:lnTo>
                    <a:pt x="214867" y="2661180"/>
                  </a:lnTo>
                  <a:lnTo>
                    <a:pt x="286490" y="2664290"/>
                  </a:lnTo>
                  <a:lnTo>
                    <a:pt x="358112" y="2667391"/>
                  </a:lnTo>
                  <a:lnTo>
                    <a:pt x="429735" y="2670482"/>
                  </a:lnTo>
                  <a:lnTo>
                    <a:pt x="501357" y="2673563"/>
                  </a:lnTo>
                  <a:lnTo>
                    <a:pt x="572980" y="2676634"/>
                  </a:lnTo>
                  <a:lnTo>
                    <a:pt x="644602" y="2679696"/>
                  </a:lnTo>
                  <a:lnTo>
                    <a:pt x="716225" y="2682748"/>
                  </a:lnTo>
                  <a:lnTo>
                    <a:pt x="787847" y="2685790"/>
                  </a:lnTo>
                  <a:lnTo>
                    <a:pt x="859470" y="2688823"/>
                  </a:lnTo>
                  <a:lnTo>
                    <a:pt x="931092" y="2691847"/>
                  </a:lnTo>
                  <a:lnTo>
                    <a:pt x="1002715" y="2694861"/>
                  </a:lnTo>
                  <a:lnTo>
                    <a:pt x="1074337" y="2697865"/>
                  </a:lnTo>
                  <a:lnTo>
                    <a:pt x="1145960" y="2700860"/>
                  </a:lnTo>
                  <a:lnTo>
                    <a:pt x="1217582" y="2703846"/>
                  </a:lnTo>
                  <a:lnTo>
                    <a:pt x="1289205" y="2706823"/>
                  </a:lnTo>
                  <a:lnTo>
                    <a:pt x="1360827" y="2709790"/>
                  </a:lnTo>
                  <a:lnTo>
                    <a:pt x="1432450" y="2712747"/>
                  </a:lnTo>
                  <a:lnTo>
                    <a:pt x="1504073" y="2715696"/>
                  </a:lnTo>
                  <a:lnTo>
                    <a:pt x="1575695" y="2718635"/>
                  </a:lnTo>
                  <a:lnTo>
                    <a:pt x="1647318" y="2721565"/>
                  </a:lnTo>
                  <a:lnTo>
                    <a:pt x="1718940" y="2724486"/>
                  </a:lnTo>
                  <a:lnTo>
                    <a:pt x="1790563" y="2727397"/>
                  </a:lnTo>
                  <a:lnTo>
                    <a:pt x="1862185" y="2730300"/>
                  </a:lnTo>
                  <a:lnTo>
                    <a:pt x="1933808" y="2733193"/>
                  </a:lnTo>
                  <a:lnTo>
                    <a:pt x="2005430" y="2736077"/>
                  </a:lnTo>
                  <a:lnTo>
                    <a:pt x="2077053" y="2738953"/>
                  </a:lnTo>
                  <a:lnTo>
                    <a:pt x="2148675" y="2741819"/>
                  </a:lnTo>
                  <a:lnTo>
                    <a:pt x="2220298" y="2744676"/>
                  </a:lnTo>
                  <a:lnTo>
                    <a:pt x="2291920" y="2747524"/>
                  </a:lnTo>
                  <a:lnTo>
                    <a:pt x="2363543" y="2750364"/>
                  </a:lnTo>
                  <a:lnTo>
                    <a:pt x="2435165" y="2753194"/>
                  </a:lnTo>
                  <a:lnTo>
                    <a:pt x="2506788" y="2756016"/>
                  </a:lnTo>
                  <a:lnTo>
                    <a:pt x="2578410" y="2758828"/>
                  </a:lnTo>
                  <a:lnTo>
                    <a:pt x="2650033" y="2761632"/>
                  </a:lnTo>
                  <a:lnTo>
                    <a:pt x="2721655" y="2764427"/>
                  </a:lnTo>
                  <a:lnTo>
                    <a:pt x="2793278" y="2767214"/>
                  </a:lnTo>
                  <a:lnTo>
                    <a:pt x="2864901" y="2769991"/>
                  </a:lnTo>
                  <a:lnTo>
                    <a:pt x="2936523" y="2772760"/>
                  </a:lnTo>
                  <a:lnTo>
                    <a:pt x="3008146" y="2775520"/>
                  </a:lnTo>
                  <a:lnTo>
                    <a:pt x="3079768" y="2778272"/>
                  </a:lnTo>
                  <a:lnTo>
                    <a:pt x="3151391" y="2781015"/>
                  </a:lnTo>
                  <a:lnTo>
                    <a:pt x="3223013" y="2775862"/>
                  </a:lnTo>
                  <a:lnTo>
                    <a:pt x="3294636" y="2750616"/>
                  </a:lnTo>
                  <a:lnTo>
                    <a:pt x="3366258" y="2724644"/>
                  </a:lnTo>
                  <a:lnTo>
                    <a:pt x="3437881" y="2697923"/>
                  </a:lnTo>
                  <a:lnTo>
                    <a:pt x="3509503" y="2670433"/>
                  </a:lnTo>
                  <a:lnTo>
                    <a:pt x="3581126" y="2642152"/>
                  </a:lnTo>
                  <a:lnTo>
                    <a:pt x="3652748" y="2613056"/>
                  </a:lnTo>
                  <a:lnTo>
                    <a:pt x="3724371" y="2583123"/>
                  </a:lnTo>
                  <a:lnTo>
                    <a:pt x="3795993" y="2552327"/>
                  </a:lnTo>
                  <a:lnTo>
                    <a:pt x="3867616" y="2520645"/>
                  </a:lnTo>
                  <a:lnTo>
                    <a:pt x="3939238" y="2488051"/>
                  </a:lnTo>
                  <a:lnTo>
                    <a:pt x="4010861" y="2454518"/>
                  </a:lnTo>
                  <a:lnTo>
                    <a:pt x="4082483" y="2420020"/>
                  </a:lnTo>
                  <a:lnTo>
                    <a:pt x="4154106" y="2384528"/>
                  </a:lnTo>
                  <a:lnTo>
                    <a:pt x="4225729" y="2348014"/>
                  </a:lnTo>
                  <a:lnTo>
                    <a:pt x="4297351" y="2310449"/>
                  </a:lnTo>
                  <a:lnTo>
                    <a:pt x="4368974" y="2271802"/>
                  </a:lnTo>
                  <a:lnTo>
                    <a:pt x="4440596" y="2232043"/>
                  </a:lnTo>
                  <a:lnTo>
                    <a:pt x="4512219" y="2191139"/>
                  </a:lnTo>
                  <a:lnTo>
                    <a:pt x="4583841" y="2149057"/>
                  </a:lnTo>
                  <a:lnTo>
                    <a:pt x="4655464" y="2105763"/>
                  </a:lnTo>
                  <a:lnTo>
                    <a:pt x="4727086" y="2061223"/>
                  </a:lnTo>
                  <a:lnTo>
                    <a:pt x="4798709" y="2015400"/>
                  </a:lnTo>
                  <a:lnTo>
                    <a:pt x="4870331" y="1968258"/>
                  </a:lnTo>
                  <a:lnTo>
                    <a:pt x="4941954" y="1919758"/>
                  </a:lnTo>
                  <a:lnTo>
                    <a:pt x="5013576" y="1869862"/>
                  </a:lnTo>
                  <a:lnTo>
                    <a:pt x="5085199" y="1818529"/>
                  </a:lnTo>
                  <a:lnTo>
                    <a:pt x="5156821" y="1765718"/>
                  </a:lnTo>
                  <a:lnTo>
                    <a:pt x="5228444" y="1711387"/>
                  </a:lnTo>
                  <a:lnTo>
                    <a:pt x="5300066" y="1655491"/>
                  </a:lnTo>
                  <a:lnTo>
                    <a:pt x="5371689" y="1597986"/>
                  </a:lnTo>
                  <a:lnTo>
                    <a:pt x="5443311" y="1538825"/>
                  </a:lnTo>
                  <a:lnTo>
                    <a:pt x="5514934" y="1477960"/>
                  </a:lnTo>
                  <a:lnTo>
                    <a:pt x="5586557" y="1415343"/>
                  </a:lnTo>
                  <a:lnTo>
                    <a:pt x="5658179" y="1350923"/>
                  </a:lnTo>
                  <a:lnTo>
                    <a:pt x="5729802" y="1284648"/>
                  </a:lnTo>
                  <a:lnTo>
                    <a:pt x="5801424" y="1216465"/>
                  </a:lnTo>
                  <a:lnTo>
                    <a:pt x="5873047" y="1146318"/>
                  </a:lnTo>
                  <a:lnTo>
                    <a:pt x="5944669" y="1074152"/>
                  </a:lnTo>
                  <a:lnTo>
                    <a:pt x="6016292" y="999908"/>
                  </a:lnTo>
                  <a:lnTo>
                    <a:pt x="6087914" y="923526"/>
                  </a:lnTo>
                  <a:lnTo>
                    <a:pt x="6159537" y="844945"/>
                  </a:lnTo>
                  <a:lnTo>
                    <a:pt x="6231159" y="764101"/>
                  </a:lnTo>
                  <a:lnTo>
                    <a:pt x="6302782" y="680929"/>
                  </a:lnTo>
                  <a:lnTo>
                    <a:pt x="6374404" y="595363"/>
                  </a:lnTo>
                  <a:lnTo>
                    <a:pt x="6446027" y="507333"/>
                  </a:lnTo>
                  <a:lnTo>
                    <a:pt x="6517649" y="416768"/>
                  </a:lnTo>
                  <a:lnTo>
                    <a:pt x="6589272" y="323595"/>
                  </a:lnTo>
                  <a:lnTo>
                    <a:pt x="6660894" y="227739"/>
                  </a:lnTo>
                  <a:lnTo>
                    <a:pt x="6732517" y="129124"/>
                  </a:lnTo>
                  <a:lnTo>
                    <a:pt x="6804139" y="27669"/>
                  </a:lnTo>
                  <a:lnTo>
                    <a:pt x="6823126" y="0"/>
                  </a:lnTo>
                  <a:lnTo>
                    <a:pt x="7090630" y="0"/>
                  </a:lnTo>
                  <a:lnTo>
                    <a:pt x="7090630" y="2919341"/>
                  </a:lnTo>
                  <a:lnTo>
                    <a:pt x="7019007" y="2917033"/>
                  </a:lnTo>
                  <a:lnTo>
                    <a:pt x="6947385" y="2914718"/>
                  </a:lnTo>
                  <a:lnTo>
                    <a:pt x="6875762" y="2912396"/>
                  </a:lnTo>
                  <a:lnTo>
                    <a:pt x="6804139" y="2910067"/>
                  </a:lnTo>
                  <a:lnTo>
                    <a:pt x="6732517" y="2907730"/>
                  </a:lnTo>
                  <a:lnTo>
                    <a:pt x="6660894" y="2905386"/>
                  </a:lnTo>
                  <a:lnTo>
                    <a:pt x="6589272" y="2903034"/>
                  </a:lnTo>
                  <a:lnTo>
                    <a:pt x="6517649" y="2900675"/>
                  </a:lnTo>
                  <a:lnTo>
                    <a:pt x="6446027" y="2898309"/>
                  </a:lnTo>
                  <a:lnTo>
                    <a:pt x="6374404" y="2895935"/>
                  </a:lnTo>
                  <a:lnTo>
                    <a:pt x="6302782" y="2893554"/>
                  </a:lnTo>
                  <a:lnTo>
                    <a:pt x="6231159" y="2891165"/>
                  </a:lnTo>
                  <a:lnTo>
                    <a:pt x="6159537" y="2888769"/>
                  </a:lnTo>
                  <a:lnTo>
                    <a:pt x="6087914" y="2886365"/>
                  </a:lnTo>
                  <a:lnTo>
                    <a:pt x="6016292" y="2883954"/>
                  </a:lnTo>
                  <a:lnTo>
                    <a:pt x="5944669" y="2881535"/>
                  </a:lnTo>
                  <a:lnTo>
                    <a:pt x="5873047" y="2879108"/>
                  </a:lnTo>
                  <a:lnTo>
                    <a:pt x="5801424" y="2876674"/>
                  </a:lnTo>
                  <a:lnTo>
                    <a:pt x="5729802" y="2874232"/>
                  </a:lnTo>
                  <a:lnTo>
                    <a:pt x="5658179" y="2871783"/>
                  </a:lnTo>
                  <a:lnTo>
                    <a:pt x="5586557" y="2869325"/>
                  </a:lnTo>
                  <a:lnTo>
                    <a:pt x="5514934" y="2866860"/>
                  </a:lnTo>
                  <a:lnTo>
                    <a:pt x="5443311" y="2864388"/>
                  </a:lnTo>
                  <a:lnTo>
                    <a:pt x="5371689" y="2861907"/>
                  </a:lnTo>
                  <a:lnTo>
                    <a:pt x="5300066" y="2859419"/>
                  </a:lnTo>
                  <a:lnTo>
                    <a:pt x="5228444" y="2856923"/>
                  </a:lnTo>
                  <a:lnTo>
                    <a:pt x="5156821" y="2854419"/>
                  </a:lnTo>
                  <a:lnTo>
                    <a:pt x="5085199" y="2851907"/>
                  </a:lnTo>
                  <a:lnTo>
                    <a:pt x="5013576" y="2849387"/>
                  </a:lnTo>
                  <a:lnTo>
                    <a:pt x="4941954" y="2846859"/>
                  </a:lnTo>
                  <a:lnTo>
                    <a:pt x="4870331" y="2844324"/>
                  </a:lnTo>
                  <a:lnTo>
                    <a:pt x="4798709" y="2841780"/>
                  </a:lnTo>
                  <a:lnTo>
                    <a:pt x="4727086" y="2839228"/>
                  </a:lnTo>
                  <a:lnTo>
                    <a:pt x="4655464" y="2836669"/>
                  </a:lnTo>
                  <a:lnTo>
                    <a:pt x="4583841" y="2834101"/>
                  </a:lnTo>
                  <a:lnTo>
                    <a:pt x="4512219" y="2831525"/>
                  </a:lnTo>
                  <a:lnTo>
                    <a:pt x="4440596" y="2828941"/>
                  </a:lnTo>
                  <a:lnTo>
                    <a:pt x="4368974" y="2826349"/>
                  </a:lnTo>
                  <a:lnTo>
                    <a:pt x="4297351" y="2823749"/>
                  </a:lnTo>
                  <a:lnTo>
                    <a:pt x="4225729" y="2821140"/>
                  </a:lnTo>
                  <a:lnTo>
                    <a:pt x="4154106" y="2818524"/>
                  </a:lnTo>
                  <a:lnTo>
                    <a:pt x="4082483" y="2815899"/>
                  </a:lnTo>
                  <a:lnTo>
                    <a:pt x="4010861" y="2813266"/>
                  </a:lnTo>
                  <a:lnTo>
                    <a:pt x="3939238" y="2810624"/>
                  </a:lnTo>
                  <a:lnTo>
                    <a:pt x="3867616" y="2807975"/>
                  </a:lnTo>
                  <a:lnTo>
                    <a:pt x="3795993" y="2805317"/>
                  </a:lnTo>
                  <a:lnTo>
                    <a:pt x="3724371" y="2802650"/>
                  </a:lnTo>
                  <a:lnTo>
                    <a:pt x="3652748" y="2799975"/>
                  </a:lnTo>
                  <a:lnTo>
                    <a:pt x="3581126" y="2797292"/>
                  </a:lnTo>
                  <a:lnTo>
                    <a:pt x="3509503" y="2794601"/>
                  </a:lnTo>
                  <a:lnTo>
                    <a:pt x="3437881" y="2791900"/>
                  </a:lnTo>
                  <a:lnTo>
                    <a:pt x="3366258" y="2789192"/>
                  </a:lnTo>
                  <a:lnTo>
                    <a:pt x="3294636" y="2786475"/>
                  </a:lnTo>
                  <a:lnTo>
                    <a:pt x="3223013" y="2783749"/>
                  </a:lnTo>
                  <a:lnTo>
                    <a:pt x="3151391" y="2800401"/>
                  </a:lnTo>
                  <a:lnTo>
                    <a:pt x="3079768" y="2824254"/>
                  </a:lnTo>
                  <a:lnTo>
                    <a:pt x="3008146" y="2847438"/>
                  </a:lnTo>
                  <a:lnTo>
                    <a:pt x="2936523" y="2869974"/>
                  </a:lnTo>
                  <a:lnTo>
                    <a:pt x="2864901" y="2891879"/>
                  </a:lnTo>
                  <a:lnTo>
                    <a:pt x="2793278" y="2913172"/>
                  </a:lnTo>
                  <a:lnTo>
                    <a:pt x="2721655" y="2933868"/>
                  </a:lnTo>
                  <a:lnTo>
                    <a:pt x="2650033" y="2953985"/>
                  </a:lnTo>
                  <a:lnTo>
                    <a:pt x="2578410" y="2973539"/>
                  </a:lnTo>
                  <a:lnTo>
                    <a:pt x="2506788" y="2992545"/>
                  </a:lnTo>
                  <a:lnTo>
                    <a:pt x="2435165" y="3011020"/>
                  </a:lnTo>
                  <a:lnTo>
                    <a:pt x="2363543" y="3028977"/>
                  </a:lnTo>
                  <a:lnTo>
                    <a:pt x="2291920" y="3046432"/>
                  </a:lnTo>
                  <a:lnTo>
                    <a:pt x="2220298" y="3063399"/>
                  </a:lnTo>
                  <a:lnTo>
                    <a:pt x="2148675" y="3079891"/>
                  </a:lnTo>
                  <a:lnTo>
                    <a:pt x="2077053" y="3095921"/>
                  </a:lnTo>
                  <a:lnTo>
                    <a:pt x="2005430" y="3111502"/>
                  </a:lnTo>
                  <a:lnTo>
                    <a:pt x="1933808" y="3126647"/>
                  </a:lnTo>
                  <a:lnTo>
                    <a:pt x="1862185" y="3141369"/>
                  </a:lnTo>
                  <a:lnTo>
                    <a:pt x="1790563" y="3155678"/>
                  </a:lnTo>
                  <a:lnTo>
                    <a:pt x="1718940" y="3169587"/>
                  </a:lnTo>
                  <a:lnTo>
                    <a:pt x="1647318" y="3183107"/>
                  </a:lnTo>
                  <a:lnTo>
                    <a:pt x="1575695" y="3196248"/>
                  </a:lnTo>
                  <a:lnTo>
                    <a:pt x="1504073" y="3209022"/>
                  </a:lnTo>
                  <a:lnTo>
                    <a:pt x="1432450" y="3221438"/>
                  </a:lnTo>
                  <a:lnTo>
                    <a:pt x="1360827" y="3233506"/>
                  </a:lnTo>
                  <a:lnTo>
                    <a:pt x="1289205" y="3245237"/>
                  </a:lnTo>
                  <a:lnTo>
                    <a:pt x="1217582" y="3256639"/>
                  </a:lnTo>
                  <a:lnTo>
                    <a:pt x="1145960" y="3267723"/>
                  </a:lnTo>
                  <a:lnTo>
                    <a:pt x="1074337" y="3278496"/>
                  </a:lnTo>
                  <a:lnTo>
                    <a:pt x="1002715" y="3288967"/>
                  </a:lnTo>
                  <a:lnTo>
                    <a:pt x="931092" y="3299146"/>
                  </a:lnTo>
                  <a:lnTo>
                    <a:pt x="859470" y="3309039"/>
                  </a:lnTo>
                  <a:lnTo>
                    <a:pt x="787847" y="3318656"/>
                  </a:lnTo>
                  <a:lnTo>
                    <a:pt x="716225" y="3328004"/>
                  </a:lnTo>
                  <a:lnTo>
                    <a:pt x="644602" y="3337090"/>
                  </a:lnTo>
                  <a:lnTo>
                    <a:pt x="572980" y="3345921"/>
                  </a:lnTo>
                  <a:lnTo>
                    <a:pt x="501357" y="3354506"/>
                  </a:lnTo>
                  <a:lnTo>
                    <a:pt x="429735" y="3362850"/>
                  </a:lnTo>
                  <a:lnTo>
                    <a:pt x="358112" y="3370961"/>
                  </a:lnTo>
                  <a:lnTo>
                    <a:pt x="286490" y="3378844"/>
                  </a:lnTo>
                  <a:lnTo>
                    <a:pt x="214867" y="3386507"/>
                  </a:lnTo>
                  <a:lnTo>
                    <a:pt x="143245" y="3393956"/>
                  </a:lnTo>
                  <a:lnTo>
                    <a:pt x="71622" y="3401196"/>
                  </a:lnTo>
                  <a:lnTo>
                    <a:pt x="0" y="34082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23126" cy="2781015"/>
            </a:xfrm>
            <a:custGeom>
              <a:avLst/>
              <a:pathLst>
                <a:path w="6823126" h="2781015">
                  <a:moveTo>
                    <a:pt x="0" y="2651791"/>
                  </a:moveTo>
                  <a:lnTo>
                    <a:pt x="71622" y="2654930"/>
                  </a:lnTo>
                  <a:lnTo>
                    <a:pt x="143245" y="2658060"/>
                  </a:lnTo>
                  <a:lnTo>
                    <a:pt x="214867" y="2661180"/>
                  </a:lnTo>
                  <a:lnTo>
                    <a:pt x="286490" y="2664290"/>
                  </a:lnTo>
                  <a:lnTo>
                    <a:pt x="358112" y="2667391"/>
                  </a:lnTo>
                  <a:lnTo>
                    <a:pt x="429735" y="2670482"/>
                  </a:lnTo>
                  <a:lnTo>
                    <a:pt x="501357" y="2673563"/>
                  </a:lnTo>
                  <a:lnTo>
                    <a:pt x="572980" y="2676634"/>
                  </a:lnTo>
                  <a:lnTo>
                    <a:pt x="644602" y="2679696"/>
                  </a:lnTo>
                  <a:lnTo>
                    <a:pt x="716225" y="2682748"/>
                  </a:lnTo>
                  <a:lnTo>
                    <a:pt x="787847" y="2685790"/>
                  </a:lnTo>
                  <a:lnTo>
                    <a:pt x="859470" y="2688823"/>
                  </a:lnTo>
                  <a:lnTo>
                    <a:pt x="931092" y="2691847"/>
                  </a:lnTo>
                  <a:lnTo>
                    <a:pt x="1002715" y="2694861"/>
                  </a:lnTo>
                  <a:lnTo>
                    <a:pt x="1074337" y="2697865"/>
                  </a:lnTo>
                  <a:lnTo>
                    <a:pt x="1145960" y="2700860"/>
                  </a:lnTo>
                  <a:lnTo>
                    <a:pt x="1217582" y="2703846"/>
                  </a:lnTo>
                  <a:lnTo>
                    <a:pt x="1289205" y="2706823"/>
                  </a:lnTo>
                  <a:lnTo>
                    <a:pt x="1360827" y="2709790"/>
                  </a:lnTo>
                  <a:lnTo>
                    <a:pt x="1432450" y="2712747"/>
                  </a:lnTo>
                  <a:lnTo>
                    <a:pt x="1504073" y="2715696"/>
                  </a:lnTo>
                  <a:lnTo>
                    <a:pt x="1575695" y="2718635"/>
                  </a:lnTo>
                  <a:lnTo>
                    <a:pt x="1647318" y="2721565"/>
                  </a:lnTo>
                  <a:lnTo>
                    <a:pt x="1718940" y="2724486"/>
                  </a:lnTo>
                  <a:lnTo>
                    <a:pt x="1790563" y="2727397"/>
                  </a:lnTo>
                  <a:lnTo>
                    <a:pt x="1862185" y="2730300"/>
                  </a:lnTo>
                  <a:lnTo>
                    <a:pt x="1933808" y="2733193"/>
                  </a:lnTo>
                  <a:lnTo>
                    <a:pt x="2005430" y="2736077"/>
                  </a:lnTo>
                  <a:lnTo>
                    <a:pt x="2077053" y="2738953"/>
                  </a:lnTo>
                  <a:lnTo>
                    <a:pt x="2148675" y="2741819"/>
                  </a:lnTo>
                  <a:lnTo>
                    <a:pt x="2220298" y="2744676"/>
                  </a:lnTo>
                  <a:lnTo>
                    <a:pt x="2291920" y="2747524"/>
                  </a:lnTo>
                  <a:lnTo>
                    <a:pt x="2363543" y="2750364"/>
                  </a:lnTo>
                  <a:lnTo>
                    <a:pt x="2435165" y="2753194"/>
                  </a:lnTo>
                  <a:lnTo>
                    <a:pt x="2506788" y="2756016"/>
                  </a:lnTo>
                  <a:lnTo>
                    <a:pt x="2578410" y="2758828"/>
                  </a:lnTo>
                  <a:lnTo>
                    <a:pt x="2650033" y="2761632"/>
                  </a:lnTo>
                  <a:lnTo>
                    <a:pt x="2721655" y="2764427"/>
                  </a:lnTo>
                  <a:lnTo>
                    <a:pt x="2793278" y="2767214"/>
                  </a:lnTo>
                  <a:lnTo>
                    <a:pt x="2864901" y="2769991"/>
                  </a:lnTo>
                  <a:lnTo>
                    <a:pt x="2936523" y="2772760"/>
                  </a:lnTo>
                  <a:lnTo>
                    <a:pt x="3008146" y="2775520"/>
                  </a:lnTo>
                  <a:lnTo>
                    <a:pt x="3079768" y="2778272"/>
                  </a:lnTo>
                  <a:lnTo>
                    <a:pt x="3151391" y="2781015"/>
                  </a:lnTo>
                  <a:lnTo>
                    <a:pt x="3223013" y="2775862"/>
                  </a:lnTo>
                  <a:lnTo>
                    <a:pt x="3294636" y="2750616"/>
                  </a:lnTo>
                  <a:lnTo>
                    <a:pt x="3366258" y="2724644"/>
                  </a:lnTo>
                  <a:lnTo>
                    <a:pt x="3437881" y="2697923"/>
                  </a:lnTo>
                  <a:lnTo>
                    <a:pt x="3509503" y="2670433"/>
                  </a:lnTo>
                  <a:lnTo>
                    <a:pt x="3581126" y="2642152"/>
                  </a:lnTo>
                  <a:lnTo>
                    <a:pt x="3652748" y="2613056"/>
                  </a:lnTo>
                  <a:lnTo>
                    <a:pt x="3724371" y="2583123"/>
                  </a:lnTo>
                  <a:lnTo>
                    <a:pt x="3795993" y="2552327"/>
                  </a:lnTo>
                  <a:lnTo>
                    <a:pt x="3867616" y="2520645"/>
                  </a:lnTo>
                  <a:lnTo>
                    <a:pt x="3939238" y="2488051"/>
                  </a:lnTo>
                  <a:lnTo>
                    <a:pt x="4010861" y="2454518"/>
                  </a:lnTo>
                  <a:lnTo>
                    <a:pt x="4082483" y="2420020"/>
                  </a:lnTo>
                  <a:lnTo>
                    <a:pt x="4154106" y="2384528"/>
                  </a:lnTo>
                  <a:lnTo>
                    <a:pt x="4225729" y="2348014"/>
                  </a:lnTo>
                  <a:lnTo>
                    <a:pt x="4297351" y="2310449"/>
                  </a:lnTo>
                  <a:lnTo>
                    <a:pt x="4368974" y="2271802"/>
                  </a:lnTo>
                  <a:lnTo>
                    <a:pt x="4440596" y="2232043"/>
                  </a:lnTo>
                  <a:lnTo>
                    <a:pt x="4512219" y="2191139"/>
                  </a:lnTo>
                  <a:lnTo>
                    <a:pt x="4583841" y="2149057"/>
                  </a:lnTo>
                  <a:lnTo>
                    <a:pt x="4655464" y="2105763"/>
                  </a:lnTo>
                  <a:lnTo>
                    <a:pt x="4727086" y="2061223"/>
                  </a:lnTo>
                  <a:lnTo>
                    <a:pt x="4798709" y="2015400"/>
                  </a:lnTo>
                  <a:lnTo>
                    <a:pt x="4870331" y="1968258"/>
                  </a:lnTo>
                  <a:lnTo>
                    <a:pt x="4941954" y="1919758"/>
                  </a:lnTo>
                  <a:lnTo>
                    <a:pt x="5013576" y="1869862"/>
                  </a:lnTo>
                  <a:lnTo>
                    <a:pt x="5085199" y="1818529"/>
                  </a:lnTo>
                  <a:lnTo>
                    <a:pt x="5156821" y="1765718"/>
                  </a:lnTo>
                  <a:lnTo>
                    <a:pt x="5228444" y="1711387"/>
                  </a:lnTo>
                  <a:lnTo>
                    <a:pt x="5300066" y="1655491"/>
                  </a:lnTo>
                  <a:lnTo>
                    <a:pt x="5371689" y="1597986"/>
                  </a:lnTo>
                  <a:lnTo>
                    <a:pt x="5443311" y="1538825"/>
                  </a:lnTo>
                  <a:lnTo>
                    <a:pt x="5514934" y="1477960"/>
                  </a:lnTo>
                  <a:lnTo>
                    <a:pt x="5586557" y="1415343"/>
                  </a:lnTo>
                  <a:lnTo>
                    <a:pt x="5658179" y="1350923"/>
                  </a:lnTo>
                  <a:lnTo>
                    <a:pt x="5729802" y="1284648"/>
                  </a:lnTo>
                  <a:lnTo>
                    <a:pt x="5801424" y="1216465"/>
                  </a:lnTo>
                  <a:lnTo>
                    <a:pt x="5873047" y="1146318"/>
                  </a:lnTo>
                  <a:lnTo>
                    <a:pt x="5944669" y="1074152"/>
                  </a:lnTo>
                  <a:lnTo>
                    <a:pt x="6016292" y="999908"/>
                  </a:lnTo>
                  <a:lnTo>
                    <a:pt x="6087914" y="923526"/>
                  </a:lnTo>
                  <a:lnTo>
                    <a:pt x="6159537" y="844945"/>
                  </a:lnTo>
                  <a:lnTo>
                    <a:pt x="6231159" y="764101"/>
                  </a:lnTo>
                  <a:lnTo>
                    <a:pt x="6302782" y="680929"/>
                  </a:lnTo>
                  <a:lnTo>
                    <a:pt x="6374404" y="595363"/>
                  </a:lnTo>
                  <a:lnTo>
                    <a:pt x="6446027" y="507333"/>
                  </a:lnTo>
                  <a:lnTo>
                    <a:pt x="6517649" y="416768"/>
                  </a:lnTo>
                  <a:lnTo>
                    <a:pt x="6589272" y="323595"/>
                  </a:lnTo>
                  <a:lnTo>
                    <a:pt x="6660894" y="227739"/>
                  </a:lnTo>
                  <a:lnTo>
                    <a:pt x="6732517" y="129124"/>
                  </a:lnTo>
                  <a:lnTo>
                    <a:pt x="6804139" y="27669"/>
                  </a:lnTo>
                  <a:lnTo>
                    <a:pt x="68231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312"/>
              <a:ext cx="7090630" cy="624484"/>
            </a:xfrm>
            <a:custGeom>
              <a:avLst/>
              <a:pathLst>
                <a:path w="7090630" h="624484">
                  <a:moveTo>
                    <a:pt x="7090630" y="135591"/>
                  </a:moveTo>
                  <a:lnTo>
                    <a:pt x="7019007" y="133284"/>
                  </a:lnTo>
                  <a:lnTo>
                    <a:pt x="6947385" y="130969"/>
                  </a:lnTo>
                  <a:lnTo>
                    <a:pt x="6875762" y="128647"/>
                  </a:lnTo>
                  <a:lnTo>
                    <a:pt x="6804139" y="126317"/>
                  </a:lnTo>
                  <a:lnTo>
                    <a:pt x="6732517" y="123980"/>
                  </a:lnTo>
                  <a:lnTo>
                    <a:pt x="6660894" y="121636"/>
                  </a:lnTo>
                  <a:lnTo>
                    <a:pt x="6589272" y="119285"/>
                  </a:lnTo>
                  <a:lnTo>
                    <a:pt x="6517649" y="116926"/>
                  </a:lnTo>
                  <a:lnTo>
                    <a:pt x="6446027" y="114560"/>
                  </a:lnTo>
                  <a:lnTo>
                    <a:pt x="6374404" y="112186"/>
                  </a:lnTo>
                  <a:lnTo>
                    <a:pt x="6302782" y="109804"/>
                  </a:lnTo>
                  <a:lnTo>
                    <a:pt x="6231159" y="107416"/>
                  </a:lnTo>
                  <a:lnTo>
                    <a:pt x="6159537" y="105019"/>
                  </a:lnTo>
                  <a:lnTo>
                    <a:pt x="6087914" y="102616"/>
                  </a:lnTo>
                  <a:lnTo>
                    <a:pt x="6016292" y="100204"/>
                  </a:lnTo>
                  <a:lnTo>
                    <a:pt x="5944669" y="97785"/>
                  </a:lnTo>
                  <a:lnTo>
                    <a:pt x="5873047" y="95359"/>
                  </a:lnTo>
                  <a:lnTo>
                    <a:pt x="5801424" y="92925"/>
                  </a:lnTo>
                  <a:lnTo>
                    <a:pt x="5729802" y="90483"/>
                  </a:lnTo>
                  <a:lnTo>
                    <a:pt x="5658179" y="88033"/>
                  </a:lnTo>
                  <a:lnTo>
                    <a:pt x="5586557" y="85576"/>
                  </a:lnTo>
                  <a:lnTo>
                    <a:pt x="5514934" y="83111"/>
                  </a:lnTo>
                  <a:lnTo>
                    <a:pt x="5443311" y="80638"/>
                  </a:lnTo>
                  <a:lnTo>
                    <a:pt x="5371689" y="78158"/>
                  </a:lnTo>
                  <a:lnTo>
                    <a:pt x="5300066" y="75669"/>
                  </a:lnTo>
                  <a:lnTo>
                    <a:pt x="5228444" y="73173"/>
                  </a:lnTo>
                  <a:lnTo>
                    <a:pt x="5156821" y="70669"/>
                  </a:lnTo>
                  <a:lnTo>
                    <a:pt x="5085199" y="68157"/>
                  </a:lnTo>
                  <a:lnTo>
                    <a:pt x="5013576" y="65638"/>
                  </a:lnTo>
                  <a:lnTo>
                    <a:pt x="4941954" y="63110"/>
                  </a:lnTo>
                  <a:lnTo>
                    <a:pt x="4870331" y="60574"/>
                  </a:lnTo>
                  <a:lnTo>
                    <a:pt x="4798709" y="58030"/>
                  </a:lnTo>
                  <a:lnTo>
                    <a:pt x="4727086" y="55479"/>
                  </a:lnTo>
                  <a:lnTo>
                    <a:pt x="4655464" y="52919"/>
                  </a:lnTo>
                  <a:lnTo>
                    <a:pt x="4583841" y="50351"/>
                  </a:lnTo>
                  <a:lnTo>
                    <a:pt x="4512219" y="47776"/>
                  </a:lnTo>
                  <a:lnTo>
                    <a:pt x="4440596" y="45192"/>
                  </a:lnTo>
                  <a:lnTo>
                    <a:pt x="4368974" y="42600"/>
                  </a:lnTo>
                  <a:lnTo>
                    <a:pt x="4297351" y="39999"/>
                  </a:lnTo>
                  <a:lnTo>
                    <a:pt x="4225729" y="37391"/>
                  </a:lnTo>
                  <a:lnTo>
                    <a:pt x="4154106" y="34774"/>
                  </a:lnTo>
                  <a:lnTo>
                    <a:pt x="4082483" y="32149"/>
                  </a:lnTo>
                  <a:lnTo>
                    <a:pt x="4010861" y="29516"/>
                  </a:lnTo>
                  <a:lnTo>
                    <a:pt x="3939238" y="26875"/>
                  </a:lnTo>
                  <a:lnTo>
                    <a:pt x="3867616" y="24225"/>
                  </a:lnTo>
                  <a:lnTo>
                    <a:pt x="3795993" y="21567"/>
                  </a:lnTo>
                  <a:lnTo>
                    <a:pt x="3724371" y="18901"/>
                  </a:lnTo>
                  <a:lnTo>
                    <a:pt x="3652748" y="16226"/>
                  </a:lnTo>
                  <a:lnTo>
                    <a:pt x="3581126" y="13543"/>
                  </a:lnTo>
                  <a:lnTo>
                    <a:pt x="3509503" y="10851"/>
                  </a:lnTo>
                  <a:lnTo>
                    <a:pt x="3437881" y="8151"/>
                  </a:lnTo>
                  <a:lnTo>
                    <a:pt x="3366258" y="5442"/>
                  </a:lnTo>
                  <a:lnTo>
                    <a:pt x="3294636" y="2725"/>
                  </a:lnTo>
                  <a:lnTo>
                    <a:pt x="3223013" y="0"/>
                  </a:lnTo>
                  <a:lnTo>
                    <a:pt x="3151391" y="16652"/>
                  </a:lnTo>
                  <a:lnTo>
                    <a:pt x="3079768" y="40504"/>
                  </a:lnTo>
                  <a:lnTo>
                    <a:pt x="3008146" y="63689"/>
                  </a:lnTo>
                  <a:lnTo>
                    <a:pt x="2936523" y="86225"/>
                  </a:lnTo>
                  <a:lnTo>
                    <a:pt x="2864901" y="108130"/>
                  </a:lnTo>
                  <a:lnTo>
                    <a:pt x="2793278" y="129422"/>
                  </a:lnTo>
                  <a:lnTo>
                    <a:pt x="2721655" y="150118"/>
                  </a:lnTo>
                  <a:lnTo>
                    <a:pt x="2650033" y="170235"/>
                  </a:lnTo>
                  <a:lnTo>
                    <a:pt x="2578410" y="189789"/>
                  </a:lnTo>
                  <a:lnTo>
                    <a:pt x="2506788" y="208796"/>
                  </a:lnTo>
                  <a:lnTo>
                    <a:pt x="2435165" y="227270"/>
                  </a:lnTo>
                  <a:lnTo>
                    <a:pt x="2363543" y="245228"/>
                  </a:lnTo>
                  <a:lnTo>
                    <a:pt x="2291920" y="262683"/>
                  </a:lnTo>
                  <a:lnTo>
                    <a:pt x="2220298" y="279650"/>
                  </a:lnTo>
                  <a:lnTo>
                    <a:pt x="2148675" y="296141"/>
                  </a:lnTo>
                  <a:lnTo>
                    <a:pt x="2077053" y="312171"/>
                  </a:lnTo>
                  <a:lnTo>
                    <a:pt x="2005430" y="327753"/>
                  </a:lnTo>
                  <a:lnTo>
                    <a:pt x="1933808" y="342898"/>
                  </a:lnTo>
                  <a:lnTo>
                    <a:pt x="1862185" y="357619"/>
                  </a:lnTo>
                  <a:lnTo>
                    <a:pt x="1790563" y="371929"/>
                  </a:lnTo>
                  <a:lnTo>
                    <a:pt x="1718940" y="385838"/>
                  </a:lnTo>
                  <a:lnTo>
                    <a:pt x="1647318" y="399358"/>
                  </a:lnTo>
                  <a:lnTo>
                    <a:pt x="1575695" y="412499"/>
                  </a:lnTo>
                  <a:lnTo>
                    <a:pt x="1504073" y="425272"/>
                  </a:lnTo>
                  <a:lnTo>
                    <a:pt x="1432450" y="437688"/>
                  </a:lnTo>
                  <a:lnTo>
                    <a:pt x="1360827" y="449757"/>
                  </a:lnTo>
                  <a:lnTo>
                    <a:pt x="1289205" y="461487"/>
                  </a:lnTo>
                  <a:lnTo>
                    <a:pt x="1217582" y="472890"/>
                  </a:lnTo>
                  <a:lnTo>
                    <a:pt x="1145960" y="483973"/>
                  </a:lnTo>
                  <a:lnTo>
                    <a:pt x="1074337" y="494746"/>
                  </a:lnTo>
                  <a:lnTo>
                    <a:pt x="1002715" y="505218"/>
                  </a:lnTo>
                  <a:lnTo>
                    <a:pt x="931092" y="515396"/>
                  </a:lnTo>
                  <a:lnTo>
                    <a:pt x="859470" y="525290"/>
                  </a:lnTo>
                  <a:lnTo>
                    <a:pt x="787847" y="534907"/>
                  </a:lnTo>
                  <a:lnTo>
                    <a:pt x="716225" y="544254"/>
                  </a:lnTo>
                  <a:lnTo>
                    <a:pt x="644602" y="553340"/>
                  </a:lnTo>
                  <a:lnTo>
                    <a:pt x="572980" y="562172"/>
                  </a:lnTo>
                  <a:lnTo>
                    <a:pt x="501357" y="570756"/>
                  </a:lnTo>
                  <a:lnTo>
                    <a:pt x="429735" y="579100"/>
                  </a:lnTo>
                  <a:lnTo>
                    <a:pt x="358112" y="587211"/>
                  </a:lnTo>
                  <a:lnTo>
                    <a:pt x="286490" y="595095"/>
                  </a:lnTo>
                  <a:lnTo>
                    <a:pt x="214867" y="602758"/>
                  </a:lnTo>
                  <a:lnTo>
                    <a:pt x="143245" y="610206"/>
                  </a:lnTo>
                  <a:lnTo>
                    <a:pt x="71622" y="617446"/>
                  </a:lnTo>
                  <a:lnTo>
                    <a:pt x="0" y="624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23565"/>
              <a:ext cx="7090630" cy="1231052"/>
            </a:xfrm>
            <a:custGeom>
              <a:avLst/>
              <a:pathLst>
                <a:path w="7090630" h="1231052">
                  <a:moveTo>
                    <a:pt x="0" y="1231052"/>
                  </a:moveTo>
                  <a:lnTo>
                    <a:pt x="71622" y="1224770"/>
                  </a:lnTo>
                  <a:lnTo>
                    <a:pt x="143245" y="1218407"/>
                  </a:lnTo>
                  <a:lnTo>
                    <a:pt x="214867" y="1211964"/>
                  </a:lnTo>
                  <a:lnTo>
                    <a:pt x="286490" y="1205439"/>
                  </a:lnTo>
                  <a:lnTo>
                    <a:pt x="358112" y="1198831"/>
                  </a:lnTo>
                  <a:lnTo>
                    <a:pt x="429735" y="1192140"/>
                  </a:lnTo>
                  <a:lnTo>
                    <a:pt x="501357" y="1185363"/>
                  </a:lnTo>
                  <a:lnTo>
                    <a:pt x="572980" y="1178500"/>
                  </a:lnTo>
                  <a:lnTo>
                    <a:pt x="644602" y="1171550"/>
                  </a:lnTo>
                  <a:lnTo>
                    <a:pt x="716225" y="1164512"/>
                  </a:lnTo>
                  <a:lnTo>
                    <a:pt x="787847" y="1157384"/>
                  </a:lnTo>
                  <a:lnTo>
                    <a:pt x="859470" y="1150165"/>
                  </a:lnTo>
                  <a:lnTo>
                    <a:pt x="931092" y="1142856"/>
                  </a:lnTo>
                  <a:lnTo>
                    <a:pt x="1002715" y="1135453"/>
                  </a:lnTo>
                  <a:lnTo>
                    <a:pt x="1074337" y="1127956"/>
                  </a:lnTo>
                  <a:lnTo>
                    <a:pt x="1145960" y="1120364"/>
                  </a:lnTo>
                  <a:lnTo>
                    <a:pt x="1217582" y="1112675"/>
                  </a:lnTo>
                  <a:lnTo>
                    <a:pt x="1289205" y="1104889"/>
                  </a:lnTo>
                  <a:lnTo>
                    <a:pt x="1360827" y="1097004"/>
                  </a:lnTo>
                  <a:lnTo>
                    <a:pt x="1432450" y="1089019"/>
                  </a:lnTo>
                  <a:lnTo>
                    <a:pt x="1504073" y="1080932"/>
                  </a:lnTo>
                  <a:lnTo>
                    <a:pt x="1575695" y="1072742"/>
                  </a:lnTo>
                  <a:lnTo>
                    <a:pt x="1647318" y="1064449"/>
                  </a:lnTo>
                  <a:lnTo>
                    <a:pt x="1718940" y="1056050"/>
                  </a:lnTo>
                  <a:lnTo>
                    <a:pt x="1790563" y="1047545"/>
                  </a:lnTo>
                  <a:lnTo>
                    <a:pt x="1862185" y="1038931"/>
                  </a:lnTo>
                  <a:lnTo>
                    <a:pt x="1933808" y="1030208"/>
                  </a:lnTo>
                  <a:lnTo>
                    <a:pt x="2005430" y="1021375"/>
                  </a:lnTo>
                  <a:lnTo>
                    <a:pt x="2077053" y="1012429"/>
                  </a:lnTo>
                  <a:lnTo>
                    <a:pt x="2148675" y="1003369"/>
                  </a:lnTo>
                  <a:lnTo>
                    <a:pt x="2220298" y="994194"/>
                  </a:lnTo>
                  <a:lnTo>
                    <a:pt x="2291920" y="984903"/>
                  </a:lnTo>
                  <a:lnTo>
                    <a:pt x="2363543" y="975494"/>
                  </a:lnTo>
                  <a:lnTo>
                    <a:pt x="2435165" y="965965"/>
                  </a:lnTo>
                  <a:lnTo>
                    <a:pt x="2506788" y="956315"/>
                  </a:lnTo>
                  <a:lnTo>
                    <a:pt x="2578410" y="946543"/>
                  </a:lnTo>
                  <a:lnTo>
                    <a:pt x="2650033" y="936647"/>
                  </a:lnTo>
                  <a:lnTo>
                    <a:pt x="2721655" y="926624"/>
                  </a:lnTo>
                  <a:lnTo>
                    <a:pt x="2793278" y="916475"/>
                  </a:lnTo>
                  <a:lnTo>
                    <a:pt x="2864901" y="906196"/>
                  </a:lnTo>
                  <a:lnTo>
                    <a:pt x="2936523" y="895787"/>
                  </a:lnTo>
                  <a:lnTo>
                    <a:pt x="3008146" y="885246"/>
                  </a:lnTo>
                  <a:lnTo>
                    <a:pt x="3079768" y="874571"/>
                  </a:lnTo>
                  <a:lnTo>
                    <a:pt x="3151391" y="863760"/>
                  </a:lnTo>
                  <a:lnTo>
                    <a:pt x="3223013" y="852812"/>
                  </a:lnTo>
                  <a:lnTo>
                    <a:pt x="3294636" y="841725"/>
                  </a:lnTo>
                  <a:lnTo>
                    <a:pt x="3366258" y="830497"/>
                  </a:lnTo>
                  <a:lnTo>
                    <a:pt x="3437881" y="819127"/>
                  </a:lnTo>
                  <a:lnTo>
                    <a:pt x="3509503" y="807612"/>
                  </a:lnTo>
                  <a:lnTo>
                    <a:pt x="3581126" y="795951"/>
                  </a:lnTo>
                  <a:lnTo>
                    <a:pt x="3652748" y="784141"/>
                  </a:lnTo>
                  <a:lnTo>
                    <a:pt x="3724371" y="772182"/>
                  </a:lnTo>
                  <a:lnTo>
                    <a:pt x="3795993" y="760070"/>
                  </a:lnTo>
                  <a:lnTo>
                    <a:pt x="3867616" y="747805"/>
                  </a:lnTo>
                  <a:lnTo>
                    <a:pt x="3939238" y="735384"/>
                  </a:lnTo>
                  <a:lnTo>
                    <a:pt x="4010861" y="722806"/>
                  </a:lnTo>
                  <a:lnTo>
                    <a:pt x="4082483" y="710067"/>
                  </a:lnTo>
                  <a:lnTo>
                    <a:pt x="4154106" y="697167"/>
                  </a:lnTo>
                  <a:lnTo>
                    <a:pt x="4225729" y="684103"/>
                  </a:lnTo>
                  <a:lnTo>
                    <a:pt x="4297351" y="670872"/>
                  </a:lnTo>
                  <a:lnTo>
                    <a:pt x="4368974" y="657474"/>
                  </a:lnTo>
                  <a:lnTo>
                    <a:pt x="4440596" y="643906"/>
                  </a:lnTo>
                  <a:lnTo>
                    <a:pt x="4512219" y="630165"/>
                  </a:lnTo>
                  <a:lnTo>
                    <a:pt x="4583841" y="616250"/>
                  </a:lnTo>
                  <a:lnTo>
                    <a:pt x="4655464" y="602158"/>
                  </a:lnTo>
                  <a:lnTo>
                    <a:pt x="4727086" y="587887"/>
                  </a:lnTo>
                  <a:lnTo>
                    <a:pt x="4798709" y="573434"/>
                  </a:lnTo>
                  <a:lnTo>
                    <a:pt x="4870331" y="558798"/>
                  </a:lnTo>
                  <a:lnTo>
                    <a:pt x="4941954" y="543977"/>
                  </a:lnTo>
                  <a:lnTo>
                    <a:pt x="5013576" y="528967"/>
                  </a:lnTo>
                  <a:lnTo>
                    <a:pt x="5085199" y="513766"/>
                  </a:lnTo>
                  <a:lnTo>
                    <a:pt x="5156821" y="498372"/>
                  </a:lnTo>
                  <a:lnTo>
                    <a:pt x="5228444" y="482783"/>
                  </a:lnTo>
                  <a:lnTo>
                    <a:pt x="5300066" y="466995"/>
                  </a:lnTo>
                  <a:lnTo>
                    <a:pt x="5371689" y="451007"/>
                  </a:lnTo>
                  <a:lnTo>
                    <a:pt x="5443311" y="434816"/>
                  </a:lnTo>
                  <a:lnTo>
                    <a:pt x="5514934" y="418419"/>
                  </a:lnTo>
                  <a:lnTo>
                    <a:pt x="5586557" y="401815"/>
                  </a:lnTo>
                  <a:lnTo>
                    <a:pt x="5658179" y="384999"/>
                  </a:lnTo>
                  <a:lnTo>
                    <a:pt x="5729802" y="367969"/>
                  </a:lnTo>
                  <a:lnTo>
                    <a:pt x="5801424" y="350723"/>
                  </a:lnTo>
                  <a:lnTo>
                    <a:pt x="5873047" y="333258"/>
                  </a:lnTo>
                  <a:lnTo>
                    <a:pt x="5944669" y="315572"/>
                  </a:lnTo>
                  <a:lnTo>
                    <a:pt x="6016292" y="297660"/>
                  </a:lnTo>
                  <a:lnTo>
                    <a:pt x="6087914" y="279521"/>
                  </a:lnTo>
                  <a:lnTo>
                    <a:pt x="6159537" y="261152"/>
                  </a:lnTo>
                  <a:lnTo>
                    <a:pt x="6231159" y="242549"/>
                  </a:lnTo>
                  <a:lnTo>
                    <a:pt x="6302782" y="223710"/>
                  </a:lnTo>
                  <a:lnTo>
                    <a:pt x="6374404" y="204632"/>
                  </a:lnTo>
                  <a:lnTo>
                    <a:pt x="6446027" y="185311"/>
                  </a:lnTo>
                  <a:lnTo>
                    <a:pt x="6517649" y="165745"/>
                  </a:lnTo>
                  <a:lnTo>
                    <a:pt x="6589272" y="145931"/>
                  </a:lnTo>
                  <a:lnTo>
                    <a:pt x="6660894" y="125865"/>
                  </a:lnTo>
                  <a:lnTo>
                    <a:pt x="6732517" y="105543"/>
                  </a:lnTo>
                  <a:lnTo>
                    <a:pt x="6804139" y="84964"/>
                  </a:lnTo>
                  <a:lnTo>
                    <a:pt x="6875762" y="64123"/>
                  </a:lnTo>
                  <a:lnTo>
                    <a:pt x="6947385" y="43018"/>
                  </a:lnTo>
                  <a:lnTo>
                    <a:pt x="7019007" y="2164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2026-08-06T10:34:56Z</dcterms:modified>
  <cp:category/>
</cp:coreProperties>
</file>