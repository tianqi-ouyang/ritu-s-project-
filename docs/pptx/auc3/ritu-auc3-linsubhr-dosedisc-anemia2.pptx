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8073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079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4085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91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2076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008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808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417052"/>
            </a:xfrm>
            <a:custGeom>
              <a:avLst/>
              <a:pathLst>
                <a:path w="7090630" h="3417052">
                  <a:moveTo>
                    <a:pt x="0" y="2692770"/>
                  </a:moveTo>
                  <a:lnTo>
                    <a:pt x="71622" y="2694914"/>
                  </a:lnTo>
                  <a:lnTo>
                    <a:pt x="143245" y="2697052"/>
                  </a:lnTo>
                  <a:lnTo>
                    <a:pt x="214867" y="2699185"/>
                  </a:lnTo>
                  <a:lnTo>
                    <a:pt x="286490" y="2701314"/>
                  </a:lnTo>
                  <a:lnTo>
                    <a:pt x="358112" y="2703438"/>
                  </a:lnTo>
                  <a:lnTo>
                    <a:pt x="429735" y="2705557"/>
                  </a:lnTo>
                  <a:lnTo>
                    <a:pt x="501357" y="2707672"/>
                  </a:lnTo>
                  <a:lnTo>
                    <a:pt x="572980" y="2709782"/>
                  </a:lnTo>
                  <a:lnTo>
                    <a:pt x="644602" y="2711887"/>
                  </a:lnTo>
                  <a:lnTo>
                    <a:pt x="716225" y="2713987"/>
                  </a:lnTo>
                  <a:lnTo>
                    <a:pt x="787847" y="2716083"/>
                  </a:lnTo>
                  <a:lnTo>
                    <a:pt x="859470" y="2718174"/>
                  </a:lnTo>
                  <a:lnTo>
                    <a:pt x="931092" y="2720260"/>
                  </a:lnTo>
                  <a:lnTo>
                    <a:pt x="1002715" y="2722342"/>
                  </a:lnTo>
                  <a:lnTo>
                    <a:pt x="1074337" y="2724419"/>
                  </a:lnTo>
                  <a:lnTo>
                    <a:pt x="1145960" y="2726492"/>
                  </a:lnTo>
                  <a:lnTo>
                    <a:pt x="1217582" y="2728559"/>
                  </a:lnTo>
                  <a:lnTo>
                    <a:pt x="1289205" y="2730623"/>
                  </a:lnTo>
                  <a:lnTo>
                    <a:pt x="1360827" y="2732681"/>
                  </a:lnTo>
                  <a:lnTo>
                    <a:pt x="1432450" y="2734735"/>
                  </a:lnTo>
                  <a:lnTo>
                    <a:pt x="1504073" y="2736784"/>
                  </a:lnTo>
                  <a:lnTo>
                    <a:pt x="1575695" y="2738829"/>
                  </a:lnTo>
                  <a:lnTo>
                    <a:pt x="1647318" y="2740870"/>
                  </a:lnTo>
                  <a:lnTo>
                    <a:pt x="1718940" y="2742905"/>
                  </a:lnTo>
                  <a:lnTo>
                    <a:pt x="1790563" y="2744936"/>
                  </a:lnTo>
                  <a:lnTo>
                    <a:pt x="1862185" y="2746963"/>
                  </a:lnTo>
                  <a:lnTo>
                    <a:pt x="1933808" y="2748985"/>
                  </a:lnTo>
                  <a:lnTo>
                    <a:pt x="2005430" y="2751003"/>
                  </a:lnTo>
                  <a:lnTo>
                    <a:pt x="2077053" y="2753016"/>
                  </a:lnTo>
                  <a:lnTo>
                    <a:pt x="2148675" y="2755024"/>
                  </a:lnTo>
                  <a:lnTo>
                    <a:pt x="2220298" y="2757028"/>
                  </a:lnTo>
                  <a:lnTo>
                    <a:pt x="2291920" y="2759028"/>
                  </a:lnTo>
                  <a:lnTo>
                    <a:pt x="2363543" y="2761023"/>
                  </a:lnTo>
                  <a:lnTo>
                    <a:pt x="2435165" y="2763014"/>
                  </a:lnTo>
                  <a:lnTo>
                    <a:pt x="2506788" y="2765000"/>
                  </a:lnTo>
                  <a:lnTo>
                    <a:pt x="2578410" y="2766982"/>
                  </a:lnTo>
                  <a:lnTo>
                    <a:pt x="2650033" y="2768959"/>
                  </a:lnTo>
                  <a:lnTo>
                    <a:pt x="2721655" y="2770932"/>
                  </a:lnTo>
                  <a:lnTo>
                    <a:pt x="2793278" y="2772901"/>
                  </a:lnTo>
                  <a:lnTo>
                    <a:pt x="2864901" y="2774865"/>
                  </a:lnTo>
                  <a:lnTo>
                    <a:pt x="2936523" y="2776825"/>
                  </a:lnTo>
                  <a:lnTo>
                    <a:pt x="3008146" y="2778780"/>
                  </a:lnTo>
                  <a:lnTo>
                    <a:pt x="3079768" y="2780731"/>
                  </a:lnTo>
                  <a:lnTo>
                    <a:pt x="3151391" y="2782678"/>
                  </a:lnTo>
                  <a:lnTo>
                    <a:pt x="3223013" y="2760774"/>
                  </a:lnTo>
                  <a:lnTo>
                    <a:pt x="3294636" y="2733996"/>
                  </a:lnTo>
                  <a:lnTo>
                    <a:pt x="3366258" y="2706414"/>
                  </a:lnTo>
                  <a:lnTo>
                    <a:pt x="3437881" y="2678004"/>
                  </a:lnTo>
                  <a:lnTo>
                    <a:pt x="3509503" y="2648741"/>
                  </a:lnTo>
                  <a:lnTo>
                    <a:pt x="3581126" y="2618599"/>
                  </a:lnTo>
                  <a:lnTo>
                    <a:pt x="3652748" y="2587552"/>
                  </a:lnTo>
                  <a:lnTo>
                    <a:pt x="3724371" y="2555573"/>
                  </a:lnTo>
                  <a:lnTo>
                    <a:pt x="3795993" y="2522634"/>
                  </a:lnTo>
                  <a:lnTo>
                    <a:pt x="3867616" y="2488706"/>
                  </a:lnTo>
                  <a:lnTo>
                    <a:pt x="3939238" y="2453759"/>
                  </a:lnTo>
                  <a:lnTo>
                    <a:pt x="4010861" y="2417763"/>
                  </a:lnTo>
                  <a:lnTo>
                    <a:pt x="4082483" y="2380686"/>
                  </a:lnTo>
                  <a:lnTo>
                    <a:pt x="4154106" y="2342496"/>
                  </a:lnTo>
                  <a:lnTo>
                    <a:pt x="4225729" y="2303160"/>
                  </a:lnTo>
                  <a:lnTo>
                    <a:pt x="4297351" y="2262642"/>
                  </a:lnTo>
                  <a:lnTo>
                    <a:pt x="4368974" y="2220908"/>
                  </a:lnTo>
                  <a:lnTo>
                    <a:pt x="4440596" y="2177920"/>
                  </a:lnTo>
                  <a:lnTo>
                    <a:pt x="4512219" y="2133642"/>
                  </a:lnTo>
                  <a:lnTo>
                    <a:pt x="4583841" y="2088035"/>
                  </a:lnTo>
                  <a:lnTo>
                    <a:pt x="4655464" y="2041058"/>
                  </a:lnTo>
                  <a:lnTo>
                    <a:pt x="4727086" y="1992671"/>
                  </a:lnTo>
                  <a:lnTo>
                    <a:pt x="4798709" y="1942831"/>
                  </a:lnTo>
                  <a:lnTo>
                    <a:pt x="4870331" y="1891495"/>
                  </a:lnTo>
                  <a:lnTo>
                    <a:pt x="4941954" y="1838617"/>
                  </a:lnTo>
                  <a:lnTo>
                    <a:pt x="5013576" y="1784151"/>
                  </a:lnTo>
                  <a:lnTo>
                    <a:pt x="5085199" y="1728051"/>
                  </a:lnTo>
                  <a:lnTo>
                    <a:pt x="5156821" y="1670266"/>
                  </a:lnTo>
                  <a:lnTo>
                    <a:pt x="5228444" y="1610746"/>
                  </a:lnTo>
                  <a:lnTo>
                    <a:pt x="5300066" y="1549438"/>
                  </a:lnTo>
                  <a:lnTo>
                    <a:pt x="5371689" y="1486290"/>
                  </a:lnTo>
                  <a:lnTo>
                    <a:pt x="5443311" y="1421247"/>
                  </a:lnTo>
                  <a:lnTo>
                    <a:pt x="5514934" y="1354250"/>
                  </a:lnTo>
                  <a:lnTo>
                    <a:pt x="5586557" y="1285241"/>
                  </a:lnTo>
                  <a:lnTo>
                    <a:pt x="5658179" y="1214161"/>
                  </a:lnTo>
                  <a:lnTo>
                    <a:pt x="5729802" y="1140947"/>
                  </a:lnTo>
                  <a:lnTo>
                    <a:pt x="5801424" y="1065534"/>
                  </a:lnTo>
                  <a:lnTo>
                    <a:pt x="5873047" y="987857"/>
                  </a:lnTo>
                  <a:lnTo>
                    <a:pt x="5944669" y="907848"/>
                  </a:lnTo>
                  <a:lnTo>
                    <a:pt x="6016292" y="825436"/>
                  </a:lnTo>
                  <a:lnTo>
                    <a:pt x="6087914" y="740551"/>
                  </a:lnTo>
                  <a:lnTo>
                    <a:pt x="6159537" y="653116"/>
                  </a:lnTo>
                  <a:lnTo>
                    <a:pt x="6231159" y="563057"/>
                  </a:lnTo>
                  <a:lnTo>
                    <a:pt x="6302782" y="470293"/>
                  </a:lnTo>
                  <a:lnTo>
                    <a:pt x="6374404" y="374744"/>
                  </a:lnTo>
                  <a:lnTo>
                    <a:pt x="6446027" y="276327"/>
                  </a:lnTo>
                  <a:lnTo>
                    <a:pt x="6517649" y="174954"/>
                  </a:lnTo>
                  <a:lnTo>
                    <a:pt x="6589272" y="70538"/>
                  </a:lnTo>
                  <a:lnTo>
                    <a:pt x="6636246" y="0"/>
                  </a:lnTo>
                  <a:lnTo>
                    <a:pt x="7090630" y="0"/>
                  </a:lnTo>
                  <a:lnTo>
                    <a:pt x="7090630" y="2883314"/>
                  </a:lnTo>
                  <a:lnTo>
                    <a:pt x="7019007" y="2881593"/>
                  </a:lnTo>
                  <a:lnTo>
                    <a:pt x="6947385" y="2879867"/>
                  </a:lnTo>
                  <a:lnTo>
                    <a:pt x="6875762" y="2878138"/>
                  </a:lnTo>
                  <a:lnTo>
                    <a:pt x="6804139" y="2876405"/>
                  </a:lnTo>
                  <a:lnTo>
                    <a:pt x="6732517" y="2874668"/>
                  </a:lnTo>
                  <a:lnTo>
                    <a:pt x="6660894" y="2872927"/>
                  </a:lnTo>
                  <a:lnTo>
                    <a:pt x="6589272" y="2871182"/>
                  </a:lnTo>
                  <a:lnTo>
                    <a:pt x="6517649" y="2869434"/>
                  </a:lnTo>
                  <a:lnTo>
                    <a:pt x="6446027" y="2867681"/>
                  </a:lnTo>
                  <a:lnTo>
                    <a:pt x="6374404" y="2865925"/>
                  </a:lnTo>
                  <a:lnTo>
                    <a:pt x="6302782" y="2864164"/>
                  </a:lnTo>
                  <a:lnTo>
                    <a:pt x="6231159" y="2862400"/>
                  </a:lnTo>
                  <a:lnTo>
                    <a:pt x="6159537" y="2860632"/>
                  </a:lnTo>
                  <a:lnTo>
                    <a:pt x="6087914" y="2858859"/>
                  </a:lnTo>
                  <a:lnTo>
                    <a:pt x="6016292" y="2857083"/>
                  </a:lnTo>
                  <a:lnTo>
                    <a:pt x="5944669" y="2855303"/>
                  </a:lnTo>
                  <a:lnTo>
                    <a:pt x="5873047" y="2853519"/>
                  </a:lnTo>
                  <a:lnTo>
                    <a:pt x="5801424" y="2851731"/>
                  </a:lnTo>
                  <a:lnTo>
                    <a:pt x="5729802" y="2849938"/>
                  </a:lnTo>
                  <a:lnTo>
                    <a:pt x="5658179" y="2848142"/>
                  </a:lnTo>
                  <a:lnTo>
                    <a:pt x="5586557" y="2846342"/>
                  </a:lnTo>
                  <a:lnTo>
                    <a:pt x="5514934" y="2844538"/>
                  </a:lnTo>
                  <a:lnTo>
                    <a:pt x="5443311" y="2842730"/>
                  </a:lnTo>
                  <a:lnTo>
                    <a:pt x="5371689" y="2840917"/>
                  </a:lnTo>
                  <a:lnTo>
                    <a:pt x="5300066" y="2839101"/>
                  </a:lnTo>
                  <a:lnTo>
                    <a:pt x="5228444" y="2837280"/>
                  </a:lnTo>
                  <a:lnTo>
                    <a:pt x="5156821" y="2835456"/>
                  </a:lnTo>
                  <a:lnTo>
                    <a:pt x="5085199" y="2833627"/>
                  </a:lnTo>
                  <a:lnTo>
                    <a:pt x="5013576" y="2831795"/>
                  </a:lnTo>
                  <a:lnTo>
                    <a:pt x="4941954" y="2829958"/>
                  </a:lnTo>
                  <a:lnTo>
                    <a:pt x="4870331" y="2828117"/>
                  </a:lnTo>
                  <a:lnTo>
                    <a:pt x="4798709" y="2826272"/>
                  </a:lnTo>
                  <a:lnTo>
                    <a:pt x="4727086" y="2824423"/>
                  </a:lnTo>
                  <a:lnTo>
                    <a:pt x="4655464" y="2822569"/>
                  </a:lnTo>
                  <a:lnTo>
                    <a:pt x="4583841" y="2820712"/>
                  </a:lnTo>
                  <a:lnTo>
                    <a:pt x="4512219" y="2818850"/>
                  </a:lnTo>
                  <a:lnTo>
                    <a:pt x="4440596" y="2816985"/>
                  </a:lnTo>
                  <a:lnTo>
                    <a:pt x="4368974" y="2815115"/>
                  </a:lnTo>
                  <a:lnTo>
                    <a:pt x="4297351" y="2813241"/>
                  </a:lnTo>
                  <a:lnTo>
                    <a:pt x="4225729" y="2811362"/>
                  </a:lnTo>
                  <a:lnTo>
                    <a:pt x="4154106" y="2809480"/>
                  </a:lnTo>
                  <a:lnTo>
                    <a:pt x="4082483" y="2807593"/>
                  </a:lnTo>
                  <a:lnTo>
                    <a:pt x="4010861" y="2805702"/>
                  </a:lnTo>
                  <a:lnTo>
                    <a:pt x="3939238" y="2803807"/>
                  </a:lnTo>
                  <a:lnTo>
                    <a:pt x="3867616" y="2801908"/>
                  </a:lnTo>
                  <a:lnTo>
                    <a:pt x="3795993" y="2800004"/>
                  </a:lnTo>
                  <a:lnTo>
                    <a:pt x="3724371" y="2798096"/>
                  </a:lnTo>
                  <a:lnTo>
                    <a:pt x="3652748" y="2796184"/>
                  </a:lnTo>
                  <a:lnTo>
                    <a:pt x="3581126" y="2794267"/>
                  </a:lnTo>
                  <a:lnTo>
                    <a:pt x="3509503" y="2792346"/>
                  </a:lnTo>
                  <a:lnTo>
                    <a:pt x="3437881" y="2790421"/>
                  </a:lnTo>
                  <a:lnTo>
                    <a:pt x="3366258" y="2788492"/>
                  </a:lnTo>
                  <a:lnTo>
                    <a:pt x="3294636" y="2786558"/>
                  </a:lnTo>
                  <a:lnTo>
                    <a:pt x="3223013" y="2784620"/>
                  </a:lnTo>
                  <a:lnTo>
                    <a:pt x="3151391" y="2786771"/>
                  </a:lnTo>
                  <a:lnTo>
                    <a:pt x="3079768" y="2812011"/>
                  </a:lnTo>
                  <a:lnTo>
                    <a:pt x="3008146" y="2836515"/>
                  </a:lnTo>
                  <a:lnTo>
                    <a:pt x="2936523" y="2860305"/>
                  </a:lnTo>
                  <a:lnTo>
                    <a:pt x="2864901" y="2883401"/>
                  </a:lnTo>
                  <a:lnTo>
                    <a:pt x="2793278" y="2905824"/>
                  </a:lnTo>
                  <a:lnTo>
                    <a:pt x="2721655" y="2927593"/>
                  </a:lnTo>
                  <a:lnTo>
                    <a:pt x="2650033" y="2948728"/>
                  </a:lnTo>
                  <a:lnTo>
                    <a:pt x="2578410" y="2969247"/>
                  </a:lnTo>
                  <a:lnTo>
                    <a:pt x="2506788" y="2989167"/>
                  </a:lnTo>
                  <a:lnTo>
                    <a:pt x="2435165" y="3008507"/>
                  </a:lnTo>
                  <a:lnTo>
                    <a:pt x="2363543" y="3027283"/>
                  </a:lnTo>
                  <a:lnTo>
                    <a:pt x="2291920" y="3045512"/>
                  </a:lnTo>
                  <a:lnTo>
                    <a:pt x="2220298" y="3063210"/>
                  </a:lnTo>
                  <a:lnTo>
                    <a:pt x="2148675" y="3080391"/>
                  </a:lnTo>
                  <a:lnTo>
                    <a:pt x="2077053" y="3097072"/>
                  </a:lnTo>
                  <a:lnTo>
                    <a:pt x="2005430" y="3113267"/>
                  </a:lnTo>
                  <a:lnTo>
                    <a:pt x="1933808" y="3128989"/>
                  </a:lnTo>
                  <a:lnTo>
                    <a:pt x="1862185" y="3144253"/>
                  </a:lnTo>
                  <a:lnTo>
                    <a:pt x="1790563" y="3159073"/>
                  </a:lnTo>
                  <a:lnTo>
                    <a:pt x="1718940" y="3173460"/>
                  </a:lnTo>
                  <a:lnTo>
                    <a:pt x="1647318" y="3187428"/>
                  </a:lnTo>
                  <a:lnTo>
                    <a:pt x="1575695" y="3200989"/>
                  </a:lnTo>
                  <a:lnTo>
                    <a:pt x="1504073" y="3214154"/>
                  </a:lnTo>
                  <a:lnTo>
                    <a:pt x="1432450" y="3226936"/>
                  </a:lnTo>
                  <a:lnTo>
                    <a:pt x="1360827" y="3239345"/>
                  </a:lnTo>
                  <a:lnTo>
                    <a:pt x="1289205" y="3251392"/>
                  </a:lnTo>
                  <a:lnTo>
                    <a:pt x="1217582" y="3263089"/>
                  </a:lnTo>
                  <a:lnTo>
                    <a:pt x="1145960" y="3274444"/>
                  </a:lnTo>
                  <a:lnTo>
                    <a:pt x="1074337" y="3285468"/>
                  </a:lnTo>
                  <a:lnTo>
                    <a:pt x="1002715" y="3296171"/>
                  </a:lnTo>
                  <a:lnTo>
                    <a:pt x="931092" y="3306562"/>
                  </a:lnTo>
                  <a:lnTo>
                    <a:pt x="859470" y="3316650"/>
                  </a:lnTo>
                  <a:lnTo>
                    <a:pt x="787847" y="3326444"/>
                  </a:lnTo>
                  <a:lnTo>
                    <a:pt x="716225" y="3335953"/>
                  </a:lnTo>
                  <a:lnTo>
                    <a:pt x="644602" y="3345184"/>
                  </a:lnTo>
                  <a:lnTo>
                    <a:pt x="572980" y="3354146"/>
                  </a:lnTo>
                  <a:lnTo>
                    <a:pt x="501357" y="3362847"/>
                  </a:lnTo>
                  <a:lnTo>
                    <a:pt x="429735" y="3371295"/>
                  </a:lnTo>
                  <a:lnTo>
                    <a:pt x="358112" y="3379496"/>
                  </a:lnTo>
                  <a:lnTo>
                    <a:pt x="286490" y="3387458"/>
                  </a:lnTo>
                  <a:lnTo>
                    <a:pt x="214867" y="3395188"/>
                  </a:lnTo>
                  <a:lnTo>
                    <a:pt x="143245" y="3402692"/>
                  </a:lnTo>
                  <a:lnTo>
                    <a:pt x="71622" y="3409978"/>
                  </a:lnTo>
                  <a:lnTo>
                    <a:pt x="0" y="341705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6636246" cy="2782678"/>
            </a:xfrm>
            <a:custGeom>
              <a:avLst/>
              <a:pathLst>
                <a:path w="6636246" h="2782678">
                  <a:moveTo>
                    <a:pt x="0" y="2692770"/>
                  </a:moveTo>
                  <a:lnTo>
                    <a:pt x="71622" y="2694914"/>
                  </a:lnTo>
                  <a:lnTo>
                    <a:pt x="143245" y="2697052"/>
                  </a:lnTo>
                  <a:lnTo>
                    <a:pt x="214867" y="2699185"/>
                  </a:lnTo>
                  <a:lnTo>
                    <a:pt x="286490" y="2701314"/>
                  </a:lnTo>
                  <a:lnTo>
                    <a:pt x="358112" y="2703438"/>
                  </a:lnTo>
                  <a:lnTo>
                    <a:pt x="429735" y="2705557"/>
                  </a:lnTo>
                  <a:lnTo>
                    <a:pt x="501357" y="2707672"/>
                  </a:lnTo>
                  <a:lnTo>
                    <a:pt x="572980" y="2709782"/>
                  </a:lnTo>
                  <a:lnTo>
                    <a:pt x="644602" y="2711887"/>
                  </a:lnTo>
                  <a:lnTo>
                    <a:pt x="716225" y="2713987"/>
                  </a:lnTo>
                  <a:lnTo>
                    <a:pt x="787847" y="2716083"/>
                  </a:lnTo>
                  <a:lnTo>
                    <a:pt x="859470" y="2718174"/>
                  </a:lnTo>
                  <a:lnTo>
                    <a:pt x="931092" y="2720260"/>
                  </a:lnTo>
                  <a:lnTo>
                    <a:pt x="1002715" y="2722342"/>
                  </a:lnTo>
                  <a:lnTo>
                    <a:pt x="1074337" y="2724419"/>
                  </a:lnTo>
                  <a:lnTo>
                    <a:pt x="1145960" y="2726492"/>
                  </a:lnTo>
                  <a:lnTo>
                    <a:pt x="1217582" y="2728559"/>
                  </a:lnTo>
                  <a:lnTo>
                    <a:pt x="1289205" y="2730623"/>
                  </a:lnTo>
                  <a:lnTo>
                    <a:pt x="1360827" y="2732681"/>
                  </a:lnTo>
                  <a:lnTo>
                    <a:pt x="1432450" y="2734735"/>
                  </a:lnTo>
                  <a:lnTo>
                    <a:pt x="1504073" y="2736784"/>
                  </a:lnTo>
                  <a:lnTo>
                    <a:pt x="1575695" y="2738829"/>
                  </a:lnTo>
                  <a:lnTo>
                    <a:pt x="1647318" y="2740870"/>
                  </a:lnTo>
                  <a:lnTo>
                    <a:pt x="1718940" y="2742905"/>
                  </a:lnTo>
                  <a:lnTo>
                    <a:pt x="1790563" y="2744936"/>
                  </a:lnTo>
                  <a:lnTo>
                    <a:pt x="1862185" y="2746963"/>
                  </a:lnTo>
                  <a:lnTo>
                    <a:pt x="1933808" y="2748985"/>
                  </a:lnTo>
                  <a:lnTo>
                    <a:pt x="2005430" y="2751003"/>
                  </a:lnTo>
                  <a:lnTo>
                    <a:pt x="2077053" y="2753016"/>
                  </a:lnTo>
                  <a:lnTo>
                    <a:pt x="2148675" y="2755024"/>
                  </a:lnTo>
                  <a:lnTo>
                    <a:pt x="2220298" y="2757028"/>
                  </a:lnTo>
                  <a:lnTo>
                    <a:pt x="2291920" y="2759028"/>
                  </a:lnTo>
                  <a:lnTo>
                    <a:pt x="2363543" y="2761023"/>
                  </a:lnTo>
                  <a:lnTo>
                    <a:pt x="2435165" y="2763014"/>
                  </a:lnTo>
                  <a:lnTo>
                    <a:pt x="2506788" y="2765000"/>
                  </a:lnTo>
                  <a:lnTo>
                    <a:pt x="2578410" y="2766982"/>
                  </a:lnTo>
                  <a:lnTo>
                    <a:pt x="2650033" y="2768959"/>
                  </a:lnTo>
                  <a:lnTo>
                    <a:pt x="2721655" y="2770932"/>
                  </a:lnTo>
                  <a:lnTo>
                    <a:pt x="2793278" y="2772901"/>
                  </a:lnTo>
                  <a:lnTo>
                    <a:pt x="2864901" y="2774865"/>
                  </a:lnTo>
                  <a:lnTo>
                    <a:pt x="2936523" y="2776825"/>
                  </a:lnTo>
                  <a:lnTo>
                    <a:pt x="3008146" y="2778780"/>
                  </a:lnTo>
                  <a:lnTo>
                    <a:pt x="3079768" y="2780731"/>
                  </a:lnTo>
                  <a:lnTo>
                    <a:pt x="3151391" y="2782678"/>
                  </a:lnTo>
                  <a:lnTo>
                    <a:pt x="3223013" y="2760774"/>
                  </a:lnTo>
                  <a:lnTo>
                    <a:pt x="3294636" y="2733996"/>
                  </a:lnTo>
                  <a:lnTo>
                    <a:pt x="3366258" y="2706414"/>
                  </a:lnTo>
                  <a:lnTo>
                    <a:pt x="3437881" y="2678004"/>
                  </a:lnTo>
                  <a:lnTo>
                    <a:pt x="3509503" y="2648741"/>
                  </a:lnTo>
                  <a:lnTo>
                    <a:pt x="3581126" y="2618599"/>
                  </a:lnTo>
                  <a:lnTo>
                    <a:pt x="3652748" y="2587552"/>
                  </a:lnTo>
                  <a:lnTo>
                    <a:pt x="3724371" y="2555573"/>
                  </a:lnTo>
                  <a:lnTo>
                    <a:pt x="3795993" y="2522634"/>
                  </a:lnTo>
                  <a:lnTo>
                    <a:pt x="3867616" y="2488706"/>
                  </a:lnTo>
                  <a:lnTo>
                    <a:pt x="3939238" y="2453759"/>
                  </a:lnTo>
                  <a:lnTo>
                    <a:pt x="4010861" y="2417763"/>
                  </a:lnTo>
                  <a:lnTo>
                    <a:pt x="4082483" y="2380686"/>
                  </a:lnTo>
                  <a:lnTo>
                    <a:pt x="4154106" y="2342496"/>
                  </a:lnTo>
                  <a:lnTo>
                    <a:pt x="4225729" y="2303160"/>
                  </a:lnTo>
                  <a:lnTo>
                    <a:pt x="4297351" y="2262642"/>
                  </a:lnTo>
                  <a:lnTo>
                    <a:pt x="4368974" y="2220908"/>
                  </a:lnTo>
                  <a:lnTo>
                    <a:pt x="4440596" y="2177920"/>
                  </a:lnTo>
                  <a:lnTo>
                    <a:pt x="4512219" y="2133642"/>
                  </a:lnTo>
                  <a:lnTo>
                    <a:pt x="4583841" y="2088035"/>
                  </a:lnTo>
                  <a:lnTo>
                    <a:pt x="4655464" y="2041058"/>
                  </a:lnTo>
                  <a:lnTo>
                    <a:pt x="4727086" y="1992671"/>
                  </a:lnTo>
                  <a:lnTo>
                    <a:pt x="4798709" y="1942831"/>
                  </a:lnTo>
                  <a:lnTo>
                    <a:pt x="4870331" y="1891495"/>
                  </a:lnTo>
                  <a:lnTo>
                    <a:pt x="4941954" y="1838617"/>
                  </a:lnTo>
                  <a:lnTo>
                    <a:pt x="5013576" y="1784151"/>
                  </a:lnTo>
                  <a:lnTo>
                    <a:pt x="5085199" y="1728051"/>
                  </a:lnTo>
                  <a:lnTo>
                    <a:pt x="5156821" y="1670266"/>
                  </a:lnTo>
                  <a:lnTo>
                    <a:pt x="5228444" y="1610746"/>
                  </a:lnTo>
                  <a:lnTo>
                    <a:pt x="5300066" y="1549438"/>
                  </a:lnTo>
                  <a:lnTo>
                    <a:pt x="5371689" y="1486290"/>
                  </a:lnTo>
                  <a:lnTo>
                    <a:pt x="5443311" y="1421247"/>
                  </a:lnTo>
                  <a:lnTo>
                    <a:pt x="5514934" y="1354250"/>
                  </a:lnTo>
                  <a:lnTo>
                    <a:pt x="5586557" y="1285241"/>
                  </a:lnTo>
                  <a:lnTo>
                    <a:pt x="5658179" y="1214161"/>
                  </a:lnTo>
                  <a:lnTo>
                    <a:pt x="5729802" y="1140947"/>
                  </a:lnTo>
                  <a:lnTo>
                    <a:pt x="5801424" y="1065534"/>
                  </a:lnTo>
                  <a:lnTo>
                    <a:pt x="5873047" y="987857"/>
                  </a:lnTo>
                  <a:lnTo>
                    <a:pt x="5944669" y="907848"/>
                  </a:lnTo>
                  <a:lnTo>
                    <a:pt x="6016292" y="825436"/>
                  </a:lnTo>
                  <a:lnTo>
                    <a:pt x="6087914" y="740551"/>
                  </a:lnTo>
                  <a:lnTo>
                    <a:pt x="6159537" y="653116"/>
                  </a:lnTo>
                  <a:lnTo>
                    <a:pt x="6231159" y="563057"/>
                  </a:lnTo>
                  <a:lnTo>
                    <a:pt x="6302782" y="470293"/>
                  </a:lnTo>
                  <a:lnTo>
                    <a:pt x="6374404" y="374744"/>
                  </a:lnTo>
                  <a:lnTo>
                    <a:pt x="6446027" y="276327"/>
                  </a:lnTo>
                  <a:lnTo>
                    <a:pt x="6517649" y="174954"/>
                  </a:lnTo>
                  <a:lnTo>
                    <a:pt x="6589272" y="70538"/>
                  </a:lnTo>
                  <a:lnTo>
                    <a:pt x="663624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1184"/>
              <a:ext cx="7090630" cy="632431"/>
            </a:xfrm>
            <a:custGeom>
              <a:avLst/>
              <a:pathLst>
                <a:path w="7090630" h="632431">
                  <a:moveTo>
                    <a:pt x="7090630" y="98693"/>
                  </a:moveTo>
                  <a:lnTo>
                    <a:pt x="7019007" y="96972"/>
                  </a:lnTo>
                  <a:lnTo>
                    <a:pt x="6947385" y="95246"/>
                  </a:lnTo>
                  <a:lnTo>
                    <a:pt x="6875762" y="93517"/>
                  </a:lnTo>
                  <a:lnTo>
                    <a:pt x="6804139" y="91784"/>
                  </a:lnTo>
                  <a:lnTo>
                    <a:pt x="6732517" y="90047"/>
                  </a:lnTo>
                  <a:lnTo>
                    <a:pt x="6660894" y="88306"/>
                  </a:lnTo>
                  <a:lnTo>
                    <a:pt x="6589272" y="86562"/>
                  </a:lnTo>
                  <a:lnTo>
                    <a:pt x="6517649" y="84813"/>
                  </a:lnTo>
                  <a:lnTo>
                    <a:pt x="6446027" y="83060"/>
                  </a:lnTo>
                  <a:lnTo>
                    <a:pt x="6374404" y="81304"/>
                  </a:lnTo>
                  <a:lnTo>
                    <a:pt x="6302782" y="79543"/>
                  </a:lnTo>
                  <a:lnTo>
                    <a:pt x="6231159" y="77779"/>
                  </a:lnTo>
                  <a:lnTo>
                    <a:pt x="6159537" y="76011"/>
                  </a:lnTo>
                  <a:lnTo>
                    <a:pt x="6087914" y="74239"/>
                  </a:lnTo>
                  <a:lnTo>
                    <a:pt x="6016292" y="72462"/>
                  </a:lnTo>
                  <a:lnTo>
                    <a:pt x="5944669" y="70682"/>
                  </a:lnTo>
                  <a:lnTo>
                    <a:pt x="5873047" y="68898"/>
                  </a:lnTo>
                  <a:lnTo>
                    <a:pt x="5801424" y="67110"/>
                  </a:lnTo>
                  <a:lnTo>
                    <a:pt x="5729802" y="65318"/>
                  </a:lnTo>
                  <a:lnTo>
                    <a:pt x="5658179" y="63521"/>
                  </a:lnTo>
                  <a:lnTo>
                    <a:pt x="5586557" y="61721"/>
                  </a:lnTo>
                  <a:lnTo>
                    <a:pt x="5514934" y="59917"/>
                  </a:lnTo>
                  <a:lnTo>
                    <a:pt x="5443311" y="58109"/>
                  </a:lnTo>
                  <a:lnTo>
                    <a:pt x="5371689" y="56296"/>
                  </a:lnTo>
                  <a:lnTo>
                    <a:pt x="5300066" y="54480"/>
                  </a:lnTo>
                  <a:lnTo>
                    <a:pt x="5228444" y="52659"/>
                  </a:lnTo>
                  <a:lnTo>
                    <a:pt x="5156821" y="50835"/>
                  </a:lnTo>
                  <a:lnTo>
                    <a:pt x="5085199" y="49006"/>
                  </a:lnTo>
                  <a:lnTo>
                    <a:pt x="5013576" y="47174"/>
                  </a:lnTo>
                  <a:lnTo>
                    <a:pt x="4941954" y="45337"/>
                  </a:lnTo>
                  <a:lnTo>
                    <a:pt x="4870331" y="43496"/>
                  </a:lnTo>
                  <a:lnTo>
                    <a:pt x="4798709" y="41651"/>
                  </a:lnTo>
                  <a:lnTo>
                    <a:pt x="4727086" y="39802"/>
                  </a:lnTo>
                  <a:lnTo>
                    <a:pt x="4655464" y="37949"/>
                  </a:lnTo>
                  <a:lnTo>
                    <a:pt x="4583841" y="36091"/>
                  </a:lnTo>
                  <a:lnTo>
                    <a:pt x="4512219" y="34230"/>
                  </a:lnTo>
                  <a:lnTo>
                    <a:pt x="4440596" y="32364"/>
                  </a:lnTo>
                  <a:lnTo>
                    <a:pt x="4368974" y="30494"/>
                  </a:lnTo>
                  <a:lnTo>
                    <a:pt x="4297351" y="28620"/>
                  </a:lnTo>
                  <a:lnTo>
                    <a:pt x="4225729" y="26741"/>
                  </a:lnTo>
                  <a:lnTo>
                    <a:pt x="4154106" y="24859"/>
                  </a:lnTo>
                  <a:lnTo>
                    <a:pt x="4082483" y="22972"/>
                  </a:lnTo>
                  <a:lnTo>
                    <a:pt x="4010861" y="21081"/>
                  </a:lnTo>
                  <a:lnTo>
                    <a:pt x="3939238" y="19186"/>
                  </a:lnTo>
                  <a:lnTo>
                    <a:pt x="3867616" y="17287"/>
                  </a:lnTo>
                  <a:lnTo>
                    <a:pt x="3795993" y="15383"/>
                  </a:lnTo>
                  <a:lnTo>
                    <a:pt x="3724371" y="13475"/>
                  </a:lnTo>
                  <a:lnTo>
                    <a:pt x="3652748" y="11563"/>
                  </a:lnTo>
                  <a:lnTo>
                    <a:pt x="3581126" y="9646"/>
                  </a:lnTo>
                  <a:lnTo>
                    <a:pt x="3509503" y="7726"/>
                  </a:lnTo>
                  <a:lnTo>
                    <a:pt x="3437881" y="5801"/>
                  </a:lnTo>
                  <a:lnTo>
                    <a:pt x="3366258" y="3871"/>
                  </a:lnTo>
                  <a:lnTo>
                    <a:pt x="3294636" y="1938"/>
                  </a:lnTo>
                  <a:lnTo>
                    <a:pt x="3223013" y="0"/>
                  </a:lnTo>
                  <a:lnTo>
                    <a:pt x="3151391" y="2151"/>
                  </a:lnTo>
                  <a:lnTo>
                    <a:pt x="3079768" y="27390"/>
                  </a:lnTo>
                  <a:lnTo>
                    <a:pt x="3008146" y="51894"/>
                  </a:lnTo>
                  <a:lnTo>
                    <a:pt x="2936523" y="75684"/>
                  </a:lnTo>
                  <a:lnTo>
                    <a:pt x="2864901" y="98780"/>
                  </a:lnTo>
                  <a:lnTo>
                    <a:pt x="2793278" y="121203"/>
                  </a:lnTo>
                  <a:lnTo>
                    <a:pt x="2721655" y="142972"/>
                  </a:lnTo>
                  <a:lnTo>
                    <a:pt x="2650033" y="164107"/>
                  </a:lnTo>
                  <a:lnTo>
                    <a:pt x="2578410" y="184626"/>
                  </a:lnTo>
                  <a:lnTo>
                    <a:pt x="2506788" y="204546"/>
                  </a:lnTo>
                  <a:lnTo>
                    <a:pt x="2435165" y="223886"/>
                  </a:lnTo>
                  <a:lnTo>
                    <a:pt x="2363543" y="242662"/>
                  </a:lnTo>
                  <a:lnTo>
                    <a:pt x="2291920" y="260891"/>
                  </a:lnTo>
                  <a:lnTo>
                    <a:pt x="2220298" y="278589"/>
                  </a:lnTo>
                  <a:lnTo>
                    <a:pt x="2148675" y="295770"/>
                  </a:lnTo>
                  <a:lnTo>
                    <a:pt x="2077053" y="312451"/>
                  </a:lnTo>
                  <a:lnTo>
                    <a:pt x="2005430" y="328646"/>
                  </a:lnTo>
                  <a:lnTo>
                    <a:pt x="1933808" y="344368"/>
                  </a:lnTo>
                  <a:lnTo>
                    <a:pt x="1862185" y="359633"/>
                  </a:lnTo>
                  <a:lnTo>
                    <a:pt x="1790563" y="374452"/>
                  </a:lnTo>
                  <a:lnTo>
                    <a:pt x="1718940" y="388839"/>
                  </a:lnTo>
                  <a:lnTo>
                    <a:pt x="1647318" y="402807"/>
                  </a:lnTo>
                  <a:lnTo>
                    <a:pt x="1575695" y="416368"/>
                  </a:lnTo>
                  <a:lnTo>
                    <a:pt x="1504073" y="429533"/>
                  </a:lnTo>
                  <a:lnTo>
                    <a:pt x="1432450" y="442315"/>
                  </a:lnTo>
                  <a:lnTo>
                    <a:pt x="1360827" y="454724"/>
                  </a:lnTo>
                  <a:lnTo>
                    <a:pt x="1289205" y="466771"/>
                  </a:lnTo>
                  <a:lnTo>
                    <a:pt x="1217582" y="478468"/>
                  </a:lnTo>
                  <a:lnTo>
                    <a:pt x="1145960" y="489823"/>
                  </a:lnTo>
                  <a:lnTo>
                    <a:pt x="1074337" y="500847"/>
                  </a:lnTo>
                  <a:lnTo>
                    <a:pt x="1002715" y="511550"/>
                  </a:lnTo>
                  <a:lnTo>
                    <a:pt x="931092" y="521941"/>
                  </a:lnTo>
                  <a:lnTo>
                    <a:pt x="859470" y="532029"/>
                  </a:lnTo>
                  <a:lnTo>
                    <a:pt x="787847" y="541823"/>
                  </a:lnTo>
                  <a:lnTo>
                    <a:pt x="716225" y="551332"/>
                  </a:lnTo>
                  <a:lnTo>
                    <a:pt x="644602" y="560563"/>
                  </a:lnTo>
                  <a:lnTo>
                    <a:pt x="572980" y="569525"/>
                  </a:lnTo>
                  <a:lnTo>
                    <a:pt x="501357" y="578226"/>
                  </a:lnTo>
                  <a:lnTo>
                    <a:pt x="429735" y="586674"/>
                  </a:lnTo>
                  <a:lnTo>
                    <a:pt x="358112" y="594875"/>
                  </a:lnTo>
                  <a:lnTo>
                    <a:pt x="286490" y="602837"/>
                  </a:lnTo>
                  <a:lnTo>
                    <a:pt x="214867" y="610567"/>
                  </a:lnTo>
                  <a:lnTo>
                    <a:pt x="143245" y="618072"/>
                  </a:lnTo>
                  <a:lnTo>
                    <a:pt x="71622" y="625358"/>
                  </a:lnTo>
                  <a:lnTo>
                    <a:pt x="0" y="6324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708045"/>
              <a:ext cx="7090630" cy="1365621"/>
            </a:xfrm>
            <a:custGeom>
              <a:avLst/>
              <a:pathLst>
                <a:path w="7090630" h="1365621">
                  <a:moveTo>
                    <a:pt x="0" y="1365621"/>
                  </a:moveTo>
                  <a:lnTo>
                    <a:pt x="71622" y="1359074"/>
                  </a:lnTo>
                  <a:lnTo>
                    <a:pt x="143245" y="1352437"/>
                  </a:lnTo>
                  <a:lnTo>
                    <a:pt x="214867" y="1345709"/>
                  </a:lnTo>
                  <a:lnTo>
                    <a:pt x="286490" y="1338887"/>
                  </a:lnTo>
                  <a:lnTo>
                    <a:pt x="358112" y="1331972"/>
                  </a:lnTo>
                  <a:lnTo>
                    <a:pt x="429735" y="1324962"/>
                  </a:lnTo>
                  <a:lnTo>
                    <a:pt x="501357" y="1317855"/>
                  </a:lnTo>
                  <a:lnTo>
                    <a:pt x="572980" y="1310650"/>
                  </a:lnTo>
                  <a:lnTo>
                    <a:pt x="644602" y="1303346"/>
                  </a:lnTo>
                  <a:lnTo>
                    <a:pt x="716225" y="1295942"/>
                  </a:lnTo>
                  <a:lnTo>
                    <a:pt x="787847" y="1288436"/>
                  </a:lnTo>
                  <a:lnTo>
                    <a:pt x="859470" y="1280826"/>
                  </a:lnTo>
                  <a:lnTo>
                    <a:pt x="931092" y="1273111"/>
                  </a:lnTo>
                  <a:lnTo>
                    <a:pt x="1002715" y="1265291"/>
                  </a:lnTo>
                  <a:lnTo>
                    <a:pt x="1074337" y="1257362"/>
                  </a:lnTo>
                  <a:lnTo>
                    <a:pt x="1145960" y="1249325"/>
                  </a:lnTo>
                  <a:lnTo>
                    <a:pt x="1217582" y="1241176"/>
                  </a:lnTo>
                  <a:lnTo>
                    <a:pt x="1289205" y="1232916"/>
                  </a:lnTo>
                  <a:lnTo>
                    <a:pt x="1360827" y="1224542"/>
                  </a:lnTo>
                  <a:lnTo>
                    <a:pt x="1432450" y="1216053"/>
                  </a:lnTo>
                  <a:lnTo>
                    <a:pt x="1504073" y="1207446"/>
                  </a:lnTo>
                  <a:lnTo>
                    <a:pt x="1575695" y="1198722"/>
                  </a:lnTo>
                  <a:lnTo>
                    <a:pt x="1647318" y="1189877"/>
                  </a:lnTo>
                  <a:lnTo>
                    <a:pt x="1718940" y="1180910"/>
                  </a:lnTo>
                  <a:lnTo>
                    <a:pt x="1790563" y="1171820"/>
                  </a:lnTo>
                  <a:lnTo>
                    <a:pt x="1862185" y="1162605"/>
                  </a:lnTo>
                  <a:lnTo>
                    <a:pt x="1933808" y="1153262"/>
                  </a:lnTo>
                  <a:lnTo>
                    <a:pt x="2005430" y="1143792"/>
                  </a:lnTo>
                  <a:lnTo>
                    <a:pt x="2077053" y="1134191"/>
                  </a:lnTo>
                  <a:lnTo>
                    <a:pt x="2148675" y="1124457"/>
                  </a:lnTo>
                  <a:lnTo>
                    <a:pt x="2220298" y="1114590"/>
                  </a:lnTo>
                  <a:lnTo>
                    <a:pt x="2291920" y="1104587"/>
                  </a:lnTo>
                  <a:lnTo>
                    <a:pt x="2363543" y="1094446"/>
                  </a:lnTo>
                  <a:lnTo>
                    <a:pt x="2435165" y="1084165"/>
                  </a:lnTo>
                  <a:lnTo>
                    <a:pt x="2506788" y="1073743"/>
                  </a:lnTo>
                  <a:lnTo>
                    <a:pt x="2578410" y="1063178"/>
                  </a:lnTo>
                  <a:lnTo>
                    <a:pt x="2650033" y="1052467"/>
                  </a:lnTo>
                  <a:lnTo>
                    <a:pt x="2721655" y="1041608"/>
                  </a:lnTo>
                  <a:lnTo>
                    <a:pt x="2793278" y="1030600"/>
                  </a:lnTo>
                  <a:lnTo>
                    <a:pt x="2864901" y="1019441"/>
                  </a:lnTo>
                  <a:lnTo>
                    <a:pt x="2936523" y="1008127"/>
                  </a:lnTo>
                  <a:lnTo>
                    <a:pt x="3008146" y="996658"/>
                  </a:lnTo>
                  <a:lnTo>
                    <a:pt x="3079768" y="985032"/>
                  </a:lnTo>
                  <a:lnTo>
                    <a:pt x="3151391" y="973245"/>
                  </a:lnTo>
                  <a:lnTo>
                    <a:pt x="3223013" y="961296"/>
                  </a:lnTo>
                  <a:lnTo>
                    <a:pt x="3294636" y="949182"/>
                  </a:lnTo>
                  <a:lnTo>
                    <a:pt x="3366258" y="936901"/>
                  </a:lnTo>
                  <a:lnTo>
                    <a:pt x="3437881" y="924452"/>
                  </a:lnTo>
                  <a:lnTo>
                    <a:pt x="3509503" y="911831"/>
                  </a:lnTo>
                  <a:lnTo>
                    <a:pt x="3581126" y="899036"/>
                  </a:lnTo>
                  <a:lnTo>
                    <a:pt x="3652748" y="886065"/>
                  </a:lnTo>
                  <a:lnTo>
                    <a:pt x="3724371" y="872916"/>
                  </a:lnTo>
                  <a:lnTo>
                    <a:pt x="3795993" y="859585"/>
                  </a:lnTo>
                  <a:lnTo>
                    <a:pt x="3867616" y="846071"/>
                  </a:lnTo>
                  <a:lnTo>
                    <a:pt x="3939238" y="832371"/>
                  </a:lnTo>
                  <a:lnTo>
                    <a:pt x="4010861" y="818483"/>
                  </a:lnTo>
                  <a:lnTo>
                    <a:pt x="4082483" y="804403"/>
                  </a:lnTo>
                  <a:lnTo>
                    <a:pt x="4154106" y="790129"/>
                  </a:lnTo>
                  <a:lnTo>
                    <a:pt x="4225729" y="775659"/>
                  </a:lnTo>
                  <a:lnTo>
                    <a:pt x="4297351" y="760989"/>
                  </a:lnTo>
                  <a:lnTo>
                    <a:pt x="4368974" y="746118"/>
                  </a:lnTo>
                  <a:lnTo>
                    <a:pt x="4440596" y="731042"/>
                  </a:lnTo>
                  <a:lnTo>
                    <a:pt x="4512219" y="715758"/>
                  </a:lnTo>
                  <a:lnTo>
                    <a:pt x="4583841" y="700264"/>
                  </a:lnTo>
                  <a:lnTo>
                    <a:pt x="4655464" y="684556"/>
                  </a:lnTo>
                  <a:lnTo>
                    <a:pt x="4727086" y="668632"/>
                  </a:lnTo>
                  <a:lnTo>
                    <a:pt x="4798709" y="652489"/>
                  </a:lnTo>
                  <a:lnTo>
                    <a:pt x="4870331" y="636124"/>
                  </a:lnTo>
                  <a:lnTo>
                    <a:pt x="4941954" y="619534"/>
                  </a:lnTo>
                  <a:lnTo>
                    <a:pt x="5013576" y="602715"/>
                  </a:lnTo>
                  <a:lnTo>
                    <a:pt x="5085199" y="585664"/>
                  </a:lnTo>
                  <a:lnTo>
                    <a:pt x="5156821" y="568379"/>
                  </a:lnTo>
                  <a:lnTo>
                    <a:pt x="5228444" y="550856"/>
                  </a:lnTo>
                  <a:lnTo>
                    <a:pt x="5300066" y="533091"/>
                  </a:lnTo>
                  <a:lnTo>
                    <a:pt x="5371689" y="515082"/>
                  </a:lnTo>
                  <a:lnTo>
                    <a:pt x="5443311" y="496825"/>
                  </a:lnTo>
                  <a:lnTo>
                    <a:pt x="5514934" y="478317"/>
                  </a:lnTo>
                  <a:lnTo>
                    <a:pt x="5586557" y="459553"/>
                  </a:lnTo>
                  <a:lnTo>
                    <a:pt x="5658179" y="440532"/>
                  </a:lnTo>
                  <a:lnTo>
                    <a:pt x="5729802" y="421249"/>
                  </a:lnTo>
                  <a:lnTo>
                    <a:pt x="5801424" y="401700"/>
                  </a:lnTo>
                  <a:lnTo>
                    <a:pt x="5873047" y="381882"/>
                  </a:lnTo>
                  <a:lnTo>
                    <a:pt x="5944669" y="361791"/>
                  </a:lnTo>
                  <a:lnTo>
                    <a:pt x="6016292" y="341423"/>
                  </a:lnTo>
                  <a:lnTo>
                    <a:pt x="6087914" y="320775"/>
                  </a:lnTo>
                  <a:lnTo>
                    <a:pt x="6159537" y="299843"/>
                  </a:lnTo>
                  <a:lnTo>
                    <a:pt x="6231159" y="278623"/>
                  </a:lnTo>
                  <a:lnTo>
                    <a:pt x="6302782" y="257110"/>
                  </a:lnTo>
                  <a:lnTo>
                    <a:pt x="6374404" y="235302"/>
                  </a:lnTo>
                  <a:lnTo>
                    <a:pt x="6446027" y="213193"/>
                  </a:lnTo>
                  <a:lnTo>
                    <a:pt x="6517649" y="190779"/>
                  </a:lnTo>
                  <a:lnTo>
                    <a:pt x="6589272" y="168057"/>
                  </a:lnTo>
                  <a:lnTo>
                    <a:pt x="6660894" y="145023"/>
                  </a:lnTo>
                  <a:lnTo>
                    <a:pt x="6732517" y="121671"/>
                  </a:lnTo>
                  <a:lnTo>
                    <a:pt x="6804139" y="97997"/>
                  </a:lnTo>
                  <a:lnTo>
                    <a:pt x="6875762" y="73998"/>
                  </a:lnTo>
                  <a:lnTo>
                    <a:pt x="6947385" y="49668"/>
                  </a:lnTo>
                  <a:lnTo>
                    <a:pt x="7019007" y="25004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40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8892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3697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761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2026-10-09T15:12:23Z</dcterms:modified>
  <cp:category/>
</cp:coreProperties>
</file>