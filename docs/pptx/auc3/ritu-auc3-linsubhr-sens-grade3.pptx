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717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668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620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2571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242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193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144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09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74764"/>
            </a:xfrm>
            <a:custGeom>
              <a:avLst/>
              <a:pathLst>
                <a:path w="7090630" h="3474764">
                  <a:moveTo>
                    <a:pt x="2035051" y="0"/>
                  </a:moveTo>
                  <a:lnTo>
                    <a:pt x="2077053" y="171141"/>
                  </a:lnTo>
                  <a:lnTo>
                    <a:pt x="2148675" y="439348"/>
                  </a:lnTo>
                  <a:lnTo>
                    <a:pt x="2220298" y="685840"/>
                  </a:lnTo>
                  <a:lnTo>
                    <a:pt x="2291920" y="912375"/>
                  </a:lnTo>
                  <a:lnTo>
                    <a:pt x="2363543" y="1120568"/>
                  </a:lnTo>
                  <a:lnTo>
                    <a:pt x="2435165" y="1311904"/>
                  </a:lnTo>
                  <a:lnTo>
                    <a:pt x="2506788" y="1487749"/>
                  </a:lnTo>
                  <a:lnTo>
                    <a:pt x="2578410" y="1649356"/>
                  </a:lnTo>
                  <a:lnTo>
                    <a:pt x="2650033" y="1797879"/>
                  </a:lnTo>
                  <a:lnTo>
                    <a:pt x="2721655" y="1934377"/>
                  </a:lnTo>
                  <a:lnTo>
                    <a:pt x="2793278" y="2059822"/>
                  </a:lnTo>
                  <a:lnTo>
                    <a:pt x="2864901" y="2175112"/>
                  </a:lnTo>
                  <a:lnTo>
                    <a:pt x="2936523" y="2281066"/>
                  </a:lnTo>
                  <a:lnTo>
                    <a:pt x="3008146" y="2378442"/>
                  </a:lnTo>
                  <a:lnTo>
                    <a:pt x="3079768" y="2467934"/>
                  </a:lnTo>
                  <a:lnTo>
                    <a:pt x="3151391" y="2550180"/>
                  </a:lnTo>
                  <a:lnTo>
                    <a:pt x="3223013" y="2625767"/>
                  </a:lnTo>
                  <a:lnTo>
                    <a:pt x="3294636" y="2658339"/>
                  </a:lnTo>
                  <a:lnTo>
                    <a:pt x="3366258" y="2665059"/>
                  </a:lnTo>
                  <a:lnTo>
                    <a:pt x="3437881" y="2671725"/>
                  </a:lnTo>
                  <a:lnTo>
                    <a:pt x="3509503" y="2678336"/>
                  </a:lnTo>
                  <a:lnTo>
                    <a:pt x="3581126" y="2684893"/>
                  </a:lnTo>
                  <a:lnTo>
                    <a:pt x="3652748" y="2691397"/>
                  </a:lnTo>
                  <a:lnTo>
                    <a:pt x="3724371" y="2697848"/>
                  </a:lnTo>
                  <a:lnTo>
                    <a:pt x="3795993" y="2704247"/>
                  </a:lnTo>
                  <a:lnTo>
                    <a:pt x="3867616" y="2710593"/>
                  </a:lnTo>
                  <a:lnTo>
                    <a:pt x="3939238" y="2716888"/>
                  </a:lnTo>
                  <a:lnTo>
                    <a:pt x="4010861" y="2723131"/>
                  </a:lnTo>
                  <a:lnTo>
                    <a:pt x="4082483" y="2729324"/>
                  </a:lnTo>
                  <a:lnTo>
                    <a:pt x="4154106" y="2735466"/>
                  </a:lnTo>
                  <a:lnTo>
                    <a:pt x="4225729" y="2741558"/>
                  </a:lnTo>
                  <a:lnTo>
                    <a:pt x="4297351" y="2747601"/>
                  </a:lnTo>
                  <a:lnTo>
                    <a:pt x="4368974" y="2753594"/>
                  </a:lnTo>
                  <a:lnTo>
                    <a:pt x="4440596" y="2759539"/>
                  </a:lnTo>
                  <a:lnTo>
                    <a:pt x="4512219" y="2765435"/>
                  </a:lnTo>
                  <a:lnTo>
                    <a:pt x="4583841" y="2771283"/>
                  </a:lnTo>
                  <a:lnTo>
                    <a:pt x="4655464" y="2777084"/>
                  </a:lnTo>
                  <a:lnTo>
                    <a:pt x="4727086" y="2782837"/>
                  </a:lnTo>
                  <a:lnTo>
                    <a:pt x="4798709" y="2788544"/>
                  </a:lnTo>
                  <a:lnTo>
                    <a:pt x="4870331" y="2794204"/>
                  </a:lnTo>
                  <a:lnTo>
                    <a:pt x="4941954" y="2799818"/>
                  </a:lnTo>
                  <a:lnTo>
                    <a:pt x="5013576" y="2805386"/>
                  </a:lnTo>
                  <a:lnTo>
                    <a:pt x="5085199" y="2810909"/>
                  </a:lnTo>
                  <a:lnTo>
                    <a:pt x="5156821" y="2816387"/>
                  </a:lnTo>
                  <a:lnTo>
                    <a:pt x="5228444" y="2821821"/>
                  </a:lnTo>
                  <a:lnTo>
                    <a:pt x="5300066" y="2827210"/>
                  </a:lnTo>
                  <a:lnTo>
                    <a:pt x="5371689" y="2832555"/>
                  </a:lnTo>
                  <a:lnTo>
                    <a:pt x="5443311" y="2837857"/>
                  </a:lnTo>
                  <a:lnTo>
                    <a:pt x="5514934" y="2843115"/>
                  </a:lnTo>
                  <a:lnTo>
                    <a:pt x="5586557" y="2848331"/>
                  </a:lnTo>
                  <a:lnTo>
                    <a:pt x="5658179" y="2853505"/>
                  </a:lnTo>
                  <a:lnTo>
                    <a:pt x="5729802" y="2858636"/>
                  </a:lnTo>
                  <a:lnTo>
                    <a:pt x="5801424" y="2863725"/>
                  </a:lnTo>
                  <a:lnTo>
                    <a:pt x="5873047" y="2868773"/>
                  </a:lnTo>
                  <a:lnTo>
                    <a:pt x="5944669" y="2873780"/>
                  </a:lnTo>
                  <a:lnTo>
                    <a:pt x="6016292" y="2878746"/>
                  </a:lnTo>
                  <a:lnTo>
                    <a:pt x="6087914" y="2883672"/>
                  </a:lnTo>
                  <a:lnTo>
                    <a:pt x="6159537" y="2888557"/>
                  </a:lnTo>
                  <a:lnTo>
                    <a:pt x="6231159" y="2893403"/>
                  </a:lnTo>
                  <a:lnTo>
                    <a:pt x="6302782" y="2898210"/>
                  </a:lnTo>
                  <a:lnTo>
                    <a:pt x="6374404" y="2902977"/>
                  </a:lnTo>
                  <a:lnTo>
                    <a:pt x="6446027" y="2907705"/>
                  </a:lnTo>
                  <a:lnTo>
                    <a:pt x="6517649" y="2912395"/>
                  </a:lnTo>
                  <a:lnTo>
                    <a:pt x="6589272" y="2917047"/>
                  </a:lnTo>
                  <a:lnTo>
                    <a:pt x="6660894" y="2921661"/>
                  </a:lnTo>
                  <a:lnTo>
                    <a:pt x="6732517" y="2926237"/>
                  </a:lnTo>
                  <a:lnTo>
                    <a:pt x="6804139" y="2930776"/>
                  </a:lnTo>
                  <a:lnTo>
                    <a:pt x="6875762" y="2935278"/>
                  </a:lnTo>
                  <a:lnTo>
                    <a:pt x="6947385" y="2939743"/>
                  </a:lnTo>
                  <a:lnTo>
                    <a:pt x="7019007" y="2944173"/>
                  </a:lnTo>
                  <a:lnTo>
                    <a:pt x="7090630" y="2948566"/>
                  </a:lnTo>
                  <a:lnTo>
                    <a:pt x="7090630" y="3474764"/>
                  </a:lnTo>
                  <a:lnTo>
                    <a:pt x="7019007" y="3473973"/>
                  </a:lnTo>
                  <a:lnTo>
                    <a:pt x="6947385" y="3473112"/>
                  </a:lnTo>
                  <a:lnTo>
                    <a:pt x="6875762" y="3472175"/>
                  </a:lnTo>
                  <a:lnTo>
                    <a:pt x="6804139" y="3471155"/>
                  </a:lnTo>
                  <a:lnTo>
                    <a:pt x="6732517" y="3470046"/>
                  </a:lnTo>
                  <a:lnTo>
                    <a:pt x="6660894" y="3468839"/>
                  </a:lnTo>
                  <a:lnTo>
                    <a:pt x="6589272" y="3467526"/>
                  </a:lnTo>
                  <a:lnTo>
                    <a:pt x="6517649" y="3466097"/>
                  </a:lnTo>
                  <a:lnTo>
                    <a:pt x="6446027" y="3464542"/>
                  </a:lnTo>
                  <a:lnTo>
                    <a:pt x="6374404" y="3462850"/>
                  </a:lnTo>
                  <a:lnTo>
                    <a:pt x="6302782" y="3461009"/>
                  </a:lnTo>
                  <a:lnTo>
                    <a:pt x="6231159" y="3459006"/>
                  </a:lnTo>
                  <a:lnTo>
                    <a:pt x="6159537" y="3456826"/>
                  </a:lnTo>
                  <a:lnTo>
                    <a:pt x="6087914" y="3454455"/>
                  </a:lnTo>
                  <a:lnTo>
                    <a:pt x="6016292" y="3451874"/>
                  </a:lnTo>
                  <a:lnTo>
                    <a:pt x="5944669" y="3449066"/>
                  </a:lnTo>
                  <a:lnTo>
                    <a:pt x="5873047" y="3446011"/>
                  </a:lnTo>
                  <a:lnTo>
                    <a:pt x="5801424" y="3442686"/>
                  </a:lnTo>
                  <a:lnTo>
                    <a:pt x="5729802" y="3439069"/>
                  </a:lnTo>
                  <a:lnTo>
                    <a:pt x="5658179" y="3435133"/>
                  </a:lnTo>
                  <a:lnTo>
                    <a:pt x="5586557" y="3430850"/>
                  </a:lnTo>
                  <a:lnTo>
                    <a:pt x="5514934" y="3426190"/>
                  </a:lnTo>
                  <a:lnTo>
                    <a:pt x="5443311" y="3421120"/>
                  </a:lnTo>
                  <a:lnTo>
                    <a:pt x="5371689" y="3415602"/>
                  </a:lnTo>
                  <a:lnTo>
                    <a:pt x="5300066" y="3409599"/>
                  </a:lnTo>
                  <a:lnTo>
                    <a:pt x="5228444" y="3403067"/>
                  </a:lnTo>
                  <a:lnTo>
                    <a:pt x="5156821" y="3395959"/>
                  </a:lnTo>
                  <a:lnTo>
                    <a:pt x="5085199" y="3388225"/>
                  </a:lnTo>
                  <a:lnTo>
                    <a:pt x="5013576" y="3379810"/>
                  </a:lnTo>
                  <a:lnTo>
                    <a:pt x="4941954" y="3370653"/>
                  </a:lnTo>
                  <a:lnTo>
                    <a:pt x="4870331" y="3360689"/>
                  </a:lnTo>
                  <a:lnTo>
                    <a:pt x="4798709" y="3349848"/>
                  </a:lnTo>
                  <a:lnTo>
                    <a:pt x="4727086" y="3338052"/>
                  </a:lnTo>
                  <a:lnTo>
                    <a:pt x="4655464" y="3325217"/>
                  </a:lnTo>
                  <a:lnTo>
                    <a:pt x="4583841" y="3311250"/>
                  </a:lnTo>
                  <a:lnTo>
                    <a:pt x="4512219" y="3296054"/>
                  </a:lnTo>
                  <a:lnTo>
                    <a:pt x="4440596" y="3279518"/>
                  </a:lnTo>
                  <a:lnTo>
                    <a:pt x="4368974" y="3261526"/>
                  </a:lnTo>
                  <a:lnTo>
                    <a:pt x="4297351" y="3241948"/>
                  </a:lnTo>
                  <a:lnTo>
                    <a:pt x="4225729" y="3220646"/>
                  </a:lnTo>
                  <a:lnTo>
                    <a:pt x="4154106" y="3197468"/>
                  </a:lnTo>
                  <a:lnTo>
                    <a:pt x="4082483" y="3172247"/>
                  </a:lnTo>
                  <a:lnTo>
                    <a:pt x="4010861" y="3144804"/>
                  </a:lnTo>
                  <a:lnTo>
                    <a:pt x="3939238" y="3114944"/>
                  </a:lnTo>
                  <a:lnTo>
                    <a:pt x="3867616" y="3082453"/>
                  </a:lnTo>
                  <a:lnTo>
                    <a:pt x="3795993" y="3047099"/>
                  </a:lnTo>
                  <a:lnTo>
                    <a:pt x="3724371" y="3008631"/>
                  </a:lnTo>
                  <a:lnTo>
                    <a:pt x="3652748" y="2966774"/>
                  </a:lnTo>
                  <a:lnTo>
                    <a:pt x="3581126" y="2921230"/>
                  </a:lnTo>
                  <a:lnTo>
                    <a:pt x="3509503" y="2871673"/>
                  </a:lnTo>
                  <a:lnTo>
                    <a:pt x="3437881" y="2817750"/>
                  </a:lnTo>
                  <a:lnTo>
                    <a:pt x="3366258" y="2759076"/>
                  </a:lnTo>
                  <a:lnTo>
                    <a:pt x="3294636" y="2695234"/>
                  </a:lnTo>
                  <a:lnTo>
                    <a:pt x="3223013" y="2651564"/>
                  </a:lnTo>
                  <a:lnTo>
                    <a:pt x="3151391" y="2644733"/>
                  </a:lnTo>
                  <a:lnTo>
                    <a:pt x="3079768" y="2637846"/>
                  </a:lnTo>
                  <a:lnTo>
                    <a:pt x="3008146" y="2630902"/>
                  </a:lnTo>
                  <a:lnTo>
                    <a:pt x="2936523" y="2623902"/>
                  </a:lnTo>
                  <a:lnTo>
                    <a:pt x="2864901" y="2616844"/>
                  </a:lnTo>
                  <a:lnTo>
                    <a:pt x="2793278" y="2609728"/>
                  </a:lnTo>
                  <a:lnTo>
                    <a:pt x="2721655" y="2602554"/>
                  </a:lnTo>
                  <a:lnTo>
                    <a:pt x="2650033" y="2595320"/>
                  </a:lnTo>
                  <a:lnTo>
                    <a:pt x="2578410" y="2588028"/>
                  </a:lnTo>
                  <a:lnTo>
                    <a:pt x="2506788" y="2580675"/>
                  </a:lnTo>
                  <a:lnTo>
                    <a:pt x="2435165" y="2573262"/>
                  </a:lnTo>
                  <a:lnTo>
                    <a:pt x="2363543" y="2565789"/>
                  </a:lnTo>
                  <a:lnTo>
                    <a:pt x="2291920" y="2558254"/>
                  </a:lnTo>
                  <a:lnTo>
                    <a:pt x="2220298" y="2550657"/>
                  </a:lnTo>
                  <a:lnTo>
                    <a:pt x="2148675" y="2542998"/>
                  </a:lnTo>
                  <a:lnTo>
                    <a:pt x="2077053" y="2535276"/>
                  </a:lnTo>
                  <a:lnTo>
                    <a:pt x="2005430" y="2527490"/>
                  </a:lnTo>
                  <a:lnTo>
                    <a:pt x="1933808" y="2519641"/>
                  </a:lnTo>
                  <a:lnTo>
                    <a:pt x="1862185" y="2511727"/>
                  </a:lnTo>
                  <a:lnTo>
                    <a:pt x="1790563" y="2503748"/>
                  </a:lnTo>
                  <a:lnTo>
                    <a:pt x="1718940" y="2495704"/>
                  </a:lnTo>
                  <a:lnTo>
                    <a:pt x="1647318" y="2487594"/>
                  </a:lnTo>
                  <a:lnTo>
                    <a:pt x="1575695" y="2479417"/>
                  </a:lnTo>
                  <a:lnTo>
                    <a:pt x="1504073" y="2471173"/>
                  </a:lnTo>
                  <a:lnTo>
                    <a:pt x="1432450" y="2462861"/>
                  </a:lnTo>
                  <a:lnTo>
                    <a:pt x="1360827" y="2454481"/>
                  </a:lnTo>
                  <a:lnTo>
                    <a:pt x="1289205" y="2446032"/>
                  </a:lnTo>
                  <a:lnTo>
                    <a:pt x="1217582" y="2437514"/>
                  </a:lnTo>
                  <a:lnTo>
                    <a:pt x="1145960" y="2428926"/>
                  </a:lnTo>
                  <a:lnTo>
                    <a:pt x="1074337" y="2420268"/>
                  </a:lnTo>
                  <a:lnTo>
                    <a:pt x="1002715" y="2411538"/>
                  </a:lnTo>
                  <a:lnTo>
                    <a:pt x="931092" y="2402737"/>
                  </a:lnTo>
                  <a:lnTo>
                    <a:pt x="859470" y="2393864"/>
                  </a:lnTo>
                  <a:lnTo>
                    <a:pt x="787847" y="2384918"/>
                  </a:lnTo>
                  <a:lnTo>
                    <a:pt x="716225" y="2375898"/>
                  </a:lnTo>
                  <a:lnTo>
                    <a:pt x="644602" y="2366804"/>
                  </a:lnTo>
                  <a:lnTo>
                    <a:pt x="572980" y="2357636"/>
                  </a:lnTo>
                  <a:lnTo>
                    <a:pt x="501357" y="2348392"/>
                  </a:lnTo>
                  <a:lnTo>
                    <a:pt x="429735" y="2339073"/>
                  </a:lnTo>
                  <a:lnTo>
                    <a:pt x="358112" y="2329677"/>
                  </a:lnTo>
                  <a:lnTo>
                    <a:pt x="286490" y="2320204"/>
                  </a:lnTo>
                  <a:lnTo>
                    <a:pt x="214867" y="2310653"/>
                  </a:lnTo>
                  <a:lnTo>
                    <a:pt x="143245" y="2301023"/>
                  </a:lnTo>
                  <a:lnTo>
                    <a:pt x="71622" y="2291315"/>
                  </a:lnTo>
                  <a:lnTo>
                    <a:pt x="0" y="2281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207101" y="2073503"/>
              <a:ext cx="5055578" cy="2948566"/>
            </a:xfrm>
            <a:custGeom>
              <a:avLst/>
              <a:pathLst>
                <a:path w="5055578" h="2948566">
                  <a:moveTo>
                    <a:pt x="0" y="0"/>
                  </a:moveTo>
                  <a:lnTo>
                    <a:pt x="42001" y="171141"/>
                  </a:lnTo>
                  <a:lnTo>
                    <a:pt x="113624" y="439348"/>
                  </a:lnTo>
                  <a:lnTo>
                    <a:pt x="185246" y="685840"/>
                  </a:lnTo>
                  <a:lnTo>
                    <a:pt x="256869" y="912375"/>
                  </a:lnTo>
                  <a:lnTo>
                    <a:pt x="328491" y="1120568"/>
                  </a:lnTo>
                  <a:lnTo>
                    <a:pt x="400114" y="1311904"/>
                  </a:lnTo>
                  <a:lnTo>
                    <a:pt x="471736" y="1487749"/>
                  </a:lnTo>
                  <a:lnTo>
                    <a:pt x="543359" y="1649356"/>
                  </a:lnTo>
                  <a:lnTo>
                    <a:pt x="614981" y="1797879"/>
                  </a:lnTo>
                  <a:lnTo>
                    <a:pt x="686604" y="1934377"/>
                  </a:lnTo>
                  <a:lnTo>
                    <a:pt x="758226" y="2059822"/>
                  </a:lnTo>
                  <a:lnTo>
                    <a:pt x="829849" y="2175112"/>
                  </a:lnTo>
                  <a:lnTo>
                    <a:pt x="901471" y="2281066"/>
                  </a:lnTo>
                  <a:lnTo>
                    <a:pt x="973094" y="2378442"/>
                  </a:lnTo>
                  <a:lnTo>
                    <a:pt x="1044716" y="2467934"/>
                  </a:lnTo>
                  <a:lnTo>
                    <a:pt x="1116339" y="2550180"/>
                  </a:lnTo>
                  <a:lnTo>
                    <a:pt x="1187961" y="2625767"/>
                  </a:lnTo>
                  <a:lnTo>
                    <a:pt x="1259584" y="2658339"/>
                  </a:lnTo>
                  <a:lnTo>
                    <a:pt x="1331206" y="2665059"/>
                  </a:lnTo>
                  <a:lnTo>
                    <a:pt x="1402829" y="2671725"/>
                  </a:lnTo>
                  <a:lnTo>
                    <a:pt x="1474452" y="2678336"/>
                  </a:lnTo>
                  <a:lnTo>
                    <a:pt x="1546074" y="2684893"/>
                  </a:lnTo>
                  <a:lnTo>
                    <a:pt x="1617697" y="2691397"/>
                  </a:lnTo>
                  <a:lnTo>
                    <a:pt x="1689319" y="2697848"/>
                  </a:lnTo>
                  <a:lnTo>
                    <a:pt x="1760942" y="2704247"/>
                  </a:lnTo>
                  <a:lnTo>
                    <a:pt x="1832564" y="2710593"/>
                  </a:lnTo>
                  <a:lnTo>
                    <a:pt x="1904187" y="2716888"/>
                  </a:lnTo>
                  <a:lnTo>
                    <a:pt x="1975809" y="2723131"/>
                  </a:lnTo>
                  <a:lnTo>
                    <a:pt x="2047432" y="2729324"/>
                  </a:lnTo>
                  <a:lnTo>
                    <a:pt x="2119054" y="2735466"/>
                  </a:lnTo>
                  <a:lnTo>
                    <a:pt x="2190677" y="2741558"/>
                  </a:lnTo>
                  <a:lnTo>
                    <a:pt x="2262299" y="2747601"/>
                  </a:lnTo>
                  <a:lnTo>
                    <a:pt x="2333922" y="2753594"/>
                  </a:lnTo>
                  <a:lnTo>
                    <a:pt x="2405544" y="2759539"/>
                  </a:lnTo>
                  <a:lnTo>
                    <a:pt x="2477167" y="2765435"/>
                  </a:lnTo>
                  <a:lnTo>
                    <a:pt x="2548789" y="2771283"/>
                  </a:lnTo>
                  <a:lnTo>
                    <a:pt x="2620412" y="2777084"/>
                  </a:lnTo>
                  <a:lnTo>
                    <a:pt x="2692034" y="2782837"/>
                  </a:lnTo>
                  <a:lnTo>
                    <a:pt x="2763657" y="2788544"/>
                  </a:lnTo>
                  <a:lnTo>
                    <a:pt x="2835280" y="2794204"/>
                  </a:lnTo>
                  <a:lnTo>
                    <a:pt x="2906902" y="2799818"/>
                  </a:lnTo>
                  <a:lnTo>
                    <a:pt x="2978525" y="2805386"/>
                  </a:lnTo>
                  <a:lnTo>
                    <a:pt x="3050147" y="2810909"/>
                  </a:lnTo>
                  <a:lnTo>
                    <a:pt x="3121770" y="2816387"/>
                  </a:lnTo>
                  <a:lnTo>
                    <a:pt x="3193392" y="2821821"/>
                  </a:lnTo>
                  <a:lnTo>
                    <a:pt x="3265015" y="2827210"/>
                  </a:lnTo>
                  <a:lnTo>
                    <a:pt x="3336637" y="2832555"/>
                  </a:lnTo>
                  <a:lnTo>
                    <a:pt x="3408260" y="2837857"/>
                  </a:lnTo>
                  <a:lnTo>
                    <a:pt x="3479882" y="2843115"/>
                  </a:lnTo>
                  <a:lnTo>
                    <a:pt x="3551505" y="2848331"/>
                  </a:lnTo>
                  <a:lnTo>
                    <a:pt x="3623127" y="2853505"/>
                  </a:lnTo>
                  <a:lnTo>
                    <a:pt x="3694750" y="2858636"/>
                  </a:lnTo>
                  <a:lnTo>
                    <a:pt x="3766372" y="2863725"/>
                  </a:lnTo>
                  <a:lnTo>
                    <a:pt x="3837995" y="2868773"/>
                  </a:lnTo>
                  <a:lnTo>
                    <a:pt x="3909617" y="2873780"/>
                  </a:lnTo>
                  <a:lnTo>
                    <a:pt x="3981240" y="2878746"/>
                  </a:lnTo>
                  <a:lnTo>
                    <a:pt x="4052862" y="2883672"/>
                  </a:lnTo>
                  <a:lnTo>
                    <a:pt x="4124485" y="2888557"/>
                  </a:lnTo>
                  <a:lnTo>
                    <a:pt x="4196108" y="2893403"/>
                  </a:lnTo>
                  <a:lnTo>
                    <a:pt x="4267730" y="2898210"/>
                  </a:lnTo>
                  <a:lnTo>
                    <a:pt x="4339353" y="2902977"/>
                  </a:lnTo>
                  <a:lnTo>
                    <a:pt x="4410975" y="2907705"/>
                  </a:lnTo>
                  <a:lnTo>
                    <a:pt x="4482598" y="2912395"/>
                  </a:lnTo>
                  <a:lnTo>
                    <a:pt x="4554220" y="2917047"/>
                  </a:lnTo>
                  <a:lnTo>
                    <a:pt x="4625843" y="2921661"/>
                  </a:lnTo>
                  <a:lnTo>
                    <a:pt x="4697465" y="2926237"/>
                  </a:lnTo>
                  <a:lnTo>
                    <a:pt x="4769088" y="2930776"/>
                  </a:lnTo>
                  <a:lnTo>
                    <a:pt x="4840710" y="2935278"/>
                  </a:lnTo>
                  <a:lnTo>
                    <a:pt x="4912333" y="2939743"/>
                  </a:lnTo>
                  <a:lnTo>
                    <a:pt x="4983955" y="2944173"/>
                  </a:lnTo>
                  <a:lnTo>
                    <a:pt x="5055578" y="29485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355030"/>
              <a:ext cx="7090630" cy="1193236"/>
            </a:xfrm>
            <a:custGeom>
              <a:avLst/>
              <a:pathLst>
                <a:path w="7090630" h="1193236">
                  <a:moveTo>
                    <a:pt x="7090630" y="1193236"/>
                  </a:moveTo>
                  <a:lnTo>
                    <a:pt x="7019007" y="1192445"/>
                  </a:lnTo>
                  <a:lnTo>
                    <a:pt x="6947385" y="1191584"/>
                  </a:lnTo>
                  <a:lnTo>
                    <a:pt x="6875762" y="1190647"/>
                  </a:lnTo>
                  <a:lnTo>
                    <a:pt x="6804139" y="1189628"/>
                  </a:lnTo>
                  <a:lnTo>
                    <a:pt x="6732517" y="1188519"/>
                  </a:lnTo>
                  <a:lnTo>
                    <a:pt x="6660894" y="1187312"/>
                  </a:lnTo>
                  <a:lnTo>
                    <a:pt x="6589272" y="1185998"/>
                  </a:lnTo>
                  <a:lnTo>
                    <a:pt x="6517649" y="1184569"/>
                  </a:lnTo>
                  <a:lnTo>
                    <a:pt x="6446027" y="1183014"/>
                  </a:lnTo>
                  <a:lnTo>
                    <a:pt x="6374404" y="1181322"/>
                  </a:lnTo>
                  <a:lnTo>
                    <a:pt x="6302782" y="1179481"/>
                  </a:lnTo>
                  <a:lnTo>
                    <a:pt x="6231159" y="1177478"/>
                  </a:lnTo>
                  <a:lnTo>
                    <a:pt x="6159537" y="1175299"/>
                  </a:lnTo>
                  <a:lnTo>
                    <a:pt x="6087914" y="1172927"/>
                  </a:lnTo>
                  <a:lnTo>
                    <a:pt x="6016292" y="1170347"/>
                  </a:lnTo>
                  <a:lnTo>
                    <a:pt x="5944669" y="1167539"/>
                  </a:lnTo>
                  <a:lnTo>
                    <a:pt x="5873047" y="1164483"/>
                  </a:lnTo>
                  <a:lnTo>
                    <a:pt x="5801424" y="1161159"/>
                  </a:lnTo>
                  <a:lnTo>
                    <a:pt x="5729802" y="1157542"/>
                  </a:lnTo>
                  <a:lnTo>
                    <a:pt x="5658179" y="1153606"/>
                  </a:lnTo>
                  <a:lnTo>
                    <a:pt x="5586557" y="1149323"/>
                  </a:lnTo>
                  <a:lnTo>
                    <a:pt x="5514934" y="1144663"/>
                  </a:lnTo>
                  <a:lnTo>
                    <a:pt x="5443311" y="1139592"/>
                  </a:lnTo>
                  <a:lnTo>
                    <a:pt x="5371689" y="1134075"/>
                  </a:lnTo>
                  <a:lnTo>
                    <a:pt x="5300066" y="1128071"/>
                  </a:lnTo>
                  <a:lnTo>
                    <a:pt x="5228444" y="1121539"/>
                  </a:lnTo>
                  <a:lnTo>
                    <a:pt x="5156821" y="1114431"/>
                  </a:lnTo>
                  <a:lnTo>
                    <a:pt x="5085199" y="1106697"/>
                  </a:lnTo>
                  <a:lnTo>
                    <a:pt x="5013576" y="1098282"/>
                  </a:lnTo>
                  <a:lnTo>
                    <a:pt x="4941954" y="1089125"/>
                  </a:lnTo>
                  <a:lnTo>
                    <a:pt x="4870331" y="1079162"/>
                  </a:lnTo>
                  <a:lnTo>
                    <a:pt x="4798709" y="1068321"/>
                  </a:lnTo>
                  <a:lnTo>
                    <a:pt x="4727086" y="1056524"/>
                  </a:lnTo>
                  <a:lnTo>
                    <a:pt x="4655464" y="1043689"/>
                  </a:lnTo>
                  <a:lnTo>
                    <a:pt x="4583841" y="1029723"/>
                  </a:lnTo>
                  <a:lnTo>
                    <a:pt x="4512219" y="1014526"/>
                  </a:lnTo>
                  <a:lnTo>
                    <a:pt x="4440596" y="997990"/>
                  </a:lnTo>
                  <a:lnTo>
                    <a:pt x="4368974" y="979998"/>
                  </a:lnTo>
                  <a:lnTo>
                    <a:pt x="4297351" y="960421"/>
                  </a:lnTo>
                  <a:lnTo>
                    <a:pt x="4225729" y="939119"/>
                  </a:lnTo>
                  <a:lnTo>
                    <a:pt x="4154106" y="915940"/>
                  </a:lnTo>
                  <a:lnTo>
                    <a:pt x="4082483" y="890719"/>
                  </a:lnTo>
                  <a:lnTo>
                    <a:pt x="4010861" y="863277"/>
                  </a:lnTo>
                  <a:lnTo>
                    <a:pt x="3939238" y="833416"/>
                  </a:lnTo>
                  <a:lnTo>
                    <a:pt x="3867616" y="800925"/>
                  </a:lnTo>
                  <a:lnTo>
                    <a:pt x="3795993" y="765572"/>
                  </a:lnTo>
                  <a:lnTo>
                    <a:pt x="3724371" y="727104"/>
                  </a:lnTo>
                  <a:lnTo>
                    <a:pt x="3652748" y="685247"/>
                  </a:lnTo>
                  <a:lnTo>
                    <a:pt x="3581126" y="639702"/>
                  </a:lnTo>
                  <a:lnTo>
                    <a:pt x="3509503" y="590145"/>
                  </a:lnTo>
                  <a:lnTo>
                    <a:pt x="3437881" y="536222"/>
                  </a:lnTo>
                  <a:lnTo>
                    <a:pt x="3366258" y="477549"/>
                  </a:lnTo>
                  <a:lnTo>
                    <a:pt x="3294636" y="413706"/>
                  </a:lnTo>
                  <a:lnTo>
                    <a:pt x="3223013" y="370036"/>
                  </a:lnTo>
                  <a:lnTo>
                    <a:pt x="3151391" y="363205"/>
                  </a:lnTo>
                  <a:lnTo>
                    <a:pt x="3079768" y="356318"/>
                  </a:lnTo>
                  <a:lnTo>
                    <a:pt x="3008146" y="349375"/>
                  </a:lnTo>
                  <a:lnTo>
                    <a:pt x="2936523" y="342374"/>
                  </a:lnTo>
                  <a:lnTo>
                    <a:pt x="2864901" y="335316"/>
                  </a:lnTo>
                  <a:lnTo>
                    <a:pt x="2793278" y="328200"/>
                  </a:lnTo>
                  <a:lnTo>
                    <a:pt x="2721655" y="321026"/>
                  </a:lnTo>
                  <a:lnTo>
                    <a:pt x="2650033" y="313793"/>
                  </a:lnTo>
                  <a:lnTo>
                    <a:pt x="2578410" y="306500"/>
                  </a:lnTo>
                  <a:lnTo>
                    <a:pt x="2506788" y="299148"/>
                  </a:lnTo>
                  <a:lnTo>
                    <a:pt x="2435165" y="291735"/>
                  </a:lnTo>
                  <a:lnTo>
                    <a:pt x="2363543" y="284261"/>
                  </a:lnTo>
                  <a:lnTo>
                    <a:pt x="2291920" y="276726"/>
                  </a:lnTo>
                  <a:lnTo>
                    <a:pt x="2220298" y="269129"/>
                  </a:lnTo>
                  <a:lnTo>
                    <a:pt x="2148675" y="261470"/>
                  </a:lnTo>
                  <a:lnTo>
                    <a:pt x="2077053" y="253748"/>
                  </a:lnTo>
                  <a:lnTo>
                    <a:pt x="2005430" y="245962"/>
                  </a:lnTo>
                  <a:lnTo>
                    <a:pt x="1933808" y="238113"/>
                  </a:lnTo>
                  <a:lnTo>
                    <a:pt x="1862185" y="230199"/>
                  </a:lnTo>
                  <a:lnTo>
                    <a:pt x="1790563" y="222220"/>
                  </a:lnTo>
                  <a:lnTo>
                    <a:pt x="1718940" y="214176"/>
                  </a:lnTo>
                  <a:lnTo>
                    <a:pt x="1647318" y="206066"/>
                  </a:lnTo>
                  <a:lnTo>
                    <a:pt x="1575695" y="197889"/>
                  </a:lnTo>
                  <a:lnTo>
                    <a:pt x="1504073" y="189645"/>
                  </a:lnTo>
                  <a:lnTo>
                    <a:pt x="1432450" y="181333"/>
                  </a:lnTo>
                  <a:lnTo>
                    <a:pt x="1360827" y="172953"/>
                  </a:lnTo>
                  <a:lnTo>
                    <a:pt x="1289205" y="164505"/>
                  </a:lnTo>
                  <a:lnTo>
                    <a:pt x="1217582" y="155987"/>
                  </a:lnTo>
                  <a:lnTo>
                    <a:pt x="1145960" y="147399"/>
                  </a:lnTo>
                  <a:lnTo>
                    <a:pt x="1074337" y="138740"/>
                  </a:lnTo>
                  <a:lnTo>
                    <a:pt x="1002715" y="130011"/>
                  </a:lnTo>
                  <a:lnTo>
                    <a:pt x="931092" y="121210"/>
                  </a:lnTo>
                  <a:lnTo>
                    <a:pt x="859470" y="112336"/>
                  </a:lnTo>
                  <a:lnTo>
                    <a:pt x="787847" y="103390"/>
                  </a:lnTo>
                  <a:lnTo>
                    <a:pt x="716225" y="94370"/>
                  </a:lnTo>
                  <a:lnTo>
                    <a:pt x="644602" y="85277"/>
                  </a:lnTo>
                  <a:lnTo>
                    <a:pt x="572980" y="76108"/>
                  </a:lnTo>
                  <a:lnTo>
                    <a:pt x="501357" y="66865"/>
                  </a:lnTo>
                  <a:lnTo>
                    <a:pt x="429735" y="57545"/>
                  </a:lnTo>
                  <a:lnTo>
                    <a:pt x="358112" y="48149"/>
                  </a:lnTo>
                  <a:lnTo>
                    <a:pt x="286490" y="38676"/>
                  </a:lnTo>
                  <a:lnTo>
                    <a:pt x="214867" y="29125"/>
                  </a:lnTo>
                  <a:lnTo>
                    <a:pt x="143245" y="19496"/>
                  </a:lnTo>
                  <a:lnTo>
                    <a:pt x="71622" y="978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204335" y="2073503"/>
              <a:ext cx="6058343" cy="3414413"/>
            </a:xfrm>
            <a:custGeom>
              <a:avLst/>
              <a:pathLst>
                <a:path w="6058343" h="3414413">
                  <a:moveTo>
                    <a:pt x="0" y="0"/>
                  </a:moveTo>
                  <a:lnTo>
                    <a:pt x="42051" y="94312"/>
                  </a:lnTo>
                  <a:lnTo>
                    <a:pt x="113674" y="247676"/>
                  </a:lnTo>
                  <a:lnTo>
                    <a:pt x="185296" y="394101"/>
                  </a:lnTo>
                  <a:lnTo>
                    <a:pt x="256919" y="533900"/>
                  </a:lnTo>
                  <a:lnTo>
                    <a:pt x="328541" y="667374"/>
                  </a:lnTo>
                  <a:lnTo>
                    <a:pt x="400164" y="794809"/>
                  </a:lnTo>
                  <a:lnTo>
                    <a:pt x="471786" y="916477"/>
                  </a:lnTo>
                  <a:lnTo>
                    <a:pt x="543409" y="1032640"/>
                  </a:lnTo>
                  <a:lnTo>
                    <a:pt x="615031" y="1143548"/>
                  </a:lnTo>
                  <a:lnTo>
                    <a:pt x="686654" y="1249436"/>
                  </a:lnTo>
                  <a:lnTo>
                    <a:pt x="758276" y="1350534"/>
                  </a:lnTo>
                  <a:lnTo>
                    <a:pt x="829899" y="1447057"/>
                  </a:lnTo>
                  <a:lnTo>
                    <a:pt x="901521" y="1539213"/>
                  </a:lnTo>
                  <a:lnTo>
                    <a:pt x="973144" y="1627198"/>
                  </a:lnTo>
                  <a:lnTo>
                    <a:pt x="1044767" y="1711203"/>
                  </a:lnTo>
                  <a:lnTo>
                    <a:pt x="1116389" y="1791407"/>
                  </a:lnTo>
                  <a:lnTo>
                    <a:pt x="1188012" y="1867981"/>
                  </a:lnTo>
                  <a:lnTo>
                    <a:pt x="1259634" y="1941091"/>
                  </a:lnTo>
                  <a:lnTo>
                    <a:pt x="1331257" y="2010893"/>
                  </a:lnTo>
                  <a:lnTo>
                    <a:pt x="1402879" y="2077536"/>
                  </a:lnTo>
                  <a:lnTo>
                    <a:pt x="1474502" y="2141164"/>
                  </a:lnTo>
                  <a:lnTo>
                    <a:pt x="1546124" y="2201913"/>
                  </a:lnTo>
                  <a:lnTo>
                    <a:pt x="1617747" y="2259913"/>
                  </a:lnTo>
                  <a:lnTo>
                    <a:pt x="1689369" y="2315289"/>
                  </a:lnTo>
                  <a:lnTo>
                    <a:pt x="1760992" y="2368159"/>
                  </a:lnTo>
                  <a:lnTo>
                    <a:pt x="1832614" y="2418637"/>
                  </a:lnTo>
                  <a:lnTo>
                    <a:pt x="1904237" y="2466830"/>
                  </a:lnTo>
                  <a:lnTo>
                    <a:pt x="1975859" y="2512844"/>
                  </a:lnTo>
                  <a:lnTo>
                    <a:pt x="2047482" y="2556775"/>
                  </a:lnTo>
                  <a:lnTo>
                    <a:pt x="2119104" y="2598718"/>
                  </a:lnTo>
                  <a:lnTo>
                    <a:pt x="2190727" y="2638764"/>
                  </a:lnTo>
                  <a:lnTo>
                    <a:pt x="2262349" y="2676997"/>
                  </a:lnTo>
                  <a:lnTo>
                    <a:pt x="2333972" y="2713501"/>
                  </a:lnTo>
                  <a:lnTo>
                    <a:pt x="2405595" y="2748353"/>
                  </a:lnTo>
                  <a:lnTo>
                    <a:pt x="2477217" y="2781628"/>
                  </a:lnTo>
                  <a:lnTo>
                    <a:pt x="2548840" y="2813397"/>
                  </a:lnTo>
                  <a:lnTo>
                    <a:pt x="2620462" y="2843729"/>
                  </a:lnTo>
                  <a:lnTo>
                    <a:pt x="2692085" y="2872688"/>
                  </a:lnTo>
                  <a:lnTo>
                    <a:pt x="2763707" y="2900337"/>
                  </a:lnTo>
                  <a:lnTo>
                    <a:pt x="2835330" y="2926735"/>
                  </a:lnTo>
                  <a:lnTo>
                    <a:pt x="2906952" y="2951939"/>
                  </a:lnTo>
                  <a:lnTo>
                    <a:pt x="2978575" y="2976002"/>
                  </a:lnTo>
                  <a:lnTo>
                    <a:pt x="3050197" y="2998976"/>
                  </a:lnTo>
                  <a:lnTo>
                    <a:pt x="3121820" y="3020911"/>
                  </a:lnTo>
                  <a:lnTo>
                    <a:pt x="3193442" y="3041853"/>
                  </a:lnTo>
                  <a:lnTo>
                    <a:pt x="3265065" y="3061848"/>
                  </a:lnTo>
                  <a:lnTo>
                    <a:pt x="3336687" y="3080938"/>
                  </a:lnTo>
                  <a:lnTo>
                    <a:pt x="3408310" y="3099164"/>
                  </a:lnTo>
                  <a:lnTo>
                    <a:pt x="3479932" y="3116565"/>
                  </a:lnTo>
                  <a:lnTo>
                    <a:pt x="3551555" y="3133180"/>
                  </a:lnTo>
                  <a:lnTo>
                    <a:pt x="3623177" y="3149042"/>
                  </a:lnTo>
                  <a:lnTo>
                    <a:pt x="3694800" y="3164187"/>
                  </a:lnTo>
                  <a:lnTo>
                    <a:pt x="3766423" y="3178646"/>
                  </a:lnTo>
                  <a:lnTo>
                    <a:pt x="3838045" y="3192451"/>
                  </a:lnTo>
                  <a:lnTo>
                    <a:pt x="3909668" y="3205632"/>
                  </a:lnTo>
                  <a:lnTo>
                    <a:pt x="3981290" y="3218216"/>
                  </a:lnTo>
                  <a:lnTo>
                    <a:pt x="4052913" y="3230230"/>
                  </a:lnTo>
                  <a:lnTo>
                    <a:pt x="4124535" y="3241701"/>
                  </a:lnTo>
                  <a:lnTo>
                    <a:pt x="4196158" y="3252653"/>
                  </a:lnTo>
                  <a:lnTo>
                    <a:pt x="4267780" y="3263110"/>
                  </a:lnTo>
                  <a:lnTo>
                    <a:pt x="4339403" y="3273093"/>
                  </a:lnTo>
                  <a:lnTo>
                    <a:pt x="4411025" y="3282625"/>
                  </a:lnTo>
                  <a:lnTo>
                    <a:pt x="4482648" y="3291725"/>
                  </a:lnTo>
                  <a:lnTo>
                    <a:pt x="4554270" y="3300414"/>
                  </a:lnTo>
                  <a:lnTo>
                    <a:pt x="4625893" y="3308709"/>
                  </a:lnTo>
                  <a:lnTo>
                    <a:pt x="4697515" y="3316629"/>
                  </a:lnTo>
                  <a:lnTo>
                    <a:pt x="4769138" y="3324191"/>
                  </a:lnTo>
                  <a:lnTo>
                    <a:pt x="4840760" y="3331410"/>
                  </a:lnTo>
                  <a:lnTo>
                    <a:pt x="4912383" y="3338303"/>
                  </a:lnTo>
                  <a:lnTo>
                    <a:pt x="4984005" y="3344884"/>
                  </a:lnTo>
                  <a:lnTo>
                    <a:pt x="5055628" y="3351167"/>
                  </a:lnTo>
                  <a:lnTo>
                    <a:pt x="5127250" y="3357166"/>
                  </a:lnTo>
                  <a:lnTo>
                    <a:pt x="5198873" y="3362894"/>
                  </a:lnTo>
                  <a:lnTo>
                    <a:pt x="5270496" y="3368362"/>
                  </a:lnTo>
                  <a:lnTo>
                    <a:pt x="5342118" y="3373583"/>
                  </a:lnTo>
                  <a:lnTo>
                    <a:pt x="5413741" y="3378568"/>
                  </a:lnTo>
                  <a:lnTo>
                    <a:pt x="5485363" y="3383327"/>
                  </a:lnTo>
                  <a:lnTo>
                    <a:pt x="5556986" y="3387870"/>
                  </a:lnTo>
                  <a:lnTo>
                    <a:pt x="5628608" y="3392209"/>
                  </a:lnTo>
                  <a:lnTo>
                    <a:pt x="5700231" y="3396350"/>
                  </a:lnTo>
                  <a:lnTo>
                    <a:pt x="5771853" y="3400305"/>
                  </a:lnTo>
                  <a:lnTo>
                    <a:pt x="5843476" y="3404080"/>
                  </a:lnTo>
                  <a:lnTo>
                    <a:pt x="5915098" y="3407685"/>
                  </a:lnTo>
                  <a:lnTo>
                    <a:pt x="5986721" y="3411127"/>
                  </a:lnTo>
                  <a:lnTo>
                    <a:pt x="6058343" y="341441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4237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470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7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43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93854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08337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147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1.72 (1.10-2.69), p_Bonf = 0.104 (n = 6)  |  per IQR decline (Δ = 23.5 %): 3.57 (1.25-10.16)  |  IQR: [-19.6, 3.9] 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669789"/>
              <a:ext cx="434687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2026-10-09T13:21:40Z</dcterms:modified>
  <cp:category/>
</cp:coreProperties>
</file>