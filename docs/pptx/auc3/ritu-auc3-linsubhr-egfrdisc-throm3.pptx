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143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07050" y="4106597"/>
              <a:ext cx="3129899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Lapack routine dgesv: system is exactly singular: U[1,1] =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143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37847" y="4202427"/>
              <a:ext cx="6830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2026-10-08T10:13:00Z</dcterms:modified>
  <cp:category/>
</cp:coreProperties>
</file>