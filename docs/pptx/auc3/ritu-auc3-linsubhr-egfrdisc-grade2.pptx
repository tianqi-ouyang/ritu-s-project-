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0446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4520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996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2826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57585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2345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g19"/>
            <p:cNvSpPr/>
            <p:nvPr/>
          </p:nvSpPr>
          <p:spPr>
            <a:xfrm>
              <a:off x="1172049" y="2073503"/>
              <a:ext cx="7090630" cy="3122905"/>
            </a:xfrm>
            <a:custGeom>
              <a:avLst/>
              <a:pathLst>
                <a:path w="7090630" h="3122905">
                  <a:moveTo>
                    <a:pt x="271095" y="0"/>
                  </a:moveTo>
                  <a:lnTo>
                    <a:pt x="286490" y="17952"/>
                  </a:lnTo>
                  <a:lnTo>
                    <a:pt x="358112" y="99509"/>
                  </a:lnTo>
                  <a:lnTo>
                    <a:pt x="429735" y="179147"/>
                  </a:lnTo>
                  <a:lnTo>
                    <a:pt x="501357" y="256910"/>
                  </a:lnTo>
                  <a:lnTo>
                    <a:pt x="572980" y="332844"/>
                  </a:lnTo>
                  <a:lnTo>
                    <a:pt x="644602" y="406991"/>
                  </a:lnTo>
                  <a:lnTo>
                    <a:pt x="716225" y="479393"/>
                  </a:lnTo>
                  <a:lnTo>
                    <a:pt x="787847" y="550091"/>
                  </a:lnTo>
                  <a:lnTo>
                    <a:pt x="859470" y="619126"/>
                  </a:lnTo>
                  <a:lnTo>
                    <a:pt x="931092" y="686536"/>
                  </a:lnTo>
                  <a:lnTo>
                    <a:pt x="1002715" y="752360"/>
                  </a:lnTo>
                  <a:lnTo>
                    <a:pt x="1074337" y="816634"/>
                  </a:lnTo>
                  <a:lnTo>
                    <a:pt x="1145960" y="879397"/>
                  </a:lnTo>
                  <a:lnTo>
                    <a:pt x="1217582" y="940682"/>
                  </a:lnTo>
                  <a:lnTo>
                    <a:pt x="1289205" y="1000525"/>
                  </a:lnTo>
                  <a:lnTo>
                    <a:pt x="1360827" y="1058960"/>
                  </a:lnTo>
                  <a:lnTo>
                    <a:pt x="1432450" y="1116020"/>
                  </a:lnTo>
                  <a:lnTo>
                    <a:pt x="1504073" y="1171737"/>
                  </a:lnTo>
                  <a:lnTo>
                    <a:pt x="1575695" y="1226143"/>
                  </a:lnTo>
                  <a:lnTo>
                    <a:pt x="1647318" y="1279269"/>
                  </a:lnTo>
                  <a:lnTo>
                    <a:pt x="1718940" y="1331145"/>
                  </a:lnTo>
                  <a:lnTo>
                    <a:pt x="1790563" y="1381800"/>
                  </a:lnTo>
                  <a:lnTo>
                    <a:pt x="1862185" y="1431263"/>
                  </a:lnTo>
                  <a:lnTo>
                    <a:pt x="1933808" y="1479562"/>
                  </a:lnTo>
                  <a:lnTo>
                    <a:pt x="2005430" y="1526724"/>
                  </a:lnTo>
                  <a:lnTo>
                    <a:pt x="2077053" y="1572776"/>
                  </a:lnTo>
                  <a:lnTo>
                    <a:pt x="2148675" y="1617745"/>
                  </a:lnTo>
                  <a:lnTo>
                    <a:pt x="2220298" y="1661656"/>
                  </a:lnTo>
                  <a:lnTo>
                    <a:pt x="2291920" y="1704533"/>
                  </a:lnTo>
                  <a:lnTo>
                    <a:pt x="2363543" y="1746402"/>
                  </a:lnTo>
                  <a:lnTo>
                    <a:pt x="2435165" y="1787285"/>
                  </a:lnTo>
                  <a:lnTo>
                    <a:pt x="2506788" y="1827206"/>
                  </a:lnTo>
                  <a:lnTo>
                    <a:pt x="2578410" y="1866187"/>
                  </a:lnTo>
                  <a:lnTo>
                    <a:pt x="2650033" y="1904252"/>
                  </a:lnTo>
                  <a:lnTo>
                    <a:pt x="2721655" y="1941420"/>
                  </a:lnTo>
                  <a:lnTo>
                    <a:pt x="2793278" y="1977714"/>
                  </a:lnTo>
                  <a:lnTo>
                    <a:pt x="2864901" y="2013154"/>
                  </a:lnTo>
                  <a:lnTo>
                    <a:pt x="2936523" y="2047760"/>
                  </a:lnTo>
                  <a:lnTo>
                    <a:pt x="3008146" y="2081551"/>
                  </a:lnTo>
                  <a:lnTo>
                    <a:pt x="3079768" y="2114548"/>
                  </a:lnTo>
                  <a:lnTo>
                    <a:pt x="3151391" y="2146768"/>
                  </a:lnTo>
                  <a:lnTo>
                    <a:pt x="3223013" y="2178229"/>
                  </a:lnTo>
                  <a:lnTo>
                    <a:pt x="3294636" y="2208951"/>
                  </a:lnTo>
                  <a:lnTo>
                    <a:pt x="3366258" y="2238949"/>
                  </a:lnTo>
                  <a:lnTo>
                    <a:pt x="3437881" y="2268242"/>
                  </a:lnTo>
                  <a:lnTo>
                    <a:pt x="3509503" y="2296845"/>
                  </a:lnTo>
                  <a:lnTo>
                    <a:pt x="3581126" y="2324775"/>
                  </a:lnTo>
                  <a:lnTo>
                    <a:pt x="3652748" y="2352048"/>
                  </a:lnTo>
                  <a:lnTo>
                    <a:pt x="3724371" y="2378679"/>
                  </a:lnTo>
                  <a:lnTo>
                    <a:pt x="3795993" y="2404683"/>
                  </a:lnTo>
                  <a:lnTo>
                    <a:pt x="3867616" y="2430076"/>
                  </a:lnTo>
                  <a:lnTo>
                    <a:pt x="3939238" y="2454871"/>
                  </a:lnTo>
                  <a:lnTo>
                    <a:pt x="4010861" y="2479082"/>
                  </a:lnTo>
                  <a:lnTo>
                    <a:pt x="4082483" y="2502724"/>
                  </a:lnTo>
                  <a:lnTo>
                    <a:pt x="4154106" y="2525809"/>
                  </a:lnTo>
                  <a:lnTo>
                    <a:pt x="4225729" y="2548351"/>
                  </a:lnTo>
                  <a:lnTo>
                    <a:pt x="4297351" y="2570363"/>
                  </a:lnTo>
                  <a:lnTo>
                    <a:pt x="4368974" y="2591856"/>
                  </a:lnTo>
                  <a:lnTo>
                    <a:pt x="4440596" y="2612844"/>
                  </a:lnTo>
                  <a:lnTo>
                    <a:pt x="4512219" y="2633338"/>
                  </a:lnTo>
                  <a:lnTo>
                    <a:pt x="4583841" y="2653350"/>
                  </a:lnTo>
                  <a:lnTo>
                    <a:pt x="4655464" y="2649627"/>
                  </a:lnTo>
                  <a:lnTo>
                    <a:pt x="4727086" y="2644713"/>
                  </a:lnTo>
                  <a:lnTo>
                    <a:pt x="4798709" y="2639770"/>
                  </a:lnTo>
                  <a:lnTo>
                    <a:pt x="4870331" y="2634798"/>
                  </a:lnTo>
                  <a:lnTo>
                    <a:pt x="4941954" y="2629796"/>
                  </a:lnTo>
                  <a:lnTo>
                    <a:pt x="5013576" y="2624765"/>
                  </a:lnTo>
                  <a:lnTo>
                    <a:pt x="5085199" y="2619705"/>
                  </a:lnTo>
                  <a:lnTo>
                    <a:pt x="5156821" y="2614614"/>
                  </a:lnTo>
                  <a:lnTo>
                    <a:pt x="5228444" y="2609494"/>
                  </a:lnTo>
                  <a:lnTo>
                    <a:pt x="5300066" y="2604343"/>
                  </a:lnTo>
                  <a:lnTo>
                    <a:pt x="5371689" y="2599162"/>
                  </a:lnTo>
                  <a:lnTo>
                    <a:pt x="5443311" y="2593951"/>
                  </a:lnTo>
                  <a:lnTo>
                    <a:pt x="5514934" y="2588709"/>
                  </a:lnTo>
                  <a:lnTo>
                    <a:pt x="5586557" y="2583435"/>
                  </a:lnTo>
                  <a:lnTo>
                    <a:pt x="5658179" y="2578131"/>
                  </a:lnTo>
                  <a:lnTo>
                    <a:pt x="5729802" y="2572796"/>
                  </a:lnTo>
                  <a:lnTo>
                    <a:pt x="5801424" y="2567429"/>
                  </a:lnTo>
                  <a:lnTo>
                    <a:pt x="5873047" y="2562031"/>
                  </a:lnTo>
                  <a:lnTo>
                    <a:pt x="5944669" y="2556600"/>
                  </a:lnTo>
                  <a:lnTo>
                    <a:pt x="6016292" y="2551138"/>
                  </a:lnTo>
                  <a:lnTo>
                    <a:pt x="6087914" y="2545644"/>
                  </a:lnTo>
                  <a:lnTo>
                    <a:pt x="6159537" y="2540117"/>
                  </a:lnTo>
                  <a:lnTo>
                    <a:pt x="6231159" y="2534558"/>
                  </a:lnTo>
                  <a:lnTo>
                    <a:pt x="6302782" y="2528966"/>
                  </a:lnTo>
                  <a:lnTo>
                    <a:pt x="6374404" y="2523341"/>
                  </a:lnTo>
                  <a:lnTo>
                    <a:pt x="6446027" y="2517682"/>
                  </a:lnTo>
                  <a:lnTo>
                    <a:pt x="6517649" y="2511991"/>
                  </a:lnTo>
                  <a:lnTo>
                    <a:pt x="6589272" y="2506266"/>
                  </a:lnTo>
                  <a:lnTo>
                    <a:pt x="6660894" y="2500507"/>
                  </a:lnTo>
                  <a:lnTo>
                    <a:pt x="6732517" y="2494714"/>
                  </a:lnTo>
                  <a:lnTo>
                    <a:pt x="6804139" y="2488888"/>
                  </a:lnTo>
                  <a:lnTo>
                    <a:pt x="6875762" y="2483026"/>
                  </a:lnTo>
                  <a:lnTo>
                    <a:pt x="6947385" y="2477131"/>
                  </a:lnTo>
                  <a:lnTo>
                    <a:pt x="7019007" y="2471200"/>
                  </a:lnTo>
                  <a:lnTo>
                    <a:pt x="7090630" y="2465235"/>
                  </a:lnTo>
                  <a:lnTo>
                    <a:pt x="7090630" y="3122905"/>
                  </a:lnTo>
                  <a:lnTo>
                    <a:pt x="7019007" y="3114209"/>
                  </a:lnTo>
                  <a:lnTo>
                    <a:pt x="6947385" y="3105303"/>
                  </a:lnTo>
                  <a:lnTo>
                    <a:pt x="6875762" y="3096183"/>
                  </a:lnTo>
                  <a:lnTo>
                    <a:pt x="6804139" y="3086843"/>
                  </a:lnTo>
                  <a:lnTo>
                    <a:pt x="6732517" y="3077278"/>
                  </a:lnTo>
                  <a:lnTo>
                    <a:pt x="6660894" y="3067483"/>
                  </a:lnTo>
                  <a:lnTo>
                    <a:pt x="6589272" y="3057451"/>
                  </a:lnTo>
                  <a:lnTo>
                    <a:pt x="6517649" y="3047178"/>
                  </a:lnTo>
                  <a:lnTo>
                    <a:pt x="6446027" y="3036657"/>
                  </a:lnTo>
                  <a:lnTo>
                    <a:pt x="6374404" y="3025882"/>
                  </a:lnTo>
                  <a:lnTo>
                    <a:pt x="6302782" y="3014848"/>
                  </a:lnTo>
                  <a:lnTo>
                    <a:pt x="6231159" y="3003548"/>
                  </a:lnTo>
                  <a:lnTo>
                    <a:pt x="6159537" y="2991976"/>
                  </a:lnTo>
                  <a:lnTo>
                    <a:pt x="6087914" y="2980125"/>
                  </a:lnTo>
                  <a:lnTo>
                    <a:pt x="6016292" y="2967988"/>
                  </a:lnTo>
                  <a:lnTo>
                    <a:pt x="5944669" y="2955559"/>
                  </a:lnTo>
                  <a:lnTo>
                    <a:pt x="5873047" y="2942830"/>
                  </a:lnTo>
                  <a:lnTo>
                    <a:pt x="5801424" y="2929794"/>
                  </a:lnTo>
                  <a:lnTo>
                    <a:pt x="5729802" y="2916445"/>
                  </a:lnTo>
                  <a:lnTo>
                    <a:pt x="5658179" y="2902773"/>
                  </a:lnTo>
                  <a:lnTo>
                    <a:pt x="5586557" y="2888772"/>
                  </a:lnTo>
                  <a:lnTo>
                    <a:pt x="5514934" y="2874434"/>
                  </a:lnTo>
                  <a:lnTo>
                    <a:pt x="5443311" y="2859750"/>
                  </a:lnTo>
                  <a:lnTo>
                    <a:pt x="5371689" y="2844713"/>
                  </a:lnTo>
                  <a:lnTo>
                    <a:pt x="5300066" y="2829312"/>
                  </a:lnTo>
                  <a:lnTo>
                    <a:pt x="5228444" y="2813541"/>
                  </a:lnTo>
                  <a:lnTo>
                    <a:pt x="5156821" y="2797390"/>
                  </a:lnTo>
                  <a:lnTo>
                    <a:pt x="5085199" y="2780849"/>
                  </a:lnTo>
                  <a:lnTo>
                    <a:pt x="5013576" y="2763910"/>
                  </a:lnTo>
                  <a:lnTo>
                    <a:pt x="4941954" y="2746563"/>
                  </a:lnTo>
                  <a:lnTo>
                    <a:pt x="4870331" y="2728798"/>
                  </a:lnTo>
                  <a:lnTo>
                    <a:pt x="4798709" y="2710604"/>
                  </a:lnTo>
                  <a:lnTo>
                    <a:pt x="4727086" y="2691972"/>
                  </a:lnTo>
                  <a:lnTo>
                    <a:pt x="4655464" y="2672891"/>
                  </a:lnTo>
                  <a:lnTo>
                    <a:pt x="4583841" y="2654513"/>
                  </a:lnTo>
                  <a:lnTo>
                    <a:pt x="4512219" y="2659370"/>
                  </a:lnTo>
                  <a:lnTo>
                    <a:pt x="4440596" y="2664198"/>
                  </a:lnTo>
                  <a:lnTo>
                    <a:pt x="4368974" y="2668998"/>
                  </a:lnTo>
                  <a:lnTo>
                    <a:pt x="4297351" y="2673770"/>
                  </a:lnTo>
                  <a:lnTo>
                    <a:pt x="4225729" y="2678514"/>
                  </a:lnTo>
                  <a:lnTo>
                    <a:pt x="4154106" y="2683230"/>
                  </a:lnTo>
                  <a:lnTo>
                    <a:pt x="4082483" y="2687919"/>
                  </a:lnTo>
                  <a:lnTo>
                    <a:pt x="4010861" y="2692580"/>
                  </a:lnTo>
                  <a:lnTo>
                    <a:pt x="3939238" y="2697214"/>
                  </a:lnTo>
                  <a:lnTo>
                    <a:pt x="3867616" y="2701820"/>
                  </a:lnTo>
                  <a:lnTo>
                    <a:pt x="3795993" y="2706400"/>
                  </a:lnTo>
                  <a:lnTo>
                    <a:pt x="3724371" y="2710953"/>
                  </a:lnTo>
                  <a:lnTo>
                    <a:pt x="3652748" y="2715479"/>
                  </a:lnTo>
                  <a:lnTo>
                    <a:pt x="3581126" y="2719979"/>
                  </a:lnTo>
                  <a:lnTo>
                    <a:pt x="3509503" y="2724452"/>
                  </a:lnTo>
                  <a:lnTo>
                    <a:pt x="3437881" y="2728899"/>
                  </a:lnTo>
                  <a:lnTo>
                    <a:pt x="3366258" y="2733320"/>
                  </a:lnTo>
                  <a:lnTo>
                    <a:pt x="3294636" y="2737715"/>
                  </a:lnTo>
                  <a:lnTo>
                    <a:pt x="3223013" y="2742085"/>
                  </a:lnTo>
                  <a:lnTo>
                    <a:pt x="3151391" y="2746429"/>
                  </a:lnTo>
                  <a:lnTo>
                    <a:pt x="3079768" y="2750747"/>
                  </a:lnTo>
                  <a:lnTo>
                    <a:pt x="3008146" y="2755040"/>
                  </a:lnTo>
                  <a:lnTo>
                    <a:pt x="2936523" y="2759308"/>
                  </a:lnTo>
                  <a:lnTo>
                    <a:pt x="2864901" y="2763551"/>
                  </a:lnTo>
                  <a:lnTo>
                    <a:pt x="2793278" y="2767769"/>
                  </a:lnTo>
                  <a:lnTo>
                    <a:pt x="2721655" y="2771963"/>
                  </a:lnTo>
                  <a:lnTo>
                    <a:pt x="2650033" y="2776132"/>
                  </a:lnTo>
                  <a:lnTo>
                    <a:pt x="2578410" y="2780276"/>
                  </a:lnTo>
                  <a:lnTo>
                    <a:pt x="2506788" y="2784396"/>
                  </a:lnTo>
                  <a:lnTo>
                    <a:pt x="2435165" y="2788492"/>
                  </a:lnTo>
                  <a:lnTo>
                    <a:pt x="2363543" y="2792565"/>
                  </a:lnTo>
                  <a:lnTo>
                    <a:pt x="2291920" y="2796613"/>
                  </a:lnTo>
                  <a:lnTo>
                    <a:pt x="2220298" y="2800637"/>
                  </a:lnTo>
                  <a:lnTo>
                    <a:pt x="2148675" y="2804638"/>
                  </a:lnTo>
                  <a:lnTo>
                    <a:pt x="2077053" y="2808616"/>
                  </a:lnTo>
                  <a:lnTo>
                    <a:pt x="2005430" y="2812570"/>
                  </a:lnTo>
                  <a:lnTo>
                    <a:pt x="1933808" y="2816501"/>
                  </a:lnTo>
                  <a:lnTo>
                    <a:pt x="1862185" y="2820409"/>
                  </a:lnTo>
                  <a:lnTo>
                    <a:pt x="1790563" y="2824294"/>
                  </a:lnTo>
                  <a:lnTo>
                    <a:pt x="1718940" y="2828156"/>
                  </a:lnTo>
                  <a:lnTo>
                    <a:pt x="1647318" y="2831996"/>
                  </a:lnTo>
                  <a:lnTo>
                    <a:pt x="1575695" y="2835813"/>
                  </a:lnTo>
                  <a:lnTo>
                    <a:pt x="1504073" y="2839608"/>
                  </a:lnTo>
                  <a:lnTo>
                    <a:pt x="1432450" y="2843381"/>
                  </a:lnTo>
                  <a:lnTo>
                    <a:pt x="1360827" y="2847132"/>
                  </a:lnTo>
                  <a:lnTo>
                    <a:pt x="1289205" y="2850860"/>
                  </a:lnTo>
                  <a:lnTo>
                    <a:pt x="1217582" y="2854567"/>
                  </a:lnTo>
                  <a:lnTo>
                    <a:pt x="1145960" y="2858252"/>
                  </a:lnTo>
                  <a:lnTo>
                    <a:pt x="1074337" y="2861916"/>
                  </a:lnTo>
                  <a:lnTo>
                    <a:pt x="1002715" y="2865558"/>
                  </a:lnTo>
                  <a:lnTo>
                    <a:pt x="931092" y="2869178"/>
                  </a:lnTo>
                  <a:lnTo>
                    <a:pt x="859470" y="2872778"/>
                  </a:lnTo>
                  <a:lnTo>
                    <a:pt x="787847" y="2876356"/>
                  </a:lnTo>
                  <a:lnTo>
                    <a:pt x="716225" y="2879914"/>
                  </a:lnTo>
                  <a:lnTo>
                    <a:pt x="644602" y="2883450"/>
                  </a:lnTo>
                  <a:lnTo>
                    <a:pt x="572980" y="2886966"/>
                  </a:lnTo>
                  <a:lnTo>
                    <a:pt x="501357" y="2890461"/>
                  </a:lnTo>
                  <a:lnTo>
                    <a:pt x="429735" y="2893936"/>
                  </a:lnTo>
                  <a:lnTo>
                    <a:pt x="358112" y="2897391"/>
                  </a:lnTo>
                  <a:lnTo>
                    <a:pt x="286490" y="2900825"/>
                  </a:lnTo>
                  <a:lnTo>
                    <a:pt x="214867" y="2904239"/>
                  </a:lnTo>
                  <a:lnTo>
                    <a:pt x="143245" y="2907633"/>
                  </a:lnTo>
                  <a:lnTo>
                    <a:pt x="71622" y="2911008"/>
                  </a:lnTo>
                  <a:lnTo>
                    <a:pt x="0" y="291436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443144" y="2073503"/>
              <a:ext cx="6819534" cy="2653350"/>
            </a:xfrm>
            <a:custGeom>
              <a:avLst/>
              <a:pathLst>
                <a:path w="6819534" h="2653350">
                  <a:moveTo>
                    <a:pt x="0" y="0"/>
                  </a:moveTo>
                  <a:lnTo>
                    <a:pt x="15394" y="17952"/>
                  </a:lnTo>
                  <a:lnTo>
                    <a:pt x="87017" y="99509"/>
                  </a:lnTo>
                  <a:lnTo>
                    <a:pt x="158639" y="179147"/>
                  </a:lnTo>
                  <a:lnTo>
                    <a:pt x="230262" y="256910"/>
                  </a:lnTo>
                  <a:lnTo>
                    <a:pt x="301884" y="332844"/>
                  </a:lnTo>
                  <a:lnTo>
                    <a:pt x="373507" y="406991"/>
                  </a:lnTo>
                  <a:lnTo>
                    <a:pt x="445129" y="479393"/>
                  </a:lnTo>
                  <a:lnTo>
                    <a:pt x="516752" y="550091"/>
                  </a:lnTo>
                  <a:lnTo>
                    <a:pt x="588374" y="619126"/>
                  </a:lnTo>
                  <a:lnTo>
                    <a:pt x="659997" y="686536"/>
                  </a:lnTo>
                  <a:lnTo>
                    <a:pt x="731620" y="752360"/>
                  </a:lnTo>
                  <a:lnTo>
                    <a:pt x="803242" y="816634"/>
                  </a:lnTo>
                  <a:lnTo>
                    <a:pt x="874865" y="879397"/>
                  </a:lnTo>
                  <a:lnTo>
                    <a:pt x="946487" y="940682"/>
                  </a:lnTo>
                  <a:lnTo>
                    <a:pt x="1018110" y="1000525"/>
                  </a:lnTo>
                  <a:lnTo>
                    <a:pt x="1089732" y="1058960"/>
                  </a:lnTo>
                  <a:lnTo>
                    <a:pt x="1161355" y="1116020"/>
                  </a:lnTo>
                  <a:lnTo>
                    <a:pt x="1232977" y="1171737"/>
                  </a:lnTo>
                  <a:lnTo>
                    <a:pt x="1304600" y="1226143"/>
                  </a:lnTo>
                  <a:lnTo>
                    <a:pt x="1376222" y="1279269"/>
                  </a:lnTo>
                  <a:lnTo>
                    <a:pt x="1447845" y="1331145"/>
                  </a:lnTo>
                  <a:lnTo>
                    <a:pt x="1519467" y="1381800"/>
                  </a:lnTo>
                  <a:lnTo>
                    <a:pt x="1591090" y="1431263"/>
                  </a:lnTo>
                  <a:lnTo>
                    <a:pt x="1662712" y="1479562"/>
                  </a:lnTo>
                  <a:lnTo>
                    <a:pt x="1734335" y="1526724"/>
                  </a:lnTo>
                  <a:lnTo>
                    <a:pt x="1805957" y="1572776"/>
                  </a:lnTo>
                  <a:lnTo>
                    <a:pt x="1877580" y="1617745"/>
                  </a:lnTo>
                  <a:lnTo>
                    <a:pt x="1949202" y="1661656"/>
                  </a:lnTo>
                  <a:lnTo>
                    <a:pt x="2020825" y="1704533"/>
                  </a:lnTo>
                  <a:lnTo>
                    <a:pt x="2092448" y="1746402"/>
                  </a:lnTo>
                  <a:lnTo>
                    <a:pt x="2164070" y="1787285"/>
                  </a:lnTo>
                  <a:lnTo>
                    <a:pt x="2235693" y="1827206"/>
                  </a:lnTo>
                  <a:lnTo>
                    <a:pt x="2307315" y="1866187"/>
                  </a:lnTo>
                  <a:lnTo>
                    <a:pt x="2378938" y="1904252"/>
                  </a:lnTo>
                  <a:lnTo>
                    <a:pt x="2450560" y="1941420"/>
                  </a:lnTo>
                  <a:lnTo>
                    <a:pt x="2522183" y="1977714"/>
                  </a:lnTo>
                  <a:lnTo>
                    <a:pt x="2593805" y="2013154"/>
                  </a:lnTo>
                  <a:lnTo>
                    <a:pt x="2665428" y="2047760"/>
                  </a:lnTo>
                  <a:lnTo>
                    <a:pt x="2737050" y="2081551"/>
                  </a:lnTo>
                  <a:lnTo>
                    <a:pt x="2808673" y="2114548"/>
                  </a:lnTo>
                  <a:lnTo>
                    <a:pt x="2880295" y="2146768"/>
                  </a:lnTo>
                  <a:lnTo>
                    <a:pt x="2951918" y="2178229"/>
                  </a:lnTo>
                  <a:lnTo>
                    <a:pt x="3023540" y="2208951"/>
                  </a:lnTo>
                  <a:lnTo>
                    <a:pt x="3095163" y="2238949"/>
                  </a:lnTo>
                  <a:lnTo>
                    <a:pt x="3166785" y="2268242"/>
                  </a:lnTo>
                  <a:lnTo>
                    <a:pt x="3238408" y="2296845"/>
                  </a:lnTo>
                  <a:lnTo>
                    <a:pt x="3310030" y="2324775"/>
                  </a:lnTo>
                  <a:lnTo>
                    <a:pt x="3381653" y="2352048"/>
                  </a:lnTo>
                  <a:lnTo>
                    <a:pt x="3453276" y="2378679"/>
                  </a:lnTo>
                  <a:lnTo>
                    <a:pt x="3524898" y="2404683"/>
                  </a:lnTo>
                  <a:lnTo>
                    <a:pt x="3596521" y="2430076"/>
                  </a:lnTo>
                  <a:lnTo>
                    <a:pt x="3668143" y="2454871"/>
                  </a:lnTo>
                  <a:lnTo>
                    <a:pt x="3739766" y="2479082"/>
                  </a:lnTo>
                  <a:lnTo>
                    <a:pt x="3811388" y="2502724"/>
                  </a:lnTo>
                  <a:lnTo>
                    <a:pt x="3883011" y="2525809"/>
                  </a:lnTo>
                  <a:lnTo>
                    <a:pt x="3954633" y="2548351"/>
                  </a:lnTo>
                  <a:lnTo>
                    <a:pt x="4026256" y="2570363"/>
                  </a:lnTo>
                  <a:lnTo>
                    <a:pt x="4097878" y="2591856"/>
                  </a:lnTo>
                  <a:lnTo>
                    <a:pt x="4169501" y="2612844"/>
                  </a:lnTo>
                  <a:lnTo>
                    <a:pt x="4241123" y="2633338"/>
                  </a:lnTo>
                  <a:lnTo>
                    <a:pt x="4312746" y="2653350"/>
                  </a:lnTo>
                  <a:lnTo>
                    <a:pt x="4384368" y="2649627"/>
                  </a:lnTo>
                  <a:lnTo>
                    <a:pt x="4455991" y="2644713"/>
                  </a:lnTo>
                  <a:lnTo>
                    <a:pt x="4527613" y="2639770"/>
                  </a:lnTo>
                  <a:lnTo>
                    <a:pt x="4599236" y="2634798"/>
                  </a:lnTo>
                  <a:lnTo>
                    <a:pt x="4670858" y="2629796"/>
                  </a:lnTo>
                  <a:lnTo>
                    <a:pt x="4742481" y="2624765"/>
                  </a:lnTo>
                  <a:lnTo>
                    <a:pt x="4814104" y="2619705"/>
                  </a:lnTo>
                  <a:lnTo>
                    <a:pt x="4885726" y="2614614"/>
                  </a:lnTo>
                  <a:lnTo>
                    <a:pt x="4957349" y="2609494"/>
                  </a:lnTo>
                  <a:lnTo>
                    <a:pt x="5028971" y="2604343"/>
                  </a:lnTo>
                  <a:lnTo>
                    <a:pt x="5100594" y="2599162"/>
                  </a:lnTo>
                  <a:lnTo>
                    <a:pt x="5172216" y="2593951"/>
                  </a:lnTo>
                  <a:lnTo>
                    <a:pt x="5243839" y="2588709"/>
                  </a:lnTo>
                  <a:lnTo>
                    <a:pt x="5315461" y="2583435"/>
                  </a:lnTo>
                  <a:lnTo>
                    <a:pt x="5387084" y="2578131"/>
                  </a:lnTo>
                  <a:lnTo>
                    <a:pt x="5458706" y="2572796"/>
                  </a:lnTo>
                  <a:lnTo>
                    <a:pt x="5530329" y="2567429"/>
                  </a:lnTo>
                  <a:lnTo>
                    <a:pt x="5601951" y="2562031"/>
                  </a:lnTo>
                  <a:lnTo>
                    <a:pt x="5673574" y="2556600"/>
                  </a:lnTo>
                  <a:lnTo>
                    <a:pt x="5745196" y="2551138"/>
                  </a:lnTo>
                  <a:lnTo>
                    <a:pt x="5816819" y="2545644"/>
                  </a:lnTo>
                  <a:lnTo>
                    <a:pt x="5888441" y="2540117"/>
                  </a:lnTo>
                  <a:lnTo>
                    <a:pt x="5960064" y="2534558"/>
                  </a:lnTo>
                  <a:lnTo>
                    <a:pt x="6031686" y="2528966"/>
                  </a:lnTo>
                  <a:lnTo>
                    <a:pt x="6103309" y="2523341"/>
                  </a:lnTo>
                  <a:lnTo>
                    <a:pt x="6174932" y="2517682"/>
                  </a:lnTo>
                  <a:lnTo>
                    <a:pt x="6246554" y="2511991"/>
                  </a:lnTo>
                  <a:lnTo>
                    <a:pt x="6318177" y="2506266"/>
                  </a:lnTo>
                  <a:lnTo>
                    <a:pt x="6389799" y="2500507"/>
                  </a:lnTo>
                  <a:lnTo>
                    <a:pt x="6461422" y="2494714"/>
                  </a:lnTo>
                  <a:lnTo>
                    <a:pt x="6533044" y="2488888"/>
                  </a:lnTo>
                  <a:lnTo>
                    <a:pt x="6604667" y="2483026"/>
                  </a:lnTo>
                  <a:lnTo>
                    <a:pt x="6676289" y="2477131"/>
                  </a:lnTo>
                  <a:lnTo>
                    <a:pt x="6747912" y="2471200"/>
                  </a:lnTo>
                  <a:lnTo>
                    <a:pt x="6819534" y="246523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4728016"/>
              <a:ext cx="7090630" cy="468391"/>
            </a:xfrm>
            <a:custGeom>
              <a:avLst/>
              <a:pathLst>
                <a:path w="7090630" h="468391">
                  <a:moveTo>
                    <a:pt x="7090630" y="468391"/>
                  </a:moveTo>
                  <a:lnTo>
                    <a:pt x="7019007" y="459695"/>
                  </a:lnTo>
                  <a:lnTo>
                    <a:pt x="6947385" y="450790"/>
                  </a:lnTo>
                  <a:lnTo>
                    <a:pt x="6875762" y="441670"/>
                  </a:lnTo>
                  <a:lnTo>
                    <a:pt x="6804139" y="432330"/>
                  </a:lnTo>
                  <a:lnTo>
                    <a:pt x="6732517" y="422765"/>
                  </a:lnTo>
                  <a:lnTo>
                    <a:pt x="6660894" y="412969"/>
                  </a:lnTo>
                  <a:lnTo>
                    <a:pt x="6589272" y="402938"/>
                  </a:lnTo>
                  <a:lnTo>
                    <a:pt x="6517649" y="392664"/>
                  </a:lnTo>
                  <a:lnTo>
                    <a:pt x="6446027" y="382144"/>
                  </a:lnTo>
                  <a:lnTo>
                    <a:pt x="6374404" y="371369"/>
                  </a:lnTo>
                  <a:lnTo>
                    <a:pt x="6302782" y="360335"/>
                  </a:lnTo>
                  <a:lnTo>
                    <a:pt x="6231159" y="349035"/>
                  </a:lnTo>
                  <a:lnTo>
                    <a:pt x="6159537" y="337463"/>
                  </a:lnTo>
                  <a:lnTo>
                    <a:pt x="6087914" y="325612"/>
                  </a:lnTo>
                  <a:lnTo>
                    <a:pt x="6016292" y="313475"/>
                  </a:lnTo>
                  <a:lnTo>
                    <a:pt x="5944669" y="301046"/>
                  </a:lnTo>
                  <a:lnTo>
                    <a:pt x="5873047" y="288317"/>
                  </a:lnTo>
                  <a:lnTo>
                    <a:pt x="5801424" y="275281"/>
                  </a:lnTo>
                  <a:lnTo>
                    <a:pt x="5729802" y="261931"/>
                  </a:lnTo>
                  <a:lnTo>
                    <a:pt x="5658179" y="248260"/>
                  </a:lnTo>
                  <a:lnTo>
                    <a:pt x="5586557" y="234259"/>
                  </a:lnTo>
                  <a:lnTo>
                    <a:pt x="5514934" y="219921"/>
                  </a:lnTo>
                  <a:lnTo>
                    <a:pt x="5443311" y="205237"/>
                  </a:lnTo>
                  <a:lnTo>
                    <a:pt x="5371689" y="190199"/>
                  </a:lnTo>
                  <a:lnTo>
                    <a:pt x="5300066" y="174799"/>
                  </a:lnTo>
                  <a:lnTo>
                    <a:pt x="5228444" y="159028"/>
                  </a:lnTo>
                  <a:lnTo>
                    <a:pt x="5156821" y="142877"/>
                  </a:lnTo>
                  <a:lnTo>
                    <a:pt x="5085199" y="126336"/>
                  </a:lnTo>
                  <a:lnTo>
                    <a:pt x="5013576" y="109397"/>
                  </a:lnTo>
                  <a:lnTo>
                    <a:pt x="4941954" y="92050"/>
                  </a:lnTo>
                  <a:lnTo>
                    <a:pt x="4870331" y="74284"/>
                  </a:lnTo>
                  <a:lnTo>
                    <a:pt x="4798709" y="56091"/>
                  </a:lnTo>
                  <a:lnTo>
                    <a:pt x="4727086" y="37459"/>
                  </a:lnTo>
                  <a:lnTo>
                    <a:pt x="4655464" y="18378"/>
                  </a:lnTo>
                  <a:lnTo>
                    <a:pt x="4583841" y="0"/>
                  </a:lnTo>
                  <a:lnTo>
                    <a:pt x="4512219" y="4856"/>
                  </a:lnTo>
                  <a:lnTo>
                    <a:pt x="4440596" y="9685"/>
                  </a:lnTo>
                  <a:lnTo>
                    <a:pt x="4368974" y="14485"/>
                  </a:lnTo>
                  <a:lnTo>
                    <a:pt x="4297351" y="19257"/>
                  </a:lnTo>
                  <a:lnTo>
                    <a:pt x="4225729" y="24001"/>
                  </a:lnTo>
                  <a:lnTo>
                    <a:pt x="4154106" y="28717"/>
                  </a:lnTo>
                  <a:lnTo>
                    <a:pt x="4082483" y="33405"/>
                  </a:lnTo>
                  <a:lnTo>
                    <a:pt x="4010861" y="38066"/>
                  </a:lnTo>
                  <a:lnTo>
                    <a:pt x="3939238" y="42700"/>
                  </a:lnTo>
                  <a:lnTo>
                    <a:pt x="3867616" y="47307"/>
                  </a:lnTo>
                  <a:lnTo>
                    <a:pt x="3795993" y="51887"/>
                  </a:lnTo>
                  <a:lnTo>
                    <a:pt x="3724371" y="56440"/>
                  </a:lnTo>
                  <a:lnTo>
                    <a:pt x="3652748" y="60966"/>
                  </a:lnTo>
                  <a:lnTo>
                    <a:pt x="3581126" y="65465"/>
                  </a:lnTo>
                  <a:lnTo>
                    <a:pt x="3509503" y="69939"/>
                  </a:lnTo>
                  <a:lnTo>
                    <a:pt x="3437881" y="74386"/>
                  </a:lnTo>
                  <a:lnTo>
                    <a:pt x="3366258" y="78807"/>
                  </a:lnTo>
                  <a:lnTo>
                    <a:pt x="3294636" y="83202"/>
                  </a:lnTo>
                  <a:lnTo>
                    <a:pt x="3223013" y="87572"/>
                  </a:lnTo>
                  <a:lnTo>
                    <a:pt x="3151391" y="91916"/>
                  </a:lnTo>
                  <a:lnTo>
                    <a:pt x="3079768" y="96234"/>
                  </a:lnTo>
                  <a:lnTo>
                    <a:pt x="3008146" y="100527"/>
                  </a:lnTo>
                  <a:lnTo>
                    <a:pt x="2936523" y="104795"/>
                  </a:lnTo>
                  <a:lnTo>
                    <a:pt x="2864901" y="109038"/>
                  </a:lnTo>
                  <a:lnTo>
                    <a:pt x="2793278" y="113256"/>
                  </a:lnTo>
                  <a:lnTo>
                    <a:pt x="2721655" y="117450"/>
                  </a:lnTo>
                  <a:lnTo>
                    <a:pt x="2650033" y="121619"/>
                  </a:lnTo>
                  <a:lnTo>
                    <a:pt x="2578410" y="125763"/>
                  </a:lnTo>
                  <a:lnTo>
                    <a:pt x="2506788" y="129883"/>
                  </a:lnTo>
                  <a:lnTo>
                    <a:pt x="2435165" y="133979"/>
                  </a:lnTo>
                  <a:lnTo>
                    <a:pt x="2363543" y="138051"/>
                  </a:lnTo>
                  <a:lnTo>
                    <a:pt x="2291920" y="142099"/>
                  </a:lnTo>
                  <a:lnTo>
                    <a:pt x="2220298" y="146124"/>
                  </a:lnTo>
                  <a:lnTo>
                    <a:pt x="2148675" y="150125"/>
                  </a:lnTo>
                  <a:lnTo>
                    <a:pt x="2077053" y="154102"/>
                  </a:lnTo>
                  <a:lnTo>
                    <a:pt x="2005430" y="158057"/>
                  </a:lnTo>
                  <a:lnTo>
                    <a:pt x="1933808" y="161988"/>
                  </a:lnTo>
                  <a:lnTo>
                    <a:pt x="1862185" y="165896"/>
                  </a:lnTo>
                  <a:lnTo>
                    <a:pt x="1790563" y="169781"/>
                  </a:lnTo>
                  <a:lnTo>
                    <a:pt x="1718940" y="173643"/>
                  </a:lnTo>
                  <a:lnTo>
                    <a:pt x="1647318" y="177483"/>
                  </a:lnTo>
                  <a:lnTo>
                    <a:pt x="1575695" y="181300"/>
                  </a:lnTo>
                  <a:lnTo>
                    <a:pt x="1504073" y="185095"/>
                  </a:lnTo>
                  <a:lnTo>
                    <a:pt x="1432450" y="188868"/>
                  </a:lnTo>
                  <a:lnTo>
                    <a:pt x="1360827" y="192618"/>
                  </a:lnTo>
                  <a:lnTo>
                    <a:pt x="1289205" y="196347"/>
                  </a:lnTo>
                  <a:lnTo>
                    <a:pt x="1217582" y="200054"/>
                  </a:lnTo>
                  <a:lnTo>
                    <a:pt x="1145960" y="203739"/>
                  </a:lnTo>
                  <a:lnTo>
                    <a:pt x="1074337" y="207402"/>
                  </a:lnTo>
                  <a:lnTo>
                    <a:pt x="1002715" y="211044"/>
                  </a:lnTo>
                  <a:lnTo>
                    <a:pt x="931092" y="214665"/>
                  </a:lnTo>
                  <a:lnTo>
                    <a:pt x="859470" y="218265"/>
                  </a:lnTo>
                  <a:lnTo>
                    <a:pt x="787847" y="221843"/>
                  </a:lnTo>
                  <a:lnTo>
                    <a:pt x="716225" y="225400"/>
                  </a:lnTo>
                  <a:lnTo>
                    <a:pt x="644602" y="228937"/>
                  </a:lnTo>
                  <a:lnTo>
                    <a:pt x="572980" y="232453"/>
                  </a:lnTo>
                  <a:lnTo>
                    <a:pt x="501357" y="235948"/>
                  </a:lnTo>
                  <a:lnTo>
                    <a:pt x="429735" y="239423"/>
                  </a:lnTo>
                  <a:lnTo>
                    <a:pt x="358112" y="242877"/>
                  </a:lnTo>
                  <a:lnTo>
                    <a:pt x="286490" y="246312"/>
                  </a:lnTo>
                  <a:lnTo>
                    <a:pt x="214867" y="249726"/>
                  </a:lnTo>
                  <a:lnTo>
                    <a:pt x="143245" y="253120"/>
                  </a:lnTo>
                  <a:lnTo>
                    <a:pt x="71622" y="256494"/>
                  </a:lnTo>
                  <a:lnTo>
                    <a:pt x="0" y="25984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083960"/>
              <a:ext cx="7090630" cy="867053"/>
            </a:xfrm>
            <a:custGeom>
              <a:avLst/>
              <a:pathLst>
                <a:path w="7090630" h="867053">
                  <a:moveTo>
                    <a:pt x="0" y="0"/>
                  </a:moveTo>
                  <a:lnTo>
                    <a:pt x="71622" y="13155"/>
                  </a:lnTo>
                  <a:lnTo>
                    <a:pt x="143245" y="26193"/>
                  </a:lnTo>
                  <a:lnTo>
                    <a:pt x="214867" y="39115"/>
                  </a:lnTo>
                  <a:lnTo>
                    <a:pt x="286490" y="51921"/>
                  </a:lnTo>
                  <a:lnTo>
                    <a:pt x="358112" y="64613"/>
                  </a:lnTo>
                  <a:lnTo>
                    <a:pt x="429735" y="77192"/>
                  </a:lnTo>
                  <a:lnTo>
                    <a:pt x="501357" y="89658"/>
                  </a:lnTo>
                  <a:lnTo>
                    <a:pt x="572980" y="102013"/>
                  </a:lnTo>
                  <a:lnTo>
                    <a:pt x="644602" y="114258"/>
                  </a:lnTo>
                  <a:lnTo>
                    <a:pt x="716225" y="126394"/>
                  </a:lnTo>
                  <a:lnTo>
                    <a:pt x="787847" y="138421"/>
                  </a:lnTo>
                  <a:lnTo>
                    <a:pt x="859470" y="150340"/>
                  </a:lnTo>
                  <a:lnTo>
                    <a:pt x="931092" y="162153"/>
                  </a:lnTo>
                  <a:lnTo>
                    <a:pt x="1002715" y="173861"/>
                  </a:lnTo>
                  <a:lnTo>
                    <a:pt x="1074337" y="185464"/>
                  </a:lnTo>
                  <a:lnTo>
                    <a:pt x="1145960" y="196964"/>
                  </a:lnTo>
                  <a:lnTo>
                    <a:pt x="1217582" y="208361"/>
                  </a:lnTo>
                  <a:lnTo>
                    <a:pt x="1289205" y="219656"/>
                  </a:lnTo>
                  <a:lnTo>
                    <a:pt x="1360827" y="230850"/>
                  </a:lnTo>
                  <a:lnTo>
                    <a:pt x="1432450" y="241944"/>
                  </a:lnTo>
                  <a:lnTo>
                    <a:pt x="1504073" y="252939"/>
                  </a:lnTo>
                  <a:lnTo>
                    <a:pt x="1575695" y="263836"/>
                  </a:lnTo>
                  <a:lnTo>
                    <a:pt x="1647318" y="274636"/>
                  </a:lnTo>
                  <a:lnTo>
                    <a:pt x="1718940" y="285339"/>
                  </a:lnTo>
                  <a:lnTo>
                    <a:pt x="1790563" y="295947"/>
                  </a:lnTo>
                  <a:lnTo>
                    <a:pt x="1862185" y="306460"/>
                  </a:lnTo>
                  <a:lnTo>
                    <a:pt x="1933808" y="316879"/>
                  </a:lnTo>
                  <a:lnTo>
                    <a:pt x="2005430" y="327205"/>
                  </a:lnTo>
                  <a:lnTo>
                    <a:pt x="2077053" y="337439"/>
                  </a:lnTo>
                  <a:lnTo>
                    <a:pt x="2148675" y="347582"/>
                  </a:lnTo>
                  <a:lnTo>
                    <a:pt x="2220298" y="357634"/>
                  </a:lnTo>
                  <a:lnTo>
                    <a:pt x="2291920" y="367596"/>
                  </a:lnTo>
                  <a:lnTo>
                    <a:pt x="2363543" y="377469"/>
                  </a:lnTo>
                  <a:lnTo>
                    <a:pt x="2435165" y="387254"/>
                  </a:lnTo>
                  <a:lnTo>
                    <a:pt x="2506788" y="396952"/>
                  </a:lnTo>
                  <a:lnTo>
                    <a:pt x="2578410" y="406563"/>
                  </a:lnTo>
                  <a:lnTo>
                    <a:pt x="2650033" y="416088"/>
                  </a:lnTo>
                  <a:lnTo>
                    <a:pt x="2721655" y="425528"/>
                  </a:lnTo>
                  <a:lnTo>
                    <a:pt x="2793278" y="434884"/>
                  </a:lnTo>
                  <a:lnTo>
                    <a:pt x="2864901" y="444157"/>
                  </a:lnTo>
                  <a:lnTo>
                    <a:pt x="2936523" y="453346"/>
                  </a:lnTo>
                  <a:lnTo>
                    <a:pt x="3008146" y="462454"/>
                  </a:lnTo>
                  <a:lnTo>
                    <a:pt x="3079768" y="471480"/>
                  </a:lnTo>
                  <a:lnTo>
                    <a:pt x="3151391" y="480425"/>
                  </a:lnTo>
                  <a:lnTo>
                    <a:pt x="3223013" y="489291"/>
                  </a:lnTo>
                  <a:lnTo>
                    <a:pt x="3294636" y="498078"/>
                  </a:lnTo>
                  <a:lnTo>
                    <a:pt x="3366258" y="506786"/>
                  </a:lnTo>
                  <a:lnTo>
                    <a:pt x="3437881" y="515416"/>
                  </a:lnTo>
                  <a:lnTo>
                    <a:pt x="3509503" y="523969"/>
                  </a:lnTo>
                  <a:lnTo>
                    <a:pt x="3581126" y="532446"/>
                  </a:lnTo>
                  <a:lnTo>
                    <a:pt x="3652748" y="540847"/>
                  </a:lnTo>
                  <a:lnTo>
                    <a:pt x="3724371" y="549174"/>
                  </a:lnTo>
                  <a:lnTo>
                    <a:pt x="3795993" y="557425"/>
                  </a:lnTo>
                  <a:lnTo>
                    <a:pt x="3867616" y="565604"/>
                  </a:lnTo>
                  <a:lnTo>
                    <a:pt x="3939238" y="573709"/>
                  </a:lnTo>
                  <a:lnTo>
                    <a:pt x="4010861" y="581741"/>
                  </a:lnTo>
                  <a:lnTo>
                    <a:pt x="4082483" y="589702"/>
                  </a:lnTo>
                  <a:lnTo>
                    <a:pt x="4154106" y="597592"/>
                  </a:lnTo>
                  <a:lnTo>
                    <a:pt x="4225729" y="605412"/>
                  </a:lnTo>
                  <a:lnTo>
                    <a:pt x="4297351" y="613161"/>
                  </a:lnTo>
                  <a:lnTo>
                    <a:pt x="4368974" y="620842"/>
                  </a:lnTo>
                  <a:lnTo>
                    <a:pt x="4440596" y="628454"/>
                  </a:lnTo>
                  <a:lnTo>
                    <a:pt x="4512219" y="635998"/>
                  </a:lnTo>
                  <a:lnTo>
                    <a:pt x="4583841" y="643474"/>
                  </a:lnTo>
                  <a:lnTo>
                    <a:pt x="4655464" y="650884"/>
                  </a:lnTo>
                  <a:lnTo>
                    <a:pt x="4727086" y="658228"/>
                  </a:lnTo>
                  <a:lnTo>
                    <a:pt x="4798709" y="665506"/>
                  </a:lnTo>
                  <a:lnTo>
                    <a:pt x="4870331" y="672719"/>
                  </a:lnTo>
                  <a:lnTo>
                    <a:pt x="4941954" y="679867"/>
                  </a:lnTo>
                  <a:lnTo>
                    <a:pt x="5013576" y="686952"/>
                  </a:lnTo>
                  <a:lnTo>
                    <a:pt x="5085199" y="693974"/>
                  </a:lnTo>
                  <a:lnTo>
                    <a:pt x="5156821" y="700932"/>
                  </a:lnTo>
                  <a:lnTo>
                    <a:pt x="5228444" y="707829"/>
                  </a:lnTo>
                  <a:lnTo>
                    <a:pt x="5300066" y="714664"/>
                  </a:lnTo>
                  <a:lnTo>
                    <a:pt x="5371689" y="721438"/>
                  </a:lnTo>
                  <a:lnTo>
                    <a:pt x="5443311" y="728152"/>
                  </a:lnTo>
                  <a:lnTo>
                    <a:pt x="5514934" y="734806"/>
                  </a:lnTo>
                  <a:lnTo>
                    <a:pt x="5586557" y="741400"/>
                  </a:lnTo>
                  <a:lnTo>
                    <a:pt x="5658179" y="747935"/>
                  </a:lnTo>
                  <a:lnTo>
                    <a:pt x="5729802" y="754412"/>
                  </a:lnTo>
                  <a:lnTo>
                    <a:pt x="5801424" y="760831"/>
                  </a:lnTo>
                  <a:lnTo>
                    <a:pt x="5873047" y="767193"/>
                  </a:lnTo>
                  <a:lnTo>
                    <a:pt x="5944669" y="773498"/>
                  </a:lnTo>
                  <a:lnTo>
                    <a:pt x="6016292" y="779747"/>
                  </a:lnTo>
                  <a:lnTo>
                    <a:pt x="6087914" y="785940"/>
                  </a:lnTo>
                  <a:lnTo>
                    <a:pt x="6159537" y="792078"/>
                  </a:lnTo>
                  <a:lnTo>
                    <a:pt x="6231159" y="798160"/>
                  </a:lnTo>
                  <a:lnTo>
                    <a:pt x="6302782" y="804189"/>
                  </a:lnTo>
                  <a:lnTo>
                    <a:pt x="6374404" y="810164"/>
                  </a:lnTo>
                  <a:lnTo>
                    <a:pt x="6446027" y="816085"/>
                  </a:lnTo>
                  <a:lnTo>
                    <a:pt x="6517649" y="821953"/>
                  </a:lnTo>
                  <a:lnTo>
                    <a:pt x="6589272" y="827769"/>
                  </a:lnTo>
                  <a:lnTo>
                    <a:pt x="6660894" y="833534"/>
                  </a:lnTo>
                  <a:lnTo>
                    <a:pt x="6732517" y="839246"/>
                  </a:lnTo>
                  <a:lnTo>
                    <a:pt x="6804139" y="844908"/>
                  </a:lnTo>
                  <a:lnTo>
                    <a:pt x="6875762" y="850519"/>
                  </a:lnTo>
                  <a:lnTo>
                    <a:pt x="6947385" y="856080"/>
                  </a:lnTo>
                  <a:lnTo>
                    <a:pt x="7019007" y="861591"/>
                  </a:lnTo>
                  <a:lnTo>
                    <a:pt x="7090630" y="86705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5759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046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687107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20182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5727471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817232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36" name="tx36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896563"/>
              <a:ext cx="6991776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1.13 (0.92-1.39), p_Bonf = 1.000 (n = 6)  |  per IQR decline (Δ = 23.9): 1.34 (0.82-2.20)  |  IQR: [-12.7, 11.2]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817517" y="1669789"/>
              <a:ext cx="3499683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2026-10-09T13:21:30Z</dcterms:modified>
  <cp:category/>
</cp:coreProperties>
</file>