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08028"/>
            </a:xfrm>
            <a:custGeom>
              <a:avLst/>
              <a:pathLst>
                <a:path w="7090630" h="3108028">
                  <a:moveTo>
                    <a:pt x="43012" y="0"/>
                  </a:moveTo>
                  <a:lnTo>
                    <a:pt x="71622" y="31565"/>
                  </a:lnTo>
                  <a:lnTo>
                    <a:pt x="143245" y="108817"/>
                  </a:lnTo>
                  <a:lnTo>
                    <a:pt x="214867" y="184340"/>
                  </a:lnTo>
                  <a:lnTo>
                    <a:pt x="286490" y="258173"/>
                  </a:lnTo>
                  <a:lnTo>
                    <a:pt x="358112" y="330354"/>
                  </a:lnTo>
                  <a:lnTo>
                    <a:pt x="429735" y="400919"/>
                  </a:lnTo>
                  <a:lnTo>
                    <a:pt x="501357" y="469906"/>
                  </a:lnTo>
                  <a:lnTo>
                    <a:pt x="572980" y="537348"/>
                  </a:lnTo>
                  <a:lnTo>
                    <a:pt x="644602" y="603282"/>
                  </a:lnTo>
                  <a:lnTo>
                    <a:pt x="716225" y="667740"/>
                  </a:lnTo>
                  <a:lnTo>
                    <a:pt x="787847" y="730756"/>
                  </a:lnTo>
                  <a:lnTo>
                    <a:pt x="859470" y="792361"/>
                  </a:lnTo>
                  <a:lnTo>
                    <a:pt x="931092" y="852588"/>
                  </a:lnTo>
                  <a:lnTo>
                    <a:pt x="1002715" y="911467"/>
                  </a:lnTo>
                  <a:lnTo>
                    <a:pt x="1074337" y="969029"/>
                  </a:lnTo>
                  <a:lnTo>
                    <a:pt x="1145960" y="1025302"/>
                  </a:lnTo>
                  <a:lnTo>
                    <a:pt x="1217582" y="1080317"/>
                  </a:lnTo>
                  <a:lnTo>
                    <a:pt x="1289205" y="1134100"/>
                  </a:lnTo>
                  <a:lnTo>
                    <a:pt x="1360827" y="1186679"/>
                  </a:lnTo>
                  <a:lnTo>
                    <a:pt x="1432450" y="1238082"/>
                  </a:lnTo>
                  <a:lnTo>
                    <a:pt x="1504073" y="1288335"/>
                  </a:lnTo>
                  <a:lnTo>
                    <a:pt x="1575695" y="1337463"/>
                  </a:lnTo>
                  <a:lnTo>
                    <a:pt x="1647318" y="1385492"/>
                  </a:lnTo>
                  <a:lnTo>
                    <a:pt x="1718940" y="1432446"/>
                  </a:lnTo>
                  <a:lnTo>
                    <a:pt x="1790563" y="1478349"/>
                  </a:lnTo>
                  <a:lnTo>
                    <a:pt x="1862185" y="1523225"/>
                  </a:lnTo>
                  <a:lnTo>
                    <a:pt x="1933808" y="1567097"/>
                  </a:lnTo>
                  <a:lnTo>
                    <a:pt x="2005430" y="1609988"/>
                  </a:lnTo>
                  <a:lnTo>
                    <a:pt x="2077053" y="1651918"/>
                  </a:lnTo>
                  <a:lnTo>
                    <a:pt x="2148675" y="1692910"/>
                  </a:lnTo>
                  <a:lnTo>
                    <a:pt x="2220298" y="1732985"/>
                  </a:lnTo>
                  <a:lnTo>
                    <a:pt x="2291920" y="1772163"/>
                  </a:lnTo>
                  <a:lnTo>
                    <a:pt x="2363543" y="1810464"/>
                  </a:lnTo>
                  <a:lnTo>
                    <a:pt x="2435165" y="1847908"/>
                  </a:lnTo>
                  <a:lnTo>
                    <a:pt x="2506788" y="1884514"/>
                  </a:lnTo>
                  <a:lnTo>
                    <a:pt x="2578410" y="1920301"/>
                  </a:lnTo>
                  <a:lnTo>
                    <a:pt x="2650033" y="1955288"/>
                  </a:lnTo>
                  <a:lnTo>
                    <a:pt x="2721655" y="1989491"/>
                  </a:lnTo>
                  <a:lnTo>
                    <a:pt x="2793278" y="2022929"/>
                  </a:lnTo>
                  <a:lnTo>
                    <a:pt x="2864901" y="2055619"/>
                  </a:lnTo>
                  <a:lnTo>
                    <a:pt x="2936523" y="2087577"/>
                  </a:lnTo>
                  <a:lnTo>
                    <a:pt x="3008146" y="2118820"/>
                  </a:lnTo>
                  <a:lnTo>
                    <a:pt x="3079768" y="2149364"/>
                  </a:lnTo>
                  <a:lnTo>
                    <a:pt x="3151391" y="2179224"/>
                  </a:lnTo>
                  <a:lnTo>
                    <a:pt x="3223013" y="2208416"/>
                  </a:lnTo>
                  <a:lnTo>
                    <a:pt x="3294636" y="2236955"/>
                  </a:lnTo>
                  <a:lnTo>
                    <a:pt x="3366258" y="2264855"/>
                  </a:lnTo>
                  <a:lnTo>
                    <a:pt x="3437881" y="2292131"/>
                  </a:lnTo>
                  <a:lnTo>
                    <a:pt x="3509503" y="2318797"/>
                  </a:lnTo>
                  <a:lnTo>
                    <a:pt x="3581126" y="2344866"/>
                  </a:lnTo>
                  <a:lnTo>
                    <a:pt x="3652748" y="2370351"/>
                  </a:lnTo>
                  <a:lnTo>
                    <a:pt x="3724371" y="2395266"/>
                  </a:lnTo>
                  <a:lnTo>
                    <a:pt x="3795993" y="2419624"/>
                  </a:lnTo>
                  <a:lnTo>
                    <a:pt x="3867616" y="2443437"/>
                  </a:lnTo>
                  <a:lnTo>
                    <a:pt x="3939238" y="2466716"/>
                  </a:lnTo>
                  <a:lnTo>
                    <a:pt x="4010861" y="2489475"/>
                  </a:lnTo>
                  <a:lnTo>
                    <a:pt x="4082483" y="2511725"/>
                  </a:lnTo>
                  <a:lnTo>
                    <a:pt x="4154106" y="2533476"/>
                  </a:lnTo>
                  <a:lnTo>
                    <a:pt x="4225729" y="2554741"/>
                  </a:lnTo>
                  <a:lnTo>
                    <a:pt x="4297351" y="2575530"/>
                  </a:lnTo>
                  <a:lnTo>
                    <a:pt x="4368974" y="2595854"/>
                  </a:lnTo>
                  <a:lnTo>
                    <a:pt x="4440596" y="2615723"/>
                  </a:lnTo>
                  <a:lnTo>
                    <a:pt x="4512219" y="2635147"/>
                  </a:lnTo>
                  <a:lnTo>
                    <a:pt x="4583841" y="2654137"/>
                  </a:lnTo>
                  <a:lnTo>
                    <a:pt x="4655464" y="2648764"/>
                  </a:lnTo>
                  <a:lnTo>
                    <a:pt x="4727086" y="2643165"/>
                  </a:lnTo>
                  <a:lnTo>
                    <a:pt x="4798709" y="2637529"/>
                  </a:lnTo>
                  <a:lnTo>
                    <a:pt x="4870331" y="2631855"/>
                  </a:lnTo>
                  <a:lnTo>
                    <a:pt x="4941954" y="2626142"/>
                  </a:lnTo>
                  <a:lnTo>
                    <a:pt x="5013576" y="2620392"/>
                  </a:lnTo>
                  <a:lnTo>
                    <a:pt x="5085199" y="2614602"/>
                  </a:lnTo>
                  <a:lnTo>
                    <a:pt x="5156821" y="2608774"/>
                  </a:lnTo>
                  <a:lnTo>
                    <a:pt x="5228444" y="2602907"/>
                  </a:lnTo>
                  <a:lnTo>
                    <a:pt x="5300066" y="2597001"/>
                  </a:lnTo>
                  <a:lnTo>
                    <a:pt x="5371689" y="2591055"/>
                  </a:lnTo>
                  <a:lnTo>
                    <a:pt x="5443311" y="2585069"/>
                  </a:lnTo>
                  <a:lnTo>
                    <a:pt x="5514934" y="2579043"/>
                  </a:lnTo>
                  <a:lnTo>
                    <a:pt x="5586557" y="2572976"/>
                  </a:lnTo>
                  <a:lnTo>
                    <a:pt x="5658179" y="2566869"/>
                  </a:lnTo>
                  <a:lnTo>
                    <a:pt x="5729802" y="2560721"/>
                  </a:lnTo>
                  <a:lnTo>
                    <a:pt x="5801424" y="2554532"/>
                  </a:lnTo>
                  <a:lnTo>
                    <a:pt x="5873047" y="2548301"/>
                  </a:lnTo>
                  <a:lnTo>
                    <a:pt x="5944669" y="2542028"/>
                  </a:lnTo>
                  <a:lnTo>
                    <a:pt x="6016292" y="2535714"/>
                  </a:lnTo>
                  <a:lnTo>
                    <a:pt x="6087914" y="2529357"/>
                  </a:lnTo>
                  <a:lnTo>
                    <a:pt x="6159537" y="2522957"/>
                  </a:lnTo>
                  <a:lnTo>
                    <a:pt x="6231159" y="2516514"/>
                  </a:lnTo>
                  <a:lnTo>
                    <a:pt x="6302782" y="2510029"/>
                  </a:lnTo>
                  <a:lnTo>
                    <a:pt x="6374404" y="2503500"/>
                  </a:lnTo>
                  <a:lnTo>
                    <a:pt x="6446027" y="2496926"/>
                  </a:lnTo>
                  <a:lnTo>
                    <a:pt x="6517649" y="2490309"/>
                  </a:lnTo>
                  <a:lnTo>
                    <a:pt x="6589272" y="2483648"/>
                  </a:lnTo>
                  <a:lnTo>
                    <a:pt x="6660894" y="2476942"/>
                  </a:lnTo>
                  <a:lnTo>
                    <a:pt x="6732517" y="2470191"/>
                  </a:lnTo>
                  <a:lnTo>
                    <a:pt x="6804139" y="2463394"/>
                  </a:lnTo>
                  <a:lnTo>
                    <a:pt x="6875762" y="2456552"/>
                  </a:lnTo>
                  <a:lnTo>
                    <a:pt x="6947385" y="2449665"/>
                  </a:lnTo>
                  <a:lnTo>
                    <a:pt x="7019007" y="2442731"/>
                  </a:lnTo>
                  <a:lnTo>
                    <a:pt x="7090630" y="2435750"/>
                  </a:lnTo>
                  <a:lnTo>
                    <a:pt x="7090630" y="3108028"/>
                  </a:lnTo>
                  <a:lnTo>
                    <a:pt x="7019007" y="3099428"/>
                  </a:lnTo>
                  <a:lnTo>
                    <a:pt x="6947385" y="3090631"/>
                  </a:lnTo>
                  <a:lnTo>
                    <a:pt x="6875762" y="3081632"/>
                  </a:lnTo>
                  <a:lnTo>
                    <a:pt x="6804139" y="3072428"/>
                  </a:lnTo>
                  <a:lnTo>
                    <a:pt x="6732517" y="3063013"/>
                  </a:lnTo>
                  <a:lnTo>
                    <a:pt x="6660894" y="3053382"/>
                  </a:lnTo>
                  <a:lnTo>
                    <a:pt x="6589272" y="3043531"/>
                  </a:lnTo>
                  <a:lnTo>
                    <a:pt x="6517649" y="3033455"/>
                  </a:lnTo>
                  <a:lnTo>
                    <a:pt x="6446027" y="3023148"/>
                  </a:lnTo>
                  <a:lnTo>
                    <a:pt x="6374404" y="3012605"/>
                  </a:lnTo>
                  <a:lnTo>
                    <a:pt x="6302782" y="3001820"/>
                  </a:lnTo>
                  <a:lnTo>
                    <a:pt x="6231159" y="2990789"/>
                  </a:lnTo>
                  <a:lnTo>
                    <a:pt x="6159537" y="2979505"/>
                  </a:lnTo>
                  <a:lnTo>
                    <a:pt x="6087914" y="2967963"/>
                  </a:lnTo>
                  <a:lnTo>
                    <a:pt x="6016292" y="2956157"/>
                  </a:lnTo>
                  <a:lnTo>
                    <a:pt x="5944669" y="2944080"/>
                  </a:lnTo>
                  <a:lnTo>
                    <a:pt x="5873047" y="2931728"/>
                  </a:lnTo>
                  <a:lnTo>
                    <a:pt x="5801424" y="2919092"/>
                  </a:lnTo>
                  <a:lnTo>
                    <a:pt x="5729802" y="2906167"/>
                  </a:lnTo>
                  <a:lnTo>
                    <a:pt x="5658179" y="2892946"/>
                  </a:lnTo>
                  <a:lnTo>
                    <a:pt x="5586557" y="2879423"/>
                  </a:lnTo>
                  <a:lnTo>
                    <a:pt x="5514934" y="2865590"/>
                  </a:lnTo>
                  <a:lnTo>
                    <a:pt x="5443311" y="2851441"/>
                  </a:lnTo>
                  <a:lnTo>
                    <a:pt x="5371689" y="2836967"/>
                  </a:lnTo>
                  <a:lnTo>
                    <a:pt x="5300066" y="2822162"/>
                  </a:lnTo>
                  <a:lnTo>
                    <a:pt x="5228444" y="2807019"/>
                  </a:lnTo>
                  <a:lnTo>
                    <a:pt x="5156821" y="2791529"/>
                  </a:lnTo>
                  <a:lnTo>
                    <a:pt x="5085199" y="2775684"/>
                  </a:lnTo>
                  <a:lnTo>
                    <a:pt x="5013576" y="2759476"/>
                  </a:lnTo>
                  <a:lnTo>
                    <a:pt x="4941954" y="2742898"/>
                  </a:lnTo>
                  <a:lnTo>
                    <a:pt x="4870331" y="2725940"/>
                  </a:lnTo>
                  <a:lnTo>
                    <a:pt x="4798709" y="2708594"/>
                  </a:lnTo>
                  <a:lnTo>
                    <a:pt x="4727086" y="2690851"/>
                  </a:lnTo>
                  <a:lnTo>
                    <a:pt x="4655464" y="2672701"/>
                  </a:lnTo>
                  <a:lnTo>
                    <a:pt x="4583841" y="2654326"/>
                  </a:lnTo>
                  <a:lnTo>
                    <a:pt x="4512219" y="2659851"/>
                  </a:lnTo>
                  <a:lnTo>
                    <a:pt x="4440596" y="2665338"/>
                  </a:lnTo>
                  <a:lnTo>
                    <a:pt x="4368974" y="2670790"/>
                  </a:lnTo>
                  <a:lnTo>
                    <a:pt x="4297351" y="2676205"/>
                  </a:lnTo>
                  <a:lnTo>
                    <a:pt x="4225729" y="2681584"/>
                  </a:lnTo>
                  <a:lnTo>
                    <a:pt x="4154106" y="2686927"/>
                  </a:lnTo>
                  <a:lnTo>
                    <a:pt x="4082483" y="2692234"/>
                  </a:lnTo>
                  <a:lnTo>
                    <a:pt x="4010861" y="2697506"/>
                  </a:lnTo>
                  <a:lnTo>
                    <a:pt x="3939238" y="2702743"/>
                  </a:lnTo>
                  <a:lnTo>
                    <a:pt x="3867616" y="2707945"/>
                  </a:lnTo>
                  <a:lnTo>
                    <a:pt x="3795993" y="2713113"/>
                  </a:lnTo>
                  <a:lnTo>
                    <a:pt x="3724371" y="2718246"/>
                  </a:lnTo>
                  <a:lnTo>
                    <a:pt x="3652748" y="2723345"/>
                  </a:lnTo>
                  <a:lnTo>
                    <a:pt x="3581126" y="2728410"/>
                  </a:lnTo>
                  <a:lnTo>
                    <a:pt x="3509503" y="2733441"/>
                  </a:lnTo>
                  <a:lnTo>
                    <a:pt x="3437881" y="2738438"/>
                  </a:lnTo>
                  <a:lnTo>
                    <a:pt x="3366258" y="2743403"/>
                  </a:lnTo>
                  <a:lnTo>
                    <a:pt x="3294636" y="2748334"/>
                  </a:lnTo>
                  <a:lnTo>
                    <a:pt x="3223013" y="2753232"/>
                  </a:lnTo>
                  <a:lnTo>
                    <a:pt x="3151391" y="2758098"/>
                  </a:lnTo>
                  <a:lnTo>
                    <a:pt x="3079768" y="2762932"/>
                  </a:lnTo>
                  <a:lnTo>
                    <a:pt x="3008146" y="2767733"/>
                  </a:lnTo>
                  <a:lnTo>
                    <a:pt x="2936523" y="2772502"/>
                  </a:lnTo>
                  <a:lnTo>
                    <a:pt x="2864901" y="2777240"/>
                  </a:lnTo>
                  <a:lnTo>
                    <a:pt x="2793278" y="2781945"/>
                  </a:lnTo>
                  <a:lnTo>
                    <a:pt x="2721655" y="2786620"/>
                  </a:lnTo>
                  <a:lnTo>
                    <a:pt x="2650033" y="2791263"/>
                  </a:lnTo>
                  <a:lnTo>
                    <a:pt x="2578410" y="2795876"/>
                  </a:lnTo>
                  <a:lnTo>
                    <a:pt x="2506788" y="2800458"/>
                  </a:lnTo>
                  <a:lnTo>
                    <a:pt x="2435165" y="2805009"/>
                  </a:lnTo>
                  <a:lnTo>
                    <a:pt x="2363543" y="2809530"/>
                  </a:lnTo>
                  <a:lnTo>
                    <a:pt x="2291920" y="2814021"/>
                  </a:lnTo>
                  <a:lnTo>
                    <a:pt x="2220298" y="2818482"/>
                  </a:lnTo>
                  <a:lnTo>
                    <a:pt x="2148675" y="2822913"/>
                  </a:lnTo>
                  <a:lnTo>
                    <a:pt x="2077053" y="2827315"/>
                  </a:lnTo>
                  <a:lnTo>
                    <a:pt x="2005430" y="2831687"/>
                  </a:lnTo>
                  <a:lnTo>
                    <a:pt x="1933808" y="2836030"/>
                  </a:lnTo>
                  <a:lnTo>
                    <a:pt x="1862185" y="2840345"/>
                  </a:lnTo>
                  <a:lnTo>
                    <a:pt x="1790563" y="2844630"/>
                  </a:lnTo>
                  <a:lnTo>
                    <a:pt x="1718940" y="2848887"/>
                  </a:lnTo>
                  <a:lnTo>
                    <a:pt x="1647318" y="2853116"/>
                  </a:lnTo>
                  <a:lnTo>
                    <a:pt x="1575695" y="2857316"/>
                  </a:lnTo>
                  <a:lnTo>
                    <a:pt x="1504073" y="2861489"/>
                  </a:lnTo>
                  <a:lnTo>
                    <a:pt x="1432450" y="2865634"/>
                  </a:lnTo>
                  <a:lnTo>
                    <a:pt x="1360827" y="2869751"/>
                  </a:lnTo>
                  <a:lnTo>
                    <a:pt x="1289205" y="2873840"/>
                  </a:lnTo>
                  <a:lnTo>
                    <a:pt x="1217582" y="2877903"/>
                  </a:lnTo>
                  <a:lnTo>
                    <a:pt x="1145960" y="2881938"/>
                  </a:lnTo>
                  <a:lnTo>
                    <a:pt x="1074337" y="2885947"/>
                  </a:lnTo>
                  <a:lnTo>
                    <a:pt x="1002715" y="2889929"/>
                  </a:lnTo>
                  <a:lnTo>
                    <a:pt x="931092" y="2893884"/>
                  </a:lnTo>
                  <a:lnTo>
                    <a:pt x="859470" y="2897813"/>
                  </a:lnTo>
                  <a:lnTo>
                    <a:pt x="787847" y="2901716"/>
                  </a:lnTo>
                  <a:lnTo>
                    <a:pt x="716225" y="2905593"/>
                  </a:lnTo>
                  <a:lnTo>
                    <a:pt x="644602" y="2909443"/>
                  </a:lnTo>
                  <a:lnTo>
                    <a:pt x="572980" y="2913269"/>
                  </a:lnTo>
                  <a:lnTo>
                    <a:pt x="501357" y="2917069"/>
                  </a:lnTo>
                  <a:lnTo>
                    <a:pt x="429735" y="2920843"/>
                  </a:lnTo>
                  <a:lnTo>
                    <a:pt x="358112" y="2924593"/>
                  </a:lnTo>
                  <a:lnTo>
                    <a:pt x="286490" y="2928317"/>
                  </a:lnTo>
                  <a:lnTo>
                    <a:pt x="214867" y="2932017"/>
                  </a:lnTo>
                  <a:lnTo>
                    <a:pt x="143245" y="2935692"/>
                  </a:lnTo>
                  <a:lnTo>
                    <a:pt x="71622" y="2939342"/>
                  </a:lnTo>
                  <a:lnTo>
                    <a:pt x="0" y="29429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15061" y="2073503"/>
              <a:ext cx="7047617" cy="2654137"/>
            </a:xfrm>
            <a:custGeom>
              <a:avLst/>
              <a:pathLst>
                <a:path w="7047617" h="2654137">
                  <a:moveTo>
                    <a:pt x="0" y="0"/>
                  </a:moveTo>
                  <a:lnTo>
                    <a:pt x="28610" y="31565"/>
                  </a:lnTo>
                  <a:lnTo>
                    <a:pt x="100232" y="108817"/>
                  </a:lnTo>
                  <a:lnTo>
                    <a:pt x="171855" y="184340"/>
                  </a:lnTo>
                  <a:lnTo>
                    <a:pt x="243477" y="258173"/>
                  </a:lnTo>
                  <a:lnTo>
                    <a:pt x="315100" y="330354"/>
                  </a:lnTo>
                  <a:lnTo>
                    <a:pt x="386723" y="400919"/>
                  </a:lnTo>
                  <a:lnTo>
                    <a:pt x="458345" y="469906"/>
                  </a:lnTo>
                  <a:lnTo>
                    <a:pt x="529968" y="537348"/>
                  </a:lnTo>
                  <a:lnTo>
                    <a:pt x="601590" y="603282"/>
                  </a:lnTo>
                  <a:lnTo>
                    <a:pt x="673213" y="667740"/>
                  </a:lnTo>
                  <a:lnTo>
                    <a:pt x="744835" y="730756"/>
                  </a:lnTo>
                  <a:lnTo>
                    <a:pt x="816458" y="792361"/>
                  </a:lnTo>
                  <a:lnTo>
                    <a:pt x="888080" y="852588"/>
                  </a:lnTo>
                  <a:lnTo>
                    <a:pt x="959703" y="911467"/>
                  </a:lnTo>
                  <a:lnTo>
                    <a:pt x="1031325" y="969029"/>
                  </a:lnTo>
                  <a:lnTo>
                    <a:pt x="1102948" y="1025302"/>
                  </a:lnTo>
                  <a:lnTo>
                    <a:pt x="1174570" y="1080317"/>
                  </a:lnTo>
                  <a:lnTo>
                    <a:pt x="1246193" y="1134100"/>
                  </a:lnTo>
                  <a:lnTo>
                    <a:pt x="1317815" y="1186679"/>
                  </a:lnTo>
                  <a:lnTo>
                    <a:pt x="1389438" y="1238082"/>
                  </a:lnTo>
                  <a:lnTo>
                    <a:pt x="1461060" y="1288335"/>
                  </a:lnTo>
                  <a:lnTo>
                    <a:pt x="1532683" y="1337463"/>
                  </a:lnTo>
                  <a:lnTo>
                    <a:pt x="1604305" y="1385492"/>
                  </a:lnTo>
                  <a:lnTo>
                    <a:pt x="1675928" y="1432446"/>
                  </a:lnTo>
                  <a:lnTo>
                    <a:pt x="1747551" y="1478349"/>
                  </a:lnTo>
                  <a:lnTo>
                    <a:pt x="1819173" y="1523225"/>
                  </a:lnTo>
                  <a:lnTo>
                    <a:pt x="1890796" y="1567097"/>
                  </a:lnTo>
                  <a:lnTo>
                    <a:pt x="1962418" y="1609988"/>
                  </a:lnTo>
                  <a:lnTo>
                    <a:pt x="2034041" y="1651918"/>
                  </a:lnTo>
                  <a:lnTo>
                    <a:pt x="2105663" y="1692910"/>
                  </a:lnTo>
                  <a:lnTo>
                    <a:pt x="2177286" y="1732985"/>
                  </a:lnTo>
                  <a:lnTo>
                    <a:pt x="2248908" y="1772163"/>
                  </a:lnTo>
                  <a:lnTo>
                    <a:pt x="2320531" y="1810464"/>
                  </a:lnTo>
                  <a:lnTo>
                    <a:pt x="2392153" y="1847908"/>
                  </a:lnTo>
                  <a:lnTo>
                    <a:pt x="2463776" y="1884514"/>
                  </a:lnTo>
                  <a:lnTo>
                    <a:pt x="2535398" y="1920301"/>
                  </a:lnTo>
                  <a:lnTo>
                    <a:pt x="2607021" y="1955288"/>
                  </a:lnTo>
                  <a:lnTo>
                    <a:pt x="2678643" y="1989491"/>
                  </a:lnTo>
                  <a:lnTo>
                    <a:pt x="2750266" y="2022929"/>
                  </a:lnTo>
                  <a:lnTo>
                    <a:pt x="2821888" y="2055619"/>
                  </a:lnTo>
                  <a:lnTo>
                    <a:pt x="2893511" y="2087577"/>
                  </a:lnTo>
                  <a:lnTo>
                    <a:pt x="2965133" y="2118820"/>
                  </a:lnTo>
                  <a:lnTo>
                    <a:pt x="3036756" y="2149364"/>
                  </a:lnTo>
                  <a:lnTo>
                    <a:pt x="3108379" y="2179224"/>
                  </a:lnTo>
                  <a:lnTo>
                    <a:pt x="3180001" y="2208416"/>
                  </a:lnTo>
                  <a:lnTo>
                    <a:pt x="3251624" y="2236955"/>
                  </a:lnTo>
                  <a:lnTo>
                    <a:pt x="3323246" y="2264855"/>
                  </a:lnTo>
                  <a:lnTo>
                    <a:pt x="3394869" y="2292131"/>
                  </a:lnTo>
                  <a:lnTo>
                    <a:pt x="3466491" y="2318797"/>
                  </a:lnTo>
                  <a:lnTo>
                    <a:pt x="3538114" y="2344866"/>
                  </a:lnTo>
                  <a:lnTo>
                    <a:pt x="3609736" y="2370351"/>
                  </a:lnTo>
                  <a:lnTo>
                    <a:pt x="3681359" y="2395266"/>
                  </a:lnTo>
                  <a:lnTo>
                    <a:pt x="3752981" y="2419624"/>
                  </a:lnTo>
                  <a:lnTo>
                    <a:pt x="3824604" y="2443437"/>
                  </a:lnTo>
                  <a:lnTo>
                    <a:pt x="3896226" y="2466716"/>
                  </a:lnTo>
                  <a:lnTo>
                    <a:pt x="3967849" y="2489475"/>
                  </a:lnTo>
                  <a:lnTo>
                    <a:pt x="4039471" y="2511725"/>
                  </a:lnTo>
                  <a:lnTo>
                    <a:pt x="4111094" y="2533476"/>
                  </a:lnTo>
                  <a:lnTo>
                    <a:pt x="4182716" y="2554741"/>
                  </a:lnTo>
                  <a:lnTo>
                    <a:pt x="4254339" y="2575530"/>
                  </a:lnTo>
                  <a:lnTo>
                    <a:pt x="4325961" y="2595854"/>
                  </a:lnTo>
                  <a:lnTo>
                    <a:pt x="4397584" y="2615723"/>
                  </a:lnTo>
                  <a:lnTo>
                    <a:pt x="4469207" y="2635147"/>
                  </a:lnTo>
                  <a:lnTo>
                    <a:pt x="4540829" y="2654137"/>
                  </a:lnTo>
                  <a:lnTo>
                    <a:pt x="4612452" y="2648764"/>
                  </a:lnTo>
                  <a:lnTo>
                    <a:pt x="4684074" y="2643165"/>
                  </a:lnTo>
                  <a:lnTo>
                    <a:pt x="4755697" y="2637529"/>
                  </a:lnTo>
                  <a:lnTo>
                    <a:pt x="4827319" y="2631855"/>
                  </a:lnTo>
                  <a:lnTo>
                    <a:pt x="4898942" y="2626142"/>
                  </a:lnTo>
                  <a:lnTo>
                    <a:pt x="4970564" y="2620392"/>
                  </a:lnTo>
                  <a:lnTo>
                    <a:pt x="5042187" y="2614602"/>
                  </a:lnTo>
                  <a:lnTo>
                    <a:pt x="5113809" y="2608774"/>
                  </a:lnTo>
                  <a:lnTo>
                    <a:pt x="5185432" y="2602907"/>
                  </a:lnTo>
                  <a:lnTo>
                    <a:pt x="5257054" y="2597001"/>
                  </a:lnTo>
                  <a:lnTo>
                    <a:pt x="5328677" y="2591055"/>
                  </a:lnTo>
                  <a:lnTo>
                    <a:pt x="5400299" y="2585069"/>
                  </a:lnTo>
                  <a:lnTo>
                    <a:pt x="5471922" y="2579043"/>
                  </a:lnTo>
                  <a:lnTo>
                    <a:pt x="5543544" y="2572976"/>
                  </a:lnTo>
                  <a:lnTo>
                    <a:pt x="5615167" y="2566869"/>
                  </a:lnTo>
                  <a:lnTo>
                    <a:pt x="5686789" y="2560721"/>
                  </a:lnTo>
                  <a:lnTo>
                    <a:pt x="5758412" y="2554532"/>
                  </a:lnTo>
                  <a:lnTo>
                    <a:pt x="5830035" y="2548301"/>
                  </a:lnTo>
                  <a:lnTo>
                    <a:pt x="5901657" y="2542028"/>
                  </a:lnTo>
                  <a:lnTo>
                    <a:pt x="5973280" y="2535714"/>
                  </a:lnTo>
                  <a:lnTo>
                    <a:pt x="6044902" y="2529357"/>
                  </a:lnTo>
                  <a:lnTo>
                    <a:pt x="6116525" y="2522957"/>
                  </a:lnTo>
                  <a:lnTo>
                    <a:pt x="6188147" y="2516514"/>
                  </a:lnTo>
                  <a:lnTo>
                    <a:pt x="6259770" y="2510029"/>
                  </a:lnTo>
                  <a:lnTo>
                    <a:pt x="6331392" y="2503500"/>
                  </a:lnTo>
                  <a:lnTo>
                    <a:pt x="6403015" y="2496926"/>
                  </a:lnTo>
                  <a:lnTo>
                    <a:pt x="6474637" y="2490309"/>
                  </a:lnTo>
                  <a:lnTo>
                    <a:pt x="6546260" y="2483648"/>
                  </a:lnTo>
                  <a:lnTo>
                    <a:pt x="6617882" y="2476942"/>
                  </a:lnTo>
                  <a:lnTo>
                    <a:pt x="6689505" y="2470191"/>
                  </a:lnTo>
                  <a:lnTo>
                    <a:pt x="6761127" y="2463394"/>
                  </a:lnTo>
                  <a:lnTo>
                    <a:pt x="6832750" y="2456552"/>
                  </a:lnTo>
                  <a:lnTo>
                    <a:pt x="6904372" y="2449665"/>
                  </a:lnTo>
                  <a:lnTo>
                    <a:pt x="6975995" y="2442731"/>
                  </a:lnTo>
                  <a:lnTo>
                    <a:pt x="7047617" y="2435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9"/>
              <a:ext cx="7090630" cy="453701"/>
            </a:xfrm>
            <a:custGeom>
              <a:avLst/>
              <a:pathLst>
                <a:path w="7090630" h="453701">
                  <a:moveTo>
                    <a:pt x="7090630" y="453701"/>
                  </a:moveTo>
                  <a:lnTo>
                    <a:pt x="7019007" y="445101"/>
                  </a:lnTo>
                  <a:lnTo>
                    <a:pt x="6947385" y="436304"/>
                  </a:lnTo>
                  <a:lnTo>
                    <a:pt x="6875762" y="427306"/>
                  </a:lnTo>
                  <a:lnTo>
                    <a:pt x="6804139" y="418101"/>
                  </a:lnTo>
                  <a:lnTo>
                    <a:pt x="6732517" y="408686"/>
                  </a:lnTo>
                  <a:lnTo>
                    <a:pt x="6660894" y="399056"/>
                  </a:lnTo>
                  <a:lnTo>
                    <a:pt x="6589272" y="389205"/>
                  </a:lnTo>
                  <a:lnTo>
                    <a:pt x="6517649" y="379128"/>
                  </a:lnTo>
                  <a:lnTo>
                    <a:pt x="6446027" y="368821"/>
                  </a:lnTo>
                  <a:lnTo>
                    <a:pt x="6374404" y="358278"/>
                  </a:lnTo>
                  <a:lnTo>
                    <a:pt x="6302782" y="347494"/>
                  </a:lnTo>
                  <a:lnTo>
                    <a:pt x="6231159" y="336462"/>
                  </a:lnTo>
                  <a:lnTo>
                    <a:pt x="6159537" y="325179"/>
                  </a:lnTo>
                  <a:lnTo>
                    <a:pt x="6087914" y="313637"/>
                  </a:lnTo>
                  <a:lnTo>
                    <a:pt x="6016292" y="301830"/>
                  </a:lnTo>
                  <a:lnTo>
                    <a:pt x="5944669" y="289754"/>
                  </a:lnTo>
                  <a:lnTo>
                    <a:pt x="5873047" y="277401"/>
                  </a:lnTo>
                  <a:lnTo>
                    <a:pt x="5801424" y="264765"/>
                  </a:lnTo>
                  <a:lnTo>
                    <a:pt x="5729802" y="251841"/>
                  </a:lnTo>
                  <a:lnTo>
                    <a:pt x="5658179" y="238620"/>
                  </a:lnTo>
                  <a:lnTo>
                    <a:pt x="5586557" y="225096"/>
                  </a:lnTo>
                  <a:lnTo>
                    <a:pt x="5514934" y="211264"/>
                  </a:lnTo>
                  <a:lnTo>
                    <a:pt x="5443311" y="197114"/>
                  </a:lnTo>
                  <a:lnTo>
                    <a:pt x="5371689" y="182641"/>
                  </a:lnTo>
                  <a:lnTo>
                    <a:pt x="5300066" y="167836"/>
                  </a:lnTo>
                  <a:lnTo>
                    <a:pt x="5228444" y="152692"/>
                  </a:lnTo>
                  <a:lnTo>
                    <a:pt x="5156821" y="137202"/>
                  </a:lnTo>
                  <a:lnTo>
                    <a:pt x="5085199" y="121357"/>
                  </a:lnTo>
                  <a:lnTo>
                    <a:pt x="5013576" y="105150"/>
                  </a:lnTo>
                  <a:lnTo>
                    <a:pt x="4941954" y="88571"/>
                  </a:lnTo>
                  <a:lnTo>
                    <a:pt x="4870331" y="71613"/>
                  </a:lnTo>
                  <a:lnTo>
                    <a:pt x="4798709" y="54267"/>
                  </a:lnTo>
                  <a:lnTo>
                    <a:pt x="4727086" y="36524"/>
                  </a:lnTo>
                  <a:lnTo>
                    <a:pt x="4655464" y="18375"/>
                  </a:lnTo>
                  <a:lnTo>
                    <a:pt x="4583841" y="0"/>
                  </a:lnTo>
                  <a:lnTo>
                    <a:pt x="4512219" y="5524"/>
                  </a:lnTo>
                  <a:lnTo>
                    <a:pt x="4440596" y="11012"/>
                  </a:lnTo>
                  <a:lnTo>
                    <a:pt x="4368974" y="16463"/>
                  </a:lnTo>
                  <a:lnTo>
                    <a:pt x="4297351" y="21878"/>
                  </a:lnTo>
                  <a:lnTo>
                    <a:pt x="4225729" y="27257"/>
                  </a:lnTo>
                  <a:lnTo>
                    <a:pt x="4154106" y="32600"/>
                  </a:lnTo>
                  <a:lnTo>
                    <a:pt x="4082483" y="37908"/>
                  </a:lnTo>
                  <a:lnTo>
                    <a:pt x="4010861" y="43180"/>
                  </a:lnTo>
                  <a:lnTo>
                    <a:pt x="3939238" y="48417"/>
                  </a:lnTo>
                  <a:lnTo>
                    <a:pt x="3867616" y="53619"/>
                  </a:lnTo>
                  <a:lnTo>
                    <a:pt x="3795993" y="58786"/>
                  </a:lnTo>
                  <a:lnTo>
                    <a:pt x="3724371" y="63919"/>
                  </a:lnTo>
                  <a:lnTo>
                    <a:pt x="3652748" y="69018"/>
                  </a:lnTo>
                  <a:lnTo>
                    <a:pt x="3581126" y="74083"/>
                  </a:lnTo>
                  <a:lnTo>
                    <a:pt x="3509503" y="79114"/>
                  </a:lnTo>
                  <a:lnTo>
                    <a:pt x="3437881" y="84112"/>
                  </a:lnTo>
                  <a:lnTo>
                    <a:pt x="3366258" y="89076"/>
                  </a:lnTo>
                  <a:lnTo>
                    <a:pt x="3294636" y="94007"/>
                  </a:lnTo>
                  <a:lnTo>
                    <a:pt x="3223013" y="98906"/>
                  </a:lnTo>
                  <a:lnTo>
                    <a:pt x="3151391" y="103772"/>
                  </a:lnTo>
                  <a:lnTo>
                    <a:pt x="3079768" y="108605"/>
                  </a:lnTo>
                  <a:lnTo>
                    <a:pt x="3008146" y="113406"/>
                  </a:lnTo>
                  <a:lnTo>
                    <a:pt x="2936523" y="118176"/>
                  </a:lnTo>
                  <a:lnTo>
                    <a:pt x="2864901" y="122913"/>
                  </a:lnTo>
                  <a:lnTo>
                    <a:pt x="2793278" y="127619"/>
                  </a:lnTo>
                  <a:lnTo>
                    <a:pt x="2721655" y="132294"/>
                  </a:lnTo>
                  <a:lnTo>
                    <a:pt x="2650033" y="136937"/>
                  </a:lnTo>
                  <a:lnTo>
                    <a:pt x="2578410" y="141549"/>
                  </a:lnTo>
                  <a:lnTo>
                    <a:pt x="2506788" y="146131"/>
                  </a:lnTo>
                  <a:lnTo>
                    <a:pt x="2435165" y="150682"/>
                  </a:lnTo>
                  <a:lnTo>
                    <a:pt x="2363543" y="155203"/>
                  </a:lnTo>
                  <a:lnTo>
                    <a:pt x="2291920" y="159694"/>
                  </a:lnTo>
                  <a:lnTo>
                    <a:pt x="2220298" y="164155"/>
                  </a:lnTo>
                  <a:lnTo>
                    <a:pt x="2148675" y="168586"/>
                  </a:lnTo>
                  <a:lnTo>
                    <a:pt x="2077053" y="172988"/>
                  </a:lnTo>
                  <a:lnTo>
                    <a:pt x="2005430" y="177360"/>
                  </a:lnTo>
                  <a:lnTo>
                    <a:pt x="1933808" y="181704"/>
                  </a:lnTo>
                  <a:lnTo>
                    <a:pt x="1862185" y="186018"/>
                  </a:lnTo>
                  <a:lnTo>
                    <a:pt x="1790563" y="190304"/>
                  </a:lnTo>
                  <a:lnTo>
                    <a:pt x="1718940" y="194561"/>
                  </a:lnTo>
                  <a:lnTo>
                    <a:pt x="1647318" y="198789"/>
                  </a:lnTo>
                  <a:lnTo>
                    <a:pt x="1575695" y="202990"/>
                  </a:lnTo>
                  <a:lnTo>
                    <a:pt x="1504073" y="207162"/>
                  </a:lnTo>
                  <a:lnTo>
                    <a:pt x="1432450" y="211307"/>
                  </a:lnTo>
                  <a:lnTo>
                    <a:pt x="1360827" y="215424"/>
                  </a:lnTo>
                  <a:lnTo>
                    <a:pt x="1289205" y="219514"/>
                  </a:lnTo>
                  <a:lnTo>
                    <a:pt x="1217582" y="223576"/>
                  </a:lnTo>
                  <a:lnTo>
                    <a:pt x="1145960" y="227612"/>
                  </a:lnTo>
                  <a:lnTo>
                    <a:pt x="1074337" y="231620"/>
                  </a:lnTo>
                  <a:lnTo>
                    <a:pt x="1002715" y="235602"/>
                  </a:lnTo>
                  <a:lnTo>
                    <a:pt x="931092" y="239557"/>
                  </a:lnTo>
                  <a:lnTo>
                    <a:pt x="859470" y="243486"/>
                  </a:lnTo>
                  <a:lnTo>
                    <a:pt x="787847" y="247389"/>
                  </a:lnTo>
                  <a:lnTo>
                    <a:pt x="716225" y="251266"/>
                  </a:lnTo>
                  <a:lnTo>
                    <a:pt x="644602" y="255117"/>
                  </a:lnTo>
                  <a:lnTo>
                    <a:pt x="572980" y="258942"/>
                  </a:lnTo>
                  <a:lnTo>
                    <a:pt x="501357" y="262742"/>
                  </a:lnTo>
                  <a:lnTo>
                    <a:pt x="429735" y="266517"/>
                  </a:lnTo>
                  <a:lnTo>
                    <a:pt x="358112" y="270266"/>
                  </a:lnTo>
                  <a:lnTo>
                    <a:pt x="286490" y="273990"/>
                  </a:lnTo>
                  <a:lnTo>
                    <a:pt x="214867" y="277690"/>
                  </a:lnTo>
                  <a:lnTo>
                    <a:pt x="143245" y="281365"/>
                  </a:lnTo>
                  <a:lnTo>
                    <a:pt x="71622" y="285016"/>
                  </a:lnTo>
                  <a:lnTo>
                    <a:pt x="0" y="28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5368"/>
              <a:ext cx="7090630" cy="754385"/>
            </a:xfrm>
            <a:custGeom>
              <a:avLst/>
              <a:pathLst>
                <a:path w="7090630" h="754385">
                  <a:moveTo>
                    <a:pt x="0" y="0"/>
                  </a:moveTo>
                  <a:lnTo>
                    <a:pt x="71622" y="10975"/>
                  </a:lnTo>
                  <a:lnTo>
                    <a:pt x="143245" y="21864"/>
                  </a:lnTo>
                  <a:lnTo>
                    <a:pt x="214867" y="32666"/>
                  </a:lnTo>
                  <a:lnTo>
                    <a:pt x="286490" y="43382"/>
                  </a:lnTo>
                  <a:lnTo>
                    <a:pt x="358112" y="54014"/>
                  </a:lnTo>
                  <a:lnTo>
                    <a:pt x="429735" y="64561"/>
                  </a:lnTo>
                  <a:lnTo>
                    <a:pt x="501357" y="75024"/>
                  </a:lnTo>
                  <a:lnTo>
                    <a:pt x="572980" y="85404"/>
                  </a:lnTo>
                  <a:lnTo>
                    <a:pt x="644602" y="95701"/>
                  </a:lnTo>
                  <a:lnTo>
                    <a:pt x="716225" y="105917"/>
                  </a:lnTo>
                  <a:lnTo>
                    <a:pt x="787847" y="116051"/>
                  </a:lnTo>
                  <a:lnTo>
                    <a:pt x="859470" y="126105"/>
                  </a:lnTo>
                  <a:lnTo>
                    <a:pt x="931092" y="136080"/>
                  </a:lnTo>
                  <a:lnTo>
                    <a:pt x="1002715" y="145974"/>
                  </a:lnTo>
                  <a:lnTo>
                    <a:pt x="1074337" y="155791"/>
                  </a:lnTo>
                  <a:lnTo>
                    <a:pt x="1145960" y="165529"/>
                  </a:lnTo>
                  <a:lnTo>
                    <a:pt x="1217582" y="175190"/>
                  </a:lnTo>
                  <a:lnTo>
                    <a:pt x="1289205" y="184775"/>
                  </a:lnTo>
                  <a:lnTo>
                    <a:pt x="1360827" y="194283"/>
                  </a:lnTo>
                  <a:lnTo>
                    <a:pt x="1432450" y="203716"/>
                  </a:lnTo>
                  <a:lnTo>
                    <a:pt x="1504073" y="213073"/>
                  </a:lnTo>
                  <a:lnTo>
                    <a:pt x="1575695" y="222357"/>
                  </a:lnTo>
                  <a:lnTo>
                    <a:pt x="1647318" y="231567"/>
                  </a:lnTo>
                  <a:lnTo>
                    <a:pt x="1718940" y="240703"/>
                  </a:lnTo>
                  <a:lnTo>
                    <a:pt x="1790563" y="249767"/>
                  </a:lnTo>
                  <a:lnTo>
                    <a:pt x="1862185" y="258759"/>
                  </a:lnTo>
                  <a:lnTo>
                    <a:pt x="1933808" y="267680"/>
                  </a:lnTo>
                  <a:lnTo>
                    <a:pt x="2005430" y="276529"/>
                  </a:lnTo>
                  <a:lnTo>
                    <a:pt x="2077053" y="285309"/>
                  </a:lnTo>
                  <a:lnTo>
                    <a:pt x="2148675" y="294019"/>
                  </a:lnTo>
                  <a:lnTo>
                    <a:pt x="2220298" y="302659"/>
                  </a:lnTo>
                  <a:lnTo>
                    <a:pt x="2291920" y="311231"/>
                  </a:lnTo>
                  <a:lnTo>
                    <a:pt x="2363543" y="319735"/>
                  </a:lnTo>
                  <a:lnTo>
                    <a:pt x="2435165" y="328171"/>
                  </a:lnTo>
                  <a:lnTo>
                    <a:pt x="2506788" y="336540"/>
                  </a:lnTo>
                  <a:lnTo>
                    <a:pt x="2578410" y="344843"/>
                  </a:lnTo>
                  <a:lnTo>
                    <a:pt x="2650033" y="353080"/>
                  </a:lnTo>
                  <a:lnTo>
                    <a:pt x="2721655" y="361251"/>
                  </a:lnTo>
                  <a:lnTo>
                    <a:pt x="2793278" y="369358"/>
                  </a:lnTo>
                  <a:lnTo>
                    <a:pt x="2864901" y="377400"/>
                  </a:lnTo>
                  <a:lnTo>
                    <a:pt x="2936523" y="385378"/>
                  </a:lnTo>
                  <a:lnTo>
                    <a:pt x="3008146" y="393293"/>
                  </a:lnTo>
                  <a:lnTo>
                    <a:pt x="3079768" y="401145"/>
                  </a:lnTo>
                  <a:lnTo>
                    <a:pt x="3151391" y="408935"/>
                  </a:lnTo>
                  <a:lnTo>
                    <a:pt x="3223013" y="416663"/>
                  </a:lnTo>
                  <a:lnTo>
                    <a:pt x="3294636" y="424329"/>
                  </a:lnTo>
                  <a:lnTo>
                    <a:pt x="3366258" y="431935"/>
                  </a:lnTo>
                  <a:lnTo>
                    <a:pt x="3437881" y="439480"/>
                  </a:lnTo>
                  <a:lnTo>
                    <a:pt x="3509503" y="446965"/>
                  </a:lnTo>
                  <a:lnTo>
                    <a:pt x="3581126" y="454391"/>
                  </a:lnTo>
                  <a:lnTo>
                    <a:pt x="3652748" y="461757"/>
                  </a:lnTo>
                  <a:lnTo>
                    <a:pt x="3724371" y="469066"/>
                  </a:lnTo>
                  <a:lnTo>
                    <a:pt x="3795993" y="476316"/>
                  </a:lnTo>
                  <a:lnTo>
                    <a:pt x="3867616" y="483508"/>
                  </a:lnTo>
                  <a:lnTo>
                    <a:pt x="3939238" y="490644"/>
                  </a:lnTo>
                  <a:lnTo>
                    <a:pt x="4010861" y="497723"/>
                  </a:lnTo>
                  <a:lnTo>
                    <a:pt x="4082483" y="504745"/>
                  </a:lnTo>
                  <a:lnTo>
                    <a:pt x="4154106" y="511712"/>
                  </a:lnTo>
                  <a:lnTo>
                    <a:pt x="4225729" y="518623"/>
                  </a:lnTo>
                  <a:lnTo>
                    <a:pt x="4297351" y="525480"/>
                  </a:lnTo>
                  <a:lnTo>
                    <a:pt x="4368974" y="532282"/>
                  </a:lnTo>
                  <a:lnTo>
                    <a:pt x="4440596" y="539030"/>
                  </a:lnTo>
                  <a:lnTo>
                    <a:pt x="4512219" y="545725"/>
                  </a:lnTo>
                  <a:lnTo>
                    <a:pt x="4583841" y="552366"/>
                  </a:lnTo>
                  <a:lnTo>
                    <a:pt x="4655464" y="558955"/>
                  </a:lnTo>
                  <a:lnTo>
                    <a:pt x="4727086" y="565491"/>
                  </a:lnTo>
                  <a:lnTo>
                    <a:pt x="4798709" y="571975"/>
                  </a:lnTo>
                  <a:lnTo>
                    <a:pt x="4870331" y="578408"/>
                  </a:lnTo>
                  <a:lnTo>
                    <a:pt x="4941954" y="584790"/>
                  </a:lnTo>
                  <a:lnTo>
                    <a:pt x="5013576" y="591121"/>
                  </a:lnTo>
                  <a:lnTo>
                    <a:pt x="5085199" y="597401"/>
                  </a:lnTo>
                  <a:lnTo>
                    <a:pt x="5156821" y="603632"/>
                  </a:lnTo>
                  <a:lnTo>
                    <a:pt x="5228444" y="609814"/>
                  </a:lnTo>
                  <a:lnTo>
                    <a:pt x="5300066" y="615946"/>
                  </a:lnTo>
                  <a:lnTo>
                    <a:pt x="5371689" y="622029"/>
                  </a:lnTo>
                  <a:lnTo>
                    <a:pt x="5443311" y="628065"/>
                  </a:lnTo>
                  <a:lnTo>
                    <a:pt x="5514934" y="634052"/>
                  </a:lnTo>
                  <a:lnTo>
                    <a:pt x="5586557" y="639992"/>
                  </a:lnTo>
                  <a:lnTo>
                    <a:pt x="5658179" y="645884"/>
                  </a:lnTo>
                  <a:lnTo>
                    <a:pt x="5729802" y="651730"/>
                  </a:lnTo>
                  <a:lnTo>
                    <a:pt x="5801424" y="657529"/>
                  </a:lnTo>
                  <a:lnTo>
                    <a:pt x="5873047" y="663283"/>
                  </a:lnTo>
                  <a:lnTo>
                    <a:pt x="5944669" y="668990"/>
                  </a:lnTo>
                  <a:lnTo>
                    <a:pt x="6016292" y="674653"/>
                  </a:lnTo>
                  <a:lnTo>
                    <a:pt x="6087914" y="680270"/>
                  </a:lnTo>
                  <a:lnTo>
                    <a:pt x="6159537" y="685843"/>
                  </a:lnTo>
                  <a:lnTo>
                    <a:pt x="6231159" y="691371"/>
                  </a:lnTo>
                  <a:lnTo>
                    <a:pt x="6302782" y="696855"/>
                  </a:lnTo>
                  <a:lnTo>
                    <a:pt x="6374404" y="702296"/>
                  </a:lnTo>
                  <a:lnTo>
                    <a:pt x="6446027" y="707694"/>
                  </a:lnTo>
                  <a:lnTo>
                    <a:pt x="6517649" y="713049"/>
                  </a:lnTo>
                  <a:lnTo>
                    <a:pt x="6589272" y="718361"/>
                  </a:lnTo>
                  <a:lnTo>
                    <a:pt x="6660894" y="723631"/>
                  </a:lnTo>
                  <a:lnTo>
                    <a:pt x="6732517" y="728860"/>
                  </a:lnTo>
                  <a:lnTo>
                    <a:pt x="6804139" y="734046"/>
                  </a:lnTo>
                  <a:lnTo>
                    <a:pt x="6875762" y="739192"/>
                  </a:lnTo>
                  <a:lnTo>
                    <a:pt x="6947385" y="744297"/>
                  </a:lnTo>
                  <a:lnTo>
                    <a:pt x="7019007" y="749361"/>
                  </a:lnTo>
                  <a:lnTo>
                    <a:pt x="7090630" y="7543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(0.91-1.37), p_Bonf = 1.000 (n = 6)  |  per IQR decline (Δ = 24.2): 1.31 (0.80-2.14)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2026-08-19T20:19:15Z</dcterms:modified>
  <cp:category/>
</cp:coreProperties>
</file>