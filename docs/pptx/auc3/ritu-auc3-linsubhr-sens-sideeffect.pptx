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72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071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708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6992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92566"/>
            </a:xfrm>
            <a:custGeom>
              <a:avLst/>
              <a:pathLst>
                <a:path w="7090630" h="3392566">
                  <a:moveTo>
                    <a:pt x="720616" y="0"/>
                  </a:moveTo>
                  <a:lnTo>
                    <a:pt x="787847" y="131564"/>
                  </a:lnTo>
                  <a:lnTo>
                    <a:pt x="859470" y="266097"/>
                  </a:lnTo>
                  <a:lnTo>
                    <a:pt x="931092" y="395231"/>
                  </a:lnTo>
                  <a:lnTo>
                    <a:pt x="1002715" y="519183"/>
                  </a:lnTo>
                  <a:lnTo>
                    <a:pt x="1074337" y="638159"/>
                  </a:lnTo>
                  <a:lnTo>
                    <a:pt x="1145960" y="752361"/>
                  </a:lnTo>
                  <a:lnTo>
                    <a:pt x="1217582" y="861980"/>
                  </a:lnTo>
                  <a:lnTo>
                    <a:pt x="1289205" y="967199"/>
                  </a:lnTo>
                  <a:lnTo>
                    <a:pt x="1360827" y="1068196"/>
                  </a:lnTo>
                  <a:lnTo>
                    <a:pt x="1432450" y="1165139"/>
                  </a:lnTo>
                  <a:lnTo>
                    <a:pt x="1504073" y="1258192"/>
                  </a:lnTo>
                  <a:lnTo>
                    <a:pt x="1575695" y="1347510"/>
                  </a:lnTo>
                  <a:lnTo>
                    <a:pt x="1647318" y="1433244"/>
                  </a:lnTo>
                  <a:lnTo>
                    <a:pt x="1718940" y="1515537"/>
                  </a:lnTo>
                  <a:lnTo>
                    <a:pt x="1790563" y="1594527"/>
                  </a:lnTo>
                  <a:lnTo>
                    <a:pt x="1862185" y="1670347"/>
                  </a:lnTo>
                  <a:lnTo>
                    <a:pt x="1933808" y="1743124"/>
                  </a:lnTo>
                  <a:lnTo>
                    <a:pt x="2005430" y="1812980"/>
                  </a:lnTo>
                  <a:lnTo>
                    <a:pt x="2077053" y="1880033"/>
                  </a:lnTo>
                  <a:lnTo>
                    <a:pt x="2148675" y="1944395"/>
                  </a:lnTo>
                  <a:lnTo>
                    <a:pt x="2220298" y="2006174"/>
                  </a:lnTo>
                  <a:lnTo>
                    <a:pt x="2291920" y="2065473"/>
                  </a:lnTo>
                  <a:lnTo>
                    <a:pt x="2363543" y="2122393"/>
                  </a:lnTo>
                  <a:lnTo>
                    <a:pt x="2435165" y="2177028"/>
                  </a:lnTo>
                  <a:lnTo>
                    <a:pt x="2506788" y="2229471"/>
                  </a:lnTo>
                  <a:lnTo>
                    <a:pt x="2578410" y="2279809"/>
                  </a:lnTo>
                  <a:lnTo>
                    <a:pt x="2650033" y="2328126"/>
                  </a:lnTo>
                  <a:lnTo>
                    <a:pt x="2721655" y="2374505"/>
                  </a:lnTo>
                  <a:lnTo>
                    <a:pt x="2793278" y="2419022"/>
                  </a:lnTo>
                  <a:lnTo>
                    <a:pt x="2864901" y="2461752"/>
                  </a:lnTo>
                  <a:lnTo>
                    <a:pt x="2936523" y="2502768"/>
                  </a:lnTo>
                  <a:lnTo>
                    <a:pt x="3008146" y="2542138"/>
                  </a:lnTo>
                  <a:lnTo>
                    <a:pt x="3079768" y="2579927"/>
                  </a:lnTo>
                  <a:lnTo>
                    <a:pt x="3151391" y="2616200"/>
                  </a:lnTo>
                  <a:lnTo>
                    <a:pt x="3223013" y="2651018"/>
                  </a:lnTo>
                  <a:lnTo>
                    <a:pt x="3294636" y="2620106"/>
                  </a:lnTo>
                  <a:lnTo>
                    <a:pt x="3366258" y="2580660"/>
                  </a:lnTo>
                  <a:lnTo>
                    <a:pt x="3437881" y="2539412"/>
                  </a:lnTo>
                  <a:lnTo>
                    <a:pt x="3509503" y="2496280"/>
                  </a:lnTo>
                  <a:lnTo>
                    <a:pt x="3581126" y="2451179"/>
                  </a:lnTo>
                  <a:lnTo>
                    <a:pt x="3652748" y="2404017"/>
                  </a:lnTo>
                  <a:lnTo>
                    <a:pt x="3724371" y="2354702"/>
                  </a:lnTo>
                  <a:lnTo>
                    <a:pt x="3795993" y="2303134"/>
                  </a:lnTo>
                  <a:lnTo>
                    <a:pt x="3867616" y="2249210"/>
                  </a:lnTo>
                  <a:lnTo>
                    <a:pt x="3939238" y="2192824"/>
                  </a:lnTo>
                  <a:lnTo>
                    <a:pt x="4010861" y="2133862"/>
                  </a:lnTo>
                  <a:lnTo>
                    <a:pt x="4082483" y="2072208"/>
                  </a:lnTo>
                  <a:lnTo>
                    <a:pt x="4154106" y="2007737"/>
                  </a:lnTo>
                  <a:lnTo>
                    <a:pt x="4225729" y="1940322"/>
                  </a:lnTo>
                  <a:lnTo>
                    <a:pt x="4297351" y="1869827"/>
                  </a:lnTo>
                  <a:lnTo>
                    <a:pt x="4368974" y="1796113"/>
                  </a:lnTo>
                  <a:lnTo>
                    <a:pt x="4440596" y="1719032"/>
                  </a:lnTo>
                  <a:lnTo>
                    <a:pt x="4512219" y="1638430"/>
                  </a:lnTo>
                  <a:lnTo>
                    <a:pt x="4583841" y="1554147"/>
                  </a:lnTo>
                  <a:lnTo>
                    <a:pt x="4655464" y="1466014"/>
                  </a:lnTo>
                  <a:lnTo>
                    <a:pt x="4727086" y="1373856"/>
                  </a:lnTo>
                  <a:lnTo>
                    <a:pt x="4798709" y="1277489"/>
                  </a:lnTo>
                  <a:lnTo>
                    <a:pt x="4870331" y="1176720"/>
                  </a:lnTo>
                  <a:lnTo>
                    <a:pt x="4941954" y="1071349"/>
                  </a:lnTo>
                  <a:lnTo>
                    <a:pt x="5013576" y="961165"/>
                  </a:lnTo>
                  <a:lnTo>
                    <a:pt x="5085199" y="845949"/>
                  </a:lnTo>
                  <a:lnTo>
                    <a:pt x="5156821" y="725470"/>
                  </a:lnTo>
                  <a:lnTo>
                    <a:pt x="5228444" y="599488"/>
                  </a:lnTo>
                  <a:lnTo>
                    <a:pt x="5300066" y="467752"/>
                  </a:lnTo>
                  <a:lnTo>
                    <a:pt x="5371689" y="330000"/>
                  </a:lnTo>
                  <a:lnTo>
                    <a:pt x="5443311" y="185955"/>
                  </a:lnTo>
                  <a:lnTo>
                    <a:pt x="5514934" y="35332"/>
                  </a:lnTo>
                  <a:lnTo>
                    <a:pt x="5531001" y="0"/>
                  </a:lnTo>
                  <a:lnTo>
                    <a:pt x="7090630" y="0"/>
                  </a:lnTo>
                  <a:lnTo>
                    <a:pt x="7090630" y="3392566"/>
                  </a:lnTo>
                  <a:lnTo>
                    <a:pt x="7019007" y="3388754"/>
                  </a:lnTo>
                  <a:lnTo>
                    <a:pt x="6947385" y="3384782"/>
                  </a:lnTo>
                  <a:lnTo>
                    <a:pt x="6875762" y="3380644"/>
                  </a:lnTo>
                  <a:lnTo>
                    <a:pt x="6804139" y="3376333"/>
                  </a:lnTo>
                  <a:lnTo>
                    <a:pt x="6732517" y="3371842"/>
                  </a:lnTo>
                  <a:lnTo>
                    <a:pt x="6660894" y="3367164"/>
                  </a:lnTo>
                  <a:lnTo>
                    <a:pt x="6589272" y="3362289"/>
                  </a:lnTo>
                  <a:lnTo>
                    <a:pt x="6517649" y="3357211"/>
                  </a:lnTo>
                  <a:lnTo>
                    <a:pt x="6446027" y="3351920"/>
                  </a:lnTo>
                  <a:lnTo>
                    <a:pt x="6374404" y="3346409"/>
                  </a:lnTo>
                  <a:lnTo>
                    <a:pt x="6302782" y="3340666"/>
                  </a:lnTo>
                  <a:lnTo>
                    <a:pt x="6231159" y="3334684"/>
                  </a:lnTo>
                  <a:lnTo>
                    <a:pt x="6159537" y="3328452"/>
                  </a:lnTo>
                  <a:lnTo>
                    <a:pt x="6087914" y="3321959"/>
                  </a:lnTo>
                  <a:lnTo>
                    <a:pt x="6016292" y="3315194"/>
                  </a:lnTo>
                  <a:lnTo>
                    <a:pt x="5944669" y="3308147"/>
                  </a:lnTo>
                  <a:lnTo>
                    <a:pt x="5873047" y="3300805"/>
                  </a:lnTo>
                  <a:lnTo>
                    <a:pt x="5801424" y="3293156"/>
                  </a:lnTo>
                  <a:lnTo>
                    <a:pt x="5729802" y="3285187"/>
                  </a:lnTo>
                  <a:lnTo>
                    <a:pt x="5658179" y="3276885"/>
                  </a:lnTo>
                  <a:lnTo>
                    <a:pt x="5586557" y="3268236"/>
                  </a:lnTo>
                  <a:lnTo>
                    <a:pt x="5514934" y="3259225"/>
                  </a:lnTo>
                  <a:lnTo>
                    <a:pt x="5443311" y="3249838"/>
                  </a:lnTo>
                  <a:lnTo>
                    <a:pt x="5371689" y="3240058"/>
                  </a:lnTo>
                  <a:lnTo>
                    <a:pt x="5300066" y="3229869"/>
                  </a:lnTo>
                  <a:lnTo>
                    <a:pt x="5228444" y="3219254"/>
                  </a:lnTo>
                  <a:lnTo>
                    <a:pt x="5156821" y="3208195"/>
                  </a:lnTo>
                  <a:lnTo>
                    <a:pt x="5085199" y="3196674"/>
                  </a:lnTo>
                  <a:lnTo>
                    <a:pt x="5013576" y="3184671"/>
                  </a:lnTo>
                  <a:lnTo>
                    <a:pt x="4941954" y="3172167"/>
                  </a:lnTo>
                  <a:lnTo>
                    <a:pt x="4870331" y="3159139"/>
                  </a:lnTo>
                  <a:lnTo>
                    <a:pt x="4798709" y="3145567"/>
                  </a:lnTo>
                  <a:lnTo>
                    <a:pt x="4727086" y="3131428"/>
                  </a:lnTo>
                  <a:lnTo>
                    <a:pt x="4655464" y="3116697"/>
                  </a:lnTo>
                  <a:lnTo>
                    <a:pt x="4583841" y="3101350"/>
                  </a:lnTo>
                  <a:lnTo>
                    <a:pt x="4512219" y="3085362"/>
                  </a:lnTo>
                  <a:lnTo>
                    <a:pt x="4440596" y="3068705"/>
                  </a:lnTo>
                  <a:lnTo>
                    <a:pt x="4368974" y="3051352"/>
                  </a:lnTo>
                  <a:lnTo>
                    <a:pt x="4297351" y="3033273"/>
                  </a:lnTo>
                  <a:lnTo>
                    <a:pt x="4225729" y="3014438"/>
                  </a:lnTo>
                  <a:lnTo>
                    <a:pt x="4154106" y="2994816"/>
                  </a:lnTo>
                  <a:lnTo>
                    <a:pt x="4082483" y="2974373"/>
                  </a:lnTo>
                  <a:lnTo>
                    <a:pt x="4010861" y="2953076"/>
                  </a:lnTo>
                  <a:lnTo>
                    <a:pt x="3939238" y="2930888"/>
                  </a:lnTo>
                  <a:lnTo>
                    <a:pt x="3867616" y="2907772"/>
                  </a:lnTo>
                  <a:lnTo>
                    <a:pt x="3795993" y="2883690"/>
                  </a:lnTo>
                  <a:lnTo>
                    <a:pt x="3724371" y="2858601"/>
                  </a:lnTo>
                  <a:lnTo>
                    <a:pt x="3652748" y="2832463"/>
                  </a:lnTo>
                  <a:lnTo>
                    <a:pt x="3581126" y="2805232"/>
                  </a:lnTo>
                  <a:lnTo>
                    <a:pt x="3509503" y="2776863"/>
                  </a:lnTo>
                  <a:lnTo>
                    <a:pt x="3437881" y="2747307"/>
                  </a:lnTo>
                  <a:lnTo>
                    <a:pt x="3366258" y="2716516"/>
                  </a:lnTo>
                  <a:lnTo>
                    <a:pt x="3294636" y="2684437"/>
                  </a:lnTo>
                  <a:lnTo>
                    <a:pt x="3223013" y="2657829"/>
                  </a:lnTo>
                  <a:lnTo>
                    <a:pt x="3151391" y="2693904"/>
                  </a:lnTo>
                  <a:lnTo>
                    <a:pt x="3079768" y="2728403"/>
                  </a:lnTo>
                  <a:lnTo>
                    <a:pt x="3008146" y="2761396"/>
                  </a:lnTo>
                  <a:lnTo>
                    <a:pt x="2936523" y="2792948"/>
                  </a:lnTo>
                  <a:lnTo>
                    <a:pt x="2864901" y="2823121"/>
                  </a:lnTo>
                  <a:lnTo>
                    <a:pt x="2793278" y="2851977"/>
                  </a:lnTo>
                  <a:lnTo>
                    <a:pt x="2721655" y="2879572"/>
                  </a:lnTo>
                  <a:lnTo>
                    <a:pt x="2650033" y="2905962"/>
                  </a:lnTo>
                  <a:lnTo>
                    <a:pt x="2578410" y="2931199"/>
                  </a:lnTo>
                  <a:lnTo>
                    <a:pt x="2506788" y="2955333"/>
                  </a:lnTo>
                  <a:lnTo>
                    <a:pt x="2435165" y="2978414"/>
                  </a:lnTo>
                  <a:lnTo>
                    <a:pt x="2363543" y="3000486"/>
                  </a:lnTo>
                  <a:lnTo>
                    <a:pt x="2291920" y="3021595"/>
                  </a:lnTo>
                  <a:lnTo>
                    <a:pt x="2220298" y="3041781"/>
                  </a:lnTo>
                  <a:lnTo>
                    <a:pt x="2148675" y="3061086"/>
                  </a:lnTo>
                  <a:lnTo>
                    <a:pt x="2077053" y="3079547"/>
                  </a:lnTo>
                  <a:lnTo>
                    <a:pt x="2005430" y="3097202"/>
                  </a:lnTo>
                  <a:lnTo>
                    <a:pt x="1933808" y="3114086"/>
                  </a:lnTo>
                  <a:lnTo>
                    <a:pt x="1862185" y="3130232"/>
                  </a:lnTo>
                  <a:lnTo>
                    <a:pt x="1790563" y="3145674"/>
                  </a:lnTo>
                  <a:lnTo>
                    <a:pt x="1718940" y="3160440"/>
                  </a:lnTo>
                  <a:lnTo>
                    <a:pt x="1647318" y="3174562"/>
                  </a:lnTo>
                  <a:lnTo>
                    <a:pt x="1575695" y="3188067"/>
                  </a:lnTo>
                  <a:lnTo>
                    <a:pt x="1504073" y="3200982"/>
                  </a:lnTo>
                  <a:lnTo>
                    <a:pt x="1432450" y="3213333"/>
                  </a:lnTo>
                  <a:lnTo>
                    <a:pt x="1360827" y="3225144"/>
                  </a:lnTo>
                  <a:lnTo>
                    <a:pt x="1289205" y="3236440"/>
                  </a:lnTo>
                  <a:lnTo>
                    <a:pt x="1217582" y="3247242"/>
                  </a:lnTo>
                  <a:lnTo>
                    <a:pt x="1145960" y="3257572"/>
                  </a:lnTo>
                  <a:lnTo>
                    <a:pt x="1074337" y="3267451"/>
                  </a:lnTo>
                  <a:lnTo>
                    <a:pt x="1002715" y="3276899"/>
                  </a:lnTo>
                  <a:lnTo>
                    <a:pt x="931092" y="3285934"/>
                  </a:lnTo>
                  <a:lnTo>
                    <a:pt x="859470" y="3294574"/>
                  </a:lnTo>
                  <a:lnTo>
                    <a:pt x="787847" y="3302837"/>
                  </a:lnTo>
                  <a:lnTo>
                    <a:pt x="716225" y="3310739"/>
                  </a:lnTo>
                  <a:lnTo>
                    <a:pt x="644602" y="3318296"/>
                  </a:lnTo>
                  <a:lnTo>
                    <a:pt x="572980" y="3325522"/>
                  </a:lnTo>
                  <a:lnTo>
                    <a:pt x="501357" y="3332433"/>
                  </a:lnTo>
                  <a:lnTo>
                    <a:pt x="429735" y="3339043"/>
                  </a:lnTo>
                  <a:lnTo>
                    <a:pt x="358112" y="3345363"/>
                  </a:lnTo>
                  <a:lnTo>
                    <a:pt x="286490" y="3351408"/>
                  </a:lnTo>
                  <a:lnTo>
                    <a:pt x="214867" y="3357188"/>
                  </a:lnTo>
                  <a:lnTo>
                    <a:pt x="143245" y="3362716"/>
                  </a:lnTo>
                  <a:lnTo>
                    <a:pt x="71622" y="3368002"/>
                  </a:lnTo>
                  <a:lnTo>
                    <a:pt x="0" y="33730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892665" y="2073503"/>
              <a:ext cx="4810384" cy="2651018"/>
            </a:xfrm>
            <a:custGeom>
              <a:avLst/>
              <a:pathLst>
                <a:path w="4810384" h="2651018">
                  <a:moveTo>
                    <a:pt x="0" y="0"/>
                  </a:moveTo>
                  <a:lnTo>
                    <a:pt x="67231" y="131564"/>
                  </a:lnTo>
                  <a:lnTo>
                    <a:pt x="138853" y="266097"/>
                  </a:lnTo>
                  <a:lnTo>
                    <a:pt x="210476" y="395231"/>
                  </a:lnTo>
                  <a:lnTo>
                    <a:pt x="282098" y="519183"/>
                  </a:lnTo>
                  <a:lnTo>
                    <a:pt x="353721" y="638159"/>
                  </a:lnTo>
                  <a:lnTo>
                    <a:pt x="425343" y="752361"/>
                  </a:lnTo>
                  <a:lnTo>
                    <a:pt x="496966" y="861980"/>
                  </a:lnTo>
                  <a:lnTo>
                    <a:pt x="568588" y="967199"/>
                  </a:lnTo>
                  <a:lnTo>
                    <a:pt x="640211" y="1068196"/>
                  </a:lnTo>
                  <a:lnTo>
                    <a:pt x="711833" y="1165139"/>
                  </a:lnTo>
                  <a:lnTo>
                    <a:pt x="783456" y="1258192"/>
                  </a:lnTo>
                  <a:lnTo>
                    <a:pt x="855078" y="1347510"/>
                  </a:lnTo>
                  <a:lnTo>
                    <a:pt x="926701" y="1433244"/>
                  </a:lnTo>
                  <a:lnTo>
                    <a:pt x="998323" y="1515537"/>
                  </a:lnTo>
                  <a:lnTo>
                    <a:pt x="1069946" y="1594527"/>
                  </a:lnTo>
                  <a:lnTo>
                    <a:pt x="1141569" y="1670347"/>
                  </a:lnTo>
                  <a:lnTo>
                    <a:pt x="1213191" y="1743124"/>
                  </a:lnTo>
                  <a:lnTo>
                    <a:pt x="1284814" y="1812980"/>
                  </a:lnTo>
                  <a:lnTo>
                    <a:pt x="1356436" y="1880033"/>
                  </a:lnTo>
                  <a:lnTo>
                    <a:pt x="1428059" y="1944395"/>
                  </a:lnTo>
                  <a:lnTo>
                    <a:pt x="1499681" y="2006174"/>
                  </a:lnTo>
                  <a:lnTo>
                    <a:pt x="1571304" y="2065473"/>
                  </a:lnTo>
                  <a:lnTo>
                    <a:pt x="1642926" y="2122393"/>
                  </a:lnTo>
                  <a:lnTo>
                    <a:pt x="1714549" y="2177028"/>
                  </a:lnTo>
                  <a:lnTo>
                    <a:pt x="1786171" y="2229471"/>
                  </a:lnTo>
                  <a:lnTo>
                    <a:pt x="1857794" y="2279809"/>
                  </a:lnTo>
                  <a:lnTo>
                    <a:pt x="1929416" y="2328126"/>
                  </a:lnTo>
                  <a:lnTo>
                    <a:pt x="2001039" y="2374505"/>
                  </a:lnTo>
                  <a:lnTo>
                    <a:pt x="2072661" y="2419022"/>
                  </a:lnTo>
                  <a:lnTo>
                    <a:pt x="2144284" y="2461752"/>
                  </a:lnTo>
                  <a:lnTo>
                    <a:pt x="2215906" y="2502768"/>
                  </a:lnTo>
                  <a:lnTo>
                    <a:pt x="2287529" y="2542138"/>
                  </a:lnTo>
                  <a:lnTo>
                    <a:pt x="2359151" y="2579927"/>
                  </a:lnTo>
                  <a:lnTo>
                    <a:pt x="2430774" y="2616200"/>
                  </a:lnTo>
                  <a:lnTo>
                    <a:pt x="2502397" y="2651018"/>
                  </a:lnTo>
                  <a:lnTo>
                    <a:pt x="2574019" y="2620106"/>
                  </a:lnTo>
                  <a:lnTo>
                    <a:pt x="2645642" y="2580660"/>
                  </a:lnTo>
                  <a:lnTo>
                    <a:pt x="2717264" y="2539412"/>
                  </a:lnTo>
                  <a:lnTo>
                    <a:pt x="2788887" y="2496280"/>
                  </a:lnTo>
                  <a:lnTo>
                    <a:pt x="2860509" y="2451179"/>
                  </a:lnTo>
                  <a:lnTo>
                    <a:pt x="2932132" y="2404017"/>
                  </a:lnTo>
                  <a:lnTo>
                    <a:pt x="3003754" y="2354702"/>
                  </a:lnTo>
                  <a:lnTo>
                    <a:pt x="3075377" y="2303134"/>
                  </a:lnTo>
                  <a:lnTo>
                    <a:pt x="3146999" y="2249210"/>
                  </a:lnTo>
                  <a:lnTo>
                    <a:pt x="3218622" y="2192824"/>
                  </a:lnTo>
                  <a:lnTo>
                    <a:pt x="3290244" y="2133862"/>
                  </a:lnTo>
                  <a:lnTo>
                    <a:pt x="3361867" y="2072208"/>
                  </a:lnTo>
                  <a:lnTo>
                    <a:pt x="3433489" y="2007737"/>
                  </a:lnTo>
                  <a:lnTo>
                    <a:pt x="3505112" y="1940322"/>
                  </a:lnTo>
                  <a:lnTo>
                    <a:pt x="3576734" y="1869827"/>
                  </a:lnTo>
                  <a:lnTo>
                    <a:pt x="3648357" y="1796113"/>
                  </a:lnTo>
                  <a:lnTo>
                    <a:pt x="3719979" y="1719032"/>
                  </a:lnTo>
                  <a:lnTo>
                    <a:pt x="3791602" y="1638430"/>
                  </a:lnTo>
                  <a:lnTo>
                    <a:pt x="3863225" y="1554147"/>
                  </a:lnTo>
                  <a:lnTo>
                    <a:pt x="3934847" y="1466014"/>
                  </a:lnTo>
                  <a:lnTo>
                    <a:pt x="4006470" y="1373856"/>
                  </a:lnTo>
                  <a:lnTo>
                    <a:pt x="4078092" y="1277489"/>
                  </a:lnTo>
                  <a:lnTo>
                    <a:pt x="4149715" y="1176720"/>
                  </a:lnTo>
                  <a:lnTo>
                    <a:pt x="4221337" y="1071349"/>
                  </a:lnTo>
                  <a:lnTo>
                    <a:pt x="4292960" y="961165"/>
                  </a:lnTo>
                  <a:lnTo>
                    <a:pt x="4364582" y="845949"/>
                  </a:lnTo>
                  <a:lnTo>
                    <a:pt x="4436205" y="725470"/>
                  </a:lnTo>
                  <a:lnTo>
                    <a:pt x="4507827" y="599488"/>
                  </a:lnTo>
                  <a:lnTo>
                    <a:pt x="4579450" y="467752"/>
                  </a:lnTo>
                  <a:lnTo>
                    <a:pt x="4651072" y="330000"/>
                  </a:lnTo>
                  <a:lnTo>
                    <a:pt x="4722695" y="185955"/>
                  </a:lnTo>
                  <a:lnTo>
                    <a:pt x="4794317" y="35332"/>
                  </a:lnTo>
                  <a:lnTo>
                    <a:pt x="481038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31332"/>
              <a:ext cx="7090630" cy="734737"/>
            </a:xfrm>
            <a:custGeom>
              <a:avLst/>
              <a:pathLst>
                <a:path w="7090630" h="734737">
                  <a:moveTo>
                    <a:pt x="7090630" y="734737"/>
                  </a:moveTo>
                  <a:lnTo>
                    <a:pt x="7019007" y="730925"/>
                  </a:lnTo>
                  <a:lnTo>
                    <a:pt x="6947385" y="726953"/>
                  </a:lnTo>
                  <a:lnTo>
                    <a:pt x="6875762" y="722815"/>
                  </a:lnTo>
                  <a:lnTo>
                    <a:pt x="6804139" y="718504"/>
                  </a:lnTo>
                  <a:lnTo>
                    <a:pt x="6732517" y="714013"/>
                  </a:lnTo>
                  <a:lnTo>
                    <a:pt x="6660894" y="709335"/>
                  </a:lnTo>
                  <a:lnTo>
                    <a:pt x="6589272" y="704460"/>
                  </a:lnTo>
                  <a:lnTo>
                    <a:pt x="6517649" y="699382"/>
                  </a:lnTo>
                  <a:lnTo>
                    <a:pt x="6446027" y="694091"/>
                  </a:lnTo>
                  <a:lnTo>
                    <a:pt x="6374404" y="688579"/>
                  </a:lnTo>
                  <a:lnTo>
                    <a:pt x="6302782" y="682837"/>
                  </a:lnTo>
                  <a:lnTo>
                    <a:pt x="6231159" y="676855"/>
                  </a:lnTo>
                  <a:lnTo>
                    <a:pt x="6159537" y="670622"/>
                  </a:lnTo>
                  <a:lnTo>
                    <a:pt x="6087914" y="664129"/>
                  </a:lnTo>
                  <a:lnTo>
                    <a:pt x="6016292" y="657365"/>
                  </a:lnTo>
                  <a:lnTo>
                    <a:pt x="5944669" y="650318"/>
                  </a:lnTo>
                  <a:lnTo>
                    <a:pt x="5873047" y="642976"/>
                  </a:lnTo>
                  <a:lnTo>
                    <a:pt x="5801424" y="635327"/>
                  </a:lnTo>
                  <a:lnTo>
                    <a:pt x="5729802" y="627358"/>
                  </a:lnTo>
                  <a:lnTo>
                    <a:pt x="5658179" y="619056"/>
                  </a:lnTo>
                  <a:lnTo>
                    <a:pt x="5586557" y="610407"/>
                  </a:lnTo>
                  <a:lnTo>
                    <a:pt x="5514934" y="601396"/>
                  </a:lnTo>
                  <a:lnTo>
                    <a:pt x="5443311" y="592009"/>
                  </a:lnTo>
                  <a:lnTo>
                    <a:pt x="5371689" y="582229"/>
                  </a:lnTo>
                  <a:lnTo>
                    <a:pt x="5300066" y="572040"/>
                  </a:lnTo>
                  <a:lnTo>
                    <a:pt x="5228444" y="561425"/>
                  </a:lnTo>
                  <a:lnTo>
                    <a:pt x="5156821" y="550366"/>
                  </a:lnTo>
                  <a:lnTo>
                    <a:pt x="5085199" y="538845"/>
                  </a:lnTo>
                  <a:lnTo>
                    <a:pt x="5013576" y="526842"/>
                  </a:lnTo>
                  <a:lnTo>
                    <a:pt x="4941954" y="514338"/>
                  </a:lnTo>
                  <a:lnTo>
                    <a:pt x="4870331" y="501310"/>
                  </a:lnTo>
                  <a:lnTo>
                    <a:pt x="4798709" y="487738"/>
                  </a:lnTo>
                  <a:lnTo>
                    <a:pt x="4727086" y="473598"/>
                  </a:lnTo>
                  <a:lnTo>
                    <a:pt x="4655464" y="458868"/>
                  </a:lnTo>
                  <a:lnTo>
                    <a:pt x="4583841" y="443521"/>
                  </a:lnTo>
                  <a:lnTo>
                    <a:pt x="4512219" y="427533"/>
                  </a:lnTo>
                  <a:lnTo>
                    <a:pt x="4440596" y="410876"/>
                  </a:lnTo>
                  <a:lnTo>
                    <a:pt x="4368974" y="393522"/>
                  </a:lnTo>
                  <a:lnTo>
                    <a:pt x="4297351" y="375444"/>
                  </a:lnTo>
                  <a:lnTo>
                    <a:pt x="4225729" y="356609"/>
                  </a:lnTo>
                  <a:lnTo>
                    <a:pt x="4154106" y="336987"/>
                  </a:lnTo>
                  <a:lnTo>
                    <a:pt x="4082483" y="316544"/>
                  </a:lnTo>
                  <a:lnTo>
                    <a:pt x="4010861" y="295246"/>
                  </a:lnTo>
                  <a:lnTo>
                    <a:pt x="3939238" y="273059"/>
                  </a:lnTo>
                  <a:lnTo>
                    <a:pt x="3867616" y="249943"/>
                  </a:lnTo>
                  <a:lnTo>
                    <a:pt x="3795993" y="225861"/>
                  </a:lnTo>
                  <a:lnTo>
                    <a:pt x="3724371" y="200772"/>
                  </a:lnTo>
                  <a:lnTo>
                    <a:pt x="3652748" y="174634"/>
                  </a:lnTo>
                  <a:lnTo>
                    <a:pt x="3581126" y="147403"/>
                  </a:lnTo>
                  <a:lnTo>
                    <a:pt x="3509503" y="119034"/>
                  </a:lnTo>
                  <a:lnTo>
                    <a:pt x="3437881" y="89478"/>
                  </a:lnTo>
                  <a:lnTo>
                    <a:pt x="3366258" y="58687"/>
                  </a:lnTo>
                  <a:lnTo>
                    <a:pt x="3294636" y="26608"/>
                  </a:lnTo>
                  <a:lnTo>
                    <a:pt x="3223013" y="0"/>
                  </a:lnTo>
                  <a:lnTo>
                    <a:pt x="3151391" y="36075"/>
                  </a:lnTo>
                  <a:lnTo>
                    <a:pt x="3079768" y="70574"/>
                  </a:lnTo>
                  <a:lnTo>
                    <a:pt x="3008146" y="103567"/>
                  </a:lnTo>
                  <a:lnTo>
                    <a:pt x="2936523" y="135119"/>
                  </a:lnTo>
                  <a:lnTo>
                    <a:pt x="2864901" y="165292"/>
                  </a:lnTo>
                  <a:lnTo>
                    <a:pt x="2793278" y="194148"/>
                  </a:lnTo>
                  <a:lnTo>
                    <a:pt x="2721655" y="221743"/>
                  </a:lnTo>
                  <a:lnTo>
                    <a:pt x="2650033" y="248132"/>
                  </a:lnTo>
                  <a:lnTo>
                    <a:pt x="2578410" y="273370"/>
                  </a:lnTo>
                  <a:lnTo>
                    <a:pt x="2506788" y="297504"/>
                  </a:lnTo>
                  <a:lnTo>
                    <a:pt x="2435165" y="320585"/>
                  </a:lnTo>
                  <a:lnTo>
                    <a:pt x="2363543" y="342657"/>
                  </a:lnTo>
                  <a:lnTo>
                    <a:pt x="2291920" y="363766"/>
                  </a:lnTo>
                  <a:lnTo>
                    <a:pt x="2220298" y="383952"/>
                  </a:lnTo>
                  <a:lnTo>
                    <a:pt x="2148675" y="403257"/>
                  </a:lnTo>
                  <a:lnTo>
                    <a:pt x="2077053" y="421718"/>
                  </a:lnTo>
                  <a:lnTo>
                    <a:pt x="2005430" y="439373"/>
                  </a:lnTo>
                  <a:lnTo>
                    <a:pt x="1933808" y="456257"/>
                  </a:lnTo>
                  <a:lnTo>
                    <a:pt x="1862185" y="472403"/>
                  </a:lnTo>
                  <a:lnTo>
                    <a:pt x="1790563" y="487845"/>
                  </a:lnTo>
                  <a:lnTo>
                    <a:pt x="1718940" y="502611"/>
                  </a:lnTo>
                  <a:lnTo>
                    <a:pt x="1647318" y="516733"/>
                  </a:lnTo>
                  <a:lnTo>
                    <a:pt x="1575695" y="530238"/>
                  </a:lnTo>
                  <a:lnTo>
                    <a:pt x="1504073" y="543153"/>
                  </a:lnTo>
                  <a:lnTo>
                    <a:pt x="1432450" y="555504"/>
                  </a:lnTo>
                  <a:lnTo>
                    <a:pt x="1360827" y="567315"/>
                  </a:lnTo>
                  <a:lnTo>
                    <a:pt x="1289205" y="578611"/>
                  </a:lnTo>
                  <a:lnTo>
                    <a:pt x="1217582" y="589413"/>
                  </a:lnTo>
                  <a:lnTo>
                    <a:pt x="1145960" y="599743"/>
                  </a:lnTo>
                  <a:lnTo>
                    <a:pt x="1074337" y="609622"/>
                  </a:lnTo>
                  <a:lnTo>
                    <a:pt x="1002715" y="619070"/>
                  </a:lnTo>
                  <a:lnTo>
                    <a:pt x="931092" y="628105"/>
                  </a:lnTo>
                  <a:lnTo>
                    <a:pt x="859470" y="636745"/>
                  </a:lnTo>
                  <a:lnTo>
                    <a:pt x="787847" y="645008"/>
                  </a:lnTo>
                  <a:lnTo>
                    <a:pt x="716225" y="652910"/>
                  </a:lnTo>
                  <a:lnTo>
                    <a:pt x="644602" y="660467"/>
                  </a:lnTo>
                  <a:lnTo>
                    <a:pt x="572980" y="667693"/>
                  </a:lnTo>
                  <a:lnTo>
                    <a:pt x="501357" y="674604"/>
                  </a:lnTo>
                  <a:lnTo>
                    <a:pt x="429735" y="681214"/>
                  </a:lnTo>
                  <a:lnTo>
                    <a:pt x="358112" y="687534"/>
                  </a:lnTo>
                  <a:lnTo>
                    <a:pt x="286490" y="693579"/>
                  </a:lnTo>
                  <a:lnTo>
                    <a:pt x="214867" y="699359"/>
                  </a:lnTo>
                  <a:lnTo>
                    <a:pt x="143245" y="704887"/>
                  </a:lnTo>
                  <a:lnTo>
                    <a:pt x="71622" y="710173"/>
                  </a:lnTo>
                  <a:lnTo>
                    <a:pt x="0" y="7152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40776"/>
              <a:ext cx="7090630" cy="153421"/>
            </a:xfrm>
            <a:custGeom>
              <a:avLst/>
              <a:pathLst>
                <a:path w="7090630" h="153421">
                  <a:moveTo>
                    <a:pt x="0" y="153421"/>
                  </a:moveTo>
                  <a:lnTo>
                    <a:pt x="71622" y="152008"/>
                  </a:lnTo>
                  <a:lnTo>
                    <a:pt x="143245" y="150592"/>
                  </a:lnTo>
                  <a:lnTo>
                    <a:pt x="214867" y="149173"/>
                  </a:lnTo>
                  <a:lnTo>
                    <a:pt x="286490" y="147752"/>
                  </a:lnTo>
                  <a:lnTo>
                    <a:pt x="358112" y="146328"/>
                  </a:lnTo>
                  <a:lnTo>
                    <a:pt x="429735" y="144901"/>
                  </a:lnTo>
                  <a:lnTo>
                    <a:pt x="501357" y="143472"/>
                  </a:lnTo>
                  <a:lnTo>
                    <a:pt x="572980" y="142040"/>
                  </a:lnTo>
                  <a:lnTo>
                    <a:pt x="644602" y="140606"/>
                  </a:lnTo>
                  <a:lnTo>
                    <a:pt x="716225" y="139169"/>
                  </a:lnTo>
                  <a:lnTo>
                    <a:pt x="787847" y="137729"/>
                  </a:lnTo>
                  <a:lnTo>
                    <a:pt x="859470" y="136286"/>
                  </a:lnTo>
                  <a:lnTo>
                    <a:pt x="931092" y="134841"/>
                  </a:lnTo>
                  <a:lnTo>
                    <a:pt x="1002715" y="133394"/>
                  </a:lnTo>
                  <a:lnTo>
                    <a:pt x="1074337" y="131943"/>
                  </a:lnTo>
                  <a:lnTo>
                    <a:pt x="1145960" y="130490"/>
                  </a:lnTo>
                  <a:lnTo>
                    <a:pt x="1217582" y="129034"/>
                  </a:lnTo>
                  <a:lnTo>
                    <a:pt x="1289205" y="127575"/>
                  </a:lnTo>
                  <a:lnTo>
                    <a:pt x="1360827" y="126114"/>
                  </a:lnTo>
                  <a:lnTo>
                    <a:pt x="1432450" y="124650"/>
                  </a:lnTo>
                  <a:lnTo>
                    <a:pt x="1504073" y="123184"/>
                  </a:lnTo>
                  <a:lnTo>
                    <a:pt x="1575695" y="121714"/>
                  </a:lnTo>
                  <a:lnTo>
                    <a:pt x="1647318" y="120242"/>
                  </a:lnTo>
                  <a:lnTo>
                    <a:pt x="1718940" y="118767"/>
                  </a:lnTo>
                  <a:lnTo>
                    <a:pt x="1790563" y="117290"/>
                  </a:lnTo>
                  <a:lnTo>
                    <a:pt x="1862185" y="115809"/>
                  </a:lnTo>
                  <a:lnTo>
                    <a:pt x="1933808" y="114326"/>
                  </a:lnTo>
                  <a:lnTo>
                    <a:pt x="2005430" y="112840"/>
                  </a:lnTo>
                  <a:lnTo>
                    <a:pt x="2077053" y="111352"/>
                  </a:lnTo>
                  <a:lnTo>
                    <a:pt x="2148675" y="109860"/>
                  </a:lnTo>
                  <a:lnTo>
                    <a:pt x="2220298" y="108366"/>
                  </a:lnTo>
                  <a:lnTo>
                    <a:pt x="2291920" y="106870"/>
                  </a:lnTo>
                  <a:lnTo>
                    <a:pt x="2363543" y="105370"/>
                  </a:lnTo>
                  <a:lnTo>
                    <a:pt x="2435165" y="103868"/>
                  </a:lnTo>
                  <a:lnTo>
                    <a:pt x="2506788" y="102362"/>
                  </a:lnTo>
                  <a:lnTo>
                    <a:pt x="2578410" y="100854"/>
                  </a:lnTo>
                  <a:lnTo>
                    <a:pt x="2650033" y="99344"/>
                  </a:lnTo>
                  <a:lnTo>
                    <a:pt x="2721655" y="97830"/>
                  </a:lnTo>
                  <a:lnTo>
                    <a:pt x="2793278" y="96314"/>
                  </a:lnTo>
                  <a:lnTo>
                    <a:pt x="2864901" y="94795"/>
                  </a:lnTo>
                  <a:lnTo>
                    <a:pt x="2936523" y="93273"/>
                  </a:lnTo>
                  <a:lnTo>
                    <a:pt x="3008146" y="91748"/>
                  </a:lnTo>
                  <a:lnTo>
                    <a:pt x="3079768" y="90220"/>
                  </a:lnTo>
                  <a:lnTo>
                    <a:pt x="3151391" y="88690"/>
                  </a:lnTo>
                  <a:lnTo>
                    <a:pt x="3223013" y="87156"/>
                  </a:lnTo>
                  <a:lnTo>
                    <a:pt x="3294636" y="85620"/>
                  </a:lnTo>
                  <a:lnTo>
                    <a:pt x="3366258" y="84081"/>
                  </a:lnTo>
                  <a:lnTo>
                    <a:pt x="3437881" y="82539"/>
                  </a:lnTo>
                  <a:lnTo>
                    <a:pt x="3509503" y="80995"/>
                  </a:lnTo>
                  <a:lnTo>
                    <a:pt x="3581126" y="79447"/>
                  </a:lnTo>
                  <a:lnTo>
                    <a:pt x="3652748" y="77897"/>
                  </a:lnTo>
                  <a:lnTo>
                    <a:pt x="3724371" y="76343"/>
                  </a:lnTo>
                  <a:lnTo>
                    <a:pt x="3795993" y="74787"/>
                  </a:lnTo>
                  <a:lnTo>
                    <a:pt x="3867616" y="73228"/>
                  </a:lnTo>
                  <a:lnTo>
                    <a:pt x="3939238" y="71666"/>
                  </a:lnTo>
                  <a:lnTo>
                    <a:pt x="4010861" y="70102"/>
                  </a:lnTo>
                  <a:lnTo>
                    <a:pt x="4082483" y="68534"/>
                  </a:lnTo>
                  <a:lnTo>
                    <a:pt x="4154106" y="66963"/>
                  </a:lnTo>
                  <a:lnTo>
                    <a:pt x="4225729" y="65390"/>
                  </a:lnTo>
                  <a:lnTo>
                    <a:pt x="4297351" y="63813"/>
                  </a:lnTo>
                  <a:lnTo>
                    <a:pt x="4368974" y="62234"/>
                  </a:lnTo>
                  <a:lnTo>
                    <a:pt x="4440596" y="60651"/>
                  </a:lnTo>
                  <a:lnTo>
                    <a:pt x="4512219" y="59066"/>
                  </a:lnTo>
                  <a:lnTo>
                    <a:pt x="4583841" y="57478"/>
                  </a:lnTo>
                  <a:lnTo>
                    <a:pt x="4655464" y="55887"/>
                  </a:lnTo>
                  <a:lnTo>
                    <a:pt x="4727086" y="54293"/>
                  </a:lnTo>
                  <a:lnTo>
                    <a:pt x="4798709" y="52696"/>
                  </a:lnTo>
                  <a:lnTo>
                    <a:pt x="4870331" y="51096"/>
                  </a:lnTo>
                  <a:lnTo>
                    <a:pt x="4941954" y="49493"/>
                  </a:lnTo>
                  <a:lnTo>
                    <a:pt x="5013576" y="47887"/>
                  </a:lnTo>
                  <a:lnTo>
                    <a:pt x="5085199" y="46278"/>
                  </a:lnTo>
                  <a:lnTo>
                    <a:pt x="5156821" y="44666"/>
                  </a:lnTo>
                  <a:lnTo>
                    <a:pt x="5228444" y="43052"/>
                  </a:lnTo>
                  <a:lnTo>
                    <a:pt x="5300066" y="41434"/>
                  </a:lnTo>
                  <a:lnTo>
                    <a:pt x="5371689" y="39813"/>
                  </a:lnTo>
                  <a:lnTo>
                    <a:pt x="5443311" y="38189"/>
                  </a:lnTo>
                  <a:lnTo>
                    <a:pt x="5514934" y="36562"/>
                  </a:lnTo>
                  <a:lnTo>
                    <a:pt x="5586557" y="34932"/>
                  </a:lnTo>
                  <a:lnTo>
                    <a:pt x="5658179" y="33300"/>
                  </a:lnTo>
                  <a:lnTo>
                    <a:pt x="5729802" y="31664"/>
                  </a:lnTo>
                  <a:lnTo>
                    <a:pt x="5801424" y="30025"/>
                  </a:lnTo>
                  <a:lnTo>
                    <a:pt x="5873047" y="28383"/>
                  </a:lnTo>
                  <a:lnTo>
                    <a:pt x="5944669" y="26738"/>
                  </a:lnTo>
                  <a:lnTo>
                    <a:pt x="6016292" y="25090"/>
                  </a:lnTo>
                  <a:lnTo>
                    <a:pt x="6087914" y="23439"/>
                  </a:lnTo>
                  <a:lnTo>
                    <a:pt x="6159537" y="21784"/>
                  </a:lnTo>
                  <a:lnTo>
                    <a:pt x="6231159" y="20127"/>
                  </a:lnTo>
                  <a:lnTo>
                    <a:pt x="6302782" y="18467"/>
                  </a:lnTo>
                  <a:lnTo>
                    <a:pt x="6374404" y="16804"/>
                  </a:lnTo>
                  <a:lnTo>
                    <a:pt x="6446027" y="15137"/>
                  </a:lnTo>
                  <a:lnTo>
                    <a:pt x="6517649" y="13468"/>
                  </a:lnTo>
                  <a:lnTo>
                    <a:pt x="6589272" y="11795"/>
                  </a:lnTo>
                  <a:lnTo>
                    <a:pt x="6660894" y="10119"/>
                  </a:lnTo>
                  <a:lnTo>
                    <a:pt x="6732517" y="8440"/>
                  </a:lnTo>
                  <a:lnTo>
                    <a:pt x="6804139" y="6758"/>
                  </a:lnTo>
                  <a:lnTo>
                    <a:pt x="6875762" y="5073"/>
                  </a:lnTo>
                  <a:lnTo>
                    <a:pt x="6947385" y="3385"/>
                  </a:lnTo>
                  <a:lnTo>
                    <a:pt x="7019007" y="1694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4141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15820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0.98 (0.59-1.62), p_Bonf = 1.000 (n = 6)  |  per IQR decline (Δ = 22.9 %): 0.95 (0.30-3.01)  |  IQR: [-19.2, 3.7]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496153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2026-08-17T08:02:17Z</dcterms:modified>
  <cp:category/>
</cp:coreProperties>
</file>