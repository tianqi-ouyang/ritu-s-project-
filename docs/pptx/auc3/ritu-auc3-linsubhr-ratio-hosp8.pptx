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4046001" y="2073503"/>
              <a:ext cx="4216677" cy="3483746"/>
            </a:xfrm>
            <a:custGeom>
              <a:avLst/>
              <a:pathLst>
                <a:path w="4216677" h="3483746">
                  <a:moveTo>
                    <a:pt x="31037" y="0"/>
                  </a:moveTo>
                  <a:lnTo>
                    <a:pt x="62571" y="1510661"/>
                  </a:lnTo>
                  <a:lnTo>
                    <a:pt x="134193" y="2743249"/>
                  </a:lnTo>
                  <a:lnTo>
                    <a:pt x="205816" y="3154548"/>
                  </a:lnTo>
                  <a:lnTo>
                    <a:pt x="277438" y="3337396"/>
                  </a:lnTo>
                  <a:lnTo>
                    <a:pt x="349061" y="3418684"/>
                  </a:lnTo>
                  <a:lnTo>
                    <a:pt x="420683" y="3454822"/>
                  </a:lnTo>
                  <a:lnTo>
                    <a:pt x="492306" y="3470888"/>
                  </a:lnTo>
                  <a:lnTo>
                    <a:pt x="563928" y="3478030"/>
                  </a:lnTo>
                  <a:lnTo>
                    <a:pt x="635551" y="3481205"/>
                  </a:lnTo>
                  <a:lnTo>
                    <a:pt x="707174" y="3482617"/>
                  </a:lnTo>
                  <a:lnTo>
                    <a:pt x="778796" y="3483244"/>
                  </a:lnTo>
                  <a:lnTo>
                    <a:pt x="850419" y="3483523"/>
                  </a:lnTo>
                  <a:lnTo>
                    <a:pt x="922041" y="3483647"/>
                  </a:lnTo>
                  <a:lnTo>
                    <a:pt x="993664" y="3483702"/>
                  </a:lnTo>
                  <a:lnTo>
                    <a:pt x="1065286" y="3483727"/>
                  </a:lnTo>
                  <a:lnTo>
                    <a:pt x="1136909" y="3483738"/>
                  </a:lnTo>
                  <a:lnTo>
                    <a:pt x="1208531" y="3483743"/>
                  </a:lnTo>
                  <a:lnTo>
                    <a:pt x="1280154" y="3483745"/>
                  </a:lnTo>
                  <a:lnTo>
                    <a:pt x="1351776" y="3483746"/>
                  </a:lnTo>
                  <a:lnTo>
                    <a:pt x="1423399" y="3483746"/>
                  </a:lnTo>
                  <a:lnTo>
                    <a:pt x="1495021" y="3483746"/>
                  </a:lnTo>
                  <a:lnTo>
                    <a:pt x="1566644" y="3483746"/>
                  </a:lnTo>
                  <a:lnTo>
                    <a:pt x="1638266" y="3483746"/>
                  </a:lnTo>
                  <a:lnTo>
                    <a:pt x="1709889" y="3483746"/>
                  </a:lnTo>
                  <a:lnTo>
                    <a:pt x="1781511" y="3483746"/>
                  </a:lnTo>
                  <a:lnTo>
                    <a:pt x="1853134" y="3483746"/>
                  </a:lnTo>
                  <a:lnTo>
                    <a:pt x="1924756" y="3483746"/>
                  </a:lnTo>
                  <a:lnTo>
                    <a:pt x="1996379" y="3483746"/>
                  </a:lnTo>
                  <a:lnTo>
                    <a:pt x="2068002" y="3483746"/>
                  </a:lnTo>
                  <a:lnTo>
                    <a:pt x="2139624" y="3483746"/>
                  </a:lnTo>
                  <a:lnTo>
                    <a:pt x="2211247" y="3483746"/>
                  </a:lnTo>
                  <a:lnTo>
                    <a:pt x="2282869" y="3483746"/>
                  </a:lnTo>
                  <a:lnTo>
                    <a:pt x="2354492" y="3483746"/>
                  </a:lnTo>
                  <a:lnTo>
                    <a:pt x="2426114" y="3483746"/>
                  </a:lnTo>
                  <a:lnTo>
                    <a:pt x="2497737" y="3483746"/>
                  </a:lnTo>
                  <a:lnTo>
                    <a:pt x="2569359" y="3483746"/>
                  </a:lnTo>
                  <a:lnTo>
                    <a:pt x="2640982" y="3483746"/>
                  </a:lnTo>
                  <a:lnTo>
                    <a:pt x="2712604" y="3483746"/>
                  </a:lnTo>
                  <a:lnTo>
                    <a:pt x="2784227" y="3483746"/>
                  </a:lnTo>
                  <a:lnTo>
                    <a:pt x="2855849" y="3483746"/>
                  </a:lnTo>
                  <a:lnTo>
                    <a:pt x="2927472" y="3483746"/>
                  </a:lnTo>
                  <a:lnTo>
                    <a:pt x="2999094" y="3483746"/>
                  </a:lnTo>
                  <a:lnTo>
                    <a:pt x="3070717" y="3483746"/>
                  </a:lnTo>
                  <a:lnTo>
                    <a:pt x="3142339" y="3483746"/>
                  </a:lnTo>
                  <a:lnTo>
                    <a:pt x="3213962" y="3483746"/>
                  </a:lnTo>
                  <a:lnTo>
                    <a:pt x="3285584" y="3483746"/>
                  </a:lnTo>
                  <a:lnTo>
                    <a:pt x="3357207" y="3483746"/>
                  </a:lnTo>
                  <a:lnTo>
                    <a:pt x="3428830" y="3483746"/>
                  </a:lnTo>
                  <a:lnTo>
                    <a:pt x="3500452" y="3483746"/>
                  </a:lnTo>
                  <a:lnTo>
                    <a:pt x="3572075" y="3483746"/>
                  </a:lnTo>
                  <a:lnTo>
                    <a:pt x="3643697" y="3483746"/>
                  </a:lnTo>
                  <a:lnTo>
                    <a:pt x="3715320" y="3483746"/>
                  </a:lnTo>
                  <a:lnTo>
                    <a:pt x="3786942" y="3483746"/>
                  </a:lnTo>
                  <a:lnTo>
                    <a:pt x="3858565" y="3483746"/>
                  </a:lnTo>
                  <a:lnTo>
                    <a:pt x="3930187" y="3483746"/>
                  </a:lnTo>
                  <a:lnTo>
                    <a:pt x="4001810" y="3483746"/>
                  </a:lnTo>
                  <a:lnTo>
                    <a:pt x="4073432" y="3483746"/>
                  </a:lnTo>
                  <a:lnTo>
                    <a:pt x="4145055" y="3483746"/>
                  </a:lnTo>
                  <a:lnTo>
                    <a:pt x="4216677" y="3483746"/>
                  </a:lnTo>
                  <a:lnTo>
                    <a:pt x="4145055" y="3483746"/>
                  </a:lnTo>
                  <a:lnTo>
                    <a:pt x="4073432" y="3483746"/>
                  </a:lnTo>
                  <a:lnTo>
                    <a:pt x="4001810" y="3483746"/>
                  </a:lnTo>
                  <a:lnTo>
                    <a:pt x="3930187" y="3483746"/>
                  </a:lnTo>
                  <a:lnTo>
                    <a:pt x="3858565" y="3483746"/>
                  </a:lnTo>
                  <a:lnTo>
                    <a:pt x="3786942" y="3483746"/>
                  </a:lnTo>
                  <a:lnTo>
                    <a:pt x="3715320" y="3483746"/>
                  </a:lnTo>
                  <a:lnTo>
                    <a:pt x="3643697" y="3483746"/>
                  </a:lnTo>
                  <a:lnTo>
                    <a:pt x="3572075" y="3483746"/>
                  </a:lnTo>
                  <a:lnTo>
                    <a:pt x="3500452" y="3483746"/>
                  </a:lnTo>
                  <a:lnTo>
                    <a:pt x="3428830" y="3483746"/>
                  </a:lnTo>
                  <a:lnTo>
                    <a:pt x="3357207" y="3483746"/>
                  </a:lnTo>
                  <a:lnTo>
                    <a:pt x="3285584" y="3483746"/>
                  </a:lnTo>
                  <a:lnTo>
                    <a:pt x="3213962" y="3483746"/>
                  </a:lnTo>
                  <a:lnTo>
                    <a:pt x="3142339" y="3483746"/>
                  </a:lnTo>
                  <a:lnTo>
                    <a:pt x="3070717" y="3483746"/>
                  </a:lnTo>
                  <a:lnTo>
                    <a:pt x="2999094" y="3483746"/>
                  </a:lnTo>
                  <a:lnTo>
                    <a:pt x="2927472" y="3483746"/>
                  </a:lnTo>
                  <a:lnTo>
                    <a:pt x="2855849" y="3483746"/>
                  </a:lnTo>
                  <a:lnTo>
                    <a:pt x="2784227" y="3483746"/>
                  </a:lnTo>
                  <a:lnTo>
                    <a:pt x="2712604" y="3483746"/>
                  </a:lnTo>
                  <a:lnTo>
                    <a:pt x="2640982" y="3483746"/>
                  </a:lnTo>
                  <a:lnTo>
                    <a:pt x="2569359" y="3483746"/>
                  </a:lnTo>
                  <a:lnTo>
                    <a:pt x="2497737" y="3483746"/>
                  </a:lnTo>
                  <a:lnTo>
                    <a:pt x="2426114" y="3483746"/>
                  </a:lnTo>
                  <a:lnTo>
                    <a:pt x="2354492" y="3483746"/>
                  </a:lnTo>
                  <a:lnTo>
                    <a:pt x="2282869" y="3483746"/>
                  </a:lnTo>
                  <a:lnTo>
                    <a:pt x="2211247" y="3483746"/>
                  </a:lnTo>
                  <a:lnTo>
                    <a:pt x="2139624" y="3483746"/>
                  </a:lnTo>
                  <a:lnTo>
                    <a:pt x="2068002" y="3483746"/>
                  </a:lnTo>
                  <a:lnTo>
                    <a:pt x="1996379" y="3483746"/>
                  </a:lnTo>
                  <a:lnTo>
                    <a:pt x="1924756" y="3483746"/>
                  </a:lnTo>
                  <a:lnTo>
                    <a:pt x="1853134" y="3483746"/>
                  </a:lnTo>
                  <a:lnTo>
                    <a:pt x="1781511" y="3483746"/>
                  </a:lnTo>
                  <a:lnTo>
                    <a:pt x="1709889" y="3483746"/>
                  </a:lnTo>
                  <a:lnTo>
                    <a:pt x="1638266" y="3483746"/>
                  </a:lnTo>
                  <a:lnTo>
                    <a:pt x="1566644" y="3483746"/>
                  </a:lnTo>
                  <a:lnTo>
                    <a:pt x="1495021" y="3483746"/>
                  </a:lnTo>
                  <a:lnTo>
                    <a:pt x="1423399" y="3483746"/>
                  </a:lnTo>
                  <a:lnTo>
                    <a:pt x="1351776" y="3483746"/>
                  </a:lnTo>
                  <a:lnTo>
                    <a:pt x="1280154" y="3483746"/>
                  </a:lnTo>
                  <a:lnTo>
                    <a:pt x="1208531" y="3483746"/>
                  </a:lnTo>
                  <a:lnTo>
                    <a:pt x="1136909" y="3483746"/>
                  </a:lnTo>
                  <a:lnTo>
                    <a:pt x="1065286" y="3483745"/>
                  </a:lnTo>
                  <a:lnTo>
                    <a:pt x="993664" y="3483742"/>
                  </a:lnTo>
                  <a:lnTo>
                    <a:pt x="922041" y="3483735"/>
                  </a:lnTo>
                  <a:lnTo>
                    <a:pt x="850419" y="3483716"/>
                  </a:lnTo>
                  <a:lnTo>
                    <a:pt x="778796" y="3483663"/>
                  </a:lnTo>
                  <a:lnTo>
                    <a:pt x="707174" y="3483519"/>
                  </a:lnTo>
                  <a:lnTo>
                    <a:pt x="635551" y="3483124"/>
                  </a:lnTo>
                  <a:lnTo>
                    <a:pt x="563928" y="3482040"/>
                  </a:lnTo>
                  <a:lnTo>
                    <a:pt x="492306" y="3479073"/>
                  </a:lnTo>
                  <a:lnTo>
                    <a:pt x="420683" y="3470947"/>
                  </a:lnTo>
                  <a:lnTo>
                    <a:pt x="349061" y="3448689"/>
                  </a:lnTo>
                  <a:lnTo>
                    <a:pt x="277438" y="3387725"/>
                  </a:lnTo>
                  <a:lnTo>
                    <a:pt x="205816" y="3220743"/>
                  </a:lnTo>
                  <a:lnTo>
                    <a:pt x="134193" y="2763380"/>
                  </a:lnTo>
                  <a:lnTo>
                    <a:pt x="62571" y="18180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077039" y="2073503"/>
              <a:ext cx="4185639" cy="3483746"/>
            </a:xfrm>
            <a:custGeom>
              <a:avLst/>
              <a:pathLst>
                <a:path w="4185639" h="3483746">
                  <a:moveTo>
                    <a:pt x="0" y="0"/>
                  </a:moveTo>
                  <a:lnTo>
                    <a:pt x="31533" y="1510661"/>
                  </a:lnTo>
                  <a:lnTo>
                    <a:pt x="103155" y="2743249"/>
                  </a:lnTo>
                  <a:lnTo>
                    <a:pt x="174778" y="3154548"/>
                  </a:lnTo>
                  <a:lnTo>
                    <a:pt x="246400" y="3337396"/>
                  </a:lnTo>
                  <a:lnTo>
                    <a:pt x="318023" y="3418684"/>
                  </a:lnTo>
                  <a:lnTo>
                    <a:pt x="389645" y="3454822"/>
                  </a:lnTo>
                  <a:lnTo>
                    <a:pt x="461268" y="3470888"/>
                  </a:lnTo>
                  <a:lnTo>
                    <a:pt x="532891" y="3478030"/>
                  </a:lnTo>
                  <a:lnTo>
                    <a:pt x="604513" y="3481205"/>
                  </a:lnTo>
                  <a:lnTo>
                    <a:pt x="676136" y="3482617"/>
                  </a:lnTo>
                  <a:lnTo>
                    <a:pt x="747758" y="3483244"/>
                  </a:lnTo>
                  <a:lnTo>
                    <a:pt x="819381" y="3483523"/>
                  </a:lnTo>
                  <a:lnTo>
                    <a:pt x="891003" y="3483647"/>
                  </a:lnTo>
                  <a:lnTo>
                    <a:pt x="962626" y="3483702"/>
                  </a:lnTo>
                  <a:lnTo>
                    <a:pt x="1034248" y="3483727"/>
                  </a:lnTo>
                  <a:lnTo>
                    <a:pt x="1105871" y="3483738"/>
                  </a:lnTo>
                  <a:lnTo>
                    <a:pt x="1177493" y="3483743"/>
                  </a:lnTo>
                  <a:lnTo>
                    <a:pt x="1249116" y="3483745"/>
                  </a:lnTo>
                  <a:lnTo>
                    <a:pt x="1320738" y="3483746"/>
                  </a:lnTo>
                  <a:lnTo>
                    <a:pt x="1392361" y="3483746"/>
                  </a:lnTo>
                  <a:lnTo>
                    <a:pt x="1463983" y="3483746"/>
                  </a:lnTo>
                  <a:lnTo>
                    <a:pt x="1535606" y="3483746"/>
                  </a:lnTo>
                  <a:lnTo>
                    <a:pt x="1607228" y="3483746"/>
                  </a:lnTo>
                  <a:lnTo>
                    <a:pt x="1678851" y="3483746"/>
                  </a:lnTo>
                  <a:lnTo>
                    <a:pt x="1750473" y="3483746"/>
                  </a:lnTo>
                  <a:lnTo>
                    <a:pt x="1822096" y="3483746"/>
                  </a:lnTo>
                  <a:lnTo>
                    <a:pt x="1893719" y="3483746"/>
                  </a:lnTo>
                  <a:lnTo>
                    <a:pt x="1965341" y="3483746"/>
                  </a:lnTo>
                  <a:lnTo>
                    <a:pt x="2036964" y="3483746"/>
                  </a:lnTo>
                  <a:lnTo>
                    <a:pt x="2108586" y="3483746"/>
                  </a:lnTo>
                  <a:lnTo>
                    <a:pt x="2180209" y="3483746"/>
                  </a:lnTo>
                  <a:lnTo>
                    <a:pt x="2251831" y="3483746"/>
                  </a:lnTo>
                  <a:lnTo>
                    <a:pt x="2323454" y="3483746"/>
                  </a:lnTo>
                  <a:lnTo>
                    <a:pt x="2395076" y="3483746"/>
                  </a:lnTo>
                  <a:lnTo>
                    <a:pt x="2466699" y="3483746"/>
                  </a:lnTo>
                  <a:lnTo>
                    <a:pt x="2538321" y="3483746"/>
                  </a:lnTo>
                  <a:lnTo>
                    <a:pt x="2609944" y="3483746"/>
                  </a:lnTo>
                  <a:lnTo>
                    <a:pt x="2681566" y="3483746"/>
                  </a:lnTo>
                  <a:lnTo>
                    <a:pt x="2753189" y="3483746"/>
                  </a:lnTo>
                  <a:lnTo>
                    <a:pt x="2824811" y="3483746"/>
                  </a:lnTo>
                  <a:lnTo>
                    <a:pt x="2896434" y="3483746"/>
                  </a:lnTo>
                  <a:lnTo>
                    <a:pt x="2968056" y="3483746"/>
                  </a:lnTo>
                  <a:lnTo>
                    <a:pt x="3039679" y="3483746"/>
                  </a:lnTo>
                  <a:lnTo>
                    <a:pt x="3111301" y="3483746"/>
                  </a:lnTo>
                  <a:lnTo>
                    <a:pt x="3182924" y="3483746"/>
                  </a:lnTo>
                  <a:lnTo>
                    <a:pt x="3254547" y="3483746"/>
                  </a:lnTo>
                  <a:lnTo>
                    <a:pt x="3326169" y="3483746"/>
                  </a:lnTo>
                  <a:lnTo>
                    <a:pt x="3397792" y="3483746"/>
                  </a:lnTo>
                  <a:lnTo>
                    <a:pt x="3469414" y="3483746"/>
                  </a:lnTo>
                  <a:lnTo>
                    <a:pt x="3541037" y="3483746"/>
                  </a:lnTo>
                  <a:lnTo>
                    <a:pt x="3612659" y="3483746"/>
                  </a:lnTo>
                  <a:lnTo>
                    <a:pt x="3684282" y="3483746"/>
                  </a:lnTo>
                  <a:lnTo>
                    <a:pt x="3755904" y="3483746"/>
                  </a:lnTo>
                  <a:lnTo>
                    <a:pt x="3827527" y="3483746"/>
                  </a:lnTo>
                  <a:lnTo>
                    <a:pt x="3899149" y="3483746"/>
                  </a:lnTo>
                  <a:lnTo>
                    <a:pt x="3970772" y="3483746"/>
                  </a:lnTo>
                  <a:lnTo>
                    <a:pt x="4042394" y="3483746"/>
                  </a:lnTo>
                  <a:lnTo>
                    <a:pt x="4114017" y="3483746"/>
                  </a:lnTo>
                  <a:lnTo>
                    <a:pt x="4185639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046001" y="2073503"/>
              <a:ext cx="4216677" cy="3483746"/>
            </a:xfrm>
            <a:custGeom>
              <a:avLst/>
              <a:pathLst>
                <a:path w="4216677" h="3483746">
                  <a:moveTo>
                    <a:pt x="4216677" y="3483746"/>
                  </a:moveTo>
                  <a:lnTo>
                    <a:pt x="4145055" y="3483746"/>
                  </a:lnTo>
                  <a:lnTo>
                    <a:pt x="4073432" y="3483746"/>
                  </a:lnTo>
                  <a:lnTo>
                    <a:pt x="4001810" y="3483746"/>
                  </a:lnTo>
                  <a:lnTo>
                    <a:pt x="3930187" y="3483746"/>
                  </a:lnTo>
                  <a:lnTo>
                    <a:pt x="3858565" y="3483746"/>
                  </a:lnTo>
                  <a:lnTo>
                    <a:pt x="3786942" y="3483746"/>
                  </a:lnTo>
                  <a:lnTo>
                    <a:pt x="3715320" y="3483746"/>
                  </a:lnTo>
                  <a:lnTo>
                    <a:pt x="3643697" y="3483746"/>
                  </a:lnTo>
                  <a:lnTo>
                    <a:pt x="3572075" y="3483746"/>
                  </a:lnTo>
                  <a:lnTo>
                    <a:pt x="3500452" y="3483746"/>
                  </a:lnTo>
                  <a:lnTo>
                    <a:pt x="3428830" y="3483746"/>
                  </a:lnTo>
                  <a:lnTo>
                    <a:pt x="3357207" y="3483746"/>
                  </a:lnTo>
                  <a:lnTo>
                    <a:pt x="3285584" y="3483746"/>
                  </a:lnTo>
                  <a:lnTo>
                    <a:pt x="3213962" y="3483746"/>
                  </a:lnTo>
                  <a:lnTo>
                    <a:pt x="3142339" y="3483746"/>
                  </a:lnTo>
                  <a:lnTo>
                    <a:pt x="3070717" y="3483746"/>
                  </a:lnTo>
                  <a:lnTo>
                    <a:pt x="2999094" y="3483746"/>
                  </a:lnTo>
                  <a:lnTo>
                    <a:pt x="2927472" y="3483746"/>
                  </a:lnTo>
                  <a:lnTo>
                    <a:pt x="2855849" y="3483746"/>
                  </a:lnTo>
                  <a:lnTo>
                    <a:pt x="2784227" y="3483746"/>
                  </a:lnTo>
                  <a:lnTo>
                    <a:pt x="2712604" y="3483746"/>
                  </a:lnTo>
                  <a:lnTo>
                    <a:pt x="2640982" y="3483746"/>
                  </a:lnTo>
                  <a:lnTo>
                    <a:pt x="2569359" y="3483746"/>
                  </a:lnTo>
                  <a:lnTo>
                    <a:pt x="2497737" y="3483746"/>
                  </a:lnTo>
                  <a:lnTo>
                    <a:pt x="2426114" y="3483746"/>
                  </a:lnTo>
                  <a:lnTo>
                    <a:pt x="2354492" y="3483746"/>
                  </a:lnTo>
                  <a:lnTo>
                    <a:pt x="2282869" y="3483746"/>
                  </a:lnTo>
                  <a:lnTo>
                    <a:pt x="2211247" y="3483746"/>
                  </a:lnTo>
                  <a:lnTo>
                    <a:pt x="2139624" y="3483746"/>
                  </a:lnTo>
                  <a:lnTo>
                    <a:pt x="2068002" y="3483746"/>
                  </a:lnTo>
                  <a:lnTo>
                    <a:pt x="1996379" y="3483746"/>
                  </a:lnTo>
                  <a:lnTo>
                    <a:pt x="1924756" y="3483746"/>
                  </a:lnTo>
                  <a:lnTo>
                    <a:pt x="1853134" y="3483746"/>
                  </a:lnTo>
                  <a:lnTo>
                    <a:pt x="1781511" y="3483746"/>
                  </a:lnTo>
                  <a:lnTo>
                    <a:pt x="1709889" y="3483746"/>
                  </a:lnTo>
                  <a:lnTo>
                    <a:pt x="1638266" y="3483746"/>
                  </a:lnTo>
                  <a:lnTo>
                    <a:pt x="1566644" y="3483746"/>
                  </a:lnTo>
                  <a:lnTo>
                    <a:pt x="1495021" y="3483746"/>
                  </a:lnTo>
                  <a:lnTo>
                    <a:pt x="1423399" y="3483746"/>
                  </a:lnTo>
                  <a:lnTo>
                    <a:pt x="1351776" y="3483746"/>
                  </a:lnTo>
                  <a:lnTo>
                    <a:pt x="1280154" y="3483746"/>
                  </a:lnTo>
                  <a:lnTo>
                    <a:pt x="1208531" y="3483746"/>
                  </a:lnTo>
                  <a:lnTo>
                    <a:pt x="1136909" y="3483746"/>
                  </a:lnTo>
                  <a:lnTo>
                    <a:pt x="1065286" y="3483745"/>
                  </a:lnTo>
                  <a:lnTo>
                    <a:pt x="993664" y="3483742"/>
                  </a:lnTo>
                  <a:lnTo>
                    <a:pt x="922041" y="3483735"/>
                  </a:lnTo>
                  <a:lnTo>
                    <a:pt x="850419" y="3483716"/>
                  </a:lnTo>
                  <a:lnTo>
                    <a:pt x="778796" y="3483663"/>
                  </a:lnTo>
                  <a:lnTo>
                    <a:pt x="707174" y="3483519"/>
                  </a:lnTo>
                  <a:lnTo>
                    <a:pt x="635551" y="3483124"/>
                  </a:lnTo>
                  <a:lnTo>
                    <a:pt x="563928" y="3482040"/>
                  </a:lnTo>
                  <a:lnTo>
                    <a:pt x="492306" y="3479073"/>
                  </a:lnTo>
                  <a:lnTo>
                    <a:pt x="420683" y="3470947"/>
                  </a:lnTo>
                  <a:lnTo>
                    <a:pt x="349061" y="3448689"/>
                  </a:lnTo>
                  <a:lnTo>
                    <a:pt x="277438" y="3387725"/>
                  </a:lnTo>
                  <a:lnTo>
                    <a:pt x="205816" y="3220743"/>
                  </a:lnTo>
                  <a:lnTo>
                    <a:pt x="134193" y="2763380"/>
                  </a:lnTo>
                  <a:lnTo>
                    <a:pt x="62571" y="181807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064034" y="2073503"/>
              <a:ext cx="4198644" cy="3483746"/>
            </a:xfrm>
            <a:custGeom>
              <a:avLst/>
              <a:pathLst>
                <a:path w="4198644" h="3483746">
                  <a:moveTo>
                    <a:pt x="0" y="0"/>
                  </a:moveTo>
                  <a:lnTo>
                    <a:pt x="44538" y="1670874"/>
                  </a:lnTo>
                  <a:lnTo>
                    <a:pt x="116160" y="2753384"/>
                  </a:lnTo>
                  <a:lnTo>
                    <a:pt x="187783" y="3189501"/>
                  </a:lnTo>
                  <a:lnTo>
                    <a:pt x="259405" y="3365202"/>
                  </a:lnTo>
                  <a:lnTo>
                    <a:pt x="331028" y="3435988"/>
                  </a:lnTo>
                  <a:lnTo>
                    <a:pt x="402650" y="3464506"/>
                  </a:lnTo>
                  <a:lnTo>
                    <a:pt x="474273" y="3475995"/>
                  </a:lnTo>
                  <a:lnTo>
                    <a:pt x="545895" y="3480623"/>
                  </a:lnTo>
                  <a:lnTo>
                    <a:pt x="617518" y="3482488"/>
                  </a:lnTo>
                  <a:lnTo>
                    <a:pt x="689140" y="3483240"/>
                  </a:lnTo>
                  <a:lnTo>
                    <a:pt x="760763" y="3483542"/>
                  </a:lnTo>
                  <a:lnTo>
                    <a:pt x="832385" y="3483664"/>
                  </a:lnTo>
                  <a:lnTo>
                    <a:pt x="904008" y="3483713"/>
                  </a:lnTo>
                  <a:lnTo>
                    <a:pt x="975631" y="3483733"/>
                  </a:lnTo>
                  <a:lnTo>
                    <a:pt x="1047253" y="3483741"/>
                  </a:lnTo>
                  <a:lnTo>
                    <a:pt x="1118876" y="3483744"/>
                  </a:lnTo>
                  <a:lnTo>
                    <a:pt x="1190498" y="3483746"/>
                  </a:lnTo>
                  <a:lnTo>
                    <a:pt x="1262121" y="3483746"/>
                  </a:lnTo>
                  <a:lnTo>
                    <a:pt x="1333743" y="3483746"/>
                  </a:lnTo>
                  <a:lnTo>
                    <a:pt x="1405366" y="3483746"/>
                  </a:lnTo>
                  <a:lnTo>
                    <a:pt x="1476988" y="3483746"/>
                  </a:lnTo>
                  <a:lnTo>
                    <a:pt x="1548611" y="3483746"/>
                  </a:lnTo>
                  <a:lnTo>
                    <a:pt x="1620233" y="3483746"/>
                  </a:lnTo>
                  <a:lnTo>
                    <a:pt x="1691856" y="3483746"/>
                  </a:lnTo>
                  <a:lnTo>
                    <a:pt x="1763478" y="3483746"/>
                  </a:lnTo>
                  <a:lnTo>
                    <a:pt x="1835101" y="3483746"/>
                  </a:lnTo>
                  <a:lnTo>
                    <a:pt x="1906723" y="3483746"/>
                  </a:lnTo>
                  <a:lnTo>
                    <a:pt x="1978346" y="3483746"/>
                  </a:lnTo>
                  <a:lnTo>
                    <a:pt x="2049968" y="3483746"/>
                  </a:lnTo>
                  <a:lnTo>
                    <a:pt x="2121591" y="3483746"/>
                  </a:lnTo>
                  <a:lnTo>
                    <a:pt x="2193213" y="3483746"/>
                  </a:lnTo>
                  <a:lnTo>
                    <a:pt x="2264836" y="3483746"/>
                  </a:lnTo>
                  <a:lnTo>
                    <a:pt x="2336459" y="3483746"/>
                  </a:lnTo>
                  <a:lnTo>
                    <a:pt x="2408081" y="3483746"/>
                  </a:lnTo>
                  <a:lnTo>
                    <a:pt x="2479704" y="3483746"/>
                  </a:lnTo>
                  <a:lnTo>
                    <a:pt x="2551326" y="3483746"/>
                  </a:lnTo>
                  <a:lnTo>
                    <a:pt x="2622949" y="3483746"/>
                  </a:lnTo>
                  <a:lnTo>
                    <a:pt x="2694571" y="3483746"/>
                  </a:lnTo>
                  <a:lnTo>
                    <a:pt x="2766194" y="3483746"/>
                  </a:lnTo>
                  <a:lnTo>
                    <a:pt x="2837816" y="3483746"/>
                  </a:lnTo>
                  <a:lnTo>
                    <a:pt x="2909439" y="3483746"/>
                  </a:lnTo>
                  <a:lnTo>
                    <a:pt x="2981061" y="3483746"/>
                  </a:lnTo>
                  <a:lnTo>
                    <a:pt x="3052684" y="3483746"/>
                  </a:lnTo>
                  <a:lnTo>
                    <a:pt x="3124306" y="3483746"/>
                  </a:lnTo>
                  <a:lnTo>
                    <a:pt x="3195929" y="3483746"/>
                  </a:lnTo>
                  <a:lnTo>
                    <a:pt x="3267551" y="3483746"/>
                  </a:lnTo>
                  <a:lnTo>
                    <a:pt x="3339174" y="3483746"/>
                  </a:lnTo>
                  <a:lnTo>
                    <a:pt x="3410796" y="3483746"/>
                  </a:lnTo>
                  <a:lnTo>
                    <a:pt x="3482419" y="3483746"/>
                  </a:lnTo>
                  <a:lnTo>
                    <a:pt x="3554041" y="3483746"/>
                  </a:lnTo>
                  <a:lnTo>
                    <a:pt x="3625664" y="3483746"/>
                  </a:lnTo>
                  <a:lnTo>
                    <a:pt x="3697287" y="3483746"/>
                  </a:lnTo>
                  <a:lnTo>
                    <a:pt x="3768909" y="3483746"/>
                  </a:lnTo>
                  <a:lnTo>
                    <a:pt x="3840532" y="3483746"/>
                  </a:lnTo>
                  <a:lnTo>
                    <a:pt x="3912154" y="3483746"/>
                  </a:lnTo>
                  <a:lnTo>
                    <a:pt x="3983777" y="3483746"/>
                  </a:lnTo>
                  <a:lnTo>
                    <a:pt x="4055399" y="3483746"/>
                  </a:lnTo>
                  <a:lnTo>
                    <a:pt x="4127022" y="3483746"/>
                  </a:lnTo>
                  <a:lnTo>
                    <a:pt x="4198644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969300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93776.21 (27137.34-324054.54), p = &lt;0.001  |  per IQR decline (Δ = 27.2 %): 34078653512063.00 (1166230670125.69-995818970418670.00)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173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2026-10-09T11:57:55Z</dcterms:modified>
  <cp:category/>
</cp:coreProperties>
</file>