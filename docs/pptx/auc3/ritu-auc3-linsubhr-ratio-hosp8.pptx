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7090" y="0"/>
                  </a:moveTo>
                  <a:lnTo>
                    <a:pt x="106244" y="1849016"/>
                  </a:lnTo>
                  <a:lnTo>
                    <a:pt x="177867" y="2755871"/>
                  </a:lnTo>
                  <a:lnTo>
                    <a:pt x="249489" y="3088974"/>
                  </a:lnTo>
                  <a:lnTo>
                    <a:pt x="321112" y="3269637"/>
                  </a:lnTo>
                  <a:lnTo>
                    <a:pt x="392734" y="3367622"/>
                  </a:lnTo>
                  <a:lnTo>
                    <a:pt x="464357" y="3420765"/>
                  </a:lnTo>
                  <a:lnTo>
                    <a:pt x="535980" y="3449588"/>
                  </a:lnTo>
                  <a:lnTo>
                    <a:pt x="607602" y="3465220"/>
                  </a:lnTo>
                  <a:lnTo>
                    <a:pt x="679225" y="3473698"/>
                  </a:lnTo>
                  <a:lnTo>
                    <a:pt x="750847" y="3478297"/>
                  </a:lnTo>
                  <a:lnTo>
                    <a:pt x="822470" y="3480791"/>
                  </a:lnTo>
                  <a:lnTo>
                    <a:pt x="894092" y="3482143"/>
                  </a:lnTo>
                  <a:lnTo>
                    <a:pt x="965715" y="3482877"/>
                  </a:lnTo>
                  <a:lnTo>
                    <a:pt x="1037337" y="3483275"/>
                  </a:lnTo>
                  <a:lnTo>
                    <a:pt x="1108960" y="3483491"/>
                  </a:lnTo>
                  <a:lnTo>
                    <a:pt x="1180582" y="3483608"/>
                  </a:lnTo>
                  <a:lnTo>
                    <a:pt x="1252205" y="3483671"/>
                  </a:lnTo>
                  <a:lnTo>
                    <a:pt x="1323827" y="3483706"/>
                  </a:lnTo>
                  <a:lnTo>
                    <a:pt x="1395450" y="3483724"/>
                  </a:lnTo>
                  <a:lnTo>
                    <a:pt x="1467072" y="3483734"/>
                  </a:lnTo>
                  <a:lnTo>
                    <a:pt x="1538695" y="3483740"/>
                  </a:lnTo>
                  <a:lnTo>
                    <a:pt x="1610317" y="3483743"/>
                  </a:lnTo>
                  <a:lnTo>
                    <a:pt x="1681940" y="3483744"/>
                  </a:lnTo>
                  <a:lnTo>
                    <a:pt x="1753562" y="3483745"/>
                  </a:lnTo>
                  <a:lnTo>
                    <a:pt x="1825185" y="3483746"/>
                  </a:lnTo>
                  <a:lnTo>
                    <a:pt x="1896808" y="3483746"/>
                  </a:lnTo>
                  <a:lnTo>
                    <a:pt x="1968430" y="3483746"/>
                  </a:lnTo>
                  <a:lnTo>
                    <a:pt x="2040053" y="3483746"/>
                  </a:lnTo>
                  <a:lnTo>
                    <a:pt x="2111675" y="3483746"/>
                  </a:lnTo>
                  <a:lnTo>
                    <a:pt x="2183298" y="3483746"/>
                  </a:lnTo>
                  <a:lnTo>
                    <a:pt x="2254920" y="3483746"/>
                  </a:lnTo>
                  <a:lnTo>
                    <a:pt x="2326543" y="3483746"/>
                  </a:lnTo>
                  <a:lnTo>
                    <a:pt x="2398165" y="3483746"/>
                  </a:lnTo>
                  <a:lnTo>
                    <a:pt x="2469788" y="3483746"/>
                  </a:lnTo>
                  <a:lnTo>
                    <a:pt x="2541410" y="3483746"/>
                  </a:lnTo>
                  <a:lnTo>
                    <a:pt x="2613033" y="3483746"/>
                  </a:lnTo>
                  <a:lnTo>
                    <a:pt x="2684655" y="3483746"/>
                  </a:lnTo>
                  <a:lnTo>
                    <a:pt x="2756278" y="3483746"/>
                  </a:lnTo>
                  <a:lnTo>
                    <a:pt x="2827900" y="3483746"/>
                  </a:lnTo>
                  <a:lnTo>
                    <a:pt x="2899523" y="3483746"/>
                  </a:lnTo>
                  <a:lnTo>
                    <a:pt x="2971145" y="3483746"/>
                  </a:lnTo>
                  <a:lnTo>
                    <a:pt x="3042768" y="3483746"/>
                  </a:lnTo>
                  <a:lnTo>
                    <a:pt x="3114390" y="3483746"/>
                  </a:lnTo>
                  <a:lnTo>
                    <a:pt x="3186013" y="3483746"/>
                  </a:lnTo>
                  <a:lnTo>
                    <a:pt x="3257636" y="3483746"/>
                  </a:lnTo>
                  <a:lnTo>
                    <a:pt x="3329258" y="3483746"/>
                  </a:lnTo>
                  <a:lnTo>
                    <a:pt x="3400881" y="3483746"/>
                  </a:lnTo>
                  <a:lnTo>
                    <a:pt x="3472503" y="3483746"/>
                  </a:lnTo>
                  <a:lnTo>
                    <a:pt x="3544126" y="3483746"/>
                  </a:lnTo>
                  <a:lnTo>
                    <a:pt x="3615748" y="3483746"/>
                  </a:lnTo>
                  <a:lnTo>
                    <a:pt x="3687371" y="3483746"/>
                  </a:lnTo>
                  <a:lnTo>
                    <a:pt x="3758993" y="3483746"/>
                  </a:lnTo>
                  <a:lnTo>
                    <a:pt x="3830616" y="3483746"/>
                  </a:lnTo>
                  <a:lnTo>
                    <a:pt x="3902238" y="3483746"/>
                  </a:lnTo>
                  <a:lnTo>
                    <a:pt x="3973861" y="3483746"/>
                  </a:lnTo>
                  <a:lnTo>
                    <a:pt x="4045483" y="3483746"/>
                  </a:lnTo>
                  <a:lnTo>
                    <a:pt x="4117106" y="3483746"/>
                  </a:lnTo>
                  <a:lnTo>
                    <a:pt x="4188728" y="3483746"/>
                  </a:lnTo>
                  <a:lnTo>
                    <a:pt x="4260351" y="3483746"/>
                  </a:ln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49418" y="2073503"/>
              <a:ext cx="4213261" cy="3483746"/>
            </a:xfrm>
            <a:custGeom>
              <a:avLst/>
              <a:pathLst>
                <a:path w="4213261" h="3483746">
                  <a:moveTo>
                    <a:pt x="0" y="0"/>
                  </a:moveTo>
                  <a:lnTo>
                    <a:pt x="59154" y="1849016"/>
                  </a:lnTo>
                  <a:lnTo>
                    <a:pt x="130777" y="2755871"/>
                  </a:lnTo>
                  <a:lnTo>
                    <a:pt x="202399" y="3088974"/>
                  </a:lnTo>
                  <a:lnTo>
                    <a:pt x="274022" y="3269637"/>
                  </a:lnTo>
                  <a:lnTo>
                    <a:pt x="345644" y="3367622"/>
                  </a:lnTo>
                  <a:lnTo>
                    <a:pt x="417267" y="3420765"/>
                  </a:lnTo>
                  <a:lnTo>
                    <a:pt x="488889" y="3449588"/>
                  </a:lnTo>
                  <a:lnTo>
                    <a:pt x="560512" y="3465220"/>
                  </a:lnTo>
                  <a:lnTo>
                    <a:pt x="632134" y="3473698"/>
                  </a:lnTo>
                  <a:lnTo>
                    <a:pt x="703757" y="3478297"/>
                  </a:lnTo>
                  <a:lnTo>
                    <a:pt x="775379" y="3480791"/>
                  </a:lnTo>
                  <a:lnTo>
                    <a:pt x="847002" y="3482143"/>
                  </a:lnTo>
                  <a:lnTo>
                    <a:pt x="918625" y="3482877"/>
                  </a:lnTo>
                  <a:lnTo>
                    <a:pt x="990247" y="3483275"/>
                  </a:lnTo>
                  <a:lnTo>
                    <a:pt x="1061870" y="3483491"/>
                  </a:lnTo>
                  <a:lnTo>
                    <a:pt x="1133492" y="3483608"/>
                  </a:lnTo>
                  <a:lnTo>
                    <a:pt x="1205115" y="3483671"/>
                  </a:lnTo>
                  <a:lnTo>
                    <a:pt x="1276737" y="3483706"/>
                  </a:lnTo>
                  <a:lnTo>
                    <a:pt x="1348360" y="3483724"/>
                  </a:lnTo>
                  <a:lnTo>
                    <a:pt x="1419982" y="3483734"/>
                  </a:lnTo>
                  <a:lnTo>
                    <a:pt x="1491605" y="3483740"/>
                  </a:lnTo>
                  <a:lnTo>
                    <a:pt x="1563227" y="3483743"/>
                  </a:lnTo>
                  <a:lnTo>
                    <a:pt x="1634850" y="3483744"/>
                  </a:lnTo>
                  <a:lnTo>
                    <a:pt x="1706472" y="3483745"/>
                  </a:lnTo>
                  <a:lnTo>
                    <a:pt x="1778095" y="3483746"/>
                  </a:lnTo>
                  <a:lnTo>
                    <a:pt x="1849717" y="3483746"/>
                  </a:lnTo>
                  <a:lnTo>
                    <a:pt x="1921340" y="3483746"/>
                  </a:lnTo>
                  <a:lnTo>
                    <a:pt x="1992962" y="3483746"/>
                  </a:lnTo>
                  <a:lnTo>
                    <a:pt x="2064585" y="3483746"/>
                  </a:lnTo>
                  <a:lnTo>
                    <a:pt x="2136207" y="3483746"/>
                  </a:lnTo>
                  <a:lnTo>
                    <a:pt x="2207830" y="3483746"/>
                  </a:lnTo>
                  <a:lnTo>
                    <a:pt x="2279453" y="3483746"/>
                  </a:lnTo>
                  <a:lnTo>
                    <a:pt x="2351075" y="3483746"/>
                  </a:lnTo>
                  <a:lnTo>
                    <a:pt x="2422698" y="3483746"/>
                  </a:lnTo>
                  <a:lnTo>
                    <a:pt x="2494320" y="3483746"/>
                  </a:lnTo>
                  <a:lnTo>
                    <a:pt x="2565943" y="3483746"/>
                  </a:lnTo>
                  <a:lnTo>
                    <a:pt x="2637565" y="3483746"/>
                  </a:lnTo>
                  <a:lnTo>
                    <a:pt x="2709188" y="3483746"/>
                  </a:lnTo>
                  <a:lnTo>
                    <a:pt x="2780810" y="3483746"/>
                  </a:lnTo>
                  <a:lnTo>
                    <a:pt x="2852433" y="3483746"/>
                  </a:lnTo>
                  <a:lnTo>
                    <a:pt x="2924055" y="3483746"/>
                  </a:lnTo>
                  <a:lnTo>
                    <a:pt x="2995678" y="3483746"/>
                  </a:lnTo>
                  <a:lnTo>
                    <a:pt x="3067300" y="3483746"/>
                  </a:lnTo>
                  <a:lnTo>
                    <a:pt x="3138923" y="3483746"/>
                  </a:lnTo>
                  <a:lnTo>
                    <a:pt x="3210545" y="3483746"/>
                  </a:lnTo>
                  <a:lnTo>
                    <a:pt x="3282168" y="3483746"/>
                  </a:lnTo>
                  <a:lnTo>
                    <a:pt x="3353790" y="3483746"/>
                  </a:lnTo>
                  <a:lnTo>
                    <a:pt x="3425413" y="3483746"/>
                  </a:lnTo>
                  <a:lnTo>
                    <a:pt x="3497035" y="3483746"/>
                  </a:lnTo>
                  <a:lnTo>
                    <a:pt x="3568658" y="3483746"/>
                  </a:lnTo>
                  <a:lnTo>
                    <a:pt x="3640281" y="3483746"/>
                  </a:lnTo>
                  <a:lnTo>
                    <a:pt x="3711903" y="3483746"/>
                  </a:lnTo>
                  <a:lnTo>
                    <a:pt x="3783526" y="3483746"/>
                  </a:lnTo>
                  <a:lnTo>
                    <a:pt x="3855148" y="3483746"/>
                  </a:lnTo>
                  <a:lnTo>
                    <a:pt x="3926771" y="3483746"/>
                  </a:lnTo>
                  <a:lnTo>
                    <a:pt x="3998393" y="3483746"/>
                  </a:lnTo>
                  <a:lnTo>
                    <a:pt x="4070016" y="3483746"/>
                  </a:lnTo>
                  <a:lnTo>
                    <a:pt x="4141638" y="3483746"/>
                  </a:lnTo>
                  <a:lnTo>
                    <a:pt x="4213261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260351" y="3483746"/>
                  </a:move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028720" y="2073503"/>
              <a:ext cx="4233959" cy="3483746"/>
            </a:xfrm>
            <a:custGeom>
              <a:avLst/>
              <a:pathLst>
                <a:path w="4233959" h="3483746">
                  <a:moveTo>
                    <a:pt x="0" y="0"/>
                  </a:moveTo>
                  <a:lnTo>
                    <a:pt x="8230" y="387833"/>
                  </a:lnTo>
                  <a:lnTo>
                    <a:pt x="79852" y="2002569"/>
                  </a:lnTo>
                  <a:lnTo>
                    <a:pt x="151475" y="2775107"/>
                  </a:lnTo>
                  <a:lnTo>
                    <a:pt x="223097" y="3144712"/>
                  </a:lnTo>
                  <a:lnTo>
                    <a:pt x="294720" y="3321542"/>
                  </a:lnTo>
                  <a:lnTo>
                    <a:pt x="366342" y="3406143"/>
                  </a:lnTo>
                  <a:lnTo>
                    <a:pt x="437965" y="3446619"/>
                  </a:lnTo>
                  <a:lnTo>
                    <a:pt x="509587" y="3465983"/>
                  </a:lnTo>
                  <a:lnTo>
                    <a:pt x="581210" y="3475248"/>
                  </a:lnTo>
                  <a:lnTo>
                    <a:pt x="652832" y="3479681"/>
                  </a:lnTo>
                  <a:lnTo>
                    <a:pt x="724455" y="3481801"/>
                  </a:lnTo>
                  <a:lnTo>
                    <a:pt x="796078" y="3482816"/>
                  </a:lnTo>
                  <a:lnTo>
                    <a:pt x="867700" y="3483301"/>
                  </a:lnTo>
                  <a:lnTo>
                    <a:pt x="939323" y="3483533"/>
                  </a:lnTo>
                  <a:lnTo>
                    <a:pt x="1010945" y="3483644"/>
                  </a:lnTo>
                  <a:lnTo>
                    <a:pt x="1082568" y="3483698"/>
                  </a:lnTo>
                  <a:lnTo>
                    <a:pt x="1154190" y="3483723"/>
                  </a:lnTo>
                  <a:lnTo>
                    <a:pt x="1225813" y="3483735"/>
                  </a:lnTo>
                  <a:lnTo>
                    <a:pt x="1297435" y="3483741"/>
                  </a:lnTo>
                  <a:lnTo>
                    <a:pt x="1369058" y="3483744"/>
                  </a:lnTo>
                  <a:lnTo>
                    <a:pt x="1440680" y="3483745"/>
                  </a:lnTo>
                  <a:lnTo>
                    <a:pt x="1512303" y="3483746"/>
                  </a:lnTo>
                  <a:lnTo>
                    <a:pt x="1583925" y="3483746"/>
                  </a:lnTo>
                  <a:lnTo>
                    <a:pt x="1655548" y="3483746"/>
                  </a:lnTo>
                  <a:lnTo>
                    <a:pt x="1727170" y="3483746"/>
                  </a:lnTo>
                  <a:lnTo>
                    <a:pt x="1798793" y="3483746"/>
                  </a:lnTo>
                  <a:lnTo>
                    <a:pt x="1870415" y="3483746"/>
                  </a:lnTo>
                  <a:lnTo>
                    <a:pt x="1942038" y="3483746"/>
                  </a:lnTo>
                  <a:lnTo>
                    <a:pt x="2013660" y="3483746"/>
                  </a:lnTo>
                  <a:lnTo>
                    <a:pt x="2085283" y="3483746"/>
                  </a:lnTo>
                  <a:lnTo>
                    <a:pt x="2156906" y="3483746"/>
                  </a:lnTo>
                  <a:lnTo>
                    <a:pt x="2228528" y="3483746"/>
                  </a:lnTo>
                  <a:lnTo>
                    <a:pt x="2300151" y="3483746"/>
                  </a:lnTo>
                  <a:lnTo>
                    <a:pt x="2371773" y="3483746"/>
                  </a:lnTo>
                  <a:lnTo>
                    <a:pt x="2443396" y="3483746"/>
                  </a:lnTo>
                  <a:lnTo>
                    <a:pt x="2515018" y="3483746"/>
                  </a:lnTo>
                  <a:lnTo>
                    <a:pt x="2586641" y="3483746"/>
                  </a:lnTo>
                  <a:lnTo>
                    <a:pt x="2658263" y="3483746"/>
                  </a:lnTo>
                  <a:lnTo>
                    <a:pt x="2729886" y="3483746"/>
                  </a:lnTo>
                  <a:lnTo>
                    <a:pt x="2801508" y="3483746"/>
                  </a:lnTo>
                  <a:lnTo>
                    <a:pt x="2873131" y="3483746"/>
                  </a:lnTo>
                  <a:lnTo>
                    <a:pt x="2944753" y="3483746"/>
                  </a:lnTo>
                  <a:lnTo>
                    <a:pt x="3016376" y="3483746"/>
                  </a:lnTo>
                  <a:lnTo>
                    <a:pt x="3087998" y="3483746"/>
                  </a:lnTo>
                  <a:lnTo>
                    <a:pt x="3159621" y="3483746"/>
                  </a:lnTo>
                  <a:lnTo>
                    <a:pt x="3231243" y="3483746"/>
                  </a:lnTo>
                  <a:lnTo>
                    <a:pt x="3302866" y="3483746"/>
                  </a:lnTo>
                  <a:lnTo>
                    <a:pt x="3374488" y="3483746"/>
                  </a:lnTo>
                  <a:lnTo>
                    <a:pt x="3446111" y="3483746"/>
                  </a:lnTo>
                  <a:lnTo>
                    <a:pt x="3517734" y="3483746"/>
                  </a:lnTo>
                  <a:lnTo>
                    <a:pt x="3589356" y="3483746"/>
                  </a:lnTo>
                  <a:lnTo>
                    <a:pt x="3660979" y="3483746"/>
                  </a:lnTo>
                  <a:lnTo>
                    <a:pt x="3732601" y="3483746"/>
                  </a:lnTo>
                  <a:lnTo>
                    <a:pt x="3804224" y="3483746"/>
                  </a:lnTo>
                  <a:lnTo>
                    <a:pt x="3875846" y="3483746"/>
                  </a:lnTo>
                  <a:lnTo>
                    <a:pt x="3947469" y="3483746"/>
                  </a:lnTo>
                  <a:lnTo>
                    <a:pt x="4019091" y="3483746"/>
                  </a:lnTo>
                  <a:lnTo>
                    <a:pt x="4090714" y="3483746"/>
                  </a:lnTo>
                  <a:lnTo>
                    <a:pt x="4162336" y="3483746"/>
                  </a:lnTo>
                  <a:lnTo>
                    <a:pt x="423395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91210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10792.70 (2223.28-52392.10), p = &lt;0.001  |  per IQR decline (Δ = 27.4 %): 117410968734.68 (1536300129.05-8973074543549.02)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2026-08-06T10:35:00Z</dcterms:modified>
  <cp:category/>
</cp:coreProperties>
</file>