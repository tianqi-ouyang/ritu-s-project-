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26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17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70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6992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31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222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21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203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68658"/>
            </a:xfrm>
            <a:custGeom>
              <a:avLst/>
              <a:pathLst>
                <a:path w="7090630" h="3368658">
                  <a:moveTo>
                    <a:pt x="0" y="1655939"/>
                  </a:moveTo>
                  <a:lnTo>
                    <a:pt x="71622" y="1687684"/>
                  </a:lnTo>
                  <a:lnTo>
                    <a:pt x="143245" y="1718877"/>
                  </a:lnTo>
                  <a:lnTo>
                    <a:pt x="214867" y="1749529"/>
                  </a:lnTo>
                  <a:lnTo>
                    <a:pt x="286490" y="1779648"/>
                  </a:lnTo>
                  <a:lnTo>
                    <a:pt x="358112" y="1809245"/>
                  </a:lnTo>
                  <a:lnTo>
                    <a:pt x="429735" y="1838327"/>
                  </a:lnTo>
                  <a:lnTo>
                    <a:pt x="501357" y="1866904"/>
                  </a:lnTo>
                  <a:lnTo>
                    <a:pt x="572980" y="1894985"/>
                  </a:lnTo>
                  <a:lnTo>
                    <a:pt x="644602" y="1922578"/>
                  </a:lnTo>
                  <a:lnTo>
                    <a:pt x="716225" y="1949692"/>
                  </a:lnTo>
                  <a:lnTo>
                    <a:pt x="787847" y="1976335"/>
                  </a:lnTo>
                  <a:lnTo>
                    <a:pt x="859470" y="2002515"/>
                  </a:lnTo>
                  <a:lnTo>
                    <a:pt x="931092" y="2028241"/>
                  </a:lnTo>
                  <a:lnTo>
                    <a:pt x="1002715" y="2053519"/>
                  </a:lnTo>
                  <a:lnTo>
                    <a:pt x="1074337" y="2078359"/>
                  </a:lnTo>
                  <a:lnTo>
                    <a:pt x="1145960" y="2102767"/>
                  </a:lnTo>
                  <a:lnTo>
                    <a:pt x="1217582" y="2126752"/>
                  </a:lnTo>
                  <a:lnTo>
                    <a:pt x="1289205" y="2150320"/>
                  </a:lnTo>
                  <a:lnTo>
                    <a:pt x="1360827" y="2173478"/>
                  </a:lnTo>
                  <a:lnTo>
                    <a:pt x="1432450" y="2196235"/>
                  </a:lnTo>
                  <a:lnTo>
                    <a:pt x="1504073" y="2218596"/>
                  </a:lnTo>
                  <a:lnTo>
                    <a:pt x="1575695" y="2240569"/>
                  </a:lnTo>
                  <a:lnTo>
                    <a:pt x="1647318" y="2262160"/>
                  </a:lnTo>
                  <a:lnTo>
                    <a:pt x="1718940" y="2283376"/>
                  </a:lnTo>
                  <a:lnTo>
                    <a:pt x="1790563" y="2304223"/>
                  </a:lnTo>
                  <a:lnTo>
                    <a:pt x="1862185" y="2324709"/>
                  </a:lnTo>
                  <a:lnTo>
                    <a:pt x="1933808" y="2344839"/>
                  </a:lnTo>
                  <a:lnTo>
                    <a:pt x="2005430" y="2364619"/>
                  </a:lnTo>
                  <a:lnTo>
                    <a:pt x="2077053" y="2384056"/>
                  </a:lnTo>
                  <a:lnTo>
                    <a:pt x="2148675" y="2403155"/>
                  </a:lnTo>
                  <a:lnTo>
                    <a:pt x="2220298" y="2421922"/>
                  </a:lnTo>
                  <a:lnTo>
                    <a:pt x="2291920" y="2440364"/>
                  </a:lnTo>
                  <a:lnTo>
                    <a:pt x="2363543" y="2458485"/>
                  </a:lnTo>
                  <a:lnTo>
                    <a:pt x="2435165" y="2476291"/>
                  </a:lnTo>
                  <a:lnTo>
                    <a:pt x="2506788" y="2493788"/>
                  </a:lnTo>
                  <a:lnTo>
                    <a:pt x="2578410" y="2510982"/>
                  </a:lnTo>
                  <a:lnTo>
                    <a:pt x="2650033" y="2527876"/>
                  </a:lnTo>
                  <a:lnTo>
                    <a:pt x="2721655" y="2544478"/>
                  </a:lnTo>
                  <a:lnTo>
                    <a:pt x="2793278" y="2560791"/>
                  </a:lnTo>
                  <a:lnTo>
                    <a:pt x="2864901" y="2576820"/>
                  </a:lnTo>
                  <a:lnTo>
                    <a:pt x="2936523" y="2592571"/>
                  </a:lnTo>
                  <a:lnTo>
                    <a:pt x="3008146" y="2608049"/>
                  </a:lnTo>
                  <a:lnTo>
                    <a:pt x="3079768" y="2623258"/>
                  </a:lnTo>
                  <a:lnTo>
                    <a:pt x="3151391" y="2638203"/>
                  </a:lnTo>
                  <a:lnTo>
                    <a:pt x="3223013" y="2652888"/>
                  </a:lnTo>
                  <a:lnTo>
                    <a:pt x="3294636" y="2620780"/>
                  </a:lnTo>
                  <a:lnTo>
                    <a:pt x="3366258" y="2582145"/>
                  </a:lnTo>
                  <a:lnTo>
                    <a:pt x="3437881" y="2541780"/>
                  </a:lnTo>
                  <a:lnTo>
                    <a:pt x="3509503" y="2499607"/>
                  </a:lnTo>
                  <a:lnTo>
                    <a:pt x="3581126" y="2455547"/>
                  </a:lnTo>
                  <a:lnTo>
                    <a:pt x="3652748" y="2409514"/>
                  </a:lnTo>
                  <a:lnTo>
                    <a:pt x="3724371" y="2361420"/>
                  </a:lnTo>
                  <a:lnTo>
                    <a:pt x="3795993" y="2311173"/>
                  </a:lnTo>
                  <a:lnTo>
                    <a:pt x="3867616" y="2258676"/>
                  </a:lnTo>
                  <a:lnTo>
                    <a:pt x="3939238" y="2203829"/>
                  </a:lnTo>
                  <a:lnTo>
                    <a:pt x="4010861" y="2146526"/>
                  </a:lnTo>
                  <a:lnTo>
                    <a:pt x="4082483" y="2086658"/>
                  </a:lnTo>
                  <a:lnTo>
                    <a:pt x="4154106" y="2024110"/>
                  </a:lnTo>
                  <a:lnTo>
                    <a:pt x="4225729" y="1958761"/>
                  </a:lnTo>
                  <a:lnTo>
                    <a:pt x="4297351" y="1890487"/>
                  </a:lnTo>
                  <a:lnTo>
                    <a:pt x="4368974" y="1819156"/>
                  </a:lnTo>
                  <a:lnTo>
                    <a:pt x="4440596" y="1744631"/>
                  </a:lnTo>
                  <a:lnTo>
                    <a:pt x="4512219" y="1666770"/>
                  </a:lnTo>
                  <a:lnTo>
                    <a:pt x="4583841" y="1585423"/>
                  </a:lnTo>
                  <a:lnTo>
                    <a:pt x="4655464" y="1500434"/>
                  </a:lnTo>
                  <a:lnTo>
                    <a:pt x="4727086" y="1411640"/>
                  </a:lnTo>
                  <a:lnTo>
                    <a:pt x="4798709" y="1318871"/>
                  </a:lnTo>
                  <a:lnTo>
                    <a:pt x="4870331" y="1221948"/>
                  </a:lnTo>
                  <a:lnTo>
                    <a:pt x="4941954" y="1120686"/>
                  </a:lnTo>
                  <a:lnTo>
                    <a:pt x="5013576" y="1014891"/>
                  </a:lnTo>
                  <a:lnTo>
                    <a:pt x="5085199" y="904359"/>
                  </a:lnTo>
                  <a:lnTo>
                    <a:pt x="5156821" y="788878"/>
                  </a:lnTo>
                  <a:lnTo>
                    <a:pt x="5228444" y="668227"/>
                  </a:lnTo>
                  <a:lnTo>
                    <a:pt x="5300066" y="542175"/>
                  </a:lnTo>
                  <a:lnTo>
                    <a:pt x="5371689" y="410479"/>
                  </a:lnTo>
                  <a:lnTo>
                    <a:pt x="5443311" y="272888"/>
                  </a:lnTo>
                  <a:lnTo>
                    <a:pt x="5514934" y="129136"/>
                  </a:lnTo>
                  <a:lnTo>
                    <a:pt x="5576517" y="0"/>
                  </a:lnTo>
                  <a:lnTo>
                    <a:pt x="7090630" y="0"/>
                  </a:lnTo>
                  <a:lnTo>
                    <a:pt x="7090630" y="3161162"/>
                  </a:lnTo>
                  <a:lnTo>
                    <a:pt x="7019007" y="3155461"/>
                  </a:lnTo>
                  <a:lnTo>
                    <a:pt x="6947385" y="3149658"/>
                  </a:lnTo>
                  <a:lnTo>
                    <a:pt x="6875762" y="3143753"/>
                  </a:lnTo>
                  <a:lnTo>
                    <a:pt x="6804139" y="3137744"/>
                  </a:lnTo>
                  <a:lnTo>
                    <a:pt x="6732517" y="3131629"/>
                  </a:lnTo>
                  <a:lnTo>
                    <a:pt x="6660894" y="3125405"/>
                  </a:lnTo>
                  <a:lnTo>
                    <a:pt x="6589272" y="3119071"/>
                  </a:lnTo>
                  <a:lnTo>
                    <a:pt x="6517649" y="3112626"/>
                  </a:lnTo>
                  <a:lnTo>
                    <a:pt x="6446027" y="3106067"/>
                  </a:lnTo>
                  <a:lnTo>
                    <a:pt x="6374404" y="3099391"/>
                  </a:lnTo>
                  <a:lnTo>
                    <a:pt x="6302782" y="3092598"/>
                  </a:lnTo>
                  <a:lnTo>
                    <a:pt x="6231159" y="3085684"/>
                  </a:lnTo>
                  <a:lnTo>
                    <a:pt x="6159537" y="3078649"/>
                  </a:lnTo>
                  <a:lnTo>
                    <a:pt x="6087914" y="3071489"/>
                  </a:lnTo>
                  <a:lnTo>
                    <a:pt x="6016292" y="3064202"/>
                  </a:lnTo>
                  <a:lnTo>
                    <a:pt x="5944669" y="3056787"/>
                  </a:lnTo>
                  <a:lnTo>
                    <a:pt x="5873047" y="3049241"/>
                  </a:lnTo>
                  <a:lnTo>
                    <a:pt x="5801424" y="3041561"/>
                  </a:lnTo>
                  <a:lnTo>
                    <a:pt x="5729802" y="3033745"/>
                  </a:lnTo>
                  <a:lnTo>
                    <a:pt x="5658179" y="3025792"/>
                  </a:lnTo>
                  <a:lnTo>
                    <a:pt x="5586557" y="3017698"/>
                  </a:lnTo>
                  <a:lnTo>
                    <a:pt x="5514934" y="3009460"/>
                  </a:lnTo>
                  <a:lnTo>
                    <a:pt x="5443311" y="3001078"/>
                  </a:lnTo>
                  <a:lnTo>
                    <a:pt x="5371689" y="2992546"/>
                  </a:lnTo>
                  <a:lnTo>
                    <a:pt x="5300066" y="2983865"/>
                  </a:lnTo>
                  <a:lnTo>
                    <a:pt x="5228444" y="2975029"/>
                  </a:lnTo>
                  <a:lnTo>
                    <a:pt x="5156821" y="2966038"/>
                  </a:lnTo>
                  <a:lnTo>
                    <a:pt x="5085199" y="2956888"/>
                  </a:lnTo>
                  <a:lnTo>
                    <a:pt x="5013576" y="2947576"/>
                  </a:lnTo>
                  <a:lnTo>
                    <a:pt x="4941954" y="2938099"/>
                  </a:lnTo>
                  <a:lnTo>
                    <a:pt x="4870331" y="2928455"/>
                  </a:lnTo>
                  <a:lnTo>
                    <a:pt x="4798709" y="2918640"/>
                  </a:lnTo>
                  <a:lnTo>
                    <a:pt x="4727086" y="2908652"/>
                  </a:lnTo>
                  <a:lnTo>
                    <a:pt x="4655464" y="2898488"/>
                  </a:lnTo>
                  <a:lnTo>
                    <a:pt x="4583841" y="2888143"/>
                  </a:lnTo>
                  <a:lnTo>
                    <a:pt x="4512219" y="2877616"/>
                  </a:lnTo>
                  <a:lnTo>
                    <a:pt x="4440596" y="2866903"/>
                  </a:lnTo>
                  <a:lnTo>
                    <a:pt x="4368974" y="2856001"/>
                  </a:lnTo>
                  <a:lnTo>
                    <a:pt x="4297351" y="2844906"/>
                  </a:lnTo>
                  <a:lnTo>
                    <a:pt x="4225729" y="2833614"/>
                  </a:lnTo>
                  <a:lnTo>
                    <a:pt x="4154106" y="2822123"/>
                  </a:lnTo>
                  <a:lnTo>
                    <a:pt x="4082483" y="2810429"/>
                  </a:lnTo>
                  <a:lnTo>
                    <a:pt x="4010861" y="2798529"/>
                  </a:lnTo>
                  <a:lnTo>
                    <a:pt x="3939238" y="2786418"/>
                  </a:lnTo>
                  <a:lnTo>
                    <a:pt x="3867616" y="2774093"/>
                  </a:lnTo>
                  <a:lnTo>
                    <a:pt x="3795993" y="2761550"/>
                  </a:lnTo>
                  <a:lnTo>
                    <a:pt x="3724371" y="2748785"/>
                  </a:lnTo>
                  <a:lnTo>
                    <a:pt x="3652748" y="2735795"/>
                  </a:lnTo>
                  <a:lnTo>
                    <a:pt x="3581126" y="2722575"/>
                  </a:lnTo>
                  <a:lnTo>
                    <a:pt x="3509503" y="2709122"/>
                  </a:lnTo>
                  <a:lnTo>
                    <a:pt x="3437881" y="2695431"/>
                  </a:lnTo>
                  <a:lnTo>
                    <a:pt x="3366258" y="2681497"/>
                  </a:lnTo>
                  <a:lnTo>
                    <a:pt x="3294636" y="2667318"/>
                  </a:lnTo>
                  <a:lnTo>
                    <a:pt x="3223013" y="2657760"/>
                  </a:lnTo>
                  <a:lnTo>
                    <a:pt x="3151391" y="2693155"/>
                  </a:lnTo>
                  <a:lnTo>
                    <a:pt x="3079768" y="2727034"/>
                  </a:lnTo>
                  <a:lnTo>
                    <a:pt x="3008146" y="2759460"/>
                  </a:lnTo>
                  <a:lnTo>
                    <a:pt x="2936523" y="2790498"/>
                  </a:lnTo>
                  <a:lnTo>
                    <a:pt x="2864901" y="2820205"/>
                  </a:lnTo>
                  <a:lnTo>
                    <a:pt x="2793278" y="2848639"/>
                  </a:lnTo>
                  <a:lnTo>
                    <a:pt x="2721655" y="2875854"/>
                  </a:lnTo>
                  <a:lnTo>
                    <a:pt x="2650033" y="2901904"/>
                  </a:lnTo>
                  <a:lnTo>
                    <a:pt x="2578410" y="2926837"/>
                  </a:lnTo>
                  <a:lnTo>
                    <a:pt x="2506788" y="2950702"/>
                  </a:lnTo>
                  <a:lnTo>
                    <a:pt x="2435165" y="2973544"/>
                  </a:lnTo>
                  <a:lnTo>
                    <a:pt x="2363543" y="2995407"/>
                  </a:lnTo>
                  <a:lnTo>
                    <a:pt x="2291920" y="3016333"/>
                  </a:lnTo>
                  <a:lnTo>
                    <a:pt x="2220298" y="3036363"/>
                  </a:lnTo>
                  <a:lnTo>
                    <a:pt x="2148675" y="3055534"/>
                  </a:lnTo>
                  <a:lnTo>
                    <a:pt x="2077053" y="3073884"/>
                  </a:lnTo>
                  <a:lnTo>
                    <a:pt x="2005430" y="3091447"/>
                  </a:lnTo>
                  <a:lnTo>
                    <a:pt x="1933808" y="3108258"/>
                  </a:lnTo>
                  <a:lnTo>
                    <a:pt x="1862185" y="3124349"/>
                  </a:lnTo>
                  <a:lnTo>
                    <a:pt x="1790563" y="3139750"/>
                  </a:lnTo>
                  <a:lnTo>
                    <a:pt x="1718940" y="3154490"/>
                  </a:lnTo>
                  <a:lnTo>
                    <a:pt x="1647318" y="3168600"/>
                  </a:lnTo>
                  <a:lnTo>
                    <a:pt x="1575695" y="3182104"/>
                  </a:lnTo>
                  <a:lnTo>
                    <a:pt x="1504073" y="3195030"/>
                  </a:lnTo>
                  <a:lnTo>
                    <a:pt x="1432450" y="3207402"/>
                  </a:lnTo>
                  <a:lnTo>
                    <a:pt x="1360827" y="3219244"/>
                  </a:lnTo>
                  <a:lnTo>
                    <a:pt x="1289205" y="3230579"/>
                  </a:lnTo>
                  <a:lnTo>
                    <a:pt x="1217582" y="3241428"/>
                  </a:lnTo>
                  <a:lnTo>
                    <a:pt x="1145960" y="3251811"/>
                  </a:lnTo>
                  <a:lnTo>
                    <a:pt x="1074337" y="3261750"/>
                  </a:lnTo>
                  <a:lnTo>
                    <a:pt x="1002715" y="3271263"/>
                  </a:lnTo>
                  <a:lnTo>
                    <a:pt x="931092" y="3280369"/>
                  </a:lnTo>
                  <a:lnTo>
                    <a:pt x="859470" y="3289084"/>
                  </a:lnTo>
                  <a:lnTo>
                    <a:pt x="787847" y="3297425"/>
                  </a:lnTo>
                  <a:lnTo>
                    <a:pt x="716225" y="3305410"/>
                  </a:lnTo>
                  <a:lnTo>
                    <a:pt x="644602" y="3313052"/>
                  </a:lnTo>
                  <a:lnTo>
                    <a:pt x="572980" y="3320366"/>
                  </a:lnTo>
                  <a:lnTo>
                    <a:pt x="501357" y="3327368"/>
                  </a:lnTo>
                  <a:lnTo>
                    <a:pt x="429735" y="3334069"/>
                  </a:lnTo>
                  <a:lnTo>
                    <a:pt x="358112" y="3340483"/>
                  </a:lnTo>
                  <a:lnTo>
                    <a:pt x="286490" y="3346622"/>
                  </a:lnTo>
                  <a:lnTo>
                    <a:pt x="214867" y="3352498"/>
                  </a:lnTo>
                  <a:lnTo>
                    <a:pt x="143245" y="3358122"/>
                  </a:lnTo>
                  <a:lnTo>
                    <a:pt x="71622" y="3363505"/>
                  </a:lnTo>
                  <a:lnTo>
                    <a:pt x="0" y="336865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5576517" cy="2652888"/>
            </a:xfrm>
            <a:custGeom>
              <a:avLst/>
              <a:pathLst>
                <a:path w="5576517" h="2652888">
                  <a:moveTo>
                    <a:pt x="0" y="1655939"/>
                  </a:moveTo>
                  <a:lnTo>
                    <a:pt x="71622" y="1687684"/>
                  </a:lnTo>
                  <a:lnTo>
                    <a:pt x="143245" y="1718877"/>
                  </a:lnTo>
                  <a:lnTo>
                    <a:pt x="214867" y="1749529"/>
                  </a:lnTo>
                  <a:lnTo>
                    <a:pt x="286490" y="1779648"/>
                  </a:lnTo>
                  <a:lnTo>
                    <a:pt x="358112" y="1809245"/>
                  </a:lnTo>
                  <a:lnTo>
                    <a:pt x="429735" y="1838327"/>
                  </a:lnTo>
                  <a:lnTo>
                    <a:pt x="501357" y="1866904"/>
                  </a:lnTo>
                  <a:lnTo>
                    <a:pt x="572980" y="1894985"/>
                  </a:lnTo>
                  <a:lnTo>
                    <a:pt x="644602" y="1922578"/>
                  </a:lnTo>
                  <a:lnTo>
                    <a:pt x="716225" y="1949692"/>
                  </a:lnTo>
                  <a:lnTo>
                    <a:pt x="787847" y="1976335"/>
                  </a:lnTo>
                  <a:lnTo>
                    <a:pt x="859470" y="2002515"/>
                  </a:lnTo>
                  <a:lnTo>
                    <a:pt x="931092" y="2028241"/>
                  </a:lnTo>
                  <a:lnTo>
                    <a:pt x="1002715" y="2053519"/>
                  </a:lnTo>
                  <a:lnTo>
                    <a:pt x="1074337" y="2078359"/>
                  </a:lnTo>
                  <a:lnTo>
                    <a:pt x="1145960" y="2102767"/>
                  </a:lnTo>
                  <a:lnTo>
                    <a:pt x="1217582" y="2126752"/>
                  </a:lnTo>
                  <a:lnTo>
                    <a:pt x="1289205" y="2150320"/>
                  </a:lnTo>
                  <a:lnTo>
                    <a:pt x="1360827" y="2173478"/>
                  </a:lnTo>
                  <a:lnTo>
                    <a:pt x="1432450" y="2196235"/>
                  </a:lnTo>
                  <a:lnTo>
                    <a:pt x="1504073" y="2218596"/>
                  </a:lnTo>
                  <a:lnTo>
                    <a:pt x="1575695" y="2240569"/>
                  </a:lnTo>
                  <a:lnTo>
                    <a:pt x="1647318" y="2262160"/>
                  </a:lnTo>
                  <a:lnTo>
                    <a:pt x="1718940" y="2283376"/>
                  </a:lnTo>
                  <a:lnTo>
                    <a:pt x="1790563" y="2304223"/>
                  </a:lnTo>
                  <a:lnTo>
                    <a:pt x="1862185" y="2324709"/>
                  </a:lnTo>
                  <a:lnTo>
                    <a:pt x="1933808" y="2344839"/>
                  </a:lnTo>
                  <a:lnTo>
                    <a:pt x="2005430" y="2364619"/>
                  </a:lnTo>
                  <a:lnTo>
                    <a:pt x="2077053" y="2384056"/>
                  </a:lnTo>
                  <a:lnTo>
                    <a:pt x="2148675" y="2403155"/>
                  </a:lnTo>
                  <a:lnTo>
                    <a:pt x="2220298" y="2421922"/>
                  </a:lnTo>
                  <a:lnTo>
                    <a:pt x="2291920" y="2440364"/>
                  </a:lnTo>
                  <a:lnTo>
                    <a:pt x="2363543" y="2458485"/>
                  </a:lnTo>
                  <a:lnTo>
                    <a:pt x="2435165" y="2476291"/>
                  </a:lnTo>
                  <a:lnTo>
                    <a:pt x="2506788" y="2493788"/>
                  </a:lnTo>
                  <a:lnTo>
                    <a:pt x="2578410" y="2510982"/>
                  </a:lnTo>
                  <a:lnTo>
                    <a:pt x="2650033" y="2527876"/>
                  </a:lnTo>
                  <a:lnTo>
                    <a:pt x="2721655" y="2544478"/>
                  </a:lnTo>
                  <a:lnTo>
                    <a:pt x="2793278" y="2560791"/>
                  </a:lnTo>
                  <a:lnTo>
                    <a:pt x="2864901" y="2576820"/>
                  </a:lnTo>
                  <a:lnTo>
                    <a:pt x="2936523" y="2592571"/>
                  </a:lnTo>
                  <a:lnTo>
                    <a:pt x="3008146" y="2608049"/>
                  </a:lnTo>
                  <a:lnTo>
                    <a:pt x="3079768" y="2623258"/>
                  </a:lnTo>
                  <a:lnTo>
                    <a:pt x="3151391" y="2638203"/>
                  </a:lnTo>
                  <a:lnTo>
                    <a:pt x="3223013" y="2652888"/>
                  </a:lnTo>
                  <a:lnTo>
                    <a:pt x="3294636" y="2620780"/>
                  </a:lnTo>
                  <a:lnTo>
                    <a:pt x="3366258" y="2582145"/>
                  </a:lnTo>
                  <a:lnTo>
                    <a:pt x="3437881" y="2541780"/>
                  </a:lnTo>
                  <a:lnTo>
                    <a:pt x="3509503" y="2499607"/>
                  </a:lnTo>
                  <a:lnTo>
                    <a:pt x="3581126" y="2455547"/>
                  </a:lnTo>
                  <a:lnTo>
                    <a:pt x="3652748" y="2409514"/>
                  </a:lnTo>
                  <a:lnTo>
                    <a:pt x="3724371" y="2361420"/>
                  </a:lnTo>
                  <a:lnTo>
                    <a:pt x="3795993" y="2311173"/>
                  </a:lnTo>
                  <a:lnTo>
                    <a:pt x="3867616" y="2258676"/>
                  </a:lnTo>
                  <a:lnTo>
                    <a:pt x="3939238" y="2203829"/>
                  </a:lnTo>
                  <a:lnTo>
                    <a:pt x="4010861" y="2146526"/>
                  </a:lnTo>
                  <a:lnTo>
                    <a:pt x="4082483" y="2086658"/>
                  </a:lnTo>
                  <a:lnTo>
                    <a:pt x="4154106" y="2024110"/>
                  </a:lnTo>
                  <a:lnTo>
                    <a:pt x="4225729" y="1958761"/>
                  </a:lnTo>
                  <a:lnTo>
                    <a:pt x="4297351" y="1890487"/>
                  </a:lnTo>
                  <a:lnTo>
                    <a:pt x="4368974" y="1819156"/>
                  </a:lnTo>
                  <a:lnTo>
                    <a:pt x="4440596" y="1744631"/>
                  </a:lnTo>
                  <a:lnTo>
                    <a:pt x="4512219" y="1666770"/>
                  </a:lnTo>
                  <a:lnTo>
                    <a:pt x="4583841" y="1585423"/>
                  </a:lnTo>
                  <a:lnTo>
                    <a:pt x="4655464" y="1500434"/>
                  </a:lnTo>
                  <a:lnTo>
                    <a:pt x="4727086" y="1411640"/>
                  </a:lnTo>
                  <a:lnTo>
                    <a:pt x="4798709" y="1318871"/>
                  </a:lnTo>
                  <a:lnTo>
                    <a:pt x="4870331" y="1221948"/>
                  </a:lnTo>
                  <a:lnTo>
                    <a:pt x="4941954" y="1120686"/>
                  </a:lnTo>
                  <a:lnTo>
                    <a:pt x="5013576" y="1014891"/>
                  </a:lnTo>
                  <a:lnTo>
                    <a:pt x="5085199" y="904359"/>
                  </a:lnTo>
                  <a:lnTo>
                    <a:pt x="5156821" y="788878"/>
                  </a:lnTo>
                  <a:lnTo>
                    <a:pt x="5228444" y="668227"/>
                  </a:lnTo>
                  <a:lnTo>
                    <a:pt x="5300066" y="542175"/>
                  </a:lnTo>
                  <a:lnTo>
                    <a:pt x="5371689" y="410479"/>
                  </a:lnTo>
                  <a:lnTo>
                    <a:pt x="5443311" y="272888"/>
                  </a:lnTo>
                  <a:lnTo>
                    <a:pt x="5514934" y="129136"/>
                  </a:lnTo>
                  <a:lnTo>
                    <a:pt x="55765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1263"/>
              <a:ext cx="7090630" cy="710897"/>
            </a:xfrm>
            <a:custGeom>
              <a:avLst/>
              <a:pathLst>
                <a:path w="7090630" h="710897">
                  <a:moveTo>
                    <a:pt x="7090630" y="503402"/>
                  </a:moveTo>
                  <a:lnTo>
                    <a:pt x="7019007" y="497700"/>
                  </a:lnTo>
                  <a:lnTo>
                    <a:pt x="6947385" y="491898"/>
                  </a:lnTo>
                  <a:lnTo>
                    <a:pt x="6875762" y="485993"/>
                  </a:lnTo>
                  <a:lnTo>
                    <a:pt x="6804139" y="479983"/>
                  </a:lnTo>
                  <a:lnTo>
                    <a:pt x="6732517" y="473868"/>
                  </a:lnTo>
                  <a:lnTo>
                    <a:pt x="6660894" y="467644"/>
                  </a:lnTo>
                  <a:lnTo>
                    <a:pt x="6589272" y="461311"/>
                  </a:lnTo>
                  <a:lnTo>
                    <a:pt x="6517649" y="454865"/>
                  </a:lnTo>
                  <a:lnTo>
                    <a:pt x="6446027" y="448306"/>
                  </a:lnTo>
                  <a:lnTo>
                    <a:pt x="6374404" y="441631"/>
                  </a:lnTo>
                  <a:lnTo>
                    <a:pt x="6302782" y="434837"/>
                  </a:lnTo>
                  <a:lnTo>
                    <a:pt x="6231159" y="427924"/>
                  </a:lnTo>
                  <a:lnTo>
                    <a:pt x="6159537" y="420888"/>
                  </a:lnTo>
                  <a:lnTo>
                    <a:pt x="6087914" y="413728"/>
                  </a:lnTo>
                  <a:lnTo>
                    <a:pt x="6016292" y="406442"/>
                  </a:lnTo>
                  <a:lnTo>
                    <a:pt x="5944669" y="399026"/>
                  </a:lnTo>
                  <a:lnTo>
                    <a:pt x="5873047" y="391480"/>
                  </a:lnTo>
                  <a:lnTo>
                    <a:pt x="5801424" y="383800"/>
                  </a:lnTo>
                  <a:lnTo>
                    <a:pt x="5729802" y="375985"/>
                  </a:lnTo>
                  <a:lnTo>
                    <a:pt x="5658179" y="368031"/>
                  </a:lnTo>
                  <a:lnTo>
                    <a:pt x="5586557" y="359937"/>
                  </a:lnTo>
                  <a:lnTo>
                    <a:pt x="5514934" y="351700"/>
                  </a:lnTo>
                  <a:lnTo>
                    <a:pt x="5443311" y="343317"/>
                  </a:lnTo>
                  <a:lnTo>
                    <a:pt x="5371689" y="334786"/>
                  </a:lnTo>
                  <a:lnTo>
                    <a:pt x="5300066" y="326104"/>
                  </a:lnTo>
                  <a:lnTo>
                    <a:pt x="5228444" y="317269"/>
                  </a:lnTo>
                  <a:lnTo>
                    <a:pt x="5156821" y="308277"/>
                  </a:lnTo>
                  <a:lnTo>
                    <a:pt x="5085199" y="299127"/>
                  </a:lnTo>
                  <a:lnTo>
                    <a:pt x="5013576" y="289815"/>
                  </a:lnTo>
                  <a:lnTo>
                    <a:pt x="4941954" y="280338"/>
                  </a:lnTo>
                  <a:lnTo>
                    <a:pt x="4870331" y="270694"/>
                  </a:lnTo>
                  <a:lnTo>
                    <a:pt x="4798709" y="260880"/>
                  </a:lnTo>
                  <a:lnTo>
                    <a:pt x="4727086" y="250892"/>
                  </a:lnTo>
                  <a:lnTo>
                    <a:pt x="4655464" y="240727"/>
                  </a:lnTo>
                  <a:lnTo>
                    <a:pt x="4583841" y="230383"/>
                  </a:lnTo>
                  <a:lnTo>
                    <a:pt x="4512219" y="219856"/>
                  </a:lnTo>
                  <a:lnTo>
                    <a:pt x="4440596" y="209143"/>
                  </a:lnTo>
                  <a:lnTo>
                    <a:pt x="4368974" y="198240"/>
                  </a:lnTo>
                  <a:lnTo>
                    <a:pt x="4297351" y="187145"/>
                  </a:lnTo>
                  <a:lnTo>
                    <a:pt x="4225729" y="175854"/>
                  </a:lnTo>
                  <a:lnTo>
                    <a:pt x="4154106" y="164363"/>
                  </a:lnTo>
                  <a:lnTo>
                    <a:pt x="4082483" y="152669"/>
                  </a:lnTo>
                  <a:lnTo>
                    <a:pt x="4010861" y="140768"/>
                  </a:lnTo>
                  <a:lnTo>
                    <a:pt x="3939238" y="128657"/>
                  </a:lnTo>
                  <a:lnTo>
                    <a:pt x="3867616" y="116332"/>
                  </a:lnTo>
                  <a:lnTo>
                    <a:pt x="3795993" y="103789"/>
                  </a:lnTo>
                  <a:lnTo>
                    <a:pt x="3724371" y="91025"/>
                  </a:lnTo>
                  <a:lnTo>
                    <a:pt x="3652748" y="78034"/>
                  </a:lnTo>
                  <a:lnTo>
                    <a:pt x="3581126" y="64815"/>
                  </a:lnTo>
                  <a:lnTo>
                    <a:pt x="3509503" y="51361"/>
                  </a:lnTo>
                  <a:lnTo>
                    <a:pt x="3437881" y="37670"/>
                  </a:lnTo>
                  <a:lnTo>
                    <a:pt x="3366258" y="23737"/>
                  </a:lnTo>
                  <a:lnTo>
                    <a:pt x="3294636" y="9557"/>
                  </a:lnTo>
                  <a:lnTo>
                    <a:pt x="3223013" y="0"/>
                  </a:lnTo>
                  <a:lnTo>
                    <a:pt x="3151391" y="35395"/>
                  </a:lnTo>
                  <a:lnTo>
                    <a:pt x="3079768" y="69273"/>
                  </a:lnTo>
                  <a:lnTo>
                    <a:pt x="3008146" y="101700"/>
                  </a:lnTo>
                  <a:lnTo>
                    <a:pt x="2936523" y="132737"/>
                  </a:lnTo>
                  <a:lnTo>
                    <a:pt x="2864901" y="162444"/>
                  </a:lnTo>
                  <a:lnTo>
                    <a:pt x="2793278" y="190878"/>
                  </a:lnTo>
                  <a:lnTo>
                    <a:pt x="2721655" y="218094"/>
                  </a:lnTo>
                  <a:lnTo>
                    <a:pt x="2650033" y="244143"/>
                  </a:lnTo>
                  <a:lnTo>
                    <a:pt x="2578410" y="269076"/>
                  </a:lnTo>
                  <a:lnTo>
                    <a:pt x="2506788" y="292941"/>
                  </a:lnTo>
                  <a:lnTo>
                    <a:pt x="2435165" y="315783"/>
                  </a:lnTo>
                  <a:lnTo>
                    <a:pt x="2363543" y="337646"/>
                  </a:lnTo>
                  <a:lnTo>
                    <a:pt x="2291920" y="358573"/>
                  </a:lnTo>
                  <a:lnTo>
                    <a:pt x="2220298" y="378602"/>
                  </a:lnTo>
                  <a:lnTo>
                    <a:pt x="2148675" y="397774"/>
                  </a:lnTo>
                  <a:lnTo>
                    <a:pt x="2077053" y="416123"/>
                  </a:lnTo>
                  <a:lnTo>
                    <a:pt x="2005430" y="433687"/>
                  </a:lnTo>
                  <a:lnTo>
                    <a:pt x="1933808" y="450498"/>
                  </a:lnTo>
                  <a:lnTo>
                    <a:pt x="1862185" y="466588"/>
                  </a:lnTo>
                  <a:lnTo>
                    <a:pt x="1790563" y="481989"/>
                  </a:lnTo>
                  <a:lnTo>
                    <a:pt x="1718940" y="496730"/>
                  </a:lnTo>
                  <a:lnTo>
                    <a:pt x="1647318" y="510839"/>
                  </a:lnTo>
                  <a:lnTo>
                    <a:pt x="1575695" y="524344"/>
                  </a:lnTo>
                  <a:lnTo>
                    <a:pt x="1504073" y="537270"/>
                  </a:lnTo>
                  <a:lnTo>
                    <a:pt x="1432450" y="549642"/>
                  </a:lnTo>
                  <a:lnTo>
                    <a:pt x="1360827" y="561484"/>
                  </a:lnTo>
                  <a:lnTo>
                    <a:pt x="1289205" y="572818"/>
                  </a:lnTo>
                  <a:lnTo>
                    <a:pt x="1217582" y="583667"/>
                  </a:lnTo>
                  <a:lnTo>
                    <a:pt x="1145960" y="594051"/>
                  </a:lnTo>
                  <a:lnTo>
                    <a:pt x="1074337" y="603990"/>
                  </a:lnTo>
                  <a:lnTo>
                    <a:pt x="1002715" y="613503"/>
                  </a:lnTo>
                  <a:lnTo>
                    <a:pt x="931092" y="622608"/>
                  </a:lnTo>
                  <a:lnTo>
                    <a:pt x="859470" y="631323"/>
                  </a:lnTo>
                  <a:lnTo>
                    <a:pt x="787847" y="639665"/>
                  </a:lnTo>
                  <a:lnTo>
                    <a:pt x="716225" y="647649"/>
                  </a:lnTo>
                  <a:lnTo>
                    <a:pt x="644602" y="655291"/>
                  </a:lnTo>
                  <a:lnTo>
                    <a:pt x="572980" y="662606"/>
                  </a:lnTo>
                  <a:lnTo>
                    <a:pt x="501357" y="669607"/>
                  </a:lnTo>
                  <a:lnTo>
                    <a:pt x="429735" y="676308"/>
                  </a:lnTo>
                  <a:lnTo>
                    <a:pt x="358112" y="682722"/>
                  </a:lnTo>
                  <a:lnTo>
                    <a:pt x="286490" y="688861"/>
                  </a:lnTo>
                  <a:lnTo>
                    <a:pt x="214867" y="694737"/>
                  </a:lnTo>
                  <a:lnTo>
                    <a:pt x="143245" y="700362"/>
                  </a:lnTo>
                  <a:lnTo>
                    <a:pt x="71622" y="705745"/>
                  </a:lnTo>
                  <a:lnTo>
                    <a:pt x="0" y="7108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873131"/>
              <a:ext cx="7090630" cy="1225469"/>
            </a:xfrm>
            <a:custGeom>
              <a:avLst/>
              <a:pathLst>
                <a:path w="7090630" h="1225469">
                  <a:moveTo>
                    <a:pt x="0" y="1225469"/>
                  </a:moveTo>
                  <a:lnTo>
                    <a:pt x="71622" y="1219403"/>
                  </a:lnTo>
                  <a:lnTo>
                    <a:pt x="143245" y="1213257"/>
                  </a:lnTo>
                  <a:lnTo>
                    <a:pt x="214867" y="1207030"/>
                  </a:lnTo>
                  <a:lnTo>
                    <a:pt x="286490" y="1200720"/>
                  </a:lnTo>
                  <a:lnTo>
                    <a:pt x="358112" y="1194327"/>
                  </a:lnTo>
                  <a:lnTo>
                    <a:pt x="429735" y="1187850"/>
                  </a:lnTo>
                  <a:lnTo>
                    <a:pt x="501357" y="1181286"/>
                  </a:lnTo>
                  <a:lnTo>
                    <a:pt x="572980" y="1174636"/>
                  </a:lnTo>
                  <a:lnTo>
                    <a:pt x="644602" y="1167898"/>
                  </a:lnTo>
                  <a:lnTo>
                    <a:pt x="716225" y="1161071"/>
                  </a:lnTo>
                  <a:lnTo>
                    <a:pt x="787847" y="1154154"/>
                  </a:lnTo>
                  <a:lnTo>
                    <a:pt x="859470" y="1147145"/>
                  </a:lnTo>
                  <a:lnTo>
                    <a:pt x="931092" y="1140043"/>
                  </a:lnTo>
                  <a:lnTo>
                    <a:pt x="1002715" y="1132848"/>
                  </a:lnTo>
                  <a:lnTo>
                    <a:pt x="1074337" y="1125557"/>
                  </a:lnTo>
                  <a:lnTo>
                    <a:pt x="1145960" y="1118170"/>
                  </a:lnTo>
                  <a:lnTo>
                    <a:pt x="1217582" y="1110685"/>
                  </a:lnTo>
                  <a:lnTo>
                    <a:pt x="1289205" y="1103102"/>
                  </a:lnTo>
                  <a:lnTo>
                    <a:pt x="1360827" y="1095418"/>
                  </a:lnTo>
                  <a:lnTo>
                    <a:pt x="1432450" y="1087632"/>
                  </a:lnTo>
                  <a:lnTo>
                    <a:pt x="1504073" y="1079743"/>
                  </a:lnTo>
                  <a:lnTo>
                    <a:pt x="1575695" y="1071750"/>
                  </a:lnTo>
                  <a:lnTo>
                    <a:pt x="1647318" y="1063652"/>
                  </a:lnTo>
                  <a:lnTo>
                    <a:pt x="1718940" y="1055446"/>
                  </a:lnTo>
                  <a:lnTo>
                    <a:pt x="1790563" y="1047131"/>
                  </a:lnTo>
                  <a:lnTo>
                    <a:pt x="1862185" y="1038707"/>
                  </a:lnTo>
                  <a:lnTo>
                    <a:pt x="1933808" y="1030172"/>
                  </a:lnTo>
                  <a:lnTo>
                    <a:pt x="2005430" y="1021523"/>
                  </a:lnTo>
                  <a:lnTo>
                    <a:pt x="2077053" y="1012760"/>
                  </a:lnTo>
                  <a:lnTo>
                    <a:pt x="2148675" y="1003881"/>
                  </a:lnTo>
                  <a:lnTo>
                    <a:pt x="2220298" y="994885"/>
                  </a:lnTo>
                  <a:lnTo>
                    <a:pt x="2291920" y="985770"/>
                  </a:lnTo>
                  <a:lnTo>
                    <a:pt x="2363543" y="976534"/>
                  </a:lnTo>
                  <a:lnTo>
                    <a:pt x="2435165" y="967176"/>
                  </a:lnTo>
                  <a:lnTo>
                    <a:pt x="2506788" y="957694"/>
                  </a:lnTo>
                  <a:lnTo>
                    <a:pt x="2578410" y="948087"/>
                  </a:lnTo>
                  <a:lnTo>
                    <a:pt x="2650033" y="938353"/>
                  </a:lnTo>
                  <a:lnTo>
                    <a:pt x="2721655" y="928490"/>
                  </a:lnTo>
                  <a:lnTo>
                    <a:pt x="2793278" y="918497"/>
                  </a:lnTo>
                  <a:lnTo>
                    <a:pt x="2864901" y="908371"/>
                  </a:lnTo>
                  <a:lnTo>
                    <a:pt x="2936523" y="898112"/>
                  </a:lnTo>
                  <a:lnTo>
                    <a:pt x="3008146" y="887717"/>
                  </a:lnTo>
                  <a:lnTo>
                    <a:pt x="3079768" y="877184"/>
                  </a:lnTo>
                  <a:lnTo>
                    <a:pt x="3151391" y="866512"/>
                  </a:lnTo>
                  <a:lnTo>
                    <a:pt x="3223013" y="855699"/>
                  </a:lnTo>
                  <a:lnTo>
                    <a:pt x="3294636" y="844743"/>
                  </a:lnTo>
                  <a:lnTo>
                    <a:pt x="3366258" y="833643"/>
                  </a:lnTo>
                  <a:lnTo>
                    <a:pt x="3437881" y="822395"/>
                  </a:lnTo>
                  <a:lnTo>
                    <a:pt x="3509503" y="810998"/>
                  </a:lnTo>
                  <a:lnTo>
                    <a:pt x="3581126" y="799451"/>
                  </a:lnTo>
                  <a:lnTo>
                    <a:pt x="3652748" y="787751"/>
                  </a:lnTo>
                  <a:lnTo>
                    <a:pt x="3724371" y="775897"/>
                  </a:lnTo>
                  <a:lnTo>
                    <a:pt x="3795993" y="763885"/>
                  </a:lnTo>
                  <a:lnTo>
                    <a:pt x="3867616" y="751715"/>
                  </a:lnTo>
                  <a:lnTo>
                    <a:pt x="3939238" y="739384"/>
                  </a:lnTo>
                  <a:lnTo>
                    <a:pt x="4010861" y="726890"/>
                  </a:lnTo>
                  <a:lnTo>
                    <a:pt x="4082483" y="714230"/>
                  </a:lnTo>
                  <a:lnTo>
                    <a:pt x="4154106" y="701403"/>
                  </a:lnTo>
                  <a:lnTo>
                    <a:pt x="4225729" y="688406"/>
                  </a:lnTo>
                  <a:lnTo>
                    <a:pt x="4297351" y="675238"/>
                  </a:lnTo>
                  <a:lnTo>
                    <a:pt x="4368974" y="661895"/>
                  </a:lnTo>
                  <a:lnTo>
                    <a:pt x="4440596" y="648376"/>
                  </a:lnTo>
                  <a:lnTo>
                    <a:pt x="4512219" y="634678"/>
                  </a:lnTo>
                  <a:lnTo>
                    <a:pt x="4583841" y="620799"/>
                  </a:lnTo>
                  <a:lnTo>
                    <a:pt x="4655464" y="606737"/>
                  </a:lnTo>
                  <a:lnTo>
                    <a:pt x="4727086" y="592488"/>
                  </a:lnTo>
                  <a:lnTo>
                    <a:pt x="4798709" y="578051"/>
                  </a:lnTo>
                  <a:lnTo>
                    <a:pt x="4870331" y="563423"/>
                  </a:lnTo>
                  <a:lnTo>
                    <a:pt x="4941954" y="548602"/>
                  </a:lnTo>
                  <a:lnTo>
                    <a:pt x="5013576" y="533584"/>
                  </a:lnTo>
                  <a:lnTo>
                    <a:pt x="5085199" y="518368"/>
                  </a:lnTo>
                  <a:lnTo>
                    <a:pt x="5156821" y="502951"/>
                  </a:lnTo>
                  <a:lnTo>
                    <a:pt x="5228444" y="487330"/>
                  </a:lnTo>
                  <a:lnTo>
                    <a:pt x="5300066" y="471502"/>
                  </a:lnTo>
                  <a:lnTo>
                    <a:pt x="5371689" y="455465"/>
                  </a:lnTo>
                  <a:lnTo>
                    <a:pt x="5443311" y="439216"/>
                  </a:lnTo>
                  <a:lnTo>
                    <a:pt x="5514934" y="422752"/>
                  </a:lnTo>
                  <a:lnTo>
                    <a:pt x="5586557" y="406070"/>
                  </a:lnTo>
                  <a:lnTo>
                    <a:pt x="5658179" y="389168"/>
                  </a:lnTo>
                  <a:lnTo>
                    <a:pt x="5729802" y="372042"/>
                  </a:lnTo>
                  <a:lnTo>
                    <a:pt x="5801424" y="354689"/>
                  </a:lnTo>
                  <a:lnTo>
                    <a:pt x="5873047" y="337107"/>
                  </a:lnTo>
                  <a:lnTo>
                    <a:pt x="5944669" y="319293"/>
                  </a:lnTo>
                  <a:lnTo>
                    <a:pt x="6016292" y="301243"/>
                  </a:lnTo>
                  <a:lnTo>
                    <a:pt x="6087914" y="282954"/>
                  </a:lnTo>
                  <a:lnTo>
                    <a:pt x="6159537" y="264423"/>
                  </a:lnTo>
                  <a:lnTo>
                    <a:pt x="6231159" y="245648"/>
                  </a:lnTo>
                  <a:lnTo>
                    <a:pt x="6302782" y="226624"/>
                  </a:lnTo>
                  <a:lnTo>
                    <a:pt x="6374404" y="207348"/>
                  </a:lnTo>
                  <a:lnTo>
                    <a:pt x="6446027" y="187817"/>
                  </a:lnTo>
                  <a:lnTo>
                    <a:pt x="6517649" y="168029"/>
                  </a:lnTo>
                  <a:lnTo>
                    <a:pt x="6589272" y="147978"/>
                  </a:lnTo>
                  <a:lnTo>
                    <a:pt x="6660894" y="127662"/>
                  </a:lnTo>
                  <a:lnTo>
                    <a:pt x="6732517" y="107078"/>
                  </a:lnTo>
                  <a:lnTo>
                    <a:pt x="6804139" y="86221"/>
                  </a:lnTo>
                  <a:lnTo>
                    <a:pt x="6875762" y="65089"/>
                  </a:lnTo>
                  <a:lnTo>
                    <a:pt x="6947385" y="43677"/>
                  </a:lnTo>
                  <a:lnTo>
                    <a:pt x="7019007" y="2198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019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0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34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232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4141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9020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5820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0.86 (0.60-1.23), p_Bonf = 1.000 (n = 6)  |  per IQR decline (Δ = 22.9 %): 0.70 (0.31-1.60)  |  IQR: [-19.2, 3.7]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42071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2026-10-08T10:13:11Z</dcterms:modified>
  <cp:category/>
</cp:coreProperties>
</file>