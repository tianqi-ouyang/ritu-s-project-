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01332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9152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8172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7191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6211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52305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4249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2694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2888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642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366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681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1701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0720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9740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8759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77791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3878370" y="2073503"/>
              <a:ext cx="4384308" cy="3483746"/>
            </a:xfrm>
            <a:custGeom>
              <a:avLst/>
              <a:pathLst>
                <a:path w="4384308" h="3483746">
                  <a:moveTo>
                    <a:pt x="56573" y="0"/>
                  </a:moveTo>
                  <a:lnTo>
                    <a:pt x="86957" y="646601"/>
                  </a:lnTo>
                  <a:lnTo>
                    <a:pt x="158579" y="1638129"/>
                  </a:lnTo>
                  <a:lnTo>
                    <a:pt x="230202" y="2283137"/>
                  </a:lnTo>
                  <a:lnTo>
                    <a:pt x="301824" y="2693885"/>
                  </a:lnTo>
                  <a:lnTo>
                    <a:pt x="373447" y="2926891"/>
                  </a:lnTo>
                  <a:lnTo>
                    <a:pt x="445069" y="3091161"/>
                  </a:lnTo>
                  <a:lnTo>
                    <a:pt x="516692" y="3206972"/>
                  </a:lnTo>
                  <a:lnTo>
                    <a:pt x="588314" y="3288620"/>
                  </a:lnTo>
                  <a:lnTo>
                    <a:pt x="659937" y="3346181"/>
                  </a:lnTo>
                  <a:lnTo>
                    <a:pt x="731559" y="3386762"/>
                  </a:lnTo>
                  <a:lnTo>
                    <a:pt x="803182" y="3415372"/>
                  </a:lnTo>
                  <a:lnTo>
                    <a:pt x="874804" y="3435542"/>
                  </a:lnTo>
                  <a:lnTo>
                    <a:pt x="946427" y="3449762"/>
                  </a:lnTo>
                  <a:lnTo>
                    <a:pt x="1018050" y="3459788"/>
                  </a:lnTo>
                  <a:lnTo>
                    <a:pt x="1089672" y="3466855"/>
                  </a:lnTo>
                  <a:lnTo>
                    <a:pt x="1161295" y="3471838"/>
                  </a:lnTo>
                  <a:lnTo>
                    <a:pt x="1232917" y="3475351"/>
                  </a:lnTo>
                  <a:lnTo>
                    <a:pt x="1304540" y="3477828"/>
                  </a:lnTo>
                  <a:lnTo>
                    <a:pt x="1376162" y="3479574"/>
                  </a:lnTo>
                  <a:lnTo>
                    <a:pt x="1447785" y="3480805"/>
                  </a:lnTo>
                  <a:lnTo>
                    <a:pt x="1519407" y="3481672"/>
                  </a:lnTo>
                  <a:lnTo>
                    <a:pt x="1591030" y="3482284"/>
                  </a:lnTo>
                  <a:lnTo>
                    <a:pt x="1662652" y="3482716"/>
                  </a:lnTo>
                  <a:lnTo>
                    <a:pt x="1734275" y="3483020"/>
                  </a:lnTo>
                  <a:lnTo>
                    <a:pt x="1805897" y="3483234"/>
                  </a:lnTo>
                  <a:lnTo>
                    <a:pt x="1877520" y="3483385"/>
                  </a:lnTo>
                  <a:lnTo>
                    <a:pt x="1949142" y="3483492"/>
                  </a:lnTo>
                  <a:lnTo>
                    <a:pt x="2020765" y="3483567"/>
                  </a:lnTo>
                  <a:lnTo>
                    <a:pt x="2092387" y="3483620"/>
                  </a:lnTo>
                  <a:lnTo>
                    <a:pt x="2164010" y="3483657"/>
                  </a:lnTo>
                  <a:lnTo>
                    <a:pt x="2235632" y="3483683"/>
                  </a:lnTo>
                  <a:lnTo>
                    <a:pt x="2307255" y="3483702"/>
                  </a:lnTo>
                  <a:lnTo>
                    <a:pt x="2378878" y="3483715"/>
                  </a:lnTo>
                  <a:lnTo>
                    <a:pt x="2450500" y="3483724"/>
                  </a:lnTo>
                  <a:lnTo>
                    <a:pt x="2522123" y="3483731"/>
                  </a:lnTo>
                  <a:lnTo>
                    <a:pt x="2593745" y="3483735"/>
                  </a:lnTo>
                  <a:lnTo>
                    <a:pt x="2665368" y="3483739"/>
                  </a:lnTo>
                  <a:lnTo>
                    <a:pt x="2736990" y="3483741"/>
                  </a:lnTo>
                  <a:lnTo>
                    <a:pt x="2808613" y="3483743"/>
                  </a:lnTo>
                  <a:lnTo>
                    <a:pt x="2880235" y="3483744"/>
                  </a:lnTo>
                  <a:lnTo>
                    <a:pt x="2951858" y="3483744"/>
                  </a:lnTo>
                  <a:lnTo>
                    <a:pt x="3023480" y="3483745"/>
                  </a:lnTo>
                  <a:lnTo>
                    <a:pt x="3095103" y="3483745"/>
                  </a:lnTo>
                  <a:lnTo>
                    <a:pt x="3166725" y="3483746"/>
                  </a:lnTo>
                  <a:lnTo>
                    <a:pt x="3238348" y="3483746"/>
                  </a:lnTo>
                  <a:lnTo>
                    <a:pt x="3309970" y="3483746"/>
                  </a:lnTo>
                  <a:lnTo>
                    <a:pt x="3381593" y="3483746"/>
                  </a:lnTo>
                  <a:lnTo>
                    <a:pt x="3453215" y="3483746"/>
                  </a:lnTo>
                  <a:lnTo>
                    <a:pt x="3524838" y="3483746"/>
                  </a:lnTo>
                  <a:lnTo>
                    <a:pt x="3596460" y="3483746"/>
                  </a:lnTo>
                  <a:lnTo>
                    <a:pt x="3668083" y="3483746"/>
                  </a:lnTo>
                  <a:lnTo>
                    <a:pt x="3739706" y="3483746"/>
                  </a:lnTo>
                  <a:lnTo>
                    <a:pt x="3811328" y="3483746"/>
                  </a:lnTo>
                  <a:lnTo>
                    <a:pt x="3882951" y="3483746"/>
                  </a:lnTo>
                  <a:lnTo>
                    <a:pt x="3954573" y="3483746"/>
                  </a:lnTo>
                  <a:lnTo>
                    <a:pt x="4026196" y="3483746"/>
                  </a:lnTo>
                  <a:lnTo>
                    <a:pt x="4097818" y="3483746"/>
                  </a:lnTo>
                  <a:lnTo>
                    <a:pt x="4169441" y="3483746"/>
                  </a:lnTo>
                  <a:lnTo>
                    <a:pt x="4241063" y="3483746"/>
                  </a:lnTo>
                  <a:lnTo>
                    <a:pt x="4312686" y="3483746"/>
                  </a:lnTo>
                  <a:lnTo>
                    <a:pt x="4384308" y="3483746"/>
                  </a:lnTo>
                  <a:lnTo>
                    <a:pt x="4312686" y="3483746"/>
                  </a:lnTo>
                  <a:lnTo>
                    <a:pt x="4241063" y="3483746"/>
                  </a:lnTo>
                  <a:lnTo>
                    <a:pt x="4169441" y="3483746"/>
                  </a:lnTo>
                  <a:lnTo>
                    <a:pt x="4097818" y="3483746"/>
                  </a:lnTo>
                  <a:lnTo>
                    <a:pt x="4026196" y="3483746"/>
                  </a:lnTo>
                  <a:lnTo>
                    <a:pt x="3954573" y="3483746"/>
                  </a:lnTo>
                  <a:lnTo>
                    <a:pt x="3882951" y="3483746"/>
                  </a:lnTo>
                  <a:lnTo>
                    <a:pt x="3811328" y="3483746"/>
                  </a:lnTo>
                  <a:lnTo>
                    <a:pt x="3739706" y="3483746"/>
                  </a:lnTo>
                  <a:lnTo>
                    <a:pt x="3668083" y="3483746"/>
                  </a:lnTo>
                  <a:lnTo>
                    <a:pt x="3596460" y="3483746"/>
                  </a:lnTo>
                  <a:lnTo>
                    <a:pt x="3524838" y="3483746"/>
                  </a:lnTo>
                  <a:lnTo>
                    <a:pt x="3453215" y="3483746"/>
                  </a:lnTo>
                  <a:lnTo>
                    <a:pt x="3381593" y="3483746"/>
                  </a:lnTo>
                  <a:lnTo>
                    <a:pt x="3309970" y="3483746"/>
                  </a:lnTo>
                  <a:lnTo>
                    <a:pt x="3238348" y="3483746"/>
                  </a:lnTo>
                  <a:lnTo>
                    <a:pt x="3166725" y="3483746"/>
                  </a:lnTo>
                  <a:lnTo>
                    <a:pt x="3095103" y="3483746"/>
                  </a:lnTo>
                  <a:lnTo>
                    <a:pt x="3023480" y="3483746"/>
                  </a:lnTo>
                  <a:lnTo>
                    <a:pt x="2951858" y="3483746"/>
                  </a:lnTo>
                  <a:lnTo>
                    <a:pt x="2880235" y="3483746"/>
                  </a:lnTo>
                  <a:lnTo>
                    <a:pt x="2808613" y="3483746"/>
                  </a:lnTo>
                  <a:lnTo>
                    <a:pt x="2736990" y="3483746"/>
                  </a:lnTo>
                  <a:lnTo>
                    <a:pt x="2665368" y="3483746"/>
                  </a:lnTo>
                  <a:lnTo>
                    <a:pt x="2593745" y="3483746"/>
                  </a:lnTo>
                  <a:lnTo>
                    <a:pt x="2522123" y="3483745"/>
                  </a:lnTo>
                  <a:lnTo>
                    <a:pt x="2450500" y="3483744"/>
                  </a:lnTo>
                  <a:lnTo>
                    <a:pt x="2378878" y="3483743"/>
                  </a:lnTo>
                  <a:lnTo>
                    <a:pt x="2307255" y="3483742"/>
                  </a:lnTo>
                  <a:lnTo>
                    <a:pt x="2235632" y="3483739"/>
                  </a:lnTo>
                  <a:lnTo>
                    <a:pt x="2164010" y="3483736"/>
                  </a:lnTo>
                  <a:lnTo>
                    <a:pt x="2092387" y="3483730"/>
                  </a:lnTo>
                  <a:lnTo>
                    <a:pt x="2020765" y="3483721"/>
                  </a:lnTo>
                  <a:lnTo>
                    <a:pt x="1949142" y="3483707"/>
                  </a:lnTo>
                  <a:lnTo>
                    <a:pt x="1877520" y="3483686"/>
                  </a:lnTo>
                  <a:lnTo>
                    <a:pt x="1805897" y="3483653"/>
                  </a:lnTo>
                  <a:lnTo>
                    <a:pt x="1734275" y="3483603"/>
                  </a:lnTo>
                  <a:lnTo>
                    <a:pt x="1662652" y="3483525"/>
                  </a:lnTo>
                  <a:lnTo>
                    <a:pt x="1591030" y="3483407"/>
                  </a:lnTo>
                  <a:lnTo>
                    <a:pt x="1519407" y="3483224"/>
                  </a:lnTo>
                  <a:lnTo>
                    <a:pt x="1447785" y="3482943"/>
                  </a:lnTo>
                  <a:lnTo>
                    <a:pt x="1376162" y="3482512"/>
                  </a:lnTo>
                  <a:lnTo>
                    <a:pt x="1304540" y="3481848"/>
                  </a:lnTo>
                  <a:lnTo>
                    <a:pt x="1232917" y="3480829"/>
                  </a:lnTo>
                  <a:lnTo>
                    <a:pt x="1161295" y="3479261"/>
                  </a:lnTo>
                  <a:lnTo>
                    <a:pt x="1089672" y="3476852"/>
                  </a:lnTo>
                  <a:lnTo>
                    <a:pt x="1018050" y="3473147"/>
                  </a:lnTo>
                  <a:lnTo>
                    <a:pt x="946427" y="3467453"/>
                  </a:lnTo>
                  <a:lnTo>
                    <a:pt x="874804" y="3458700"/>
                  </a:lnTo>
                  <a:lnTo>
                    <a:pt x="803182" y="3445244"/>
                  </a:lnTo>
                  <a:lnTo>
                    <a:pt x="731559" y="3424560"/>
                  </a:lnTo>
                  <a:lnTo>
                    <a:pt x="659937" y="3392763"/>
                  </a:lnTo>
                  <a:lnTo>
                    <a:pt x="588314" y="3343884"/>
                  </a:lnTo>
                  <a:lnTo>
                    <a:pt x="516692" y="3268745"/>
                  </a:lnTo>
                  <a:lnTo>
                    <a:pt x="445069" y="3153238"/>
                  </a:lnTo>
                  <a:lnTo>
                    <a:pt x="373447" y="2975678"/>
                  </a:lnTo>
                  <a:lnTo>
                    <a:pt x="301824" y="2702727"/>
                  </a:lnTo>
                  <a:lnTo>
                    <a:pt x="230202" y="2363382"/>
                  </a:lnTo>
                  <a:lnTo>
                    <a:pt x="158579" y="1894587"/>
                  </a:lnTo>
                  <a:lnTo>
                    <a:pt x="86957" y="1229632"/>
                  </a:lnTo>
                  <a:lnTo>
                    <a:pt x="15334" y="2864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934944" y="2073503"/>
              <a:ext cx="4327735" cy="3483746"/>
            </a:xfrm>
            <a:custGeom>
              <a:avLst/>
              <a:pathLst>
                <a:path w="4327735" h="3483746">
                  <a:moveTo>
                    <a:pt x="0" y="0"/>
                  </a:moveTo>
                  <a:lnTo>
                    <a:pt x="30383" y="646601"/>
                  </a:lnTo>
                  <a:lnTo>
                    <a:pt x="102006" y="1638129"/>
                  </a:lnTo>
                  <a:lnTo>
                    <a:pt x="173628" y="2283137"/>
                  </a:lnTo>
                  <a:lnTo>
                    <a:pt x="245251" y="2693885"/>
                  </a:lnTo>
                  <a:lnTo>
                    <a:pt x="316873" y="2926891"/>
                  </a:lnTo>
                  <a:lnTo>
                    <a:pt x="388496" y="3091161"/>
                  </a:lnTo>
                  <a:lnTo>
                    <a:pt x="460118" y="3206972"/>
                  </a:lnTo>
                  <a:lnTo>
                    <a:pt x="531741" y="3288620"/>
                  </a:lnTo>
                  <a:lnTo>
                    <a:pt x="603363" y="3346181"/>
                  </a:lnTo>
                  <a:lnTo>
                    <a:pt x="674986" y="3386762"/>
                  </a:lnTo>
                  <a:lnTo>
                    <a:pt x="746609" y="3415372"/>
                  </a:lnTo>
                  <a:lnTo>
                    <a:pt x="818231" y="3435542"/>
                  </a:lnTo>
                  <a:lnTo>
                    <a:pt x="889854" y="3449762"/>
                  </a:lnTo>
                  <a:lnTo>
                    <a:pt x="961476" y="3459788"/>
                  </a:lnTo>
                  <a:lnTo>
                    <a:pt x="1033099" y="3466855"/>
                  </a:lnTo>
                  <a:lnTo>
                    <a:pt x="1104721" y="3471838"/>
                  </a:lnTo>
                  <a:lnTo>
                    <a:pt x="1176344" y="3475351"/>
                  </a:lnTo>
                  <a:lnTo>
                    <a:pt x="1247966" y="3477828"/>
                  </a:lnTo>
                  <a:lnTo>
                    <a:pt x="1319589" y="3479574"/>
                  </a:lnTo>
                  <a:lnTo>
                    <a:pt x="1391211" y="3480805"/>
                  </a:lnTo>
                  <a:lnTo>
                    <a:pt x="1462834" y="3481672"/>
                  </a:lnTo>
                  <a:lnTo>
                    <a:pt x="1534456" y="3482284"/>
                  </a:lnTo>
                  <a:lnTo>
                    <a:pt x="1606079" y="3482716"/>
                  </a:lnTo>
                  <a:lnTo>
                    <a:pt x="1677701" y="3483020"/>
                  </a:lnTo>
                  <a:lnTo>
                    <a:pt x="1749324" y="3483234"/>
                  </a:lnTo>
                  <a:lnTo>
                    <a:pt x="1820946" y="3483385"/>
                  </a:lnTo>
                  <a:lnTo>
                    <a:pt x="1892569" y="3483492"/>
                  </a:lnTo>
                  <a:lnTo>
                    <a:pt x="1964191" y="3483567"/>
                  </a:lnTo>
                  <a:lnTo>
                    <a:pt x="2035814" y="3483620"/>
                  </a:lnTo>
                  <a:lnTo>
                    <a:pt x="2107437" y="3483657"/>
                  </a:lnTo>
                  <a:lnTo>
                    <a:pt x="2179059" y="3483683"/>
                  </a:lnTo>
                  <a:lnTo>
                    <a:pt x="2250682" y="3483702"/>
                  </a:lnTo>
                  <a:lnTo>
                    <a:pt x="2322304" y="3483715"/>
                  </a:lnTo>
                  <a:lnTo>
                    <a:pt x="2393927" y="3483724"/>
                  </a:lnTo>
                  <a:lnTo>
                    <a:pt x="2465549" y="3483731"/>
                  </a:lnTo>
                  <a:lnTo>
                    <a:pt x="2537172" y="3483735"/>
                  </a:lnTo>
                  <a:lnTo>
                    <a:pt x="2608794" y="3483739"/>
                  </a:lnTo>
                  <a:lnTo>
                    <a:pt x="2680417" y="3483741"/>
                  </a:lnTo>
                  <a:lnTo>
                    <a:pt x="2752039" y="3483743"/>
                  </a:lnTo>
                  <a:lnTo>
                    <a:pt x="2823662" y="3483744"/>
                  </a:lnTo>
                  <a:lnTo>
                    <a:pt x="2895284" y="3483744"/>
                  </a:lnTo>
                  <a:lnTo>
                    <a:pt x="2966907" y="3483745"/>
                  </a:lnTo>
                  <a:lnTo>
                    <a:pt x="3038529" y="3483745"/>
                  </a:lnTo>
                  <a:lnTo>
                    <a:pt x="3110152" y="3483746"/>
                  </a:lnTo>
                  <a:lnTo>
                    <a:pt x="3181774" y="3483746"/>
                  </a:lnTo>
                  <a:lnTo>
                    <a:pt x="3253397" y="3483746"/>
                  </a:lnTo>
                  <a:lnTo>
                    <a:pt x="3325019" y="3483746"/>
                  </a:lnTo>
                  <a:lnTo>
                    <a:pt x="3396642" y="3483746"/>
                  </a:lnTo>
                  <a:lnTo>
                    <a:pt x="3468265" y="3483746"/>
                  </a:lnTo>
                  <a:lnTo>
                    <a:pt x="3539887" y="3483746"/>
                  </a:lnTo>
                  <a:lnTo>
                    <a:pt x="3611510" y="3483746"/>
                  </a:lnTo>
                  <a:lnTo>
                    <a:pt x="3683132" y="3483746"/>
                  </a:lnTo>
                  <a:lnTo>
                    <a:pt x="3754755" y="3483746"/>
                  </a:lnTo>
                  <a:lnTo>
                    <a:pt x="3826377" y="3483746"/>
                  </a:lnTo>
                  <a:lnTo>
                    <a:pt x="3898000" y="3483746"/>
                  </a:lnTo>
                  <a:lnTo>
                    <a:pt x="3969622" y="3483746"/>
                  </a:lnTo>
                  <a:lnTo>
                    <a:pt x="4041245" y="3483746"/>
                  </a:lnTo>
                  <a:lnTo>
                    <a:pt x="4112867" y="3483746"/>
                  </a:lnTo>
                  <a:lnTo>
                    <a:pt x="4184490" y="3483746"/>
                  </a:lnTo>
                  <a:lnTo>
                    <a:pt x="4256112" y="3483746"/>
                  </a:lnTo>
                  <a:lnTo>
                    <a:pt x="4327735" y="348374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3878370" y="2073503"/>
              <a:ext cx="4384308" cy="3483746"/>
            </a:xfrm>
            <a:custGeom>
              <a:avLst/>
              <a:pathLst>
                <a:path w="4384308" h="3483746">
                  <a:moveTo>
                    <a:pt x="4384308" y="3483746"/>
                  </a:moveTo>
                  <a:lnTo>
                    <a:pt x="4312686" y="3483746"/>
                  </a:lnTo>
                  <a:lnTo>
                    <a:pt x="4241063" y="3483746"/>
                  </a:lnTo>
                  <a:lnTo>
                    <a:pt x="4169441" y="3483746"/>
                  </a:lnTo>
                  <a:lnTo>
                    <a:pt x="4097818" y="3483746"/>
                  </a:lnTo>
                  <a:lnTo>
                    <a:pt x="4026196" y="3483746"/>
                  </a:lnTo>
                  <a:lnTo>
                    <a:pt x="3954573" y="3483746"/>
                  </a:lnTo>
                  <a:lnTo>
                    <a:pt x="3882951" y="3483746"/>
                  </a:lnTo>
                  <a:lnTo>
                    <a:pt x="3811328" y="3483746"/>
                  </a:lnTo>
                  <a:lnTo>
                    <a:pt x="3739706" y="3483746"/>
                  </a:lnTo>
                  <a:lnTo>
                    <a:pt x="3668083" y="3483746"/>
                  </a:lnTo>
                  <a:lnTo>
                    <a:pt x="3596460" y="3483746"/>
                  </a:lnTo>
                  <a:lnTo>
                    <a:pt x="3524838" y="3483746"/>
                  </a:lnTo>
                  <a:lnTo>
                    <a:pt x="3453215" y="3483746"/>
                  </a:lnTo>
                  <a:lnTo>
                    <a:pt x="3381593" y="3483746"/>
                  </a:lnTo>
                  <a:lnTo>
                    <a:pt x="3309970" y="3483746"/>
                  </a:lnTo>
                  <a:lnTo>
                    <a:pt x="3238348" y="3483746"/>
                  </a:lnTo>
                  <a:lnTo>
                    <a:pt x="3166725" y="3483746"/>
                  </a:lnTo>
                  <a:lnTo>
                    <a:pt x="3095103" y="3483746"/>
                  </a:lnTo>
                  <a:lnTo>
                    <a:pt x="3023480" y="3483746"/>
                  </a:lnTo>
                  <a:lnTo>
                    <a:pt x="2951858" y="3483746"/>
                  </a:lnTo>
                  <a:lnTo>
                    <a:pt x="2880235" y="3483746"/>
                  </a:lnTo>
                  <a:lnTo>
                    <a:pt x="2808613" y="3483746"/>
                  </a:lnTo>
                  <a:lnTo>
                    <a:pt x="2736990" y="3483746"/>
                  </a:lnTo>
                  <a:lnTo>
                    <a:pt x="2665368" y="3483746"/>
                  </a:lnTo>
                  <a:lnTo>
                    <a:pt x="2593745" y="3483746"/>
                  </a:lnTo>
                  <a:lnTo>
                    <a:pt x="2522123" y="3483745"/>
                  </a:lnTo>
                  <a:lnTo>
                    <a:pt x="2450500" y="3483744"/>
                  </a:lnTo>
                  <a:lnTo>
                    <a:pt x="2378878" y="3483743"/>
                  </a:lnTo>
                  <a:lnTo>
                    <a:pt x="2307255" y="3483742"/>
                  </a:lnTo>
                  <a:lnTo>
                    <a:pt x="2235632" y="3483739"/>
                  </a:lnTo>
                  <a:lnTo>
                    <a:pt x="2164010" y="3483736"/>
                  </a:lnTo>
                  <a:lnTo>
                    <a:pt x="2092387" y="3483730"/>
                  </a:lnTo>
                  <a:lnTo>
                    <a:pt x="2020765" y="3483721"/>
                  </a:lnTo>
                  <a:lnTo>
                    <a:pt x="1949142" y="3483707"/>
                  </a:lnTo>
                  <a:lnTo>
                    <a:pt x="1877520" y="3483686"/>
                  </a:lnTo>
                  <a:lnTo>
                    <a:pt x="1805897" y="3483653"/>
                  </a:lnTo>
                  <a:lnTo>
                    <a:pt x="1734275" y="3483603"/>
                  </a:lnTo>
                  <a:lnTo>
                    <a:pt x="1662652" y="3483525"/>
                  </a:lnTo>
                  <a:lnTo>
                    <a:pt x="1591030" y="3483407"/>
                  </a:lnTo>
                  <a:lnTo>
                    <a:pt x="1519407" y="3483224"/>
                  </a:lnTo>
                  <a:lnTo>
                    <a:pt x="1447785" y="3482943"/>
                  </a:lnTo>
                  <a:lnTo>
                    <a:pt x="1376162" y="3482512"/>
                  </a:lnTo>
                  <a:lnTo>
                    <a:pt x="1304540" y="3481848"/>
                  </a:lnTo>
                  <a:lnTo>
                    <a:pt x="1232917" y="3480829"/>
                  </a:lnTo>
                  <a:lnTo>
                    <a:pt x="1161295" y="3479261"/>
                  </a:lnTo>
                  <a:lnTo>
                    <a:pt x="1089672" y="3476852"/>
                  </a:lnTo>
                  <a:lnTo>
                    <a:pt x="1018050" y="3473147"/>
                  </a:lnTo>
                  <a:lnTo>
                    <a:pt x="946427" y="3467453"/>
                  </a:lnTo>
                  <a:lnTo>
                    <a:pt x="874804" y="3458700"/>
                  </a:lnTo>
                  <a:lnTo>
                    <a:pt x="803182" y="3445244"/>
                  </a:lnTo>
                  <a:lnTo>
                    <a:pt x="731559" y="3424560"/>
                  </a:lnTo>
                  <a:lnTo>
                    <a:pt x="659937" y="3392763"/>
                  </a:lnTo>
                  <a:lnTo>
                    <a:pt x="588314" y="3343884"/>
                  </a:lnTo>
                  <a:lnTo>
                    <a:pt x="516692" y="3268745"/>
                  </a:lnTo>
                  <a:lnTo>
                    <a:pt x="445069" y="3153238"/>
                  </a:lnTo>
                  <a:lnTo>
                    <a:pt x="373447" y="2975678"/>
                  </a:lnTo>
                  <a:lnTo>
                    <a:pt x="301824" y="2702727"/>
                  </a:lnTo>
                  <a:lnTo>
                    <a:pt x="230202" y="2363382"/>
                  </a:lnTo>
                  <a:lnTo>
                    <a:pt x="158579" y="1894587"/>
                  </a:lnTo>
                  <a:lnTo>
                    <a:pt x="86957" y="1229632"/>
                  </a:lnTo>
                  <a:lnTo>
                    <a:pt x="15334" y="28643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908589" y="2073503"/>
              <a:ext cx="4354089" cy="3483746"/>
            </a:xfrm>
            <a:custGeom>
              <a:avLst/>
              <a:pathLst>
                <a:path w="4354089" h="3483746">
                  <a:moveTo>
                    <a:pt x="0" y="0"/>
                  </a:moveTo>
                  <a:lnTo>
                    <a:pt x="56737" y="954863"/>
                  </a:lnTo>
                  <a:lnTo>
                    <a:pt x="128360" y="1771152"/>
                  </a:lnTo>
                  <a:lnTo>
                    <a:pt x="199982" y="2323954"/>
                  </a:lnTo>
                  <a:lnTo>
                    <a:pt x="271605" y="2698319"/>
                  </a:lnTo>
                  <a:lnTo>
                    <a:pt x="343227" y="2951844"/>
                  </a:lnTo>
                  <a:lnTo>
                    <a:pt x="414850" y="3123535"/>
                  </a:lnTo>
                  <a:lnTo>
                    <a:pt x="486473" y="3239806"/>
                  </a:lnTo>
                  <a:lnTo>
                    <a:pt x="558095" y="3318547"/>
                  </a:lnTo>
                  <a:lnTo>
                    <a:pt x="629718" y="3371871"/>
                  </a:lnTo>
                  <a:lnTo>
                    <a:pt x="701340" y="3407983"/>
                  </a:lnTo>
                  <a:lnTo>
                    <a:pt x="772963" y="3432438"/>
                  </a:lnTo>
                  <a:lnTo>
                    <a:pt x="844585" y="3449000"/>
                  </a:lnTo>
                  <a:lnTo>
                    <a:pt x="916208" y="3460215"/>
                  </a:lnTo>
                  <a:lnTo>
                    <a:pt x="987830" y="3467811"/>
                  </a:lnTo>
                  <a:lnTo>
                    <a:pt x="1059453" y="3472955"/>
                  </a:lnTo>
                  <a:lnTo>
                    <a:pt x="1131075" y="3476438"/>
                  </a:lnTo>
                  <a:lnTo>
                    <a:pt x="1202698" y="3478797"/>
                  </a:lnTo>
                  <a:lnTo>
                    <a:pt x="1274320" y="3480395"/>
                  </a:lnTo>
                  <a:lnTo>
                    <a:pt x="1345943" y="3481477"/>
                  </a:lnTo>
                  <a:lnTo>
                    <a:pt x="1417565" y="3482209"/>
                  </a:lnTo>
                  <a:lnTo>
                    <a:pt x="1489188" y="3482705"/>
                  </a:lnTo>
                  <a:lnTo>
                    <a:pt x="1560810" y="3483041"/>
                  </a:lnTo>
                  <a:lnTo>
                    <a:pt x="1632433" y="3483269"/>
                  </a:lnTo>
                  <a:lnTo>
                    <a:pt x="1704055" y="3483423"/>
                  </a:lnTo>
                  <a:lnTo>
                    <a:pt x="1775678" y="3483527"/>
                  </a:lnTo>
                  <a:lnTo>
                    <a:pt x="1847301" y="3483598"/>
                  </a:lnTo>
                  <a:lnTo>
                    <a:pt x="1918923" y="3483646"/>
                  </a:lnTo>
                  <a:lnTo>
                    <a:pt x="1990546" y="3483678"/>
                  </a:lnTo>
                  <a:lnTo>
                    <a:pt x="2062168" y="3483700"/>
                  </a:lnTo>
                  <a:lnTo>
                    <a:pt x="2133791" y="3483715"/>
                  </a:lnTo>
                  <a:lnTo>
                    <a:pt x="2205413" y="3483725"/>
                  </a:lnTo>
                  <a:lnTo>
                    <a:pt x="2277036" y="3483732"/>
                  </a:lnTo>
                  <a:lnTo>
                    <a:pt x="2348658" y="3483737"/>
                  </a:lnTo>
                  <a:lnTo>
                    <a:pt x="2420281" y="3483740"/>
                  </a:lnTo>
                  <a:lnTo>
                    <a:pt x="2491903" y="3483742"/>
                  </a:lnTo>
                  <a:lnTo>
                    <a:pt x="2563526" y="3483743"/>
                  </a:lnTo>
                  <a:lnTo>
                    <a:pt x="2635148" y="3483744"/>
                  </a:lnTo>
                  <a:lnTo>
                    <a:pt x="2706771" y="3483745"/>
                  </a:lnTo>
                  <a:lnTo>
                    <a:pt x="2778393" y="3483745"/>
                  </a:lnTo>
                  <a:lnTo>
                    <a:pt x="2850016" y="3483746"/>
                  </a:lnTo>
                  <a:lnTo>
                    <a:pt x="2921638" y="3483746"/>
                  </a:lnTo>
                  <a:lnTo>
                    <a:pt x="2993261" y="3483746"/>
                  </a:lnTo>
                  <a:lnTo>
                    <a:pt x="3064883" y="3483746"/>
                  </a:lnTo>
                  <a:lnTo>
                    <a:pt x="3136506" y="3483746"/>
                  </a:lnTo>
                  <a:lnTo>
                    <a:pt x="3208129" y="3483746"/>
                  </a:lnTo>
                  <a:lnTo>
                    <a:pt x="3279751" y="3483746"/>
                  </a:lnTo>
                  <a:lnTo>
                    <a:pt x="3351374" y="3483746"/>
                  </a:lnTo>
                  <a:lnTo>
                    <a:pt x="3422996" y="3483746"/>
                  </a:lnTo>
                  <a:lnTo>
                    <a:pt x="3494619" y="3483746"/>
                  </a:lnTo>
                  <a:lnTo>
                    <a:pt x="3566241" y="3483746"/>
                  </a:lnTo>
                  <a:lnTo>
                    <a:pt x="3637864" y="3483746"/>
                  </a:lnTo>
                  <a:lnTo>
                    <a:pt x="3709486" y="3483746"/>
                  </a:lnTo>
                  <a:lnTo>
                    <a:pt x="3781109" y="3483746"/>
                  </a:lnTo>
                  <a:lnTo>
                    <a:pt x="3852731" y="3483746"/>
                  </a:lnTo>
                  <a:lnTo>
                    <a:pt x="3924354" y="3483746"/>
                  </a:lnTo>
                  <a:lnTo>
                    <a:pt x="3995976" y="3483746"/>
                  </a:lnTo>
                  <a:lnTo>
                    <a:pt x="4067599" y="3483746"/>
                  </a:lnTo>
                  <a:lnTo>
                    <a:pt x="4139221" y="3483746"/>
                  </a:lnTo>
                  <a:lnTo>
                    <a:pt x="4210844" y="3483746"/>
                  </a:lnTo>
                  <a:lnTo>
                    <a:pt x="4282466" y="3483746"/>
                  </a:lnTo>
                  <a:lnTo>
                    <a:pt x="4354089" y="3483746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170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38351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28545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18740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139043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00989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9118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1378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71573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7722930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135.42 (81.61-224.71), p = &lt;0.001  |  per IQR decline (Δ = 27.2 %): 633510.36 (159634.72-2514085.75)  |  IQR: [-12.3, 14.9]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1963308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2026-10-09T11:57:54Z</dcterms:modified>
  <cp:category/>
</cp:coreProperties>
</file>