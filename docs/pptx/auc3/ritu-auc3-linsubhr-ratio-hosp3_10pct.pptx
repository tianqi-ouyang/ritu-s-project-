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55829" y="0"/>
                  </a:moveTo>
                  <a:lnTo>
                    <a:pt x="90702" y="724551"/>
                  </a:lnTo>
                  <a:lnTo>
                    <a:pt x="162324" y="1691271"/>
                  </a:lnTo>
                  <a:lnTo>
                    <a:pt x="233947" y="2319288"/>
                  </a:lnTo>
                  <a:lnTo>
                    <a:pt x="305569" y="2714175"/>
                  </a:lnTo>
                  <a:lnTo>
                    <a:pt x="377192" y="2941963"/>
                  </a:lnTo>
                  <a:lnTo>
                    <a:pt x="448814" y="3102327"/>
                  </a:lnTo>
                  <a:lnTo>
                    <a:pt x="520437" y="3215225"/>
                  </a:lnTo>
                  <a:lnTo>
                    <a:pt x="592059" y="3294705"/>
                  </a:lnTo>
                  <a:lnTo>
                    <a:pt x="663682" y="3350660"/>
                  </a:lnTo>
                  <a:lnTo>
                    <a:pt x="735304" y="3390053"/>
                  </a:lnTo>
                  <a:lnTo>
                    <a:pt x="806927" y="3417785"/>
                  </a:lnTo>
                  <a:lnTo>
                    <a:pt x="878550" y="3437309"/>
                  </a:lnTo>
                  <a:lnTo>
                    <a:pt x="950172" y="3451054"/>
                  </a:lnTo>
                  <a:lnTo>
                    <a:pt x="1021795" y="3460731"/>
                  </a:lnTo>
                  <a:lnTo>
                    <a:pt x="1093417" y="3467543"/>
                  </a:lnTo>
                  <a:lnTo>
                    <a:pt x="1165040" y="3472339"/>
                  </a:lnTo>
                  <a:lnTo>
                    <a:pt x="1236662" y="3475716"/>
                  </a:lnTo>
                  <a:lnTo>
                    <a:pt x="1308285" y="3478093"/>
                  </a:lnTo>
                  <a:lnTo>
                    <a:pt x="1379907" y="3479766"/>
                  </a:lnTo>
                  <a:lnTo>
                    <a:pt x="1451530" y="3480944"/>
                  </a:lnTo>
                  <a:lnTo>
                    <a:pt x="1523152" y="3481774"/>
                  </a:lnTo>
                  <a:lnTo>
                    <a:pt x="1594775" y="3482358"/>
                  </a:lnTo>
                  <a:lnTo>
                    <a:pt x="1666397" y="3482769"/>
                  </a:lnTo>
                  <a:lnTo>
                    <a:pt x="1738020" y="3483058"/>
                  </a:lnTo>
                  <a:lnTo>
                    <a:pt x="1809642" y="3483262"/>
                  </a:lnTo>
                  <a:lnTo>
                    <a:pt x="1881265" y="3483405"/>
                  </a:lnTo>
                  <a:lnTo>
                    <a:pt x="1952887" y="3483506"/>
                  </a:lnTo>
                  <a:lnTo>
                    <a:pt x="2024510" y="3483577"/>
                  </a:lnTo>
                  <a:lnTo>
                    <a:pt x="2096132" y="3483627"/>
                  </a:lnTo>
                  <a:lnTo>
                    <a:pt x="2167755" y="3483663"/>
                  </a:lnTo>
                  <a:lnTo>
                    <a:pt x="2239378" y="3483687"/>
                  </a:lnTo>
                  <a:lnTo>
                    <a:pt x="2311000" y="3483705"/>
                  </a:lnTo>
                  <a:lnTo>
                    <a:pt x="2382623" y="3483717"/>
                  </a:lnTo>
                  <a:lnTo>
                    <a:pt x="2454245" y="3483726"/>
                  </a:lnTo>
                  <a:lnTo>
                    <a:pt x="2525868" y="3483732"/>
                  </a:lnTo>
                  <a:lnTo>
                    <a:pt x="2597490" y="3483736"/>
                  </a:lnTo>
                  <a:lnTo>
                    <a:pt x="2669113" y="3483739"/>
                  </a:lnTo>
                  <a:lnTo>
                    <a:pt x="2740735" y="3483741"/>
                  </a:lnTo>
                  <a:lnTo>
                    <a:pt x="2812358" y="3483743"/>
                  </a:lnTo>
                  <a:lnTo>
                    <a:pt x="2883980" y="3483744"/>
                  </a:lnTo>
                  <a:lnTo>
                    <a:pt x="2955603" y="3483745"/>
                  </a:lnTo>
                  <a:lnTo>
                    <a:pt x="3027225" y="3483745"/>
                  </a:lnTo>
                  <a:lnTo>
                    <a:pt x="3098848" y="3483746"/>
                  </a:lnTo>
                  <a:lnTo>
                    <a:pt x="3170470" y="3483746"/>
                  </a:lnTo>
                  <a:lnTo>
                    <a:pt x="3242093" y="3483746"/>
                  </a:lnTo>
                  <a:lnTo>
                    <a:pt x="3313715" y="3483746"/>
                  </a:lnTo>
                  <a:lnTo>
                    <a:pt x="3385338" y="3483746"/>
                  </a:lnTo>
                  <a:lnTo>
                    <a:pt x="3456960" y="3483746"/>
                  </a:lnTo>
                  <a:lnTo>
                    <a:pt x="3528583" y="3483746"/>
                  </a:lnTo>
                  <a:lnTo>
                    <a:pt x="3600206" y="3483746"/>
                  </a:lnTo>
                  <a:lnTo>
                    <a:pt x="3671828" y="3483746"/>
                  </a:lnTo>
                  <a:lnTo>
                    <a:pt x="3743451" y="3483746"/>
                  </a:lnTo>
                  <a:lnTo>
                    <a:pt x="3815073" y="3483746"/>
                  </a:lnTo>
                  <a:lnTo>
                    <a:pt x="3886696" y="3483746"/>
                  </a:lnTo>
                  <a:lnTo>
                    <a:pt x="3958318" y="3483746"/>
                  </a:lnTo>
                  <a:lnTo>
                    <a:pt x="4029941" y="3483746"/>
                  </a:lnTo>
                  <a:lnTo>
                    <a:pt x="4101563" y="3483746"/>
                  </a:lnTo>
                  <a:lnTo>
                    <a:pt x="4173186" y="3483746"/>
                  </a:lnTo>
                  <a:lnTo>
                    <a:pt x="4244808" y="3483746"/>
                  </a:lnTo>
                  <a:lnTo>
                    <a:pt x="4316431" y="3483746"/>
                  </a:lnTo>
                  <a:lnTo>
                    <a:pt x="4388053" y="3483746"/>
                  </a:ln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930454" y="2073503"/>
              <a:ext cx="4332224" cy="3483746"/>
            </a:xfrm>
            <a:custGeom>
              <a:avLst/>
              <a:pathLst>
                <a:path w="4332224" h="3483746">
                  <a:moveTo>
                    <a:pt x="0" y="0"/>
                  </a:moveTo>
                  <a:lnTo>
                    <a:pt x="34872" y="724551"/>
                  </a:lnTo>
                  <a:lnTo>
                    <a:pt x="106495" y="1691271"/>
                  </a:lnTo>
                  <a:lnTo>
                    <a:pt x="178118" y="2319288"/>
                  </a:lnTo>
                  <a:lnTo>
                    <a:pt x="249740" y="2714175"/>
                  </a:lnTo>
                  <a:lnTo>
                    <a:pt x="321363" y="2941963"/>
                  </a:lnTo>
                  <a:lnTo>
                    <a:pt x="392985" y="3102327"/>
                  </a:lnTo>
                  <a:lnTo>
                    <a:pt x="464608" y="3215225"/>
                  </a:lnTo>
                  <a:lnTo>
                    <a:pt x="536230" y="3294705"/>
                  </a:lnTo>
                  <a:lnTo>
                    <a:pt x="607853" y="3350660"/>
                  </a:lnTo>
                  <a:lnTo>
                    <a:pt x="679475" y="3390053"/>
                  </a:lnTo>
                  <a:lnTo>
                    <a:pt x="751098" y="3417785"/>
                  </a:lnTo>
                  <a:lnTo>
                    <a:pt x="822720" y="3437309"/>
                  </a:lnTo>
                  <a:lnTo>
                    <a:pt x="894343" y="3451054"/>
                  </a:lnTo>
                  <a:lnTo>
                    <a:pt x="965965" y="3460731"/>
                  </a:lnTo>
                  <a:lnTo>
                    <a:pt x="1037588" y="3467543"/>
                  </a:lnTo>
                  <a:lnTo>
                    <a:pt x="1109210" y="3472339"/>
                  </a:lnTo>
                  <a:lnTo>
                    <a:pt x="1180833" y="3475716"/>
                  </a:lnTo>
                  <a:lnTo>
                    <a:pt x="1252455" y="3478093"/>
                  </a:lnTo>
                  <a:lnTo>
                    <a:pt x="1324078" y="3479766"/>
                  </a:lnTo>
                  <a:lnTo>
                    <a:pt x="1395700" y="3480944"/>
                  </a:lnTo>
                  <a:lnTo>
                    <a:pt x="1467323" y="3481774"/>
                  </a:lnTo>
                  <a:lnTo>
                    <a:pt x="1538946" y="3482358"/>
                  </a:lnTo>
                  <a:lnTo>
                    <a:pt x="1610568" y="3482769"/>
                  </a:lnTo>
                  <a:lnTo>
                    <a:pt x="1682191" y="3483058"/>
                  </a:lnTo>
                  <a:lnTo>
                    <a:pt x="1753813" y="3483262"/>
                  </a:lnTo>
                  <a:lnTo>
                    <a:pt x="1825436" y="3483405"/>
                  </a:lnTo>
                  <a:lnTo>
                    <a:pt x="1897058" y="3483506"/>
                  </a:lnTo>
                  <a:lnTo>
                    <a:pt x="1968681" y="3483577"/>
                  </a:lnTo>
                  <a:lnTo>
                    <a:pt x="2040303" y="3483627"/>
                  </a:lnTo>
                  <a:lnTo>
                    <a:pt x="2111926" y="3483663"/>
                  </a:lnTo>
                  <a:lnTo>
                    <a:pt x="2183548" y="3483687"/>
                  </a:lnTo>
                  <a:lnTo>
                    <a:pt x="2255171" y="3483705"/>
                  </a:lnTo>
                  <a:lnTo>
                    <a:pt x="2326793" y="3483717"/>
                  </a:lnTo>
                  <a:lnTo>
                    <a:pt x="2398416" y="3483726"/>
                  </a:lnTo>
                  <a:lnTo>
                    <a:pt x="2470038" y="3483732"/>
                  </a:lnTo>
                  <a:lnTo>
                    <a:pt x="2541661" y="3483736"/>
                  </a:lnTo>
                  <a:lnTo>
                    <a:pt x="2613283" y="3483739"/>
                  </a:lnTo>
                  <a:lnTo>
                    <a:pt x="2684906" y="3483741"/>
                  </a:lnTo>
                  <a:lnTo>
                    <a:pt x="2756528" y="3483743"/>
                  </a:lnTo>
                  <a:lnTo>
                    <a:pt x="2828151" y="3483744"/>
                  </a:lnTo>
                  <a:lnTo>
                    <a:pt x="2899774" y="3483745"/>
                  </a:lnTo>
                  <a:lnTo>
                    <a:pt x="2971396" y="3483745"/>
                  </a:lnTo>
                  <a:lnTo>
                    <a:pt x="3043019" y="3483746"/>
                  </a:lnTo>
                  <a:lnTo>
                    <a:pt x="3114641" y="3483746"/>
                  </a:lnTo>
                  <a:lnTo>
                    <a:pt x="3186264" y="3483746"/>
                  </a:lnTo>
                  <a:lnTo>
                    <a:pt x="3257886" y="3483746"/>
                  </a:lnTo>
                  <a:lnTo>
                    <a:pt x="3329509" y="3483746"/>
                  </a:lnTo>
                  <a:lnTo>
                    <a:pt x="3401131" y="3483746"/>
                  </a:lnTo>
                  <a:lnTo>
                    <a:pt x="3472754" y="3483746"/>
                  </a:lnTo>
                  <a:lnTo>
                    <a:pt x="3544376" y="3483746"/>
                  </a:lnTo>
                  <a:lnTo>
                    <a:pt x="3615999" y="3483746"/>
                  </a:lnTo>
                  <a:lnTo>
                    <a:pt x="3687621" y="3483746"/>
                  </a:lnTo>
                  <a:lnTo>
                    <a:pt x="3759244" y="3483746"/>
                  </a:lnTo>
                  <a:lnTo>
                    <a:pt x="3830866" y="3483746"/>
                  </a:lnTo>
                  <a:lnTo>
                    <a:pt x="3902489" y="3483746"/>
                  </a:lnTo>
                  <a:lnTo>
                    <a:pt x="3974111" y="3483746"/>
                  </a:lnTo>
                  <a:lnTo>
                    <a:pt x="4045734" y="3483746"/>
                  </a:lnTo>
                  <a:lnTo>
                    <a:pt x="4117356" y="3483746"/>
                  </a:lnTo>
                  <a:lnTo>
                    <a:pt x="4188979" y="3483746"/>
                  </a:lnTo>
                  <a:lnTo>
                    <a:pt x="4260602" y="3483746"/>
                  </a:lnTo>
                  <a:lnTo>
                    <a:pt x="4332224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4388053" y="3483746"/>
                  </a:move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03653" y="2073503"/>
              <a:ext cx="4359026" cy="3483746"/>
            </a:xfrm>
            <a:custGeom>
              <a:avLst/>
              <a:pathLst>
                <a:path w="4359026" h="3483746">
                  <a:moveTo>
                    <a:pt x="0" y="0"/>
                  </a:moveTo>
                  <a:lnTo>
                    <a:pt x="61674" y="1016854"/>
                  </a:lnTo>
                  <a:lnTo>
                    <a:pt x="133297" y="1815447"/>
                  </a:lnTo>
                  <a:lnTo>
                    <a:pt x="204919" y="2355516"/>
                  </a:lnTo>
                  <a:lnTo>
                    <a:pt x="276542" y="2720751"/>
                  </a:lnTo>
                  <a:lnTo>
                    <a:pt x="348164" y="2967751"/>
                  </a:lnTo>
                  <a:lnTo>
                    <a:pt x="419787" y="3134791"/>
                  </a:lnTo>
                  <a:lnTo>
                    <a:pt x="491409" y="3247756"/>
                  </a:lnTo>
                  <a:lnTo>
                    <a:pt x="563032" y="3324152"/>
                  </a:lnTo>
                  <a:lnTo>
                    <a:pt x="634654" y="3375817"/>
                  </a:lnTo>
                  <a:lnTo>
                    <a:pt x="706277" y="3410756"/>
                  </a:lnTo>
                  <a:lnTo>
                    <a:pt x="777899" y="3434385"/>
                  </a:lnTo>
                  <a:lnTo>
                    <a:pt x="849522" y="3450364"/>
                  </a:lnTo>
                  <a:lnTo>
                    <a:pt x="921145" y="3461171"/>
                  </a:lnTo>
                  <a:lnTo>
                    <a:pt x="992767" y="3468479"/>
                  </a:lnTo>
                  <a:lnTo>
                    <a:pt x="1064390" y="3473422"/>
                  </a:lnTo>
                  <a:lnTo>
                    <a:pt x="1136012" y="3476764"/>
                  </a:lnTo>
                  <a:lnTo>
                    <a:pt x="1207635" y="3479024"/>
                  </a:lnTo>
                  <a:lnTo>
                    <a:pt x="1279257" y="3480553"/>
                  </a:lnTo>
                  <a:lnTo>
                    <a:pt x="1350880" y="3481587"/>
                  </a:lnTo>
                  <a:lnTo>
                    <a:pt x="1422502" y="3482286"/>
                  </a:lnTo>
                  <a:lnTo>
                    <a:pt x="1494125" y="3482759"/>
                  </a:lnTo>
                  <a:lnTo>
                    <a:pt x="1565747" y="3483078"/>
                  </a:lnTo>
                  <a:lnTo>
                    <a:pt x="1637370" y="3483295"/>
                  </a:lnTo>
                  <a:lnTo>
                    <a:pt x="1708992" y="3483441"/>
                  </a:lnTo>
                  <a:lnTo>
                    <a:pt x="1780615" y="3483540"/>
                  </a:lnTo>
                  <a:lnTo>
                    <a:pt x="1852237" y="3483607"/>
                  </a:lnTo>
                  <a:lnTo>
                    <a:pt x="1923860" y="3483652"/>
                  </a:lnTo>
                  <a:lnTo>
                    <a:pt x="1995482" y="3483683"/>
                  </a:lnTo>
                  <a:lnTo>
                    <a:pt x="2067105" y="3483703"/>
                  </a:lnTo>
                  <a:lnTo>
                    <a:pt x="2138727" y="3483717"/>
                  </a:lnTo>
                  <a:lnTo>
                    <a:pt x="2210350" y="3483727"/>
                  </a:lnTo>
                  <a:lnTo>
                    <a:pt x="2281973" y="3483733"/>
                  </a:lnTo>
                  <a:lnTo>
                    <a:pt x="2353595" y="3483737"/>
                  </a:lnTo>
                  <a:lnTo>
                    <a:pt x="2425218" y="3483740"/>
                  </a:lnTo>
                  <a:lnTo>
                    <a:pt x="2496840" y="3483742"/>
                  </a:lnTo>
                  <a:lnTo>
                    <a:pt x="2568463" y="3483744"/>
                  </a:lnTo>
                  <a:lnTo>
                    <a:pt x="2640085" y="3483745"/>
                  </a:lnTo>
                  <a:lnTo>
                    <a:pt x="2711708" y="3483745"/>
                  </a:lnTo>
                  <a:lnTo>
                    <a:pt x="2783330" y="3483746"/>
                  </a:lnTo>
                  <a:lnTo>
                    <a:pt x="2854953" y="3483746"/>
                  </a:lnTo>
                  <a:lnTo>
                    <a:pt x="2926575" y="3483746"/>
                  </a:lnTo>
                  <a:lnTo>
                    <a:pt x="2998198" y="3483746"/>
                  </a:lnTo>
                  <a:lnTo>
                    <a:pt x="3069820" y="3483746"/>
                  </a:lnTo>
                  <a:lnTo>
                    <a:pt x="3141443" y="3483746"/>
                  </a:lnTo>
                  <a:lnTo>
                    <a:pt x="3213065" y="3483746"/>
                  </a:lnTo>
                  <a:lnTo>
                    <a:pt x="3284688" y="3483746"/>
                  </a:lnTo>
                  <a:lnTo>
                    <a:pt x="3356310" y="3483746"/>
                  </a:lnTo>
                  <a:lnTo>
                    <a:pt x="3427933" y="3483746"/>
                  </a:lnTo>
                  <a:lnTo>
                    <a:pt x="3499555" y="3483746"/>
                  </a:lnTo>
                  <a:lnTo>
                    <a:pt x="3571178" y="3483746"/>
                  </a:lnTo>
                  <a:lnTo>
                    <a:pt x="3642801" y="3483746"/>
                  </a:lnTo>
                  <a:lnTo>
                    <a:pt x="3714423" y="3483746"/>
                  </a:lnTo>
                  <a:lnTo>
                    <a:pt x="3786046" y="3483746"/>
                  </a:lnTo>
                  <a:lnTo>
                    <a:pt x="3857668" y="3483746"/>
                  </a:lnTo>
                  <a:lnTo>
                    <a:pt x="3929291" y="3483746"/>
                  </a:lnTo>
                  <a:lnTo>
                    <a:pt x="4000913" y="3483746"/>
                  </a:lnTo>
                  <a:lnTo>
                    <a:pt x="4072536" y="3483746"/>
                  </a:lnTo>
                  <a:lnTo>
                    <a:pt x="4144158" y="3483746"/>
                  </a:lnTo>
                  <a:lnTo>
                    <a:pt x="4215781" y="3483746"/>
                  </a:lnTo>
                  <a:lnTo>
                    <a:pt x="4287403" y="3483746"/>
                  </a:lnTo>
                  <a:lnTo>
                    <a:pt x="43590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7229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137.98 (83.17-228.91), p = &lt;0.001  |  per IQR decline (Δ = 27.4 %): 746729.11 (186103.26-2996209.58)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2026-10-08T10:13:04Z</dcterms:modified>
  <cp:category/>
</cp:coreProperties>
</file>