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56"/>
            </a:xfrm>
            <a:custGeom>
              <a:avLst/>
              <a:pathLst>
                <a:path w="7090630" h="3483556">
                  <a:moveTo>
                    <a:pt x="2569275" y="0"/>
                  </a:moveTo>
                  <a:lnTo>
                    <a:pt x="2578410" y="73160"/>
                  </a:lnTo>
                  <a:lnTo>
                    <a:pt x="2650033" y="564150"/>
                  </a:lnTo>
                  <a:lnTo>
                    <a:pt x="2721655" y="984457"/>
                  </a:lnTo>
                  <a:lnTo>
                    <a:pt x="2793278" y="1344257"/>
                  </a:lnTo>
                  <a:lnTo>
                    <a:pt x="2864901" y="1652259"/>
                  </a:lnTo>
                  <a:lnTo>
                    <a:pt x="2936523" y="1915921"/>
                  </a:lnTo>
                  <a:lnTo>
                    <a:pt x="3008146" y="2141626"/>
                  </a:lnTo>
                  <a:lnTo>
                    <a:pt x="3079768" y="2334839"/>
                  </a:lnTo>
                  <a:lnTo>
                    <a:pt x="3151391" y="2500237"/>
                  </a:lnTo>
                  <a:lnTo>
                    <a:pt x="3223013" y="2641823"/>
                  </a:lnTo>
                  <a:lnTo>
                    <a:pt x="3294636" y="2645013"/>
                  </a:lnTo>
                  <a:lnTo>
                    <a:pt x="3366258" y="2634639"/>
                  </a:lnTo>
                  <a:lnTo>
                    <a:pt x="3437881" y="2624136"/>
                  </a:lnTo>
                  <a:lnTo>
                    <a:pt x="3509503" y="2613504"/>
                  </a:lnTo>
                  <a:lnTo>
                    <a:pt x="3581126" y="2602740"/>
                  </a:lnTo>
                  <a:lnTo>
                    <a:pt x="3652748" y="2591842"/>
                  </a:lnTo>
                  <a:lnTo>
                    <a:pt x="3724371" y="2580810"/>
                  </a:lnTo>
                  <a:lnTo>
                    <a:pt x="3795993" y="2569642"/>
                  </a:lnTo>
                  <a:lnTo>
                    <a:pt x="3867616" y="2558336"/>
                  </a:lnTo>
                  <a:lnTo>
                    <a:pt x="3939238" y="2546889"/>
                  </a:lnTo>
                  <a:lnTo>
                    <a:pt x="4010861" y="2535301"/>
                  </a:lnTo>
                  <a:lnTo>
                    <a:pt x="4082483" y="2523570"/>
                  </a:lnTo>
                  <a:lnTo>
                    <a:pt x="4154106" y="2511694"/>
                  </a:lnTo>
                  <a:lnTo>
                    <a:pt x="4225729" y="2499670"/>
                  </a:lnTo>
                  <a:lnTo>
                    <a:pt x="4297351" y="2487498"/>
                  </a:lnTo>
                  <a:lnTo>
                    <a:pt x="4368974" y="2475176"/>
                  </a:lnTo>
                  <a:lnTo>
                    <a:pt x="4440596" y="2462701"/>
                  </a:lnTo>
                  <a:lnTo>
                    <a:pt x="4512219" y="2450072"/>
                  </a:lnTo>
                  <a:lnTo>
                    <a:pt x="4583841" y="2437286"/>
                  </a:lnTo>
                  <a:lnTo>
                    <a:pt x="4655464" y="2424342"/>
                  </a:lnTo>
                  <a:lnTo>
                    <a:pt x="4727086" y="2411239"/>
                  </a:lnTo>
                  <a:lnTo>
                    <a:pt x="4798709" y="2397973"/>
                  </a:lnTo>
                  <a:lnTo>
                    <a:pt x="4870331" y="2384543"/>
                  </a:lnTo>
                  <a:lnTo>
                    <a:pt x="4941954" y="2370947"/>
                  </a:lnTo>
                  <a:lnTo>
                    <a:pt x="5013576" y="2357183"/>
                  </a:lnTo>
                  <a:lnTo>
                    <a:pt x="5085199" y="2343249"/>
                  </a:lnTo>
                  <a:lnTo>
                    <a:pt x="5156821" y="2329142"/>
                  </a:lnTo>
                  <a:lnTo>
                    <a:pt x="5228444" y="2314861"/>
                  </a:lnTo>
                  <a:lnTo>
                    <a:pt x="5300066" y="2300403"/>
                  </a:lnTo>
                  <a:lnTo>
                    <a:pt x="5371689" y="2285766"/>
                  </a:lnTo>
                  <a:lnTo>
                    <a:pt x="5443311" y="2270948"/>
                  </a:lnTo>
                  <a:lnTo>
                    <a:pt x="5514934" y="2255947"/>
                  </a:lnTo>
                  <a:lnTo>
                    <a:pt x="5586557" y="2240760"/>
                  </a:lnTo>
                  <a:lnTo>
                    <a:pt x="5658179" y="2225386"/>
                  </a:lnTo>
                  <a:lnTo>
                    <a:pt x="5729802" y="2209821"/>
                  </a:lnTo>
                  <a:lnTo>
                    <a:pt x="5801424" y="2194064"/>
                  </a:lnTo>
                  <a:lnTo>
                    <a:pt x="5873047" y="2178112"/>
                  </a:lnTo>
                  <a:lnTo>
                    <a:pt x="5944669" y="2161963"/>
                  </a:lnTo>
                  <a:lnTo>
                    <a:pt x="6016292" y="2145614"/>
                  </a:lnTo>
                  <a:lnTo>
                    <a:pt x="6087914" y="2129063"/>
                  </a:lnTo>
                  <a:lnTo>
                    <a:pt x="6159537" y="2112307"/>
                  </a:lnTo>
                  <a:lnTo>
                    <a:pt x="6231159" y="2095343"/>
                  </a:lnTo>
                  <a:lnTo>
                    <a:pt x="6302782" y="2078170"/>
                  </a:lnTo>
                  <a:lnTo>
                    <a:pt x="6374404" y="2060785"/>
                  </a:lnTo>
                  <a:lnTo>
                    <a:pt x="6446027" y="2043184"/>
                  </a:lnTo>
                  <a:lnTo>
                    <a:pt x="6517649" y="2025366"/>
                  </a:lnTo>
                  <a:lnTo>
                    <a:pt x="6589272" y="2007327"/>
                  </a:lnTo>
                  <a:lnTo>
                    <a:pt x="6660894" y="1989066"/>
                  </a:lnTo>
                  <a:lnTo>
                    <a:pt x="6732517" y="1970578"/>
                  </a:lnTo>
                  <a:lnTo>
                    <a:pt x="6804139" y="1951862"/>
                  </a:lnTo>
                  <a:lnTo>
                    <a:pt x="6875762" y="1932914"/>
                  </a:lnTo>
                  <a:lnTo>
                    <a:pt x="6947385" y="1913732"/>
                  </a:lnTo>
                  <a:lnTo>
                    <a:pt x="7019007" y="1894312"/>
                  </a:lnTo>
                  <a:lnTo>
                    <a:pt x="7090630" y="1874653"/>
                  </a:lnTo>
                  <a:lnTo>
                    <a:pt x="7090630" y="3483556"/>
                  </a:lnTo>
                  <a:lnTo>
                    <a:pt x="7019007" y="3483524"/>
                  </a:lnTo>
                  <a:lnTo>
                    <a:pt x="6947385" y="3483486"/>
                  </a:lnTo>
                  <a:lnTo>
                    <a:pt x="6875762" y="3483443"/>
                  </a:lnTo>
                  <a:lnTo>
                    <a:pt x="6804139" y="3483392"/>
                  </a:lnTo>
                  <a:lnTo>
                    <a:pt x="6732517" y="3483332"/>
                  </a:lnTo>
                  <a:lnTo>
                    <a:pt x="6660894" y="3483262"/>
                  </a:lnTo>
                  <a:lnTo>
                    <a:pt x="6589272" y="3483181"/>
                  </a:lnTo>
                  <a:lnTo>
                    <a:pt x="6517649" y="3483086"/>
                  </a:lnTo>
                  <a:lnTo>
                    <a:pt x="6446027" y="3482975"/>
                  </a:lnTo>
                  <a:lnTo>
                    <a:pt x="6374404" y="3482845"/>
                  </a:lnTo>
                  <a:lnTo>
                    <a:pt x="6302782" y="3482693"/>
                  </a:lnTo>
                  <a:lnTo>
                    <a:pt x="6231159" y="3482516"/>
                  </a:lnTo>
                  <a:lnTo>
                    <a:pt x="6159537" y="3482309"/>
                  </a:lnTo>
                  <a:lnTo>
                    <a:pt x="6087914" y="3482068"/>
                  </a:lnTo>
                  <a:lnTo>
                    <a:pt x="6016292" y="3481785"/>
                  </a:lnTo>
                  <a:lnTo>
                    <a:pt x="5944669" y="3481455"/>
                  </a:lnTo>
                  <a:lnTo>
                    <a:pt x="5873047" y="3481070"/>
                  </a:lnTo>
                  <a:lnTo>
                    <a:pt x="5801424" y="3480620"/>
                  </a:lnTo>
                  <a:lnTo>
                    <a:pt x="5729802" y="3480094"/>
                  </a:lnTo>
                  <a:lnTo>
                    <a:pt x="5658179" y="3479480"/>
                  </a:lnTo>
                  <a:lnTo>
                    <a:pt x="5586557" y="3478763"/>
                  </a:lnTo>
                  <a:lnTo>
                    <a:pt x="5514934" y="3477924"/>
                  </a:lnTo>
                  <a:lnTo>
                    <a:pt x="5443311" y="3476945"/>
                  </a:lnTo>
                  <a:lnTo>
                    <a:pt x="5371689" y="3475802"/>
                  </a:lnTo>
                  <a:lnTo>
                    <a:pt x="5300066" y="3474466"/>
                  </a:lnTo>
                  <a:lnTo>
                    <a:pt x="5228444" y="3472905"/>
                  </a:lnTo>
                  <a:lnTo>
                    <a:pt x="5156821" y="3471081"/>
                  </a:lnTo>
                  <a:lnTo>
                    <a:pt x="5085199" y="3468952"/>
                  </a:lnTo>
                  <a:lnTo>
                    <a:pt x="5013576" y="3466464"/>
                  </a:lnTo>
                  <a:lnTo>
                    <a:pt x="4941954" y="3463557"/>
                  </a:lnTo>
                  <a:lnTo>
                    <a:pt x="4870331" y="3460162"/>
                  </a:lnTo>
                  <a:lnTo>
                    <a:pt x="4798709" y="3456196"/>
                  </a:lnTo>
                  <a:lnTo>
                    <a:pt x="4727086" y="3451562"/>
                  </a:lnTo>
                  <a:lnTo>
                    <a:pt x="4655464" y="3446150"/>
                  </a:lnTo>
                  <a:lnTo>
                    <a:pt x="4583841" y="3439827"/>
                  </a:lnTo>
                  <a:lnTo>
                    <a:pt x="4512219" y="3432441"/>
                  </a:lnTo>
                  <a:lnTo>
                    <a:pt x="4440596" y="3423813"/>
                  </a:lnTo>
                  <a:lnTo>
                    <a:pt x="4368974" y="3413735"/>
                  </a:lnTo>
                  <a:lnTo>
                    <a:pt x="4297351" y="3401961"/>
                  </a:lnTo>
                  <a:lnTo>
                    <a:pt x="4225729" y="3388207"/>
                  </a:lnTo>
                  <a:lnTo>
                    <a:pt x="4154106" y="3372140"/>
                  </a:lnTo>
                  <a:lnTo>
                    <a:pt x="4082483" y="3353371"/>
                  </a:lnTo>
                  <a:lnTo>
                    <a:pt x="4010861" y="3331445"/>
                  </a:lnTo>
                  <a:lnTo>
                    <a:pt x="3939238" y="3305833"/>
                  </a:lnTo>
                  <a:lnTo>
                    <a:pt x="3867616" y="3275913"/>
                  </a:lnTo>
                  <a:lnTo>
                    <a:pt x="3795993" y="3240961"/>
                  </a:lnTo>
                  <a:lnTo>
                    <a:pt x="3724371" y="3200132"/>
                  </a:lnTo>
                  <a:lnTo>
                    <a:pt x="3652748" y="3152436"/>
                  </a:lnTo>
                  <a:lnTo>
                    <a:pt x="3581126" y="3096720"/>
                  </a:lnTo>
                  <a:lnTo>
                    <a:pt x="3509503" y="3031633"/>
                  </a:lnTo>
                  <a:lnTo>
                    <a:pt x="3437881" y="2955601"/>
                  </a:lnTo>
                  <a:lnTo>
                    <a:pt x="3366258" y="2866782"/>
                  </a:lnTo>
                  <a:lnTo>
                    <a:pt x="3294636" y="2763027"/>
                  </a:lnTo>
                  <a:lnTo>
                    <a:pt x="3223013" y="2655260"/>
                  </a:lnTo>
                  <a:lnTo>
                    <a:pt x="3151391" y="2665383"/>
                  </a:lnTo>
                  <a:lnTo>
                    <a:pt x="3079768" y="2675381"/>
                  </a:lnTo>
                  <a:lnTo>
                    <a:pt x="3008146" y="2685258"/>
                  </a:lnTo>
                  <a:lnTo>
                    <a:pt x="2936523" y="2695014"/>
                  </a:lnTo>
                  <a:lnTo>
                    <a:pt x="2864901" y="2704650"/>
                  </a:lnTo>
                  <a:lnTo>
                    <a:pt x="2793278" y="2714169"/>
                  </a:lnTo>
                  <a:lnTo>
                    <a:pt x="2721655" y="2723572"/>
                  </a:lnTo>
                  <a:lnTo>
                    <a:pt x="2650033" y="2732859"/>
                  </a:lnTo>
                  <a:lnTo>
                    <a:pt x="2578410" y="2742033"/>
                  </a:lnTo>
                  <a:lnTo>
                    <a:pt x="2506788" y="2751096"/>
                  </a:lnTo>
                  <a:lnTo>
                    <a:pt x="2435165" y="2760047"/>
                  </a:lnTo>
                  <a:lnTo>
                    <a:pt x="2363543" y="2768889"/>
                  </a:lnTo>
                  <a:lnTo>
                    <a:pt x="2291920" y="2777623"/>
                  </a:lnTo>
                  <a:lnTo>
                    <a:pt x="2220298" y="2786250"/>
                  </a:lnTo>
                  <a:lnTo>
                    <a:pt x="2148675" y="2794772"/>
                  </a:lnTo>
                  <a:lnTo>
                    <a:pt x="2077053" y="2803190"/>
                  </a:lnTo>
                  <a:lnTo>
                    <a:pt x="2005430" y="2811505"/>
                  </a:lnTo>
                  <a:lnTo>
                    <a:pt x="1933808" y="2819718"/>
                  </a:lnTo>
                  <a:lnTo>
                    <a:pt x="1862185" y="2827831"/>
                  </a:lnTo>
                  <a:lnTo>
                    <a:pt x="1790563" y="2835845"/>
                  </a:lnTo>
                  <a:lnTo>
                    <a:pt x="1718940" y="2843761"/>
                  </a:lnTo>
                  <a:lnTo>
                    <a:pt x="1647318" y="2851580"/>
                  </a:lnTo>
                  <a:lnTo>
                    <a:pt x="1575695" y="2859304"/>
                  </a:lnTo>
                  <a:lnTo>
                    <a:pt x="1504073" y="2866933"/>
                  </a:lnTo>
                  <a:lnTo>
                    <a:pt x="1432450" y="2874469"/>
                  </a:lnTo>
                  <a:lnTo>
                    <a:pt x="1360827" y="2881913"/>
                  </a:lnTo>
                  <a:lnTo>
                    <a:pt x="1289205" y="2889267"/>
                  </a:lnTo>
                  <a:lnTo>
                    <a:pt x="1217582" y="2896530"/>
                  </a:lnTo>
                  <a:lnTo>
                    <a:pt x="1145960" y="2903704"/>
                  </a:lnTo>
                  <a:lnTo>
                    <a:pt x="1074337" y="2910791"/>
                  </a:lnTo>
                  <a:lnTo>
                    <a:pt x="1002715" y="2917791"/>
                  </a:lnTo>
                  <a:lnTo>
                    <a:pt x="931092" y="2924706"/>
                  </a:lnTo>
                  <a:lnTo>
                    <a:pt x="859470" y="2931536"/>
                  </a:lnTo>
                  <a:lnTo>
                    <a:pt x="787847" y="2938283"/>
                  </a:lnTo>
                  <a:lnTo>
                    <a:pt x="716225" y="2944948"/>
                  </a:lnTo>
                  <a:lnTo>
                    <a:pt x="644602" y="2951531"/>
                  </a:lnTo>
                  <a:lnTo>
                    <a:pt x="572980" y="2958033"/>
                  </a:lnTo>
                  <a:lnTo>
                    <a:pt x="501357" y="2964456"/>
                  </a:lnTo>
                  <a:lnTo>
                    <a:pt x="429735" y="2970801"/>
                  </a:lnTo>
                  <a:lnTo>
                    <a:pt x="358112" y="2977068"/>
                  </a:lnTo>
                  <a:lnTo>
                    <a:pt x="286490" y="2983258"/>
                  </a:lnTo>
                  <a:lnTo>
                    <a:pt x="214867" y="2989373"/>
                  </a:lnTo>
                  <a:lnTo>
                    <a:pt x="143245" y="2995413"/>
                  </a:lnTo>
                  <a:lnTo>
                    <a:pt x="71622" y="3001380"/>
                  </a:lnTo>
                  <a:lnTo>
                    <a:pt x="0" y="3007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41324" y="2073503"/>
              <a:ext cx="4521354" cy="2645013"/>
            </a:xfrm>
            <a:custGeom>
              <a:avLst/>
              <a:pathLst>
                <a:path w="4521354" h="2645013">
                  <a:moveTo>
                    <a:pt x="0" y="0"/>
                  </a:moveTo>
                  <a:lnTo>
                    <a:pt x="9135" y="73160"/>
                  </a:lnTo>
                  <a:lnTo>
                    <a:pt x="80758" y="564150"/>
                  </a:lnTo>
                  <a:lnTo>
                    <a:pt x="152380" y="984457"/>
                  </a:lnTo>
                  <a:lnTo>
                    <a:pt x="224003" y="1344257"/>
                  </a:lnTo>
                  <a:lnTo>
                    <a:pt x="295625" y="1652259"/>
                  </a:lnTo>
                  <a:lnTo>
                    <a:pt x="367248" y="1915921"/>
                  </a:lnTo>
                  <a:lnTo>
                    <a:pt x="438870" y="2141626"/>
                  </a:lnTo>
                  <a:lnTo>
                    <a:pt x="510493" y="2334839"/>
                  </a:lnTo>
                  <a:lnTo>
                    <a:pt x="582115" y="2500237"/>
                  </a:lnTo>
                  <a:lnTo>
                    <a:pt x="653738" y="2641823"/>
                  </a:lnTo>
                  <a:lnTo>
                    <a:pt x="725361" y="2645013"/>
                  </a:lnTo>
                  <a:lnTo>
                    <a:pt x="796983" y="2634639"/>
                  </a:lnTo>
                  <a:lnTo>
                    <a:pt x="868606" y="2624136"/>
                  </a:lnTo>
                  <a:lnTo>
                    <a:pt x="940228" y="2613504"/>
                  </a:lnTo>
                  <a:lnTo>
                    <a:pt x="1011851" y="2602740"/>
                  </a:lnTo>
                  <a:lnTo>
                    <a:pt x="1083473" y="2591842"/>
                  </a:lnTo>
                  <a:lnTo>
                    <a:pt x="1155096" y="2580810"/>
                  </a:lnTo>
                  <a:lnTo>
                    <a:pt x="1226718" y="2569642"/>
                  </a:lnTo>
                  <a:lnTo>
                    <a:pt x="1298341" y="2558336"/>
                  </a:lnTo>
                  <a:lnTo>
                    <a:pt x="1369963" y="2546889"/>
                  </a:lnTo>
                  <a:lnTo>
                    <a:pt x="1441586" y="2535301"/>
                  </a:lnTo>
                  <a:lnTo>
                    <a:pt x="1513208" y="2523570"/>
                  </a:lnTo>
                  <a:lnTo>
                    <a:pt x="1584831" y="2511694"/>
                  </a:lnTo>
                  <a:lnTo>
                    <a:pt x="1656453" y="2499670"/>
                  </a:lnTo>
                  <a:lnTo>
                    <a:pt x="1728076" y="2487498"/>
                  </a:lnTo>
                  <a:lnTo>
                    <a:pt x="1799698" y="2475176"/>
                  </a:lnTo>
                  <a:lnTo>
                    <a:pt x="1871321" y="2462701"/>
                  </a:lnTo>
                  <a:lnTo>
                    <a:pt x="1942943" y="2450072"/>
                  </a:lnTo>
                  <a:lnTo>
                    <a:pt x="2014566" y="2437286"/>
                  </a:lnTo>
                  <a:lnTo>
                    <a:pt x="2086189" y="2424342"/>
                  </a:lnTo>
                  <a:lnTo>
                    <a:pt x="2157811" y="2411239"/>
                  </a:lnTo>
                  <a:lnTo>
                    <a:pt x="2229434" y="2397973"/>
                  </a:lnTo>
                  <a:lnTo>
                    <a:pt x="2301056" y="2384543"/>
                  </a:lnTo>
                  <a:lnTo>
                    <a:pt x="2372679" y="2370947"/>
                  </a:lnTo>
                  <a:lnTo>
                    <a:pt x="2444301" y="2357183"/>
                  </a:lnTo>
                  <a:lnTo>
                    <a:pt x="2515924" y="2343249"/>
                  </a:lnTo>
                  <a:lnTo>
                    <a:pt x="2587546" y="2329142"/>
                  </a:lnTo>
                  <a:lnTo>
                    <a:pt x="2659169" y="2314861"/>
                  </a:lnTo>
                  <a:lnTo>
                    <a:pt x="2730791" y="2300403"/>
                  </a:lnTo>
                  <a:lnTo>
                    <a:pt x="2802414" y="2285766"/>
                  </a:lnTo>
                  <a:lnTo>
                    <a:pt x="2874036" y="2270948"/>
                  </a:lnTo>
                  <a:lnTo>
                    <a:pt x="2945659" y="2255947"/>
                  </a:lnTo>
                  <a:lnTo>
                    <a:pt x="3017281" y="2240760"/>
                  </a:lnTo>
                  <a:lnTo>
                    <a:pt x="3088904" y="2225386"/>
                  </a:lnTo>
                  <a:lnTo>
                    <a:pt x="3160526" y="2209821"/>
                  </a:lnTo>
                  <a:lnTo>
                    <a:pt x="3232149" y="2194064"/>
                  </a:lnTo>
                  <a:lnTo>
                    <a:pt x="3303771" y="2178112"/>
                  </a:lnTo>
                  <a:lnTo>
                    <a:pt x="3375394" y="2161963"/>
                  </a:lnTo>
                  <a:lnTo>
                    <a:pt x="3447017" y="2145614"/>
                  </a:lnTo>
                  <a:lnTo>
                    <a:pt x="3518639" y="2129063"/>
                  </a:lnTo>
                  <a:lnTo>
                    <a:pt x="3590262" y="2112307"/>
                  </a:lnTo>
                  <a:lnTo>
                    <a:pt x="3661884" y="2095343"/>
                  </a:lnTo>
                  <a:lnTo>
                    <a:pt x="3733507" y="2078170"/>
                  </a:lnTo>
                  <a:lnTo>
                    <a:pt x="3805129" y="2060785"/>
                  </a:lnTo>
                  <a:lnTo>
                    <a:pt x="3876752" y="2043184"/>
                  </a:lnTo>
                  <a:lnTo>
                    <a:pt x="3948374" y="2025366"/>
                  </a:lnTo>
                  <a:lnTo>
                    <a:pt x="4019997" y="2007327"/>
                  </a:lnTo>
                  <a:lnTo>
                    <a:pt x="4091619" y="1989066"/>
                  </a:lnTo>
                  <a:lnTo>
                    <a:pt x="4163242" y="1970578"/>
                  </a:lnTo>
                  <a:lnTo>
                    <a:pt x="4234864" y="1951862"/>
                  </a:lnTo>
                  <a:lnTo>
                    <a:pt x="4306487" y="1932914"/>
                  </a:lnTo>
                  <a:lnTo>
                    <a:pt x="4378109" y="1913732"/>
                  </a:lnTo>
                  <a:lnTo>
                    <a:pt x="4449732" y="1894312"/>
                  </a:lnTo>
                  <a:lnTo>
                    <a:pt x="4521354" y="1874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763"/>
              <a:ext cx="7090630" cy="828295"/>
            </a:xfrm>
            <a:custGeom>
              <a:avLst/>
              <a:pathLst>
                <a:path w="7090630" h="828295">
                  <a:moveTo>
                    <a:pt x="7090630" y="828295"/>
                  </a:moveTo>
                  <a:lnTo>
                    <a:pt x="7019007" y="828263"/>
                  </a:lnTo>
                  <a:lnTo>
                    <a:pt x="6947385" y="828226"/>
                  </a:lnTo>
                  <a:lnTo>
                    <a:pt x="6875762" y="828182"/>
                  </a:lnTo>
                  <a:lnTo>
                    <a:pt x="6804139" y="828131"/>
                  </a:lnTo>
                  <a:lnTo>
                    <a:pt x="6732517" y="828071"/>
                  </a:lnTo>
                  <a:lnTo>
                    <a:pt x="6660894" y="828001"/>
                  </a:lnTo>
                  <a:lnTo>
                    <a:pt x="6589272" y="827920"/>
                  </a:lnTo>
                  <a:lnTo>
                    <a:pt x="6517649" y="827825"/>
                  </a:lnTo>
                  <a:lnTo>
                    <a:pt x="6446027" y="827714"/>
                  </a:lnTo>
                  <a:lnTo>
                    <a:pt x="6374404" y="827584"/>
                  </a:lnTo>
                  <a:lnTo>
                    <a:pt x="6302782" y="827432"/>
                  </a:lnTo>
                  <a:lnTo>
                    <a:pt x="6231159" y="827255"/>
                  </a:lnTo>
                  <a:lnTo>
                    <a:pt x="6159537" y="827048"/>
                  </a:lnTo>
                  <a:lnTo>
                    <a:pt x="6087914" y="826807"/>
                  </a:lnTo>
                  <a:lnTo>
                    <a:pt x="6016292" y="826524"/>
                  </a:lnTo>
                  <a:lnTo>
                    <a:pt x="5944669" y="826195"/>
                  </a:lnTo>
                  <a:lnTo>
                    <a:pt x="5873047" y="825809"/>
                  </a:lnTo>
                  <a:lnTo>
                    <a:pt x="5801424" y="825359"/>
                  </a:lnTo>
                  <a:lnTo>
                    <a:pt x="5729802" y="824833"/>
                  </a:lnTo>
                  <a:lnTo>
                    <a:pt x="5658179" y="824219"/>
                  </a:lnTo>
                  <a:lnTo>
                    <a:pt x="5586557" y="823502"/>
                  </a:lnTo>
                  <a:lnTo>
                    <a:pt x="5514934" y="822664"/>
                  </a:lnTo>
                  <a:lnTo>
                    <a:pt x="5443311" y="821685"/>
                  </a:lnTo>
                  <a:lnTo>
                    <a:pt x="5371689" y="820541"/>
                  </a:lnTo>
                  <a:lnTo>
                    <a:pt x="5300066" y="819205"/>
                  </a:lnTo>
                  <a:lnTo>
                    <a:pt x="5228444" y="817644"/>
                  </a:lnTo>
                  <a:lnTo>
                    <a:pt x="5156821" y="815821"/>
                  </a:lnTo>
                  <a:lnTo>
                    <a:pt x="5085199" y="813691"/>
                  </a:lnTo>
                  <a:lnTo>
                    <a:pt x="5013576" y="811203"/>
                  </a:lnTo>
                  <a:lnTo>
                    <a:pt x="4941954" y="808296"/>
                  </a:lnTo>
                  <a:lnTo>
                    <a:pt x="4870331" y="804901"/>
                  </a:lnTo>
                  <a:lnTo>
                    <a:pt x="4798709" y="800935"/>
                  </a:lnTo>
                  <a:lnTo>
                    <a:pt x="4727086" y="796302"/>
                  </a:lnTo>
                  <a:lnTo>
                    <a:pt x="4655464" y="790889"/>
                  </a:lnTo>
                  <a:lnTo>
                    <a:pt x="4583841" y="784567"/>
                  </a:lnTo>
                  <a:lnTo>
                    <a:pt x="4512219" y="777181"/>
                  </a:lnTo>
                  <a:lnTo>
                    <a:pt x="4440596" y="768553"/>
                  </a:lnTo>
                  <a:lnTo>
                    <a:pt x="4368974" y="758474"/>
                  </a:lnTo>
                  <a:lnTo>
                    <a:pt x="4297351" y="746700"/>
                  </a:lnTo>
                  <a:lnTo>
                    <a:pt x="4225729" y="732946"/>
                  </a:lnTo>
                  <a:lnTo>
                    <a:pt x="4154106" y="716879"/>
                  </a:lnTo>
                  <a:lnTo>
                    <a:pt x="4082483" y="698110"/>
                  </a:lnTo>
                  <a:lnTo>
                    <a:pt x="4010861" y="676184"/>
                  </a:lnTo>
                  <a:lnTo>
                    <a:pt x="3939238" y="650572"/>
                  </a:lnTo>
                  <a:lnTo>
                    <a:pt x="3867616" y="620652"/>
                  </a:lnTo>
                  <a:lnTo>
                    <a:pt x="3795993" y="585700"/>
                  </a:lnTo>
                  <a:lnTo>
                    <a:pt x="3724371" y="544871"/>
                  </a:lnTo>
                  <a:lnTo>
                    <a:pt x="3652748" y="497175"/>
                  </a:lnTo>
                  <a:lnTo>
                    <a:pt x="3581126" y="441459"/>
                  </a:lnTo>
                  <a:lnTo>
                    <a:pt x="3509503" y="376372"/>
                  </a:lnTo>
                  <a:lnTo>
                    <a:pt x="3437881" y="300340"/>
                  </a:lnTo>
                  <a:lnTo>
                    <a:pt x="3366258" y="211522"/>
                  </a:lnTo>
                  <a:lnTo>
                    <a:pt x="3294636" y="107766"/>
                  </a:lnTo>
                  <a:lnTo>
                    <a:pt x="3223013" y="0"/>
                  </a:lnTo>
                  <a:lnTo>
                    <a:pt x="3151391" y="10122"/>
                  </a:lnTo>
                  <a:lnTo>
                    <a:pt x="3079768" y="20120"/>
                  </a:lnTo>
                  <a:lnTo>
                    <a:pt x="3008146" y="29997"/>
                  </a:lnTo>
                  <a:lnTo>
                    <a:pt x="2936523" y="39753"/>
                  </a:lnTo>
                  <a:lnTo>
                    <a:pt x="2864901" y="49389"/>
                  </a:lnTo>
                  <a:lnTo>
                    <a:pt x="2793278" y="58908"/>
                  </a:lnTo>
                  <a:lnTo>
                    <a:pt x="2721655" y="68311"/>
                  </a:lnTo>
                  <a:lnTo>
                    <a:pt x="2650033" y="77598"/>
                  </a:lnTo>
                  <a:lnTo>
                    <a:pt x="2578410" y="86773"/>
                  </a:lnTo>
                  <a:lnTo>
                    <a:pt x="2506788" y="95835"/>
                  </a:lnTo>
                  <a:lnTo>
                    <a:pt x="2435165" y="104786"/>
                  </a:lnTo>
                  <a:lnTo>
                    <a:pt x="2363543" y="113628"/>
                  </a:lnTo>
                  <a:lnTo>
                    <a:pt x="2291920" y="122362"/>
                  </a:lnTo>
                  <a:lnTo>
                    <a:pt x="2220298" y="130990"/>
                  </a:lnTo>
                  <a:lnTo>
                    <a:pt x="2148675" y="139511"/>
                  </a:lnTo>
                  <a:lnTo>
                    <a:pt x="2077053" y="147929"/>
                  </a:lnTo>
                  <a:lnTo>
                    <a:pt x="2005430" y="156244"/>
                  </a:lnTo>
                  <a:lnTo>
                    <a:pt x="1933808" y="164457"/>
                  </a:lnTo>
                  <a:lnTo>
                    <a:pt x="1862185" y="172570"/>
                  </a:lnTo>
                  <a:lnTo>
                    <a:pt x="1790563" y="180584"/>
                  </a:lnTo>
                  <a:lnTo>
                    <a:pt x="1718940" y="188500"/>
                  </a:lnTo>
                  <a:lnTo>
                    <a:pt x="1647318" y="196319"/>
                  </a:lnTo>
                  <a:lnTo>
                    <a:pt x="1575695" y="204043"/>
                  </a:lnTo>
                  <a:lnTo>
                    <a:pt x="1504073" y="211672"/>
                  </a:lnTo>
                  <a:lnTo>
                    <a:pt x="1432450" y="219209"/>
                  </a:lnTo>
                  <a:lnTo>
                    <a:pt x="1360827" y="226653"/>
                  </a:lnTo>
                  <a:lnTo>
                    <a:pt x="1289205" y="234006"/>
                  </a:lnTo>
                  <a:lnTo>
                    <a:pt x="1217582" y="241269"/>
                  </a:lnTo>
                  <a:lnTo>
                    <a:pt x="1145960" y="248444"/>
                  </a:lnTo>
                  <a:lnTo>
                    <a:pt x="1074337" y="255530"/>
                  </a:lnTo>
                  <a:lnTo>
                    <a:pt x="1002715" y="262531"/>
                  </a:lnTo>
                  <a:lnTo>
                    <a:pt x="931092" y="269445"/>
                  </a:lnTo>
                  <a:lnTo>
                    <a:pt x="859470" y="276276"/>
                  </a:lnTo>
                  <a:lnTo>
                    <a:pt x="787847" y="283022"/>
                  </a:lnTo>
                  <a:lnTo>
                    <a:pt x="716225" y="289687"/>
                  </a:lnTo>
                  <a:lnTo>
                    <a:pt x="644602" y="296270"/>
                  </a:lnTo>
                  <a:lnTo>
                    <a:pt x="572980" y="302772"/>
                  </a:lnTo>
                  <a:lnTo>
                    <a:pt x="501357" y="309195"/>
                  </a:lnTo>
                  <a:lnTo>
                    <a:pt x="429735" y="315540"/>
                  </a:lnTo>
                  <a:lnTo>
                    <a:pt x="358112" y="321807"/>
                  </a:lnTo>
                  <a:lnTo>
                    <a:pt x="286490" y="327998"/>
                  </a:lnTo>
                  <a:lnTo>
                    <a:pt x="214867" y="334112"/>
                  </a:lnTo>
                  <a:lnTo>
                    <a:pt x="143245" y="340153"/>
                  </a:lnTo>
                  <a:lnTo>
                    <a:pt x="71622" y="346119"/>
                  </a:lnTo>
                  <a:lnTo>
                    <a:pt x="0" y="352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65966" y="2073503"/>
              <a:ext cx="5296713" cy="3466238"/>
            </a:xfrm>
            <a:custGeom>
              <a:avLst/>
              <a:pathLst>
                <a:path w="5296713" h="3466238">
                  <a:moveTo>
                    <a:pt x="0" y="0"/>
                  </a:moveTo>
                  <a:lnTo>
                    <a:pt x="68268" y="230104"/>
                  </a:lnTo>
                  <a:lnTo>
                    <a:pt x="139891" y="454838"/>
                  </a:lnTo>
                  <a:lnTo>
                    <a:pt x="211513" y="664050"/>
                  </a:lnTo>
                  <a:lnTo>
                    <a:pt x="283136" y="858811"/>
                  </a:lnTo>
                  <a:lnTo>
                    <a:pt x="354758" y="1040120"/>
                  </a:lnTo>
                  <a:lnTo>
                    <a:pt x="426381" y="1208905"/>
                  </a:lnTo>
                  <a:lnTo>
                    <a:pt x="498003" y="1366032"/>
                  </a:lnTo>
                  <a:lnTo>
                    <a:pt x="569626" y="1512306"/>
                  </a:lnTo>
                  <a:lnTo>
                    <a:pt x="641248" y="1648477"/>
                  </a:lnTo>
                  <a:lnTo>
                    <a:pt x="712871" y="1775242"/>
                  </a:lnTo>
                  <a:lnTo>
                    <a:pt x="784493" y="1893251"/>
                  </a:lnTo>
                  <a:lnTo>
                    <a:pt x="856116" y="2003109"/>
                  </a:lnTo>
                  <a:lnTo>
                    <a:pt x="927738" y="2105379"/>
                  </a:lnTo>
                  <a:lnTo>
                    <a:pt x="999361" y="2200585"/>
                  </a:lnTo>
                  <a:lnTo>
                    <a:pt x="1070983" y="2289215"/>
                  </a:lnTo>
                  <a:lnTo>
                    <a:pt x="1142606" y="2371723"/>
                  </a:lnTo>
                  <a:lnTo>
                    <a:pt x="1214229" y="2448533"/>
                  </a:lnTo>
                  <a:lnTo>
                    <a:pt x="1285851" y="2520037"/>
                  </a:lnTo>
                  <a:lnTo>
                    <a:pt x="1357474" y="2586602"/>
                  </a:lnTo>
                  <a:lnTo>
                    <a:pt x="1429096" y="2648569"/>
                  </a:lnTo>
                  <a:lnTo>
                    <a:pt x="1500719" y="2706256"/>
                  </a:lnTo>
                  <a:lnTo>
                    <a:pt x="1572341" y="2759958"/>
                  </a:lnTo>
                  <a:lnTo>
                    <a:pt x="1643964" y="2809952"/>
                  </a:lnTo>
                  <a:lnTo>
                    <a:pt x="1715586" y="2856492"/>
                  </a:lnTo>
                  <a:lnTo>
                    <a:pt x="1787209" y="2899817"/>
                  </a:lnTo>
                  <a:lnTo>
                    <a:pt x="1858831" y="2940150"/>
                  </a:lnTo>
                  <a:lnTo>
                    <a:pt x="1930454" y="2977697"/>
                  </a:lnTo>
                  <a:lnTo>
                    <a:pt x="2002076" y="3012651"/>
                  </a:lnTo>
                  <a:lnTo>
                    <a:pt x="2073699" y="3045190"/>
                  </a:lnTo>
                  <a:lnTo>
                    <a:pt x="2145321" y="3075482"/>
                  </a:lnTo>
                  <a:lnTo>
                    <a:pt x="2216944" y="3103682"/>
                  </a:lnTo>
                  <a:lnTo>
                    <a:pt x="2288566" y="3129933"/>
                  </a:lnTo>
                  <a:lnTo>
                    <a:pt x="2360189" y="3154372"/>
                  </a:lnTo>
                  <a:lnTo>
                    <a:pt x="2431811" y="3177122"/>
                  </a:lnTo>
                  <a:lnTo>
                    <a:pt x="2503434" y="3198301"/>
                  </a:lnTo>
                  <a:lnTo>
                    <a:pt x="2575057" y="3218017"/>
                  </a:lnTo>
                  <a:lnTo>
                    <a:pt x="2646679" y="3236372"/>
                  </a:lnTo>
                  <a:lnTo>
                    <a:pt x="2718302" y="3253458"/>
                  </a:lnTo>
                  <a:lnTo>
                    <a:pt x="2789924" y="3269365"/>
                  </a:lnTo>
                  <a:lnTo>
                    <a:pt x="2861547" y="3284172"/>
                  </a:lnTo>
                  <a:lnTo>
                    <a:pt x="2933169" y="3297957"/>
                  </a:lnTo>
                  <a:lnTo>
                    <a:pt x="3004792" y="3310790"/>
                  </a:lnTo>
                  <a:lnTo>
                    <a:pt x="3076414" y="3322736"/>
                  </a:lnTo>
                  <a:lnTo>
                    <a:pt x="3148037" y="3333858"/>
                  </a:lnTo>
                  <a:lnTo>
                    <a:pt x="3219659" y="3344211"/>
                  </a:lnTo>
                  <a:lnTo>
                    <a:pt x="3291282" y="3353849"/>
                  </a:lnTo>
                  <a:lnTo>
                    <a:pt x="3362904" y="3362821"/>
                  </a:lnTo>
                  <a:lnTo>
                    <a:pt x="3434527" y="3371173"/>
                  </a:lnTo>
                  <a:lnTo>
                    <a:pt x="3506149" y="3378949"/>
                  </a:lnTo>
                  <a:lnTo>
                    <a:pt x="3577772" y="3386188"/>
                  </a:lnTo>
                  <a:lnTo>
                    <a:pt x="3649394" y="3392926"/>
                  </a:lnTo>
                  <a:lnTo>
                    <a:pt x="3721017" y="3399199"/>
                  </a:lnTo>
                  <a:lnTo>
                    <a:pt x="3792639" y="3405039"/>
                  </a:lnTo>
                  <a:lnTo>
                    <a:pt x="3864262" y="3410475"/>
                  </a:lnTo>
                  <a:lnTo>
                    <a:pt x="3935885" y="3415536"/>
                  </a:lnTo>
                  <a:lnTo>
                    <a:pt x="4007507" y="3420248"/>
                  </a:lnTo>
                  <a:lnTo>
                    <a:pt x="4079130" y="3424634"/>
                  </a:lnTo>
                  <a:lnTo>
                    <a:pt x="4150752" y="3428717"/>
                  </a:lnTo>
                  <a:lnTo>
                    <a:pt x="4222375" y="3432518"/>
                  </a:lnTo>
                  <a:lnTo>
                    <a:pt x="4293997" y="3436056"/>
                  </a:lnTo>
                  <a:lnTo>
                    <a:pt x="4365620" y="3439350"/>
                  </a:lnTo>
                  <a:lnTo>
                    <a:pt x="4437242" y="3442417"/>
                  </a:lnTo>
                  <a:lnTo>
                    <a:pt x="4508865" y="3445271"/>
                  </a:lnTo>
                  <a:lnTo>
                    <a:pt x="4580487" y="3447929"/>
                  </a:lnTo>
                  <a:lnTo>
                    <a:pt x="4652110" y="3450403"/>
                  </a:lnTo>
                  <a:lnTo>
                    <a:pt x="4723732" y="3452706"/>
                  </a:lnTo>
                  <a:lnTo>
                    <a:pt x="4795355" y="3454850"/>
                  </a:lnTo>
                  <a:lnTo>
                    <a:pt x="4866977" y="3456846"/>
                  </a:lnTo>
                  <a:lnTo>
                    <a:pt x="4938600" y="3458704"/>
                  </a:lnTo>
                  <a:lnTo>
                    <a:pt x="5010222" y="3460434"/>
                  </a:lnTo>
                  <a:lnTo>
                    <a:pt x="5081845" y="3462044"/>
                  </a:lnTo>
                  <a:lnTo>
                    <a:pt x="5153467" y="3463543"/>
                  </a:lnTo>
                  <a:lnTo>
                    <a:pt x="5225090" y="3464938"/>
                  </a:lnTo>
                  <a:lnTo>
                    <a:pt x="5296713" y="34662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22.9 %): 6.85 (0.72-65.33)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