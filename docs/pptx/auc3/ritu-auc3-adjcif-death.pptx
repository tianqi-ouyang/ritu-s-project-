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498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40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532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823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1145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284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395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75058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61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0954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386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6777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968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260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7287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88395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79504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70612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61721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96948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3986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8277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2568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6859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01927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89.950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713011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89.975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624095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90.000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35179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90.025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46263" y="5785772"/>
              <a:ext cx="34189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90.050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83949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NA (95% CI NA-NA), p = NA   (Cox PH)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2026-08-19T20:19:22Z</dcterms:modified>
  <cp:category/>
</cp:coreProperties>
</file>