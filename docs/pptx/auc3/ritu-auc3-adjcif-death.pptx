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9498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72409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415321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358233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2874" y="301145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2841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83950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75058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66166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500954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443865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386777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2874" y="329689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2874" y="272601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7287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88395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79504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70612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61721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496948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439860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382772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0.03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25684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685963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01927" y="5785772"/>
              <a:ext cx="34189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89.950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713011" y="5785772"/>
              <a:ext cx="34189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89.975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624095" y="5785772"/>
              <a:ext cx="34189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90.000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35179" y="5785772"/>
              <a:ext cx="34189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90.025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446263" y="5785772"/>
              <a:ext cx="34189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90.050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-300468" y="4103109"/>
              <a:ext cx="175473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 (1 - S)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972874" y="1896563"/>
              <a:ext cx="3983949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HR = NA (95% CI NA-NA), p = NA   (Cox PH)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972874" y="1669789"/>
              <a:ext cx="103363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2026-10-09T13:21:37Z</dcterms:modified>
  <cp:category/>
</cp:coreProperties>
</file>