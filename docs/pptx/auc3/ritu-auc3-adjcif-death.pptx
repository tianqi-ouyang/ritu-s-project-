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284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395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5058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61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7287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88395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9504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70612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61721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01927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89.950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713011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89.975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624095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35179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90.025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46263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90.050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83949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NA (95% CI NA-NA), p = NA   (Cox PH)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2026-08-19T20:32:15Z</dcterms:modified>
  <cp:category/>
</cp:coreProperties>
</file>