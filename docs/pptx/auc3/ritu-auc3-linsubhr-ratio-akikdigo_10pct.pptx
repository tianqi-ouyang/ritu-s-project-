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2583809" y="0"/>
                  </a:moveTo>
                  <a:lnTo>
                    <a:pt x="2650033" y="718728"/>
                  </a:lnTo>
                  <a:lnTo>
                    <a:pt x="2721655" y="1325474"/>
                  </a:lnTo>
                  <a:lnTo>
                    <a:pt x="2793278" y="1799078"/>
                  </a:lnTo>
                  <a:lnTo>
                    <a:pt x="2864901" y="2168756"/>
                  </a:lnTo>
                  <a:lnTo>
                    <a:pt x="2936523" y="2457313"/>
                  </a:lnTo>
                  <a:lnTo>
                    <a:pt x="3008146" y="2649433"/>
                  </a:lnTo>
                  <a:lnTo>
                    <a:pt x="3079768" y="2613948"/>
                  </a:lnTo>
                  <a:lnTo>
                    <a:pt x="3151391" y="2576953"/>
                  </a:lnTo>
                  <a:lnTo>
                    <a:pt x="3223013" y="2538385"/>
                  </a:lnTo>
                  <a:lnTo>
                    <a:pt x="3294636" y="2498176"/>
                  </a:lnTo>
                  <a:lnTo>
                    <a:pt x="3366258" y="2456257"/>
                  </a:lnTo>
                  <a:lnTo>
                    <a:pt x="3437881" y="2412555"/>
                  </a:lnTo>
                  <a:lnTo>
                    <a:pt x="3509503" y="2366995"/>
                  </a:lnTo>
                  <a:lnTo>
                    <a:pt x="3581126" y="2319496"/>
                  </a:lnTo>
                  <a:lnTo>
                    <a:pt x="3652748" y="2269978"/>
                  </a:lnTo>
                  <a:lnTo>
                    <a:pt x="3724371" y="2218353"/>
                  </a:lnTo>
                  <a:lnTo>
                    <a:pt x="3795993" y="2164532"/>
                  </a:lnTo>
                  <a:lnTo>
                    <a:pt x="3867616" y="2108423"/>
                  </a:lnTo>
                  <a:lnTo>
                    <a:pt x="3939238" y="2049926"/>
                  </a:lnTo>
                  <a:lnTo>
                    <a:pt x="4010861" y="1988942"/>
                  </a:lnTo>
                  <a:lnTo>
                    <a:pt x="4082483" y="1925364"/>
                  </a:lnTo>
                  <a:lnTo>
                    <a:pt x="4154106" y="1859082"/>
                  </a:lnTo>
                  <a:lnTo>
                    <a:pt x="4225729" y="1789981"/>
                  </a:lnTo>
                  <a:lnTo>
                    <a:pt x="4297351" y="1717941"/>
                  </a:lnTo>
                  <a:lnTo>
                    <a:pt x="4368974" y="1642836"/>
                  </a:lnTo>
                  <a:lnTo>
                    <a:pt x="4440596" y="1564538"/>
                  </a:lnTo>
                  <a:lnTo>
                    <a:pt x="4512219" y="1482909"/>
                  </a:lnTo>
                  <a:lnTo>
                    <a:pt x="4583841" y="1397808"/>
                  </a:lnTo>
                  <a:lnTo>
                    <a:pt x="4655464" y="1309087"/>
                  </a:lnTo>
                  <a:lnTo>
                    <a:pt x="4727086" y="1216593"/>
                  </a:lnTo>
                  <a:lnTo>
                    <a:pt x="4798709" y="1120165"/>
                  </a:lnTo>
                  <a:lnTo>
                    <a:pt x="4870331" y="1019636"/>
                  </a:lnTo>
                  <a:lnTo>
                    <a:pt x="4941954" y="914831"/>
                  </a:lnTo>
                  <a:lnTo>
                    <a:pt x="5013576" y="805568"/>
                  </a:lnTo>
                  <a:lnTo>
                    <a:pt x="5085199" y="691658"/>
                  </a:lnTo>
                  <a:lnTo>
                    <a:pt x="5156821" y="572903"/>
                  </a:lnTo>
                  <a:lnTo>
                    <a:pt x="5228444" y="449098"/>
                  </a:lnTo>
                  <a:lnTo>
                    <a:pt x="5300066" y="320026"/>
                  </a:lnTo>
                  <a:lnTo>
                    <a:pt x="5371689" y="185465"/>
                  </a:lnTo>
                  <a:lnTo>
                    <a:pt x="5443311" y="45180"/>
                  </a:lnTo>
                  <a:lnTo>
                    <a:pt x="546543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5"/>
                  </a:lnTo>
                  <a:lnTo>
                    <a:pt x="6875762" y="3483745"/>
                  </a:lnTo>
                  <a:lnTo>
                    <a:pt x="6804139" y="3483745"/>
                  </a:lnTo>
                  <a:lnTo>
                    <a:pt x="6732517" y="3483744"/>
                  </a:lnTo>
                  <a:lnTo>
                    <a:pt x="6660894" y="3483744"/>
                  </a:lnTo>
                  <a:lnTo>
                    <a:pt x="6589272" y="3483743"/>
                  </a:lnTo>
                  <a:lnTo>
                    <a:pt x="6517649" y="3483742"/>
                  </a:lnTo>
                  <a:lnTo>
                    <a:pt x="6446027" y="3483741"/>
                  </a:lnTo>
                  <a:lnTo>
                    <a:pt x="6374404" y="3483739"/>
                  </a:lnTo>
                  <a:lnTo>
                    <a:pt x="6302782" y="3483737"/>
                  </a:lnTo>
                  <a:lnTo>
                    <a:pt x="6231159" y="3483735"/>
                  </a:lnTo>
                  <a:lnTo>
                    <a:pt x="6159537" y="3483732"/>
                  </a:lnTo>
                  <a:lnTo>
                    <a:pt x="6087914" y="3483727"/>
                  </a:lnTo>
                  <a:lnTo>
                    <a:pt x="6016292" y="3483722"/>
                  </a:lnTo>
                  <a:lnTo>
                    <a:pt x="5944669" y="3483715"/>
                  </a:lnTo>
                  <a:lnTo>
                    <a:pt x="5873047" y="3483707"/>
                  </a:lnTo>
                  <a:lnTo>
                    <a:pt x="5801424" y="3483695"/>
                  </a:lnTo>
                  <a:lnTo>
                    <a:pt x="5729802" y="3483681"/>
                  </a:lnTo>
                  <a:lnTo>
                    <a:pt x="5658179" y="3483663"/>
                  </a:lnTo>
                  <a:lnTo>
                    <a:pt x="5586557" y="3483639"/>
                  </a:lnTo>
                  <a:lnTo>
                    <a:pt x="5514934" y="3483609"/>
                  </a:lnTo>
                  <a:lnTo>
                    <a:pt x="5443311" y="3483570"/>
                  </a:lnTo>
                  <a:lnTo>
                    <a:pt x="5371689" y="3483521"/>
                  </a:lnTo>
                  <a:lnTo>
                    <a:pt x="5300066" y="3483457"/>
                  </a:lnTo>
                  <a:lnTo>
                    <a:pt x="5228444" y="3483376"/>
                  </a:lnTo>
                  <a:lnTo>
                    <a:pt x="5156821" y="3483272"/>
                  </a:lnTo>
                  <a:lnTo>
                    <a:pt x="5085199" y="3483139"/>
                  </a:lnTo>
                  <a:lnTo>
                    <a:pt x="5013576" y="3482968"/>
                  </a:lnTo>
                  <a:lnTo>
                    <a:pt x="4941954" y="3482749"/>
                  </a:lnTo>
                  <a:lnTo>
                    <a:pt x="4870331" y="3482469"/>
                  </a:lnTo>
                  <a:lnTo>
                    <a:pt x="4798709" y="3482110"/>
                  </a:lnTo>
                  <a:lnTo>
                    <a:pt x="4727086" y="3481650"/>
                  </a:lnTo>
                  <a:lnTo>
                    <a:pt x="4655464" y="3481060"/>
                  </a:lnTo>
                  <a:lnTo>
                    <a:pt x="4583841" y="3480305"/>
                  </a:lnTo>
                  <a:lnTo>
                    <a:pt x="4512219" y="3479338"/>
                  </a:lnTo>
                  <a:lnTo>
                    <a:pt x="4440596" y="3478098"/>
                  </a:lnTo>
                  <a:lnTo>
                    <a:pt x="4368974" y="3476510"/>
                  </a:lnTo>
                  <a:lnTo>
                    <a:pt x="4297351" y="3474476"/>
                  </a:lnTo>
                  <a:lnTo>
                    <a:pt x="4225729" y="3471870"/>
                  </a:lnTo>
                  <a:lnTo>
                    <a:pt x="4154106" y="3468531"/>
                  </a:lnTo>
                  <a:lnTo>
                    <a:pt x="4082483" y="3464254"/>
                  </a:lnTo>
                  <a:lnTo>
                    <a:pt x="4010861" y="3458774"/>
                  </a:lnTo>
                  <a:lnTo>
                    <a:pt x="3939238" y="3451754"/>
                  </a:lnTo>
                  <a:lnTo>
                    <a:pt x="3867616" y="3442760"/>
                  </a:lnTo>
                  <a:lnTo>
                    <a:pt x="3795993" y="3431238"/>
                  </a:lnTo>
                  <a:lnTo>
                    <a:pt x="3724371" y="3416476"/>
                  </a:lnTo>
                  <a:lnTo>
                    <a:pt x="3652748" y="3397565"/>
                  </a:lnTo>
                  <a:lnTo>
                    <a:pt x="3581126" y="3373337"/>
                  </a:lnTo>
                  <a:lnTo>
                    <a:pt x="3509503" y="3342298"/>
                  </a:lnTo>
                  <a:lnTo>
                    <a:pt x="3437881" y="3302534"/>
                  </a:lnTo>
                  <a:lnTo>
                    <a:pt x="3366258" y="3251590"/>
                  </a:lnTo>
                  <a:lnTo>
                    <a:pt x="3294636" y="3186325"/>
                  </a:lnTo>
                  <a:lnTo>
                    <a:pt x="3223013" y="3102712"/>
                  </a:lnTo>
                  <a:lnTo>
                    <a:pt x="3151391" y="2995594"/>
                  </a:lnTo>
                  <a:lnTo>
                    <a:pt x="3079768" y="2858362"/>
                  </a:lnTo>
                  <a:lnTo>
                    <a:pt x="3008146" y="2682550"/>
                  </a:lnTo>
                  <a:lnTo>
                    <a:pt x="2936523" y="2683471"/>
                  </a:lnTo>
                  <a:lnTo>
                    <a:pt x="2864901" y="2716120"/>
                  </a:lnTo>
                  <a:lnTo>
                    <a:pt x="2793278" y="2747437"/>
                  </a:lnTo>
                  <a:lnTo>
                    <a:pt x="2721655" y="2777477"/>
                  </a:lnTo>
                  <a:lnTo>
                    <a:pt x="2650033" y="2806291"/>
                  </a:lnTo>
                  <a:lnTo>
                    <a:pt x="2578410" y="2833929"/>
                  </a:lnTo>
                  <a:lnTo>
                    <a:pt x="2506788" y="2860440"/>
                  </a:lnTo>
                  <a:lnTo>
                    <a:pt x="2435165" y="2885869"/>
                  </a:lnTo>
                  <a:lnTo>
                    <a:pt x="2363543" y="2910261"/>
                  </a:lnTo>
                  <a:lnTo>
                    <a:pt x="2291920" y="2933658"/>
                  </a:lnTo>
                  <a:lnTo>
                    <a:pt x="2220298" y="2956100"/>
                  </a:lnTo>
                  <a:lnTo>
                    <a:pt x="2148675" y="2977627"/>
                  </a:lnTo>
                  <a:lnTo>
                    <a:pt x="2077053" y="2998275"/>
                  </a:lnTo>
                  <a:lnTo>
                    <a:pt x="2005430" y="3018081"/>
                  </a:lnTo>
                  <a:lnTo>
                    <a:pt x="1933808" y="3037079"/>
                  </a:lnTo>
                  <a:lnTo>
                    <a:pt x="1862185" y="3055302"/>
                  </a:lnTo>
                  <a:lnTo>
                    <a:pt x="1790563" y="3072781"/>
                  </a:lnTo>
                  <a:lnTo>
                    <a:pt x="1718940" y="3089548"/>
                  </a:lnTo>
                  <a:lnTo>
                    <a:pt x="1647318" y="3105630"/>
                  </a:lnTo>
                  <a:lnTo>
                    <a:pt x="1575695" y="3121056"/>
                  </a:lnTo>
                  <a:lnTo>
                    <a:pt x="1504073" y="3135853"/>
                  </a:lnTo>
                  <a:lnTo>
                    <a:pt x="1432450" y="3150046"/>
                  </a:lnTo>
                  <a:lnTo>
                    <a:pt x="1360827" y="3163660"/>
                  </a:lnTo>
                  <a:lnTo>
                    <a:pt x="1289205" y="3176719"/>
                  </a:lnTo>
                  <a:lnTo>
                    <a:pt x="1217582" y="3189245"/>
                  </a:lnTo>
                  <a:lnTo>
                    <a:pt x="1145960" y="3201260"/>
                  </a:lnTo>
                  <a:lnTo>
                    <a:pt x="1074337" y="3212784"/>
                  </a:lnTo>
                  <a:lnTo>
                    <a:pt x="1002715" y="3223839"/>
                  </a:lnTo>
                  <a:lnTo>
                    <a:pt x="931092" y="3234443"/>
                  </a:lnTo>
                  <a:lnTo>
                    <a:pt x="859470" y="3244613"/>
                  </a:lnTo>
                  <a:lnTo>
                    <a:pt x="787847" y="3254369"/>
                  </a:lnTo>
                  <a:lnTo>
                    <a:pt x="716225" y="3263727"/>
                  </a:lnTo>
                  <a:lnTo>
                    <a:pt x="644602" y="3272704"/>
                  </a:lnTo>
                  <a:lnTo>
                    <a:pt x="572980" y="3281314"/>
                  </a:lnTo>
                  <a:lnTo>
                    <a:pt x="501357" y="3289572"/>
                  </a:lnTo>
                  <a:lnTo>
                    <a:pt x="429735" y="3297494"/>
                  </a:lnTo>
                  <a:lnTo>
                    <a:pt x="358112" y="3305093"/>
                  </a:lnTo>
                  <a:lnTo>
                    <a:pt x="286490" y="3312381"/>
                  </a:lnTo>
                  <a:lnTo>
                    <a:pt x="214867" y="3319373"/>
                  </a:lnTo>
                  <a:lnTo>
                    <a:pt x="143245" y="3326079"/>
                  </a:lnTo>
                  <a:lnTo>
                    <a:pt x="71622" y="3332511"/>
                  </a:lnTo>
                  <a:lnTo>
                    <a:pt x="0" y="3338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755858" y="2073503"/>
              <a:ext cx="2881628" cy="2649433"/>
            </a:xfrm>
            <a:custGeom>
              <a:avLst/>
              <a:pathLst>
                <a:path w="2881628" h="2649433">
                  <a:moveTo>
                    <a:pt x="0" y="0"/>
                  </a:moveTo>
                  <a:lnTo>
                    <a:pt x="66224" y="718728"/>
                  </a:lnTo>
                  <a:lnTo>
                    <a:pt x="137846" y="1325474"/>
                  </a:lnTo>
                  <a:lnTo>
                    <a:pt x="209469" y="1799078"/>
                  </a:lnTo>
                  <a:lnTo>
                    <a:pt x="281091" y="2168756"/>
                  </a:lnTo>
                  <a:lnTo>
                    <a:pt x="352714" y="2457313"/>
                  </a:lnTo>
                  <a:lnTo>
                    <a:pt x="424336" y="2649433"/>
                  </a:lnTo>
                  <a:lnTo>
                    <a:pt x="495959" y="2613948"/>
                  </a:lnTo>
                  <a:lnTo>
                    <a:pt x="567581" y="2576953"/>
                  </a:lnTo>
                  <a:lnTo>
                    <a:pt x="639204" y="2538385"/>
                  </a:lnTo>
                  <a:lnTo>
                    <a:pt x="710826" y="2498176"/>
                  </a:lnTo>
                  <a:lnTo>
                    <a:pt x="782449" y="2456257"/>
                  </a:lnTo>
                  <a:lnTo>
                    <a:pt x="854071" y="2412555"/>
                  </a:lnTo>
                  <a:lnTo>
                    <a:pt x="925694" y="2366995"/>
                  </a:lnTo>
                  <a:lnTo>
                    <a:pt x="997316" y="2319496"/>
                  </a:lnTo>
                  <a:lnTo>
                    <a:pt x="1068939" y="2269978"/>
                  </a:lnTo>
                  <a:lnTo>
                    <a:pt x="1140561" y="2218353"/>
                  </a:lnTo>
                  <a:lnTo>
                    <a:pt x="1212184" y="2164532"/>
                  </a:lnTo>
                  <a:lnTo>
                    <a:pt x="1283807" y="2108423"/>
                  </a:lnTo>
                  <a:lnTo>
                    <a:pt x="1355429" y="2049926"/>
                  </a:lnTo>
                  <a:lnTo>
                    <a:pt x="1427052" y="1988942"/>
                  </a:lnTo>
                  <a:lnTo>
                    <a:pt x="1498674" y="1925364"/>
                  </a:lnTo>
                  <a:lnTo>
                    <a:pt x="1570297" y="1859082"/>
                  </a:lnTo>
                  <a:lnTo>
                    <a:pt x="1641919" y="1789981"/>
                  </a:lnTo>
                  <a:lnTo>
                    <a:pt x="1713542" y="1717941"/>
                  </a:lnTo>
                  <a:lnTo>
                    <a:pt x="1785164" y="1642836"/>
                  </a:lnTo>
                  <a:lnTo>
                    <a:pt x="1856787" y="1564538"/>
                  </a:lnTo>
                  <a:lnTo>
                    <a:pt x="1928409" y="1482909"/>
                  </a:lnTo>
                  <a:lnTo>
                    <a:pt x="2000032" y="1397808"/>
                  </a:lnTo>
                  <a:lnTo>
                    <a:pt x="2071654" y="1309087"/>
                  </a:lnTo>
                  <a:lnTo>
                    <a:pt x="2143277" y="1216593"/>
                  </a:lnTo>
                  <a:lnTo>
                    <a:pt x="2214899" y="1120165"/>
                  </a:lnTo>
                  <a:lnTo>
                    <a:pt x="2286522" y="1019636"/>
                  </a:lnTo>
                  <a:lnTo>
                    <a:pt x="2358144" y="914831"/>
                  </a:lnTo>
                  <a:lnTo>
                    <a:pt x="2429767" y="805568"/>
                  </a:lnTo>
                  <a:lnTo>
                    <a:pt x="2501389" y="691658"/>
                  </a:lnTo>
                  <a:lnTo>
                    <a:pt x="2573012" y="572903"/>
                  </a:lnTo>
                  <a:lnTo>
                    <a:pt x="2644635" y="449098"/>
                  </a:lnTo>
                  <a:lnTo>
                    <a:pt x="2716257" y="320026"/>
                  </a:lnTo>
                  <a:lnTo>
                    <a:pt x="2787880" y="185465"/>
                  </a:lnTo>
                  <a:lnTo>
                    <a:pt x="2859502" y="45180"/>
                  </a:lnTo>
                  <a:lnTo>
                    <a:pt x="288162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56053"/>
              <a:ext cx="7090630" cy="801196"/>
            </a:xfrm>
            <a:custGeom>
              <a:avLst/>
              <a:pathLst>
                <a:path w="7090630" h="801196">
                  <a:moveTo>
                    <a:pt x="7090630" y="801196"/>
                  </a:moveTo>
                  <a:lnTo>
                    <a:pt x="7019007" y="801195"/>
                  </a:lnTo>
                  <a:lnTo>
                    <a:pt x="6947385" y="801195"/>
                  </a:lnTo>
                  <a:lnTo>
                    <a:pt x="6875762" y="801195"/>
                  </a:lnTo>
                  <a:lnTo>
                    <a:pt x="6804139" y="801195"/>
                  </a:lnTo>
                  <a:lnTo>
                    <a:pt x="6732517" y="801194"/>
                  </a:lnTo>
                  <a:lnTo>
                    <a:pt x="6660894" y="801194"/>
                  </a:lnTo>
                  <a:lnTo>
                    <a:pt x="6589272" y="801193"/>
                  </a:lnTo>
                  <a:lnTo>
                    <a:pt x="6517649" y="801192"/>
                  </a:lnTo>
                  <a:lnTo>
                    <a:pt x="6446027" y="801191"/>
                  </a:lnTo>
                  <a:lnTo>
                    <a:pt x="6374404" y="801189"/>
                  </a:lnTo>
                  <a:lnTo>
                    <a:pt x="6302782" y="801187"/>
                  </a:lnTo>
                  <a:lnTo>
                    <a:pt x="6231159" y="801185"/>
                  </a:lnTo>
                  <a:lnTo>
                    <a:pt x="6159537" y="801181"/>
                  </a:lnTo>
                  <a:lnTo>
                    <a:pt x="6087914" y="801177"/>
                  </a:lnTo>
                  <a:lnTo>
                    <a:pt x="6016292" y="801172"/>
                  </a:lnTo>
                  <a:lnTo>
                    <a:pt x="5944669" y="801165"/>
                  </a:lnTo>
                  <a:lnTo>
                    <a:pt x="5873047" y="801156"/>
                  </a:lnTo>
                  <a:lnTo>
                    <a:pt x="5801424" y="801145"/>
                  </a:lnTo>
                  <a:lnTo>
                    <a:pt x="5729802" y="801131"/>
                  </a:lnTo>
                  <a:lnTo>
                    <a:pt x="5658179" y="801112"/>
                  </a:lnTo>
                  <a:lnTo>
                    <a:pt x="5586557" y="801089"/>
                  </a:lnTo>
                  <a:lnTo>
                    <a:pt x="5514934" y="801059"/>
                  </a:lnTo>
                  <a:lnTo>
                    <a:pt x="5443311" y="801020"/>
                  </a:lnTo>
                  <a:lnTo>
                    <a:pt x="5371689" y="800971"/>
                  </a:lnTo>
                  <a:lnTo>
                    <a:pt x="5300066" y="800907"/>
                  </a:lnTo>
                  <a:lnTo>
                    <a:pt x="5228444" y="800826"/>
                  </a:lnTo>
                  <a:lnTo>
                    <a:pt x="5156821" y="800722"/>
                  </a:lnTo>
                  <a:lnTo>
                    <a:pt x="5085199" y="800589"/>
                  </a:lnTo>
                  <a:lnTo>
                    <a:pt x="5013576" y="800418"/>
                  </a:lnTo>
                  <a:lnTo>
                    <a:pt x="4941954" y="800199"/>
                  </a:lnTo>
                  <a:lnTo>
                    <a:pt x="4870331" y="799919"/>
                  </a:lnTo>
                  <a:lnTo>
                    <a:pt x="4798709" y="799560"/>
                  </a:lnTo>
                  <a:lnTo>
                    <a:pt x="4727086" y="799099"/>
                  </a:lnTo>
                  <a:lnTo>
                    <a:pt x="4655464" y="798510"/>
                  </a:lnTo>
                  <a:lnTo>
                    <a:pt x="4583841" y="797755"/>
                  </a:lnTo>
                  <a:lnTo>
                    <a:pt x="4512219" y="796787"/>
                  </a:lnTo>
                  <a:lnTo>
                    <a:pt x="4440596" y="795548"/>
                  </a:lnTo>
                  <a:lnTo>
                    <a:pt x="4368974" y="793960"/>
                  </a:lnTo>
                  <a:lnTo>
                    <a:pt x="4297351" y="791926"/>
                  </a:lnTo>
                  <a:lnTo>
                    <a:pt x="4225729" y="789320"/>
                  </a:lnTo>
                  <a:lnTo>
                    <a:pt x="4154106" y="785981"/>
                  </a:lnTo>
                  <a:lnTo>
                    <a:pt x="4082483" y="781704"/>
                  </a:lnTo>
                  <a:lnTo>
                    <a:pt x="4010861" y="776224"/>
                  </a:lnTo>
                  <a:lnTo>
                    <a:pt x="3939238" y="769204"/>
                  </a:lnTo>
                  <a:lnTo>
                    <a:pt x="3867616" y="760210"/>
                  </a:lnTo>
                  <a:lnTo>
                    <a:pt x="3795993" y="748688"/>
                  </a:lnTo>
                  <a:lnTo>
                    <a:pt x="3724371" y="733926"/>
                  </a:lnTo>
                  <a:lnTo>
                    <a:pt x="3652748" y="715015"/>
                  </a:lnTo>
                  <a:lnTo>
                    <a:pt x="3581126" y="690787"/>
                  </a:lnTo>
                  <a:lnTo>
                    <a:pt x="3509503" y="659748"/>
                  </a:lnTo>
                  <a:lnTo>
                    <a:pt x="3437881" y="619984"/>
                  </a:lnTo>
                  <a:lnTo>
                    <a:pt x="3366258" y="569040"/>
                  </a:lnTo>
                  <a:lnTo>
                    <a:pt x="3294636" y="503775"/>
                  </a:lnTo>
                  <a:lnTo>
                    <a:pt x="3223013" y="420162"/>
                  </a:lnTo>
                  <a:lnTo>
                    <a:pt x="3151391" y="313044"/>
                  </a:lnTo>
                  <a:lnTo>
                    <a:pt x="3079768" y="175811"/>
                  </a:lnTo>
                  <a:lnTo>
                    <a:pt x="3008146" y="0"/>
                  </a:lnTo>
                  <a:lnTo>
                    <a:pt x="2936523" y="921"/>
                  </a:lnTo>
                  <a:lnTo>
                    <a:pt x="2864901" y="33570"/>
                  </a:lnTo>
                  <a:lnTo>
                    <a:pt x="2793278" y="64887"/>
                  </a:lnTo>
                  <a:lnTo>
                    <a:pt x="2721655" y="94927"/>
                  </a:lnTo>
                  <a:lnTo>
                    <a:pt x="2650033" y="123741"/>
                  </a:lnTo>
                  <a:lnTo>
                    <a:pt x="2578410" y="151379"/>
                  </a:lnTo>
                  <a:lnTo>
                    <a:pt x="2506788" y="177890"/>
                  </a:lnTo>
                  <a:lnTo>
                    <a:pt x="2435165" y="203319"/>
                  </a:lnTo>
                  <a:lnTo>
                    <a:pt x="2363543" y="227711"/>
                  </a:lnTo>
                  <a:lnTo>
                    <a:pt x="2291920" y="251108"/>
                  </a:lnTo>
                  <a:lnTo>
                    <a:pt x="2220298" y="273550"/>
                  </a:lnTo>
                  <a:lnTo>
                    <a:pt x="2148675" y="295077"/>
                  </a:lnTo>
                  <a:lnTo>
                    <a:pt x="2077053" y="315725"/>
                  </a:lnTo>
                  <a:lnTo>
                    <a:pt x="2005430" y="335531"/>
                  </a:lnTo>
                  <a:lnTo>
                    <a:pt x="1933808" y="354529"/>
                  </a:lnTo>
                  <a:lnTo>
                    <a:pt x="1862185" y="372752"/>
                  </a:lnTo>
                  <a:lnTo>
                    <a:pt x="1790563" y="390231"/>
                  </a:lnTo>
                  <a:lnTo>
                    <a:pt x="1718940" y="406997"/>
                  </a:lnTo>
                  <a:lnTo>
                    <a:pt x="1647318" y="423080"/>
                  </a:lnTo>
                  <a:lnTo>
                    <a:pt x="1575695" y="438506"/>
                  </a:lnTo>
                  <a:lnTo>
                    <a:pt x="1504073" y="453303"/>
                  </a:lnTo>
                  <a:lnTo>
                    <a:pt x="1432450" y="467496"/>
                  </a:lnTo>
                  <a:lnTo>
                    <a:pt x="1360827" y="481110"/>
                  </a:lnTo>
                  <a:lnTo>
                    <a:pt x="1289205" y="494169"/>
                  </a:lnTo>
                  <a:lnTo>
                    <a:pt x="1217582" y="506695"/>
                  </a:lnTo>
                  <a:lnTo>
                    <a:pt x="1145960" y="518709"/>
                  </a:lnTo>
                  <a:lnTo>
                    <a:pt x="1074337" y="530234"/>
                  </a:lnTo>
                  <a:lnTo>
                    <a:pt x="1002715" y="541289"/>
                  </a:lnTo>
                  <a:lnTo>
                    <a:pt x="931092" y="551892"/>
                  </a:lnTo>
                  <a:lnTo>
                    <a:pt x="859470" y="562063"/>
                  </a:lnTo>
                  <a:lnTo>
                    <a:pt x="787847" y="571819"/>
                  </a:lnTo>
                  <a:lnTo>
                    <a:pt x="716225" y="581177"/>
                  </a:lnTo>
                  <a:lnTo>
                    <a:pt x="644602" y="590153"/>
                  </a:lnTo>
                  <a:lnTo>
                    <a:pt x="572980" y="598763"/>
                  </a:lnTo>
                  <a:lnTo>
                    <a:pt x="501357" y="607022"/>
                  </a:lnTo>
                  <a:lnTo>
                    <a:pt x="429735" y="614944"/>
                  </a:lnTo>
                  <a:lnTo>
                    <a:pt x="358112" y="622543"/>
                  </a:lnTo>
                  <a:lnTo>
                    <a:pt x="286490" y="629831"/>
                  </a:lnTo>
                  <a:lnTo>
                    <a:pt x="214867" y="636822"/>
                  </a:lnTo>
                  <a:lnTo>
                    <a:pt x="143245" y="643528"/>
                  </a:lnTo>
                  <a:lnTo>
                    <a:pt x="71622" y="649961"/>
                  </a:lnTo>
                  <a:lnTo>
                    <a:pt x="0" y="6561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172909" y="2073503"/>
              <a:ext cx="5089769" cy="3481446"/>
            </a:xfrm>
            <a:custGeom>
              <a:avLst/>
              <a:pathLst>
                <a:path w="5089769" h="3481446">
                  <a:moveTo>
                    <a:pt x="0" y="0"/>
                  </a:moveTo>
                  <a:lnTo>
                    <a:pt x="4570" y="23963"/>
                  </a:lnTo>
                  <a:lnTo>
                    <a:pt x="76193" y="362717"/>
                  </a:lnTo>
                  <a:lnTo>
                    <a:pt x="147815" y="668303"/>
                  </a:lnTo>
                  <a:lnTo>
                    <a:pt x="219438" y="943969"/>
                  </a:lnTo>
                  <a:lnTo>
                    <a:pt x="291060" y="1192643"/>
                  </a:lnTo>
                  <a:lnTo>
                    <a:pt x="362683" y="1416969"/>
                  </a:lnTo>
                  <a:lnTo>
                    <a:pt x="434305" y="1619332"/>
                  </a:lnTo>
                  <a:lnTo>
                    <a:pt x="505928" y="1801880"/>
                  </a:lnTo>
                  <a:lnTo>
                    <a:pt x="577550" y="1966555"/>
                  </a:lnTo>
                  <a:lnTo>
                    <a:pt x="649173" y="2115106"/>
                  </a:lnTo>
                  <a:lnTo>
                    <a:pt x="720795" y="2249112"/>
                  </a:lnTo>
                  <a:lnTo>
                    <a:pt x="792418" y="2369998"/>
                  </a:lnTo>
                  <a:lnTo>
                    <a:pt x="864040" y="2479047"/>
                  </a:lnTo>
                  <a:lnTo>
                    <a:pt x="935663" y="2577419"/>
                  </a:lnTo>
                  <a:lnTo>
                    <a:pt x="1007285" y="2666159"/>
                  </a:lnTo>
                  <a:lnTo>
                    <a:pt x="1078908" y="2746211"/>
                  </a:lnTo>
                  <a:lnTo>
                    <a:pt x="1150530" y="2818424"/>
                  </a:lnTo>
                  <a:lnTo>
                    <a:pt x="1222153" y="2883567"/>
                  </a:lnTo>
                  <a:lnTo>
                    <a:pt x="1293776" y="2942332"/>
                  </a:lnTo>
                  <a:lnTo>
                    <a:pt x="1365398" y="2995343"/>
                  </a:lnTo>
                  <a:lnTo>
                    <a:pt x="1437021" y="3043163"/>
                  </a:lnTo>
                  <a:lnTo>
                    <a:pt x="1508643" y="3086302"/>
                  </a:lnTo>
                  <a:lnTo>
                    <a:pt x="1580266" y="3125216"/>
                  </a:lnTo>
                  <a:lnTo>
                    <a:pt x="1651888" y="3160321"/>
                  </a:lnTo>
                  <a:lnTo>
                    <a:pt x="1723511" y="3191988"/>
                  </a:lnTo>
                  <a:lnTo>
                    <a:pt x="1795133" y="3220555"/>
                  </a:lnTo>
                  <a:lnTo>
                    <a:pt x="1866756" y="3246324"/>
                  </a:lnTo>
                  <a:lnTo>
                    <a:pt x="1938378" y="3269571"/>
                  </a:lnTo>
                  <a:lnTo>
                    <a:pt x="2010001" y="3290541"/>
                  </a:lnTo>
                  <a:lnTo>
                    <a:pt x="2081623" y="3309458"/>
                  </a:lnTo>
                  <a:lnTo>
                    <a:pt x="2153246" y="3326523"/>
                  </a:lnTo>
                  <a:lnTo>
                    <a:pt x="2224868" y="3341917"/>
                  </a:lnTo>
                  <a:lnTo>
                    <a:pt x="2296491" y="3355804"/>
                  </a:lnTo>
                  <a:lnTo>
                    <a:pt x="2368113" y="3368331"/>
                  </a:lnTo>
                  <a:lnTo>
                    <a:pt x="2439736" y="3379631"/>
                  </a:lnTo>
                  <a:lnTo>
                    <a:pt x="2511358" y="3389826"/>
                  </a:lnTo>
                  <a:lnTo>
                    <a:pt x="2582981" y="3399022"/>
                  </a:lnTo>
                  <a:lnTo>
                    <a:pt x="2654604" y="3407317"/>
                  </a:lnTo>
                  <a:lnTo>
                    <a:pt x="2726226" y="3414800"/>
                  </a:lnTo>
                  <a:lnTo>
                    <a:pt x="2797849" y="3421551"/>
                  </a:lnTo>
                  <a:lnTo>
                    <a:pt x="2869471" y="3427641"/>
                  </a:lnTo>
                  <a:lnTo>
                    <a:pt x="2941094" y="3433134"/>
                  </a:lnTo>
                  <a:lnTo>
                    <a:pt x="3012716" y="3438090"/>
                  </a:lnTo>
                  <a:lnTo>
                    <a:pt x="3084339" y="3442560"/>
                  </a:lnTo>
                  <a:lnTo>
                    <a:pt x="3155961" y="3446593"/>
                  </a:lnTo>
                  <a:lnTo>
                    <a:pt x="3227584" y="3450230"/>
                  </a:lnTo>
                  <a:lnTo>
                    <a:pt x="3299206" y="3453512"/>
                  </a:lnTo>
                  <a:lnTo>
                    <a:pt x="3370829" y="3456472"/>
                  </a:lnTo>
                  <a:lnTo>
                    <a:pt x="3442451" y="3459143"/>
                  </a:lnTo>
                  <a:lnTo>
                    <a:pt x="3514074" y="3461552"/>
                  </a:lnTo>
                  <a:lnTo>
                    <a:pt x="3585696" y="3463725"/>
                  </a:lnTo>
                  <a:lnTo>
                    <a:pt x="3657319" y="3465685"/>
                  </a:lnTo>
                  <a:lnTo>
                    <a:pt x="3728941" y="3467454"/>
                  </a:lnTo>
                  <a:lnTo>
                    <a:pt x="3800564" y="3469049"/>
                  </a:lnTo>
                  <a:lnTo>
                    <a:pt x="3872186" y="3470488"/>
                  </a:lnTo>
                  <a:lnTo>
                    <a:pt x="3943809" y="3471786"/>
                  </a:lnTo>
                  <a:lnTo>
                    <a:pt x="4015432" y="3472957"/>
                  </a:lnTo>
                  <a:lnTo>
                    <a:pt x="4087054" y="3474014"/>
                  </a:lnTo>
                  <a:lnTo>
                    <a:pt x="4158677" y="3474967"/>
                  </a:lnTo>
                  <a:lnTo>
                    <a:pt x="4230299" y="3475826"/>
                  </a:lnTo>
                  <a:lnTo>
                    <a:pt x="4301922" y="3476602"/>
                  </a:lnTo>
                  <a:lnTo>
                    <a:pt x="4373544" y="3477301"/>
                  </a:lnTo>
                  <a:lnTo>
                    <a:pt x="4445167" y="3477932"/>
                  </a:lnTo>
                  <a:lnTo>
                    <a:pt x="4516789" y="3478502"/>
                  </a:lnTo>
                  <a:lnTo>
                    <a:pt x="4588412" y="3479015"/>
                  </a:lnTo>
                  <a:lnTo>
                    <a:pt x="4660034" y="3479478"/>
                  </a:lnTo>
                  <a:lnTo>
                    <a:pt x="4731657" y="3479896"/>
                  </a:lnTo>
                  <a:lnTo>
                    <a:pt x="4803279" y="3480273"/>
                  </a:lnTo>
                  <a:lnTo>
                    <a:pt x="4874902" y="3480613"/>
                  </a:lnTo>
                  <a:lnTo>
                    <a:pt x="4946524" y="3480920"/>
                  </a:lnTo>
                  <a:lnTo>
                    <a:pt x="5018147" y="3481197"/>
                  </a:lnTo>
                  <a:lnTo>
                    <a:pt x="5089769" y="34814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3031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3.66 (0.59-22.64), p_Bonf = 0.977 (n = 6)  |  per IQR decline (Δ = 27.2 %): 34.18 (0.24-4871.16)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6612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2026-10-09T13:21:27Z</dcterms:modified>
  <cp:category/>
</cp:coreProperties>
</file>