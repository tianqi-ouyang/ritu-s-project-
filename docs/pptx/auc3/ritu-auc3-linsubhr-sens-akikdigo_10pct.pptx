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32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12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573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954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334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3715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0476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7622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003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438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640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9525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90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6286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4666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83550"/>
            </a:xfrm>
            <a:custGeom>
              <a:avLst/>
              <a:pathLst>
                <a:path w="7090630" h="3483550">
                  <a:moveTo>
                    <a:pt x="2592538" y="0"/>
                  </a:moveTo>
                  <a:lnTo>
                    <a:pt x="2650033" y="415106"/>
                  </a:lnTo>
                  <a:lnTo>
                    <a:pt x="2721655" y="857642"/>
                  </a:lnTo>
                  <a:lnTo>
                    <a:pt x="2793278" y="1236359"/>
                  </a:lnTo>
                  <a:lnTo>
                    <a:pt x="2864901" y="1560460"/>
                  </a:lnTo>
                  <a:lnTo>
                    <a:pt x="2936523" y="1837822"/>
                  </a:lnTo>
                  <a:lnTo>
                    <a:pt x="3008146" y="2075185"/>
                  </a:lnTo>
                  <a:lnTo>
                    <a:pt x="3079768" y="2278317"/>
                  </a:lnTo>
                  <a:lnTo>
                    <a:pt x="3151391" y="2452155"/>
                  </a:lnTo>
                  <a:lnTo>
                    <a:pt x="3223013" y="2600923"/>
                  </a:lnTo>
                  <a:lnTo>
                    <a:pt x="3294636" y="2648134"/>
                  </a:lnTo>
                  <a:lnTo>
                    <a:pt x="3366258" y="2637779"/>
                  </a:lnTo>
                  <a:lnTo>
                    <a:pt x="3437881" y="2627295"/>
                  </a:lnTo>
                  <a:lnTo>
                    <a:pt x="3509503" y="2616681"/>
                  </a:lnTo>
                  <a:lnTo>
                    <a:pt x="3581126" y="2605936"/>
                  </a:lnTo>
                  <a:lnTo>
                    <a:pt x="3652748" y="2595058"/>
                  </a:lnTo>
                  <a:lnTo>
                    <a:pt x="3724371" y="2584045"/>
                  </a:lnTo>
                  <a:lnTo>
                    <a:pt x="3795993" y="2572895"/>
                  </a:lnTo>
                  <a:lnTo>
                    <a:pt x="3867616" y="2561608"/>
                  </a:lnTo>
                  <a:lnTo>
                    <a:pt x="3939238" y="2550180"/>
                  </a:lnTo>
                  <a:lnTo>
                    <a:pt x="4010861" y="2538611"/>
                  </a:lnTo>
                  <a:lnTo>
                    <a:pt x="4082483" y="2526898"/>
                  </a:lnTo>
                  <a:lnTo>
                    <a:pt x="4154106" y="2515040"/>
                  </a:lnTo>
                  <a:lnTo>
                    <a:pt x="4225729" y="2503036"/>
                  </a:lnTo>
                  <a:lnTo>
                    <a:pt x="4297351" y="2490882"/>
                  </a:lnTo>
                  <a:lnTo>
                    <a:pt x="4368974" y="2478578"/>
                  </a:lnTo>
                  <a:lnTo>
                    <a:pt x="4440596" y="2466121"/>
                  </a:lnTo>
                  <a:lnTo>
                    <a:pt x="4512219" y="2453510"/>
                  </a:lnTo>
                  <a:lnTo>
                    <a:pt x="4583841" y="2440743"/>
                  </a:lnTo>
                  <a:lnTo>
                    <a:pt x="4655464" y="2427818"/>
                  </a:lnTo>
                  <a:lnTo>
                    <a:pt x="4727086" y="2414732"/>
                  </a:lnTo>
                  <a:lnTo>
                    <a:pt x="4798709" y="2401484"/>
                  </a:lnTo>
                  <a:lnTo>
                    <a:pt x="4870331" y="2388072"/>
                  </a:lnTo>
                  <a:lnTo>
                    <a:pt x="4941954" y="2374494"/>
                  </a:lnTo>
                  <a:lnTo>
                    <a:pt x="5013576" y="2360748"/>
                  </a:lnTo>
                  <a:lnTo>
                    <a:pt x="5085199" y="2346831"/>
                  </a:lnTo>
                  <a:lnTo>
                    <a:pt x="5156821" y="2332742"/>
                  </a:lnTo>
                  <a:lnTo>
                    <a:pt x="5228444" y="2318478"/>
                  </a:lnTo>
                  <a:lnTo>
                    <a:pt x="5300066" y="2304037"/>
                  </a:lnTo>
                  <a:lnTo>
                    <a:pt x="5371689" y="2289418"/>
                  </a:lnTo>
                  <a:lnTo>
                    <a:pt x="5443311" y="2274617"/>
                  </a:lnTo>
                  <a:lnTo>
                    <a:pt x="5514934" y="2259633"/>
                  </a:lnTo>
                  <a:lnTo>
                    <a:pt x="5586557" y="2244463"/>
                  </a:lnTo>
                  <a:lnTo>
                    <a:pt x="5658179" y="2229105"/>
                  </a:lnTo>
                  <a:lnTo>
                    <a:pt x="5729802" y="2213557"/>
                  </a:lnTo>
                  <a:lnTo>
                    <a:pt x="5801424" y="2197816"/>
                  </a:lnTo>
                  <a:lnTo>
                    <a:pt x="5873047" y="2181880"/>
                  </a:lnTo>
                  <a:lnTo>
                    <a:pt x="5944669" y="2165747"/>
                  </a:lnTo>
                  <a:lnTo>
                    <a:pt x="6016292" y="2149413"/>
                  </a:lnTo>
                  <a:lnTo>
                    <a:pt x="6087914" y="2132878"/>
                  </a:lnTo>
                  <a:lnTo>
                    <a:pt x="6159537" y="2116137"/>
                  </a:lnTo>
                  <a:lnTo>
                    <a:pt x="6231159" y="2099189"/>
                  </a:lnTo>
                  <a:lnTo>
                    <a:pt x="6302782" y="2082031"/>
                  </a:lnTo>
                  <a:lnTo>
                    <a:pt x="6374404" y="2064660"/>
                  </a:lnTo>
                  <a:lnTo>
                    <a:pt x="6446027" y="2047074"/>
                  </a:lnTo>
                  <a:lnTo>
                    <a:pt x="6517649" y="2029270"/>
                  </a:lnTo>
                  <a:lnTo>
                    <a:pt x="6589272" y="2011245"/>
                  </a:lnTo>
                  <a:lnTo>
                    <a:pt x="6660894" y="1992997"/>
                  </a:lnTo>
                  <a:lnTo>
                    <a:pt x="6732517" y="1974523"/>
                  </a:lnTo>
                  <a:lnTo>
                    <a:pt x="6804139" y="1955820"/>
                  </a:lnTo>
                  <a:lnTo>
                    <a:pt x="6875762" y="1936885"/>
                  </a:lnTo>
                  <a:lnTo>
                    <a:pt x="6947385" y="1917715"/>
                  </a:lnTo>
                  <a:lnTo>
                    <a:pt x="7019007" y="1898308"/>
                  </a:lnTo>
                  <a:lnTo>
                    <a:pt x="7090630" y="1878661"/>
                  </a:lnTo>
                  <a:lnTo>
                    <a:pt x="7090630" y="3483550"/>
                  </a:lnTo>
                  <a:lnTo>
                    <a:pt x="7019007" y="3483517"/>
                  </a:lnTo>
                  <a:lnTo>
                    <a:pt x="6947385" y="3483478"/>
                  </a:lnTo>
                  <a:lnTo>
                    <a:pt x="6875762" y="3483433"/>
                  </a:lnTo>
                  <a:lnTo>
                    <a:pt x="6804139" y="3483380"/>
                  </a:lnTo>
                  <a:lnTo>
                    <a:pt x="6732517" y="3483318"/>
                  </a:lnTo>
                  <a:lnTo>
                    <a:pt x="6660894" y="3483246"/>
                  </a:lnTo>
                  <a:lnTo>
                    <a:pt x="6589272" y="3483162"/>
                  </a:lnTo>
                  <a:lnTo>
                    <a:pt x="6517649" y="3483063"/>
                  </a:lnTo>
                  <a:lnTo>
                    <a:pt x="6446027" y="3482948"/>
                  </a:lnTo>
                  <a:lnTo>
                    <a:pt x="6374404" y="3482813"/>
                  </a:lnTo>
                  <a:lnTo>
                    <a:pt x="6302782" y="3482656"/>
                  </a:lnTo>
                  <a:lnTo>
                    <a:pt x="6231159" y="3482472"/>
                  </a:lnTo>
                  <a:lnTo>
                    <a:pt x="6159537" y="3482257"/>
                  </a:lnTo>
                  <a:lnTo>
                    <a:pt x="6087914" y="3482007"/>
                  </a:lnTo>
                  <a:lnTo>
                    <a:pt x="6016292" y="3481713"/>
                  </a:lnTo>
                  <a:lnTo>
                    <a:pt x="5944669" y="3481371"/>
                  </a:lnTo>
                  <a:lnTo>
                    <a:pt x="5873047" y="3480970"/>
                  </a:lnTo>
                  <a:lnTo>
                    <a:pt x="5801424" y="3480503"/>
                  </a:lnTo>
                  <a:lnTo>
                    <a:pt x="5729802" y="3479956"/>
                  </a:lnTo>
                  <a:lnTo>
                    <a:pt x="5658179" y="3479317"/>
                  </a:lnTo>
                  <a:lnTo>
                    <a:pt x="5586557" y="3478571"/>
                  </a:lnTo>
                  <a:lnTo>
                    <a:pt x="5514934" y="3477699"/>
                  </a:lnTo>
                  <a:lnTo>
                    <a:pt x="5443311" y="3476680"/>
                  </a:lnTo>
                  <a:lnTo>
                    <a:pt x="5371689" y="3475489"/>
                  </a:lnTo>
                  <a:lnTo>
                    <a:pt x="5300066" y="3474097"/>
                  </a:lnTo>
                  <a:lnTo>
                    <a:pt x="5228444" y="3472471"/>
                  </a:lnTo>
                  <a:lnTo>
                    <a:pt x="5156821" y="3470571"/>
                  </a:lnTo>
                  <a:lnTo>
                    <a:pt x="5085199" y="3468351"/>
                  </a:lnTo>
                  <a:lnTo>
                    <a:pt x="5013576" y="3465757"/>
                  </a:lnTo>
                  <a:lnTo>
                    <a:pt x="4941954" y="3462725"/>
                  </a:lnTo>
                  <a:lnTo>
                    <a:pt x="4870331" y="3459183"/>
                  </a:lnTo>
                  <a:lnTo>
                    <a:pt x="4798709" y="3455044"/>
                  </a:lnTo>
                  <a:lnTo>
                    <a:pt x="4727086" y="3450207"/>
                  </a:lnTo>
                  <a:lnTo>
                    <a:pt x="4655464" y="3444555"/>
                  </a:lnTo>
                  <a:lnTo>
                    <a:pt x="4583841" y="3437950"/>
                  </a:lnTo>
                  <a:lnTo>
                    <a:pt x="4512219" y="3430233"/>
                  </a:lnTo>
                  <a:lnTo>
                    <a:pt x="4440596" y="3421215"/>
                  </a:lnTo>
                  <a:lnTo>
                    <a:pt x="4368974" y="3410678"/>
                  </a:lnTo>
                  <a:lnTo>
                    <a:pt x="4297351" y="3398365"/>
                  </a:lnTo>
                  <a:lnTo>
                    <a:pt x="4225729" y="3383977"/>
                  </a:lnTo>
                  <a:lnTo>
                    <a:pt x="4154106" y="3367164"/>
                  </a:lnTo>
                  <a:lnTo>
                    <a:pt x="4082483" y="3347519"/>
                  </a:lnTo>
                  <a:lnTo>
                    <a:pt x="4010861" y="3324562"/>
                  </a:lnTo>
                  <a:lnTo>
                    <a:pt x="3939238" y="3297738"/>
                  </a:lnTo>
                  <a:lnTo>
                    <a:pt x="3867616" y="3266392"/>
                  </a:lnTo>
                  <a:lnTo>
                    <a:pt x="3795993" y="3229765"/>
                  </a:lnTo>
                  <a:lnTo>
                    <a:pt x="3724371" y="3186966"/>
                  </a:lnTo>
                  <a:lnTo>
                    <a:pt x="3652748" y="3136954"/>
                  </a:lnTo>
                  <a:lnTo>
                    <a:pt x="3581126" y="3078515"/>
                  </a:lnTo>
                  <a:lnTo>
                    <a:pt x="3509503" y="3010227"/>
                  </a:lnTo>
                  <a:lnTo>
                    <a:pt x="3437881" y="2930432"/>
                  </a:lnTo>
                  <a:lnTo>
                    <a:pt x="3366258" y="2837191"/>
                  </a:lnTo>
                  <a:lnTo>
                    <a:pt x="3294636" y="2728237"/>
                  </a:lnTo>
                  <a:lnTo>
                    <a:pt x="3223013" y="2658363"/>
                  </a:lnTo>
                  <a:lnTo>
                    <a:pt x="3151391" y="2668466"/>
                  </a:lnTo>
                  <a:lnTo>
                    <a:pt x="3079768" y="2678446"/>
                  </a:lnTo>
                  <a:lnTo>
                    <a:pt x="3008146" y="2688303"/>
                  </a:lnTo>
                  <a:lnTo>
                    <a:pt x="2936523" y="2698040"/>
                  </a:lnTo>
                  <a:lnTo>
                    <a:pt x="2864901" y="2707658"/>
                  </a:lnTo>
                  <a:lnTo>
                    <a:pt x="2793278" y="2717158"/>
                  </a:lnTo>
                  <a:lnTo>
                    <a:pt x="2721655" y="2726542"/>
                  </a:lnTo>
                  <a:lnTo>
                    <a:pt x="2650033" y="2735810"/>
                  </a:lnTo>
                  <a:lnTo>
                    <a:pt x="2578410" y="2744966"/>
                  </a:lnTo>
                  <a:lnTo>
                    <a:pt x="2506788" y="2754009"/>
                  </a:lnTo>
                  <a:lnTo>
                    <a:pt x="2435165" y="2762942"/>
                  </a:lnTo>
                  <a:lnTo>
                    <a:pt x="2363543" y="2771765"/>
                  </a:lnTo>
                  <a:lnTo>
                    <a:pt x="2291920" y="2780480"/>
                  </a:lnTo>
                  <a:lnTo>
                    <a:pt x="2220298" y="2789089"/>
                  </a:lnTo>
                  <a:lnTo>
                    <a:pt x="2148675" y="2797592"/>
                  </a:lnTo>
                  <a:lnTo>
                    <a:pt x="2077053" y="2805991"/>
                  </a:lnTo>
                  <a:lnTo>
                    <a:pt x="2005430" y="2814287"/>
                  </a:lnTo>
                  <a:lnTo>
                    <a:pt x="1933808" y="2822482"/>
                  </a:lnTo>
                  <a:lnTo>
                    <a:pt x="1862185" y="2830576"/>
                  </a:lnTo>
                  <a:lnTo>
                    <a:pt x="1790563" y="2838572"/>
                  </a:lnTo>
                  <a:lnTo>
                    <a:pt x="1718940" y="2846469"/>
                  </a:lnTo>
                  <a:lnTo>
                    <a:pt x="1647318" y="2854270"/>
                  </a:lnTo>
                  <a:lnTo>
                    <a:pt x="1575695" y="2861975"/>
                  </a:lnTo>
                  <a:lnTo>
                    <a:pt x="1504073" y="2869586"/>
                  </a:lnTo>
                  <a:lnTo>
                    <a:pt x="1432450" y="2877104"/>
                  </a:lnTo>
                  <a:lnTo>
                    <a:pt x="1360827" y="2884530"/>
                  </a:lnTo>
                  <a:lnTo>
                    <a:pt x="1289205" y="2891865"/>
                  </a:lnTo>
                  <a:lnTo>
                    <a:pt x="1217582" y="2899110"/>
                  </a:lnTo>
                  <a:lnTo>
                    <a:pt x="1145960" y="2906266"/>
                  </a:lnTo>
                  <a:lnTo>
                    <a:pt x="1074337" y="2913335"/>
                  </a:lnTo>
                  <a:lnTo>
                    <a:pt x="1002715" y="2920318"/>
                  </a:lnTo>
                  <a:lnTo>
                    <a:pt x="931092" y="2927214"/>
                  </a:lnTo>
                  <a:lnTo>
                    <a:pt x="859470" y="2934027"/>
                  </a:lnTo>
                  <a:lnTo>
                    <a:pt x="787847" y="2940756"/>
                  </a:lnTo>
                  <a:lnTo>
                    <a:pt x="716225" y="2947403"/>
                  </a:lnTo>
                  <a:lnTo>
                    <a:pt x="644602" y="2953968"/>
                  </a:lnTo>
                  <a:lnTo>
                    <a:pt x="572980" y="2960453"/>
                  </a:lnTo>
                  <a:lnTo>
                    <a:pt x="501357" y="2966858"/>
                  </a:lnTo>
                  <a:lnTo>
                    <a:pt x="429735" y="2973185"/>
                  </a:lnTo>
                  <a:lnTo>
                    <a:pt x="358112" y="2979435"/>
                  </a:lnTo>
                  <a:lnTo>
                    <a:pt x="286490" y="2985608"/>
                  </a:lnTo>
                  <a:lnTo>
                    <a:pt x="214867" y="2991706"/>
                  </a:lnTo>
                  <a:lnTo>
                    <a:pt x="143245" y="2997729"/>
                  </a:lnTo>
                  <a:lnTo>
                    <a:pt x="71622" y="3003678"/>
                  </a:lnTo>
                  <a:lnTo>
                    <a:pt x="0" y="30095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64588" y="2073503"/>
              <a:ext cx="4498091" cy="2648134"/>
            </a:xfrm>
            <a:custGeom>
              <a:avLst/>
              <a:pathLst>
                <a:path w="4498091" h="2648134">
                  <a:moveTo>
                    <a:pt x="0" y="0"/>
                  </a:moveTo>
                  <a:lnTo>
                    <a:pt x="57494" y="415106"/>
                  </a:lnTo>
                  <a:lnTo>
                    <a:pt x="129117" y="857642"/>
                  </a:lnTo>
                  <a:lnTo>
                    <a:pt x="200739" y="1236359"/>
                  </a:lnTo>
                  <a:lnTo>
                    <a:pt x="272362" y="1560460"/>
                  </a:lnTo>
                  <a:lnTo>
                    <a:pt x="343984" y="1837822"/>
                  </a:lnTo>
                  <a:lnTo>
                    <a:pt x="415607" y="2075185"/>
                  </a:lnTo>
                  <a:lnTo>
                    <a:pt x="487229" y="2278317"/>
                  </a:lnTo>
                  <a:lnTo>
                    <a:pt x="558852" y="2452155"/>
                  </a:lnTo>
                  <a:lnTo>
                    <a:pt x="630474" y="2600923"/>
                  </a:lnTo>
                  <a:lnTo>
                    <a:pt x="702097" y="2648134"/>
                  </a:lnTo>
                  <a:lnTo>
                    <a:pt x="773719" y="2637779"/>
                  </a:lnTo>
                  <a:lnTo>
                    <a:pt x="845342" y="2627295"/>
                  </a:lnTo>
                  <a:lnTo>
                    <a:pt x="916964" y="2616681"/>
                  </a:lnTo>
                  <a:lnTo>
                    <a:pt x="988587" y="2605936"/>
                  </a:lnTo>
                  <a:lnTo>
                    <a:pt x="1060209" y="2595058"/>
                  </a:lnTo>
                  <a:lnTo>
                    <a:pt x="1131832" y="2584045"/>
                  </a:lnTo>
                  <a:lnTo>
                    <a:pt x="1203454" y="2572895"/>
                  </a:lnTo>
                  <a:lnTo>
                    <a:pt x="1275077" y="2561608"/>
                  </a:lnTo>
                  <a:lnTo>
                    <a:pt x="1346700" y="2550180"/>
                  </a:lnTo>
                  <a:lnTo>
                    <a:pt x="1418322" y="2538611"/>
                  </a:lnTo>
                  <a:lnTo>
                    <a:pt x="1489945" y="2526898"/>
                  </a:lnTo>
                  <a:lnTo>
                    <a:pt x="1561567" y="2515040"/>
                  </a:lnTo>
                  <a:lnTo>
                    <a:pt x="1633190" y="2503036"/>
                  </a:lnTo>
                  <a:lnTo>
                    <a:pt x="1704812" y="2490882"/>
                  </a:lnTo>
                  <a:lnTo>
                    <a:pt x="1776435" y="2478578"/>
                  </a:lnTo>
                  <a:lnTo>
                    <a:pt x="1848057" y="2466121"/>
                  </a:lnTo>
                  <a:lnTo>
                    <a:pt x="1919680" y="2453510"/>
                  </a:lnTo>
                  <a:lnTo>
                    <a:pt x="1991302" y="2440743"/>
                  </a:lnTo>
                  <a:lnTo>
                    <a:pt x="2062925" y="2427818"/>
                  </a:lnTo>
                  <a:lnTo>
                    <a:pt x="2134547" y="2414732"/>
                  </a:lnTo>
                  <a:lnTo>
                    <a:pt x="2206170" y="2401484"/>
                  </a:lnTo>
                  <a:lnTo>
                    <a:pt x="2277792" y="2388072"/>
                  </a:lnTo>
                  <a:lnTo>
                    <a:pt x="2349415" y="2374494"/>
                  </a:lnTo>
                  <a:lnTo>
                    <a:pt x="2421037" y="2360748"/>
                  </a:lnTo>
                  <a:lnTo>
                    <a:pt x="2492660" y="2346831"/>
                  </a:lnTo>
                  <a:lnTo>
                    <a:pt x="2564282" y="2332742"/>
                  </a:lnTo>
                  <a:lnTo>
                    <a:pt x="2635905" y="2318478"/>
                  </a:lnTo>
                  <a:lnTo>
                    <a:pt x="2707528" y="2304037"/>
                  </a:lnTo>
                  <a:lnTo>
                    <a:pt x="2779150" y="2289418"/>
                  </a:lnTo>
                  <a:lnTo>
                    <a:pt x="2850773" y="2274617"/>
                  </a:lnTo>
                  <a:lnTo>
                    <a:pt x="2922395" y="2259633"/>
                  </a:lnTo>
                  <a:lnTo>
                    <a:pt x="2994018" y="2244463"/>
                  </a:lnTo>
                  <a:lnTo>
                    <a:pt x="3065640" y="2229105"/>
                  </a:lnTo>
                  <a:lnTo>
                    <a:pt x="3137263" y="2213557"/>
                  </a:lnTo>
                  <a:lnTo>
                    <a:pt x="3208885" y="2197816"/>
                  </a:lnTo>
                  <a:lnTo>
                    <a:pt x="3280508" y="2181880"/>
                  </a:lnTo>
                  <a:lnTo>
                    <a:pt x="3352130" y="2165747"/>
                  </a:lnTo>
                  <a:lnTo>
                    <a:pt x="3423753" y="2149413"/>
                  </a:lnTo>
                  <a:lnTo>
                    <a:pt x="3495375" y="2132878"/>
                  </a:lnTo>
                  <a:lnTo>
                    <a:pt x="3566998" y="2116137"/>
                  </a:lnTo>
                  <a:lnTo>
                    <a:pt x="3638620" y="2099189"/>
                  </a:lnTo>
                  <a:lnTo>
                    <a:pt x="3710243" y="2082031"/>
                  </a:lnTo>
                  <a:lnTo>
                    <a:pt x="3781865" y="2064660"/>
                  </a:lnTo>
                  <a:lnTo>
                    <a:pt x="3853488" y="2047074"/>
                  </a:lnTo>
                  <a:lnTo>
                    <a:pt x="3925110" y="2029270"/>
                  </a:lnTo>
                  <a:lnTo>
                    <a:pt x="3996733" y="2011245"/>
                  </a:lnTo>
                  <a:lnTo>
                    <a:pt x="4068355" y="1992997"/>
                  </a:lnTo>
                  <a:lnTo>
                    <a:pt x="4139978" y="1974523"/>
                  </a:lnTo>
                  <a:lnTo>
                    <a:pt x="4211601" y="1955820"/>
                  </a:lnTo>
                  <a:lnTo>
                    <a:pt x="4283223" y="1936885"/>
                  </a:lnTo>
                  <a:lnTo>
                    <a:pt x="4354846" y="1917715"/>
                  </a:lnTo>
                  <a:lnTo>
                    <a:pt x="4426468" y="1898308"/>
                  </a:lnTo>
                  <a:lnTo>
                    <a:pt x="4498091" y="18786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31866"/>
              <a:ext cx="7090630" cy="825187"/>
            </a:xfrm>
            <a:custGeom>
              <a:avLst/>
              <a:pathLst>
                <a:path w="7090630" h="825187">
                  <a:moveTo>
                    <a:pt x="7090630" y="825187"/>
                  </a:moveTo>
                  <a:lnTo>
                    <a:pt x="7019007" y="825154"/>
                  </a:lnTo>
                  <a:lnTo>
                    <a:pt x="6947385" y="825115"/>
                  </a:lnTo>
                  <a:lnTo>
                    <a:pt x="6875762" y="825070"/>
                  </a:lnTo>
                  <a:lnTo>
                    <a:pt x="6804139" y="825017"/>
                  </a:lnTo>
                  <a:lnTo>
                    <a:pt x="6732517" y="824955"/>
                  </a:lnTo>
                  <a:lnTo>
                    <a:pt x="6660894" y="824883"/>
                  </a:lnTo>
                  <a:lnTo>
                    <a:pt x="6589272" y="824798"/>
                  </a:lnTo>
                  <a:lnTo>
                    <a:pt x="6517649" y="824700"/>
                  </a:lnTo>
                  <a:lnTo>
                    <a:pt x="6446027" y="824585"/>
                  </a:lnTo>
                  <a:lnTo>
                    <a:pt x="6374404" y="824450"/>
                  </a:lnTo>
                  <a:lnTo>
                    <a:pt x="6302782" y="824293"/>
                  </a:lnTo>
                  <a:lnTo>
                    <a:pt x="6231159" y="824109"/>
                  </a:lnTo>
                  <a:lnTo>
                    <a:pt x="6159537" y="823894"/>
                  </a:lnTo>
                  <a:lnTo>
                    <a:pt x="6087914" y="823643"/>
                  </a:lnTo>
                  <a:lnTo>
                    <a:pt x="6016292" y="823350"/>
                  </a:lnTo>
                  <a:lnTo>
                    <a:pt x="5944669" y="823008"/>
                  </a:lnTo>
                  <a:lnTo>
                    <a:pt x="5873047" y="822607"/>
                  </a:lnTo>
                  <a:lnTo>
                    <a:pt x="5801424" y="822140"/>
                  </a:lnTo>
                  <a:lnTo>
                    <a:pt x="5729802" y="821593"/>
                  </a:lnTo>
                  <a:lnTo>
                    <a:pt x="5658179" y="820954"/>
                  </a:lnTo>
                  <a:lnTo>
                    <a:pt x="5586557" y="820208"/>
                  </a:lnTo>
                  <a:lnTo>
                    <a:pt x="5514934" y="819336"/>
                  </a:lnTo>
                  <a:lnTo>
                    <a:pt x="5443311" y="818317"/>
                  </a:lnTo>
                  <a:lnTo>
                    <a:pt x="5371689" y="817126"/>
                  </a:lnTo>
                  <a:lnTo>
                    <a:pt x="5300066" y="815734"/>
                  </a:lnTo>
                  <a:lnTo>
                    <a:pt x="5228444" y="814108"/>
                  </a:lnTo>
                  <a:lnTo>
                    <a:pt x="5156821" y="812208"/>
                  </a:lnTo>
                  <a:lnTo>
                    <a:pt x="5085199" y="809988"/>
                  </a:lnTo>
                  <a:lnTo>
                    <a:pt x="5013576" y="807394"/>
                  </a:lnTo>
                  <a:lnTo>
                    <a:pt x="4941954" y="804362"/>
                  </a:lnTo>
                  <a:lnTo>
                    <a:pt x="4870331" y="800820"/>
                  </a:lnTo>
                  <a:lnTo>
                    <a:pt x="4798709" y="796680"/>
                  </a:lnTo>
                  <a:lnTo>
                    <a:pt x="4727086" y="791844"/>
                  </a:lnTo>
                  <a:lnTo>
                    <a:pt x="4655464" y="786192"/>
                  </a:lnTo>
                  <a:lnTo>
                    <a:pt x="4583841" y="779587"/>
                  </a:lnTo>
                  <a:lnTo>
                    <a:pt x="4512219" y="771870"/>
                  </a:lnTo>
                  <a:lnTo>
                    <a:pt x="4440596" y="762852"/>
                  </a:lnTo>
                  <a:lnTo>
                    <a:pt x="4368974" y="752315"/>
                  </a:lnTo>
                  <a:lnTo>
                    <a:pt x="4297351" y="740002"/>
                  </a:lnTo>
                  <a:lnTo>
                    <a:pt x="4225729" y="725614"/>
                  </a:lnTo>
                  <a:lnTo>
                    <a:pt x="4154106" y="708801"/>
                  </a:lnTo>
                  <a:lnTo>
                    <a:pt x="4082483" y="689156"/>
                  </a:lnTo>
                  <a:lnTo>
                    <a:pt x="4010861" y="666199"/>
                  </a:lnTo>
                  <a:lnTo>
                    <a:pt x="3939238" y="639374"/>
                  </a:lnTo>
                  <a:lnTo>
                    <a:pt x="3867616" y="608029"/>
                  </a:lnTo>
                  <a:lnTo>
                    <a:pt x="3795993" y="571402"/>
                  </a:lnTo>
                  <a:lnTo>
                    <a:pt x="3724371" y="528603"/>
                  </a:lnTo>
                  <a:lnTo>
                    <a:pt x="3652748" y="478591"/>
                  </a:lnTo>
                  <a:lnTo>
                    <a:pt x="3581126" y="420151"/>
                  </a:lnTo>
                  <a:lnTo>
                    <a:pt x="3509503" y="351864"/>
                  </a:lnTo>
                  <a:lnTo>
                    <a:pt x="3437881" y="272069"/>
                  </a:lnTo>
                  <a:lnTo>
                    <a:pt x="3366258" y="178828"/>
                  </a:lnTo>
                  <a:lnTo>
                    <a:pt x="3294636" y="69874"/>
                  </a:lnTo>
                  <a:lnTo>
                    <a:pt x="3223013" y="0"/>
                  </a:lnTo>
                  <a:lnTo>
                    <a:pt x="3151391" y="10103"/>
                  </a:lnTo>
                  <a:lnTo>
                    <a:pt x="3079768" y="20083"/>
                  </a:lnTo>
                  <a:lnTo>
                    <a:pt x="3008146" y="29940"/>
                  </a:lnTo>
                  <a:lnTo>
                    <a:pt x="2936523" y="39677"/>
                  </a:lnTo>
                  <a:lnTo>
                    <a:pt x="2864901" y="49295"/>
                  </a:lnTo>
                  <a:lnTo>
                    <a:pt x="2793278" y="58795"/>
                  </a:lnTo>
                  <a:lnTo>
                    <a:pt x="2721655" y="68178"/>
                  </a:lnTo>
                  <a:lnTo>
                    <a:pt x="2650033" y="77447"/>
                  </a:lnTo>
                  <a:lnTo>
                    <a:pt x="2578410" y="86603"/>
                  </a:lnTo>
                  <a:lnTo>
                    <a:pt x="2506788" y="95646"/>
                  </a:lnTo>
                  <a:lnTo>
                    <a:pt x="2435165" y="104578"/>
                  </a:lnTo>
                  <a:lnTo>
                    <a:pt x="2363543" y="113402"/>
                  </a:lnTo>
                  <a:lnTo>
                    <a:pt x="2291920" y="122117"/>
                  </a:lnTo>
                  <a:lnTo>
                    <a:pt x="2220298" y="130726"/>
                  </a:lnTo>
                  <a:lnTo>
                    <a:pt x="2148675" y="139229"/>
                  </a:lnTo>
                  <a:lnTo>
                    <a:pt x="2077053" y="147628"/>
                  </a:lnTo>
                  <a:lnTo>
                    <a:pt x="2005430" y="155924"/>
                  </a:lnTo>
                  <a:lnTo>
                    <a:pt x="1933808" y="164119"/>
                  </a:lnTo>
                  <a:lnTo>
                    <a:pt x="1862185" y="172213"/>
                  </a:lnTo>
                  <a:lnTo>
                    <a:pt x="1790563" y="180209"/>
                  </a:lnTo>
                  <a:lnTo>
                    <a:pt x="1718940" y="188106"/>
                  </a:lnTo>
                  <a:lnTo>
                    <a:pt x="1647318" y="195907"/>
                  </a:lnTo>
                  <a:lnTo>
                    <a:pt x="1575695" y="203612"/>
                  </a:lnTo>
                  <a:lnTo>
                    <a:pt x="1504073" y="211223"/>
                  </a:lnTo>
                  <a:lnTo>
                    <a:pt x="1432450" y="218741"/>
                  </a:lnTo>
                  <a:lnTo>
                    <a:pt x="1360827" y="226167"/>
                  </a:lnTo>
                  <a:lnTo>
                    <a:pt x="1289205" y="233502"/>
                  </a:lnTo>
                  <a:lnTo>
                    <a:pt x="1217582" y="240747"/>
                  </a:lnTo>
                  <a:lnTo>
                    <a:pt x="1145960" y="247903"/>
                  </a:lnTo>
                  <a:lnTo>
                    <a:pt x="1074337" y="254972"/>
                  </a:lnTo>
                  <a:lnTo>
                    <a:pt x="1002715" y="261954"/>
                  </a:lnTo>
                  <a:lnTo>
                    <a:pt x="931092" y="268851"/>
                  </a:lnTo>
                  <a:lnTo>
                    <a:pt x="859470" y="275664"/>
                  </a:lnTo>
                  <a:lnTo>
                    <a:pt x="787847" y="282393"/>
                  </a:lnTo>
                  <a:lnTo>
                    <a:pt x="716225" y="289039"/>
                  </a:lnTo>
                  <a:lnTo>
                    <a:pt x="644602" y="295605"/>
                  </a:lnTo>
                  <a:lnTo>
                    <a:pt x="572980" y="302090"/>
                  </a:lnTo>
                  <a:lnTo>
                    <a:pt x="501357" y="308495"/>
                  </a:lnTo>
                  <a:lnTo>
                    <a:pt x="429735" y="314822"/>
                  </a:lnTo>
                  <a:lnTo>
                    <a:pt x="358112" y="321072"/>
                  </a:lnTo>
                  <a:lnTo>
                    <a:pt x="286490" y="327245"/>
                  </a:lnTo>
                  <a:lnTo>
                    <a:pt x="214867" y="333343"/>
                  </a:lnTo>
                  <a:lnTo>
                    <a:pt x="143245" y="339366"/>
                  </a:lnTo>
                  <a:lnTo>
                    <a:pt x="71622" y="345315"/>
                  </a:lnTo>
                  <a:lnTo>
                    <a:pt x="0" y="3511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990980" y="2073503"/>
              <a:ext cx="5271698" cy="3465981"/>
            </a:xfrm>
            <a:custGeom>
              <a:avLst/>
              <a:pathLst>
                <a:path w="5271698" h="3465981">
                  <a:moveTo>
                    <a:pt x="0" y="0"/>
                  </a:moveTo>
                  <a:lnTo>
                    <a:pt x="43254" y="149688"/>
                  </a:lnTo>
                  <a:lnTo>
                    <a:pt x="114876" y="380397"/>
                  </a:lnTo>
                  <a:lnTo>
                    <a:pt x="186499" y="595141"/>
                  </a:lnTo>
                  <a:lnTo>
                    <a:pt x="258121" y="795026"/>
                  </a:lnTo>
                  <a:lnTo>
                    <a:pt x="329744" y="981079"/>
                  </a:lnTo>
                  <a:lnTo>
                    <a:pt x="401366" y="1154258"/>
                  </a:lnTo>
                  <a:lnTo>
                    <a:pt x="472989" y="1315453"/>
                  </a:lnTo>
                  <a:lnTo>
                    <a:pt x="544611" y="1465494"/>
                  </a:lnTo>
                  <a:lnTo>
                    <a:pt x="616234" y="1605153"/>
                  </a:lnTo>
                  <a:lnTo>
                    <a:pt x="687857" y="1735147"/>
                  </a:lnTo>
                  <a:lnTo>
                    <a:pt x="759479" y="1856146"/>
                  </a:lnTo>
                  <a:lnTo>
                    <a:pt x="831102" y="1968772"/>
                  </a:lnTo>
                  <a:lnTo>
                    <a:pt x="902724" y="2073605"/>
                  </a:lnTo>
                  <a:lnTo>
                    <a:pt x="974347" y="2171183"/>
                  </a:lnTo>
                  <a:lnTo>
                    <a:pt x="1045969" y="2262010"/>
                  </a:lnTo>
                  <a:lnTo>
                    <a:pt x="1117592" y="2346551"/>
                  </a:lnTo>
                  <a:lnTo>
                    <a:pt x="1189214" y="2425242"/>
                  </a:lnTo>
                  <a:lnTo>
                    <a:pt x="1260837" y="2498488"/>
                  </a:lnTo>
                  <a:lnTo>
                    <a:pt x="1332459" y="2566666"/>
                  </a:lnTo>
                  <a:lnTo>
                    <a:pt x="1404082" y="2630126"/>
                  </a:lnTo>
                  <a:lnTo>
                    <a:pt x="1475704" y="2689194"/>
                  </a:lnTo>
                  <a:lnTo>
                    <a:pt x="1547327" y="2744176"/>
                  </a:lnTo>
                  <a:lnTo>
                    <a:pt x="1618949" y="2795352"/>
                  </a:lnTo>
                  <a:lnTo>
                    <a:pt x="1690572" y="2842988"/>
                  </a:lnTo>
                  <a:lnTo>
                    <a:pt x="1762194" y="2887327"/>
                  </a:lnTo>
                  <a:lnTo>
                    <a:pt x="1833817" y="2928597"/>
                  </a:lnTo>
                  <a:lnTo>
                    <a:pt x="1905439" y="2967012"/>
                  </a:lnTo>
                  <a:lnTo>
                    <a:pt x="1977062" y="3002769"/>
                  </a:lnTo>
                  <a:lnTo>
                    <a:pt x="2048685" y="3036052"/>
                  </a:lnTo>
                  <a:lnTo>
                    <a:pt x="2120307" y="3067031"/>
                  </a:lnTo>
                  <a:lnTo>
                    <a:pt x="2191930" y="3095867"/>
                  </a:lnTo>
                  <a:lnTo>
                    <a:pt x="2263552" y="3122707"/>
                  </a:lnTo>
                  <a:lnTo>
                    <a:pt x="2335175" y="3147690"/>
                  </a:lnTo>
                  <a:lnTo>
                    <a:pt x="2406797" y="3170945"/>
                  </a:lnTo>
                  <a:lnTo>
                    <a:pt x="2478420" y="3192590"/>
                  </a:lnTo>
                  <a:lnTo>
                    <a:pt x="2550042" y="3212737"/>
                  </a:lnTo>
                  <a:lnTo>
                    <a:pt x="2621665" y="3231490"/>
                  </a:lnTo>
                  <a:lnTo>
                    <a:pt x="2693287" y="3248946"/>
                  </a:lnTo>
                  <a:lnTo>
                    <a:pt x="2764910" y="3265194"/>
                  </a:lnTo>
                  <a:lnTo>
                    <a:pt x="2836532" y="3280317"/>
                  </a:lnTo>
                  <a:lnTo>
                    <a:pt x="2908155" y="3294394"/>
                  </a:lnTo>
                  <a:lnTo>
                    <a:pt x="2979777" y="3307497"/>
                  </a:lnTo>
                  <a:lnTo>
                    <a:pt x="3051400" y="3319693"/>
                  </a:lnTo>
                  <a:lnTo>
                    <a:pt x="3123022" y="3331045"/>
                  </a:lnTo>
                  <a:lnTo>
                    <a:pt x="3194645" y="3341611"/>
                  </a:lnTo>
                  <a:lnTo>
                    <a:pt x="3266267" y="3351447"/>
                  </a:lnTo>
                  <a:lnTo>
                    <a:pt x="3337890" y="3360602"/>
                  </a:lnTo>
                  <a:lnTo>
                    <a:pt x="3409513" y="3369123"/>
                  </a:lnTo>
                  <a:lnTo>
                    <a:pt x="3481135" y="3377055"/>
                  </a:lnTo>
                  <a:lnTo>
                    <a:pt x="3552758" y="3384437"/>
                  </a:lnTo>
                  <a:lnTo>
                    <a:pt x="3624380" y="3391309"/>
                  </a:lnTo>
                  <a:lnTo>
                    <a:pt x="3696003" y="3397706"/>
                  </a:lnTo>
                  <a:lnTo>
                    <a:pt x="3767625" y="3403660"/>
                  </a:lnTo>
                  <a:lnTo>
                    <a:pt x="3839248" y="3409201"/>
                  </a:lnTo>
                  <a:lnTo>
                    <a:pt x="3910870" y="3414360"/>
                  </a:lnTo>
                  <a:lnTo>
                    <a:pt x="3982493" y="3419161"/>
                  </a:lnTo>
                  <a:lnTo>
                    <a:pt x="4054115" y="3423630"/>
                  </a:lnTo>
                  <a:lnTo>
                    <a:pt x="4125738" y="3427790"/>
                  </a:lnTo>
                  <a:lnTo>
                    <a:pt x="4197360" y="3431662"/>
                  </a:lnTo>
                  <a:lnTo>
                    <a:pt x="4268983" y="3435266"/>
                  </a:lnTo>
                  <a:lnTo>
                    <a:pt x="4340605" y="3438621"/>
                  </a:lnTo>
                  <a:lnTo>
                    <a:pt x="4412228" y="3441744"/>
                  </a:lnTo>
                  <a:lnTo>
                    <a:pt x="4483850" y="3444650"/>
                  </a:lnTo>
                  <a:lnTo>
                    <a:pt x="4555473" y="3447356"/>
                  </a:lnTo>
                  <a:lnTo>
                    <a:pt x="4627095" y="3449874"/>
                  </a:lnTo>
                  <a:lnTo>
                    <a:pt x="4698718" y="3452218"/>
                  </a:lnTo>
                  <a:lnTo>
                    <a:pt x="4770341" y="3454399"/>
                  </a:lnTo>
                  <a:lnTo>
                    <a:pt x="4841963" y="3456430"/>
                  </a:lnTo>
                  <a:lnTo>
                    <a:pt x="4913586" y="3458320"/>
                  </a:lnTo>
                  <a:lnTo>
                    <a:pt x="4985208" y="3460080"/>
                  </a:lnTo>
                  <a:lnTo>
                    <a:pt x="5056831" y="3461717"/>
                  </a:lnTo>
                  <a:lnTo>
                    <a:pt x="5128453" y="3463242"/>
                  </a:lnTo>
                  <a:lnTo>
                    <a:pt x="5200076" y="3464661"/>
                  </a:lnTo>
                  <a:lnTo>
                    <a:pt x="5271698" y="34659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68146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5195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3575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1956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89033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7283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5664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40448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6" name="tx5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2.31 (0.87-6.19), p_Bonf = 0.566 (n = 6)  |  per IQR decline (Δ = 23.5 %): 7.16 (0.71-71.93)  |  IQR: [-19.6, 3.9] 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17517" y="1669789"/>
              <a:ext cx="35084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2026-10-09T13:21:39Z</dcterms:modified>
  <cp:category/>
</cp:coreProperties>
</file>