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517" y="1896563"/>
              <a:ext cx="62991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NA (NA-NA), p_Bonf = NA (n = 6)  |  per IQR decline (Δ = 24.2): NA (NA-NA)  |  IQR: [-13.0, 11.2]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2026-08-17T08:02:07Z</dcterms:modified>
  <cp:category/>
</cp:coreProperties>
</file>