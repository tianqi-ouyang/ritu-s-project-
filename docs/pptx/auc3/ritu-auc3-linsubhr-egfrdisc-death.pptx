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17517" y="1896563"/>
              <a:ext cx="629911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mL/min decline: NA (NA-NA), p_Bonf = NA (n = 6)  |  per IQR decline (Δ = 23.9): NA (NA-NA)  |  IQR: [-12.7, 11.2]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2026-10-09T13:21:31Z</dcterms:modified>
  <cp:category/>
</cp:coreProperties>
</file>