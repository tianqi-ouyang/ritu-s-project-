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234"/>
            </a:xfrm>
            <a:custGeom>
              <a:avLst/>
              <a:pathLst>
                <a:path w="7090630" h="3483234">
                  <a:moveTo>
                    <a:pt x="2204130" y="0"/>
                  </a:moveTo>
                  <a:lnTo>
                    <a:pt x="2220298" y="105282"/>
                  </a:lnTo>
                  <a:lnTo>
                    <a:pt x="2291920" y="515108"/>
                  </a:lnTo>
                  <a:lnTo>
                    <a:pt x="2363543" y="875220"/>
                  </a:lnTo>
                  <a:lnTo>
                    <a:pt x="2435165" y="1191648"/>
                  </a:lnTo>
                  <a:lnTo>
                    <a:pt x="2506788" y="1469692"/>
                  </a:lnTo>
                  <a:lnTo>
                    <a:pt x="2578410" y="1714007"/>
                  </a:lnTo>
                  <a:lnTo>
                    <a:pt x="2650033" y="1928686"/>
                  </a:lnTo>
                  <a:lnTo>
                    <a:pt x="2721655" y="2117323"/>
                  </a:lnTo>
                  <a:lnTo>
                    <a:pt x="2793278" y="2283078"/>
                  </a:lnTo>
                  <a:lnTo>
                    <a:pt x="2864901" y="2428725"/>
                  </a:lnTo>
                  <a:lnTo>
                    <a:pt x="2936523" y="2556705"/>
                  </a:lnTo>
                  <a:lnTo>
                    <a:pt x="3008146" y="2657383"/>
                  </a:lnTo>
                  <a:lnTo>
                    <a:pt x="3079768" y="2679197"/>
                  </a:lnTo>
                  <a:lnTo>
                    <a:pt x="3151391" y="2700436"/>
                  </a:lnTo>
                  <a:lnTo>
                    <a:pt x="3223013" y="2721114"/>
                  </a:lnTo>
                  <a:lnTo>
                    <a:pt x="3294636" y="2741246"/>
                  </a:lnTo>
                  <a:lnTo>
                    <a:pt x="3366258" y="2760846"/>
                  </a:lnTo>
                  <a:lnTo>
                    <a:pt x="3437881" y="2779930"/>
                  </a:lnTo>
                  <a:lnTo>
                    <a:pt x="3509503" y="2798509"/>
                  </a:lnTo>
                  <a:lnTo>
                    <a:pt x="3581126" y="2816598"/>
                  </a:lnTo>
                  <a:lnTo>
                    <a:pt x="3652748" y="2834209"/>
                  </a:lnTo>
                  <a:lnTo>
                    <a:pt x="3724371" y="2851356"/>
                  </a:lnTo>
                  <a:lnTo>
                    <a:pt x="3795993" y="2868050"/>
                  </a:lnTo>
                  <a:lnTo>
                    <a:pt x="3867616" y="2884303"/>
                  </a:lnTo>
                  <a:lnTo>
                    <a:pt x="3939238" y="2900127"/>
                  </a:lnTo>
                  <a:lnTo>
                    <a:pt x="4010861" y="2915534"/>
                  </a:lnTo>
                  <a:lnTo>
                    <a:pt x="4082483" y="2930533"/>
                  </a:lnTo>
                  <a:lnTo>
                    <a:pt x="4154106" y="2945137"/>
                  </a:lnTo>
                  <a:lnTo>
                    <a:pt x="4225729" y="2959355"/>
                  </a:lnTo>
                  <a:lnTo>
                    <a:pt x="4297351" y="2973198"/>
                  </a:lnTo>
                  <a:lnTo>
                    <a:pt x="4368974" y="2986676"/>
                  </a:lnTo>
                  <a:lnTo>
                    <a:pt x="4440596" y="2999798"/>
                  </a:lnTo>
                  <a:lnTo>
                    <a:pt x="4512219" y="3012573"/>
                  </a:lnTo>
                  <a:lnTo>
                    <a:pt x="4583841" y="3025011"/>
                  </a:lnTo>
                  <a:lnTo>
                    <a:pt x="4655464" y="3037121"/>
                  </a:lnTo>
                  <a:lnTo>
                    <a:pt x="4727086" y="3048911"/>
                  </a:lnTo>
                  <a:lnTo>
                    <a:pt x="4798709" y="3060390"/>
                  </a:lnTo>
                  <a:lnTo>
                    <a:pt x="4870331" y="3071565"/>
                  </a:lnTo>
                  <a:lnTo>
                    <a:pt x="4941954" y="3082446"/>
                  </a:lnTo>
                  <a:lnTo>
                    <a:pt x="5013576" y="3093040"/>
                  </a:lnTo>
                  <a:lnTo>
                    <a:pt x="5085199" y="3103354"/>
                  </a:lnTo>
                  <a:lnTo>
                    <a:pt x="5156821" y="3113395"/>
                  </a:lnTo>
                  <a:lnTo>
                    <a:pt x="5228444" y="3123172"/>
                  </a:lnTo>
                  <a:lnTo>
                    <a:pt x="5300066" y="3132690"/>
                  </a:lnTo>
                  <a:lnTo>
                    <a:pt x="5371689" y="3141958"/>
                  </a:lnTo>
                  <a:lnTo>
                    <a:pt x="5443311" y="3150980"/>
                  </a:lnTo>
                  <a:lnTo>
                    <a:pt x="5514934" y="3159765"/>
                  </a:lnTo>
                  <a:lnTo>
                    <a:pt x="5586557" y="3168317"/>
                  </a:lnTo>
                  <a:lnTo>
                    <a:pt x="5658179" y="3176644"/>
                  </a:lnTo>
                  <a:lnTo>
                    <a:pt x="5729802" y="3184751"/>
                  </a:lnTo>
                  <a:lnTo>
                    <a:pt x="5801424" y="3192644"/>
                  </a:lnTo>
                  <a:lnTo>
                    <a:pt x="5873047" y="3200328"/>
                  </a:lnTo>
                  <a:lnTo>
                    <a:pt x="5944669" y="3207810"/>
                  </a:lnTo>
                  <a:lnTo>
                    <a:pt x="6016292" y="3215094"/>
                  </a:lnTo>
                  <a:lnTo>
                    <a:pt x="6087914" y="3222186"/>
                  </a:lnTo>
                  <a:lnTo>
                    <a:pt x="6159537" y="3229091"/>
                  </a:lnTo>
                  <a:lnTo>
                    <a:pt x="6231159" y="3235813"/>
                  </a:lnTo>
                  <a:lnTo>
                    <a:pt x="6302782" y="3242358"/>
                  </a:lnTo>
                  <a:lnTo>
                    <a:pt x="6374404" y="3248730"/>
                  </a:lnTo>
                  <a:lnTo>
                    <a:pt x="6446027" y="3254934"/>
                  </a:lnTo>
                  <a:lnTo>
                    <a:pt x="6517649" y="3260974"/>
                  </a:lnTo>
                  <a:lnTo>
                    <a:pt x="6589272" y="3266855"/>
                  </a:lnTo>
                  <a:lnTo>
                    <a:pt x="6660894" y="3272581"/>
                  </a:lnTo>
                  <a:lnTo>
                    <a:pt x="6732517" y="3278155"/>
                  </a:lnTo>
                  <a:lnTo>
                    <a:pt x="6804139" y="3283582"/>
                  </a:lnTo>
                  <a:lnTo>
                    <a:pt x="6875762" y="3288866"/>
                  </a:lnTo>
                  <a:lnTo>
                    <a:pt x="6947385" y="3294011"/>
                  </a:lnTo>
                  <a:lnTo>
                    <a:pt x="7019007" y="3299019"/>
                  </a:lnTo>
                  <a:lnTo>
                    <a:pt x="7090630" y="3303896"/>
                  </a:lnTo>
                  <a:lnTo>
                    <a:pt x="7090630" y="3483234"/>
                  </a:lnTo>
                  <a:lnTo>
                    <a:pt x="7019007" y="3483163"/>
                  </a:lnTo>
                  <a:lnTo>
                    <a:pt x="6947385" y="3483083"/>
                  </a:lnTo>
                  <a:lnTo>
                    <a:pt x="6875762" y="3482991"/>
                  </a:lnTo>
                  <a:lnTo>
                    <a:pt x="6804139" y="3482887"/>
                  </a:lnTo>
                  <a:lnTo>
                    <a:pt x="6732517" y="3482768"/>
                  </a:lnTo>
                  <a:lnTo>
                    <a:pt x="6660894" y="3482633"/>
                  </a:lnTo>
                  <a:lnTo>
                    <a:pt x="6589272" y="3482479"/>
                  </a:lnTo>
                  <a:lnTo>
                    <a:pt x="6517649" y="3482304"/>
                  </a:lnTo>
                  <a:lnTo>
                    <a:pt x="6446027" y="3482105"/>
                  </a:lnTo>
                  <a:lnTo>
                    <a:pt x="6374404" y="3481879"/>
                  </a:lnTo>
                  <a:lnTo>
                    <a:pt x="6302782" y="3481621"/>
                  </a:lnTo>
                  <a:lnTo>
                    <a:pt x="6231159" y="3481327"/>
                  </a:lnTo>
                  <a:lnTo>
                    <a:pt x="6159537" y="3480993"/>
                  </a:lnTo>
                  <a:lnTo>
                    <a:pt x="6087914" y="3480613"/>
                  </a:lnTo>
                  <a:lnTo>
                    <a:pt x="6016292" y="3480181"/>
                  </a:lnTo>
                  <a:lnTo>
                    <a:pt x="5944669" y="3479689"/>
                  </a:lnTo>
                  <a:lnTo>
                    <a:pt x="5873047" y="3479128"/>
                  </a:lnTo>
                  <a:lnTo>
                    <a:pt x="5801424" y="3478491"/>
                  </a:lnTo>
                  <a:lnTo>
                    <a:pt x="5729802" y="3477765"/>
                  </a:lnTo>
                  <a:lnTo>
                    <a:pt x="5658179" y="3476940"/>
                  </a:lnTo>
                  <a:lnTo>
                    <a:pt x="5586557" y="3476000"/>
                  </a:lnTo>
                  <a:lnTo>
                    <a:pt x="5514934" y="3474931"/>
                  </a:lnTo>
                  <a:lnTo>
                    <a:pt x="5443311" y="3473713"/>
                  </a:lnTo>
                  <a:lnTo>
                    <a:pt x="5371689" y="3472328"/>
                  </a:lnTo>
                  <a:lnTo>
                    <a:pt x="5300066" y="3470752"/>
                  </a:lnTo>
                  <a:lnTo>
                    <a:pt x="5228444" y="3468958"/>
                  </a:lnTo>
                  <a:lnTo>
                    <a:pt x="5156821" y="3466917"/>
                  </a:lnTo>
                  <a:lnTo>
                    <a:pt x="5085199" y="3464593"/>
                  </a:lnTo>
                  <a:lnTo>
                    <a:pt x="5013576" y="3461949"/>
                  </a:lnTo>
                  <a:lnTo>
                    <a:pt x="4941954" y="3458940"/>
                  </a:lnTo>
                  <a:lnTo>
                    <a:pt x="4870331" y="3455516"/>
                  </a:lnTo>
                  <a:lnTo>
                    <a:pt x="4798709" y="3451618"/>
                  </a:lnTo>
                  <a:lnTo>
                    <a:pt x="4727086" y="3447183"/>
                  </a:lnTo>
                  <a:lnTo>
                    <a:pt x="4655464" y="3442135"/>
                  </a:lnTo>
                  <a:lnTo>
                    <a:pt x="4583841" y="3436391"/>
                  </a:lnTo>
                  <a:lnTo>
                    <a:pt x="4512219" y="3429853"/>
                  </a:lnTo>
                  <a:lnTo>
                    <a:pt x="4440596" y="3422413"/>
                  </a:lnTo>
                  <a:lnTo>
                    <a:pt x="4368974" y="3413946"/>
                  </a:lnTo>
                  <a:lnTo>
                    <a:pt x="4297351" y="3404310"/>
                  </a:lnTo>
                  <a:lnTo>
                    <a:pt x="4225729" y="3393343"/>
                  </a:lnTo>
                  <a:lnTo>
                    <a:pt x="4154106" y="3380863"/>
                  </a:lnTo>
                  <a:lnTo>
                    <a:pt x="4082483" y="3366660"/>
                  </a:lnTo>
                  <a:lnTo>
                    <a:pt x="4010861" y="3350496"/>
                  </a:lnTo>
                  <a:lnTo>
                    <a:pt x="3939238" y="3332100"/>
                  </a:lnTo>
                  <a:lnTo>
                    <a:pt x="3867616" y="3311166"/>
                  </a:lnTo>
                  <a:lnTo>
                    <a:pt x="3795993" y="3287340"/>
                  </a:lnTo>
                  <a:lnTo>
                    <a:pt x="3724371" y="3260226"/>
                  </a:lnTo>
                  <a:lnTo>
                    <a:pt x="3652748" y="3229369"/>
                  </a:lnTo>
                  <a:lnTo>
                    <a:pt x="3581126" y="3194252"/>
                  </a:lnTo>
                  <a:lnTo>
                    <a:pt x="3509503" y="3154286"/>
                  </a:lnTo>
                  <a:lnTo>
                    <a:pt x="3437881" y="3108804"/>
                  </a:lnTo>
                  <a:lnTo>
                    <a:pt x="3366258" y="3057042"/>
                  </a:lnTo>
                  <a:lnTo>
                    <a:pt x="3294636" y="2998135"/>
                  </a:lnTo>
                  <a:lnTo>
                    <a:pt x="3223013" y="2931095"/>
                  </a:lnTo>
                  <a:lnTo>
                    <a:pt x="3151391" y="2854801"/>
                  </a:lnTo>
                  <a:lnTo>
                    <a:pt x="3079768" y="2767974"/>
                  </a:lnTo>
                  <a:lnTo>
                    <a:pt x="3008146" y="2669160"/>
                  </a:lnTo>
                  <a:lnTo>
                    <a:pt x="2936523" y="2634977"/>
                  </a:lnTo>
                  <a:lnTo>
                    <a:pt x="2864901" y="2611963"/>
                  </a:lnTo>
                  <a:lnTo>
                    <a:pt x="2793278" y="2588326"/>
                  </a:lnTo>
                  <a:lnTo>
                    <a:pt x="2721655" y="2564048"/>
                  </a:lnTo>
                  <a:lnTo>
                    <a:pt x="2650033" y="2539111"/>
                  </a:lnTo>
                  <a:lnTo>
                    <a:pt x="2578410" y="2513498"/>
                  </a:lnTo>
                  <a:lnTo>
                    <a:pt x="2506788" y="2487191"/>
                  </a:lnTo>
                  <a:lnTo>
                    <a:pt x="2435165" y="2460171"/>
                  </a:lnTo>
                  <a:lnTo>
                    <a:pt x="2363543" y="2432418"/>
                  </a:lnTo>
                  <a:lnTo>
                    <a:pt x="2291920" y="2403912"/>
                  </a:lnTo>
                  <a:lnTo>
                    <a:pt x="2220298" y="2374634"/>
                  </a:lnTo>
                  <a:lnTo>
                    <a:pt x="2148675" y="2344561"/>
                  </a:lnTo>
                  <a:lnTo>
                    <a:pt x="2077053" y="2313674"/>
                  </a:lnTo>
                  <a:lnTo>
                    <a:pt x="2005430" y="2281949"/>
                  </a:lnTo>
                  <a:lnTo>
                    <a:pt x="1933808" y="2249363"/>
                  </a:lnTo>
                  <a:lnTo>
                    <a:pt x="1862185" y="2215894"/>
                  </a:lnTo>
                  <a:lnTo>
                    <a:pt x="1790563" y="2181518"/>
                  </a:lnTo>
                  <a:lnTo>
                    <a:pt x="1718940" y="2146210"/>
                  </a:lnTo>
                  <a:lnTo>
                    <a:pt x="1647318" y="2109944"/>
                  </a:lnTo>
                  <a:lnTo>
                    <a:pt x="1575695" y="2072695"/>
                  </a:lnTo>
                  <a:lnTo>
                    <a:pt x="1504073" y="2034436"/>
                  </a:lnTo>
                  <a:lnTo>
                    <a:pt x="1432450" y="1995139"/>
                  </a:lnTo>
                  <a:lnTo>
                    <a:pt x="1360827" y="1954777"/>
                  </a:lnTo>
                  <a:lnTo>
                    <a:pt x="1289205" y="1913321"/>
                  </a:lnTo>
                  <a:lnTo>
                    <a:pt x="1217582" y="1870741"/>
                  </a:lnTo>
                  <a:lnTo>
                    <a:pt x="1145960" y="1827006"/>
                  </a:lnTo>
                  <a:lnTo>
                    <a:pt x="1074337" y="1782085"/>
                  </a:lnTo>
                  <a:lnTo>
                    <a:pt x="1002715" y="1735947"/>
                  </a:lnTo>
                  <a:lnTo>
                    <a:pt x="931092" y="1688557"/>
                  </a:lnTo>
                  <a:lnTo>
                    <a:pt x="859470" y="1639883"/>
                  </a:lnTo>
                  <a:lnTo>
                    <a:pt x="787847" y="1589889"/>
                  </a:lnTo>
                  <a:lnTo>
                    <a:pt x="716225" y="1538539"/>
                  </a:lnTo>
                  <a:lnTo>
                    <a:pt x="644602" y="1485797"/>
                  </a:lnTo>
                  <a:lnTo>
                    <a:pt x="572980" y="1431625"/>
                  </a:lnTo>
                  <a:lnTo>
                    <a:pt x="501357" y="1375984"/>
                  </a:lnTo>
                  <a:lnTo>
                    <a:pt x="429735" y="1318834"/>
                  </a:lnTo>
                  <a:lnTo>
                    <a:pt x="358112" y="1260135"/>
                  </a:lnTo>
                  <a:lnTo>
                    <a:pt x="286490" y="1199844"/>
                  </a:lnTo>
                  <a:lnTo>
                    <a:pt x="214867" y="1137919"/>
                  </a:lnTo>
                  <a:lnTo>
                    <a:pt x="143245" y="1074314"/>
                  </a:lnTo>
                  <a:lnTo>
                    <a:pt x="71622" y="1008985"/>
                  </a:lnTo>
                  <a:lnTo>
                    <a:pt x="0" y="941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76180" y="2073503"/>
              <a:ext cx="4886499" cy="3303896"/>
            </a:xfrm>
            <a:custGeom>
              <a:avLst/>
              <a:pathLst>
                <a:path w="4886499" h="3303896">
                  <a:moveTo>
                    <a:pt x="0" y="0"/>
                  </a:moveTo>
                  <a:lnTo>
                    <a:pt x="16167" y="105282"/>
                  </a:lnTo>
                  <a:lnTo>
                    <a:pt x="87790" y="515108"/>
                  </a:lnTo>
                  <a:lnTo>
                    <a:pt x="159412" y="875220"/>
                  </a:lnTo>
                  <a:lnTo>
                    <a:pt x="231035" y="1191648"/>
                  </a:lnTo>
                  <a:lnTo>
                    <a:pt x="302657" y="1469692"/>
                  </a:lnTo>
                  <a:lnTo>
                    <a:pt x="374280" y="1714007"/>
                  </a:lnTo>
                  <a:lnTo>
                    <a:pt x="445902" y="1928686"/>
                  </a:lnTo>
                  <a:lnTo>
                    <a:pt x="517525" y="2117323"/>
                  </a:lnTo>
                  <a:lnTo>
                    <a:pt x="589147" y="2283078"/>
                  </a:lnTo>
                  <a:lnTo>
                    <a:pt x="660770" y="2428725"/>
                  </a:lnTo>
                  <a:lnTo>
                    <a:pt x="732392" y="2556705"/>
                  </a:lnTo>
                  <a:lnTo>
                    <a:pt x="804015" y="2657383"/>
                  </a:lnTo>
                  <a:lnTo>
                    <a:pt x="875637" y="2679197"/>
                  </a:lnTo>
                  <a:lnTo>
                    <a:pt x="947260" y="2700436"/>
                  </a:lnTo>
                  <a:lnTo>
                    <a:pt x="1018882" y="2721114"/>
                  </a:lnTo>
                  <a:lnTo>
                    <a:pt x="1090505" y="2741246"/>
                  </a:lnTo>
                  <a:lnTo>
                    <a:pt x="1162127" y="2760846"/>
                  </a:lnTo>
                  <a:lnTo>
                    <a:pt x="1233750" y="2779930"/>
                  </a:lnTo>
                  <a:lnTo>
                    <a:pt x="1305373" y="2798509"/>
                  </a:lnTo>
                  <a:lnTo>
                    <a:pt x="1376995" y="2816598"/>
                  </a:lnTo>
                  <a:lnTo>
                    <a:pt x="1448618" y="2834209"/>
                  </a:lnTo>
                  <a:lnTo>
                    <a:pt x="1520240" y="2851356"/>
                  </a:lnTo>
                  <a:lnTo>
                    <a:pt x="1591863" y="2868050"/>
                  </a:lnTo>
                  <a:lnTo>
                    <a:pt x="1663485" y="2884303"/>
                  </a:lnTo>
                  <a:lnTo>
                    <a:pt x="1735108" y="2900127"/>
                  </a:lnTo>
                  <a:lnTo>
                    <a:pt x="1806730" y="2915534"/>
                  </a:lnTo>
                  <a:lnTo>
                    <a:pt x="1878353" y="2930533"/>
                  </a:lnTo>
                  <a:lnTo>
                    <a:pt x="1949975" y="2945137"/>
                  </a:lnTo>
                  <a:lnTo>
                    <a:pt x="2021598" y="2959355"/>
                  </a:lnTo>
                  <a:lnTo>
                    <a:pt x="2093220" y="2973198"/>
                  </a:lnTo>
                  <a:lnTo>
                    <a:pt x="2164843" y="2986676"/>
                  </a:lnTo>
                  <a:lnTo>
                    <a:pt x="2236465" y="2999798"/>
                  </a:lnTo>
                  <a:lnTo>
                    <a:pt x="2308088" y="3012573"/>
                  </a:lnTo>
                  <a:lnTo>
                    <a:pt x="2379710" y="3025011"/>
                  </a:lnTo>
                  <a:lnTo>
                    <a:pt x="2451333" y="3037121"/>
                  </a:lnTo>
                  <a:lnTo>
                    <a:pt x="2522955" y="3048911"/>
                  </a:lnTo>
                  <a:lnTo>
                    <a:pt x="2594578" y="3060390"/>
                  </a:lnTo>
                  <a:lnTo>
                    <a:pt x="2666201" y="3071565"/>
                  </a:lnTo>
                  <a:lnTo>
                    <a:pt x="2737823" y="3082446"/>
                  </a:lnTo>
                  <a:lnTo>
                    <a:pt x="2809446" y="3093040"/>
                  </a:lnTo>
                  <a:lnTo>
                    <a:pt x="2881068" y="3103354"/>
                  </a:lnTo>
                  <a:lnTo>
                    <a:pt x="2952691" y="3113395"/>
                  </a:lnTo>
                  <a:lnTo>
                    <a:pt x="3024313" y="3123172"/>
                  </a:lnTo>
                  <a:lnTo>
                    <a:pt x="3095936" y="3132690"/>
                  </a:lnTo>
                  <a:lnTo>
                    <a:pt x="3167558" y="3141958"/>
                  </a:lnTo>
                  <a:lnTo>
                    <a:pt x="3239181" y="3150980"/>
                  </a:lnTo>
                  <a:lnTo>
                    <a:pt x="3310803" y="3159765"/>
                  </a:lnTo>
                  <a:lnTo>
                    <a:pt x="3382426" y="3168317"/>
                  </a:lnTo>
                  <a:lnTo>
                    <a:pt x="3454048" y="3176644"/>
                  </a:lnTo>
                  <a:lnTo>
                    <a:pt x="3525671" y="3184751"/>
                  </a:lnTo>
                  <a:lnTo>
                    <a:pt x="3597293" y="3192644"/>
                  </a:lnTo>
                  <a:lnTo>
                    <a:pt x="3668916" y="3200328"/>
                  </a:lnTo>
                  <a:lnTo>
                    <a:pt x="3740538" y="3207810"/>
                  </a:lnTo>
                  <a:lnTo>
                    <a:pt x="3812161" y="3215094"/>
                  </a:lnTo>
                  <a:lnTo>
                    <a:pt x="3883783" y="3222186"/>
                  </a:lnTo>
                  <a:lnTo>
                    <a:pt x="3955406" y="3229091"/>
                  </a:lnTo>
                  <a:lnTo>
                    <a:pt x="4027029" y="3235813"/>
                  </a:lnTo>
                  <a:lnTo>
                    <a:pt x="4098651" y="3242358"/>
                  </a:lnTo>
                  <a:lnTo>
                    <a:pt x="4170274" y="3248730"/>
                  </a:lnTo>
                  <a:lnTo>
                    <a:pt x="4241896" y="3254934"/>
                  </a:lnTo>
                  <a:lnTo>
                    <a:pt x="4313519" y="3260974"/>
                  </a:lnTo>
                  <a:lnTo>
                    <a:pt x="4385141" y="3266855"/>
                  </a:lnTo>
                  <a:lnTo>
                    <a:pt x="4456764" y="3272581"/>
                  </a:lnTo>
                  <a:lnTo>
                    <a:pt x="4528386" y="3278155"/>
                  </a:lnTo>
                  <a:lnTo>
                    <a:pt x="4600009" y="3283582"/>
                  </a:lnTo>
                  <a:lnTo>
                    <a:pt x="4671631" y="3288866"/>
                  </a:lnTo>
                  <a:lnTo>
                    <a:pt x="4743254" y="3294011"/>
                  </a:lnTo>
                  <a:lnTo>
                    <a:pt x="4814876" y="3299019"/>
                  </a:lnTo>
                  <a:lnTo>
                    <a:pt x="4886499" y="33038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15388"/>
              <a:ext cx="7090630" cy="2541348"/>
            </a:xfrm>
            <a:custGeom>
              <a:avLst/>
              <a:pathLst>
                <a:path w="7090630" h="2541348">
                  <a:moveTo>
                    <a:pt x="7090630" y="2541348"/>
                  </a:moveTo>
                  <a:lnTo>
                    <a:pt x="7019007" y="2541277"/>
                  </a:lnTo>
                  <a:lnTo>
                    <a:pt x="6947385" y="2541197"/>
                  </a:lnTo>
                  <a:lnTo>
                    <a:pt x="6875762" y="2541105"/>
                  </a:lnTo>
                  <a:lnTo>
                    <a:pt x="6804139" y="2541001"/>
                  </a:lnTo>
                  <a:lnTo>
                    <a:pt x="6732517" y="2540882"/>
                  </a:lnTo>
                  <a:lnTo>
                    <a:pt x="6660894" y="2540747"/>
                  </a:lnTo>
                  <a:lnTo>
                    <a:pt x="6589272" y="2540594"/>
                  </a:lnTo>
                  <a:lnTo>
                    <a:pt x="6517649" y="2540419"/>
                  </a:lnTo>
                  <a:lnTo>
                    <a:pt x="6446027" y="2540220"/>
                  </a:lnTo>
                  <a:lnTo>
                    <a:pt x="6374404" y="2539993"/>
                  </a:lnTo>
                  <a:lnTo>
                    <a:pt x="6302782" y="2539735"/>
                  </a:lnTo>
                  <a:lnTo>
                    <a:pt x="6231159" y="2539442"/>
                  </a:lnTo>
                  <a:lnTo>
                    <a:pt x="6159537" y="2539108"/>
                  </a:lnTo>
                  <a:lnTo>
                    <a:pt x="6087914" y="2538728"/>
                  </a:lnTo>
                  <a:lnTo>
                    <a:pt x="6016292" y="2538295"/>
                  </a:lnTo>
                  <a:lnTo>
                    <a:pt x="5944669" y="2537803"/>
                  </a:lnTo>
                  <a:lnTo>
                    <a:pt x="5873047" y="2537243"/>
                  </a:lnTo>
                  <a:lnTo>
                    <a:pt x="5801424" y="2536605"/>
                  </a:lnTo>
                  <a:lnTo>
                    <a:pt x="5729802" y="2535880"/>
                  </a:lnTo>
                  <a:lnTo>
                    <a:pt x="5658179" y="2535054"/>
                  </a:lnTo>
                  <a:lnTo>
                    <a:pt x="5586557" y="2534114"/>
                  </a:lnTo>
                  <a:lnTo>
                    <a:pt x="5514934" y="2533045"/>
                  </a:lnTo>
                  <a:lnTo>
                    <a:pt x="5443311" y="2531828"/>
                  </a:lnTo>
                  <a:lnTo>
                    <a:pt x="5371689" y="2530443"/>
                  </a:lnTo>
                  <a:lnTo>
                    <a:pt x="5300066" y="2528866"/>
                  </a:lnTo>
                  <a:lnTo>
                    <a:pt x="5228444" y="2527073"/>
                  </a:lnTo>
                  <a:lnTo>
                    <a:pt x="5156821" y="2525031"/>
                  </a:lnTo>
                  <a:lnTo>
                    <a:pt x="5085199" y="2522708"/>
                  </a:lnTo>
                  <a:lnTo>
                    <a:pt x="5013576" y="2520064"/>
                  </a:lnTo>
                  <a:lnTo>
                    <a:pt x="4941954" y="2517054"/>
                  </a:lnTo>
                  <a:lnTo>
                    <a:pt x="4870331" y="2513630"/>
                  </a:lnTo>
                  <a:lnTo>
                    <a:pt x="4798709" y="2509733"/>
                  </a:lnTo>
                  <a:lnTo>
                    <a:pt x="4727086" y="2505297"/>
                  </a:lnTo>
                  <a:lnTo>
                    <a:pt x="4655464" y="2500250"/>
                  </a:lnTo>
                  <a:lnTo>
                    <a:pt x="4583841" y="2494505"/>
                  </a:lnTo>
                  <a:lnTo>
                    <a:pt x="4512219" y="2487967"/>
                  </a:lnTo>
                  <a:lnTo>
                    <a:pt x="4440596" y="2480527"/>
                  </a:lnTo>
                  <a:lnTo>
                    <a:pt x="4368974" y="2472060"/>
                  </a:lnTo>
                  <a:lnTo>
                    <a:pt x="4297351" y="2462424"/>
                  </a:lnTo>
                  <a:lnTo>
                    <a:pt x="4225729" y="2451458"/>
                  </a:lnTo>
                  <a:lnTo>
                    <a:pt x="4154106" y="2438977"/>
                  </a:lnTo>
                  <a:lnTo>
                    <a:pt x="4082483" y="2424774"/>
                  </a:lnTo>
                  <a:lnTo>
                    <a:pt x="4010861" y="2408610"/>
                  </a:lnTo>
                  <a:lnTo>
                    <a:pt x="3939238" y="2390215"/>
                  </a:lnTo>
                  <a:lnTo>
                    <a:pt x="3867616" y="2369280"/>
                  </a:lnTo>
                  <a:lnTo>
                    <a:pt x="3795993" y="2345455"/>
                  </a:lnTo>
                  <a:lnTo>
                    <a:pt x="3724371" y="2318341"/>
                  </a:lnTo>
                  <a:lnTo>
                    <a:pt x="3652748" y="2287483"/>
                  </a:lnTo>
                  <a:lnTo>
                    <a:pt x="3581126" y="2252366"/>
                  </a:lnTo>
                  <a:lnTo>
                    <a:pt x="3509503" y="2212401"/>
                  </a:lnTo>
                  <a:lnTo>
                    <a:pt x="3437881" y="2166918"/>
                  </a:lnTo>
                  <a:lnTo>
                    <a:pt x="3366258" y="2115157"/>
                  </a:lnTo>
                  <a:lnTo>
                    <a:pt x="3294636" y="2056249"/>
                  </a:lnTo>
                  <a:lnTo>
                    <a:pt x="3223013" y="1989210"/>
                  </a:lnTo>
                  <a:lnTo>
                    <a:pt x="3151391" y="1912915"/>
                  </a:lnTo>
                  <a:lnTo>
                    <a:pt x="3079768" y="1826088"/>
                  </a:lnTo>
                  <a:lnTo>
                    <a:pt x="3008146" y="1727275"/>
                  </a:lnTo>
                  <a:lnTo>
                    <a:pt x="2936523" y="1693091"/>
                  </a:lnTo>
                  <a:lnTo>
                    <a:pt x="2864901" y="1670078"/>
                  </a:lnTo>
                  <a:lnTo>
                    <a:pt x="2793278" y="1646440"/>
                  </a:lnTo>
                  <a:lnTo>
                    <a:pt x="2721655" y="1622162"/>
                  </a:lnTo>
                  <a:lnTo>
                    <a:pt x="2650033" y="1597225"/>
                  </a:lnTo>
                  <a:lnTo>
                    <a:pt x="2578410" y="1571613"/>
                  </a:lnTo>
                  <a:lnTo>
                    <a:pt x="2506788" y="1545306"/>
                  </a:lnTo>
                  <a:lnTo>
                    <a:pt x="2435165" y="1518285"/>
                  </a:lnTo>
                  <a:lnTo>
                    <a:pt x="2363543" y="1490532"/>
                  </a:lnTo>
                  <a:lnTo>
                    <a:pt x="2291920" y="1462027"/>
                  </a:lnTo>
                  <a:lnTo>
                    <a:pt x="2220298" y="1432748"/>
                  </a:lnTo>
                  <a:lnTo>
                    <a:pt x="2148675" y="1402676"/>
                  </a:lnTo>
                  <a:lnTo>
                    <a:pt x="2077053" y="1371788"/>
                  </a:lnTo>
                  <a:lnTo>
                    <a:pt x="2005430" y="1340063"/>
                  </a:lnTo>
                  <a:lnTo>
                    <a:pt x="1933808" y="1307478"/>
                  </a:lnTo>
                  <a:lnTo>
                    <a:pt x="1862185" y="1274009"/>
                  </a:lnTo>
                  <a:lnTo>
                    <a:pt x="1790563" y="1239632"/>
                  </a:lnTo>
                  <a:lnTo>
                    <a:pt x="1718940" y="1204324"/>
                  </a:lnTo>
                  <a:lnTo>
                    <a:pt x="1647318" y="1168058"/>
                  </a:lnTo>
                  <a:lnTo>
                    <a:pt x="1575695" y="1130809"/>
                  </a:lnTo>
                  <a:lnTo>
                    <a:pt x="1504073" y="1092550"/>
                  </a:lnTo>
                  <a:lnTo>
                    <a:pt x="1432450" y="1053254"/>
                  </a:lnTo>
                  <a:lnTo>
                    <a:pt x="1360827" y="1012892"/>
                  </a:lnTo>
                  <a:lnTo>
                    <a:pt x="1289205" y="971435"/>
                  </a:lnTo>
                  <a:lnTo>
                    <a:pt x="1217582" y="928855"/>
                  </a:lnTo>
                  <a:lnTo>
                    <a:pt x="1145960" y="885120"/>
                  </a:lnTo>
                  <a:lnTo>
                    <a:pt x="1074337" y="840200"/>
                  </a:lnTo>
                  <a:lnTo>
                    <a:pt x="1002715" y="794061"/>
                  </a:lnTo>
                  <a:lnTo>
                    <a:pt x="931092" y="746672"/>
                  </a:lnTo>
                  <a:lnTo>
                    <a:pt x="859470" y="697997"/>
                  </a:lnTo>
                  <a:lnTo>
                    <a:pt x="787847" y="648003"/>
                  </a:lnTo>
                  <a:lnTo>
                    <a:pt x="716225" y="596653"/>
                  </a:lnTo>
                  <a:lnTo>
                    <a:pt x="644602" y="543911"/>
                  </a:lnTo>
                  <a:lnTo>
                    <a:pt x="572980" y="489739"/>
                  </a:lnTo>
                  <a:lnTo>
                    <a:pt x="501357" y="434098"/>
                  </a:lnTo>
                  <a:lnTo>
                    <a:pt x="429735" y="376948"/>
                  </a:lnTo>
                  <a:lnTo>
                    <a:pt x="358112" y="318249"/>
                  </a:lnTo>
                  <a:lnTo>
                    <a:pt x="286490" y="257959"/>
                  </a:lnTo>
                  <a:lnTo>
                    <a:pt x="214867" y="196033"/>
                  </a:lnTo>
                  <a:lnTo>
                    <a:pt x="143245" y="132429"/>
                  </a:lnTo>
                  <a:lnTo>
                    <a:pt x="71622" y="6710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53715" y="2073503"/>
              <a:ext cx="5408963" cy="3474146"/>
            </a:xfrm>
            <a:custGeom>
              <a:avLst/>
              <a:pathLst>
                <a:path w="5408963" h="3474146">
                  <a:moveTo>
                    <a:pt x="0" y="0"/>
                  </a:moveTo>
                  <a:lnTo>
                    <a:pt x="37274" y="141183"/>
                  </a:lnTo>
                  <a:lnTo>
                    <a:pt x="108896" y="392103"/>
                  </a:lnTo>
                  <a:lnTo>
                    <a:pt x="180519" y="624188"/>
                  </a:lnTo>
                  <a:lnTo>
                    <a:pt x="252141" y="838850"/>
                  </a:lnTo>
                  <a:lnTo>
                    <a:pt x="323764" y="1037397"/>
                  </a:lnTo>
                  <a:lnTo>
                    <a:pt x="395386" y="1221040"/>
                  </a:lnTo>
                  <a:lnTo>
                    <a:pt x="467009" y="1390898"/>
                  </a:lnTo>
                  <a:lnTo>
                    <a:pt x="538631" y="1548004"/>
                  </a:lnTo>
                  <a:lnTo>
                    <a:pt x="610254" y="1693317"/>
                  </a:lnTo>
                  <a:lnTo>
                    <a:pt x="681876" y="1827721"/>
                  </a:lnTo>
                  <a:lnTo>
                    <a:pt x="753499" y="1952036"/>
                  </a:lnTo>
                  <a:lnTo>
                    <a:pt x="825121" y="2067019"/>
                  </a:lnTo>
                  <a:lnTo>
                    <a:pt x="896744" y="2173370"/>
                  </a:lnTo>
                  <a:lnTo>
                    <a:pt x="968366" y="2271738"/>
                  </a:lnTo>
                  <a:lnTo>
                    <a:pt x="1039989" y="2362721"/>
                  </a:lnTo>
                  <a:lnTo>
                    <a:pt x="1111612" y="2446875"/>
                  </a:lnTo>
                  <a:lnTo>
                    <a:pt x="1183234" y="2524711"/>
                  </a:lnTo>
                  <a:lnTo>
                    <a:pt x="1254857" y="2596704"/>
                  </a:lnTo>
                  <a:lnTo>
                    <a:pt x="1326479" y="2663293"/>
                  </a:lnTo>
                  <a:lnTo>
                    <a:pt x="1398102" y="2724883"/>
                  </a:lnTo>
                  <a:lnTo>
                    <a:pt x="1469724" y="2781849"/>
                  </a:lnTo>
                  <a:lnTo>
                    <a:pt x="1541347" y="2834539"/>
                  </a:lnTo>
                  <a:lnTo>
                    <a:pt x="1612969" y="2883274"/>
                  </a:lnTo>
                  <a:lnTo>
                    <a:pt x="1684592" y="2928351"/>
                  </a:lnTo>
                  <a:lnTo>
                    <a:pt x="1756214" y="2970043"/>
                  </a:lnTo>
                  <a:lnTo>
                    <a:pt x="1827837" y="3008606"/>
                  </a:lnTo>
                  <a:lnTo>
                    <a:pt x="1899459" y="3044274"/>
                  </a:lnTo>
                  <a:lnTo>
                    <a:pt x="1971082" y="3077264"/>
                  </a:lnTo>
                  <a:lnTo>
                    <a:pt x="2042704" y="3107778"/>
                  </a:lnTo>
                  <a:lnTo>
                    <a:pt x="2114327" y="3136002"/>
                  </a:lnTo>
                  <a:lnTo>
                    <a:pt x="2185949" y="3162106"/>
                  </a:lnTo>
                  <a:lnTo>
                    <a:pt x="2257572" y="3186251"/>
                  </a:lnTo>
                  <a:lnTo>
                    <a:pt x="2329194" y="3208584"/>
                  </a:lnTo>
                  <a:lnTo>
                    <a:pt x="2400817" y="3229240"/>
                  </a:lnTo>
                  <a:lnTo>
                    <a:pt x="2472440" y="3248345"/>
                  </a:lnTo>
                  <a:lnTo>
                    <a:pt x="2544062" y="3266016"/>
                  </a:lnTo>
                  <a:lnTo>
                    <a:pt x="2615685" y="3282361"/>
                  </a:lnTo>
                  <a:lnTo>
                    <a:pt x="2687307" y="3297478"/>
                  </a:lnTo>
                  <a:lnTo>
                    <a:pt x="2758930" y="3311461"/>
                  </a:lnTo>
                  <a:lnTo>
                    <a:pt x="2830552" y="3324394"/>
                  </a:lnTo>
                  <a:lnTo>
                    <a:pt x="2902175" y="3336357"/>
                  </a:lnTo>
                  <a:lnTo>
                    <a:pt x="2973797" y="3347421"/>
                  </a:lnTo>
                  <a:lnTo>
                    <a:pt x="3045420" y="3357655"/>
                  </a:lnTo>
                  <a:lnTo>
                    <a:pt x="3117042" y="3367120"/>
                  </a:lnTo>
                  <a:lnTo>
                    <a:pt x="3188665" y="3375875"/>
                  </a:lnTo>
                  <a:lnTo>
                    <a:pt x="3260287" y="3383973"/>
                  </a:lnTo>
                  <a:lnTo>
                    <a:pt x="3331910" y="3391463"/>
                  </a:lnTo>
                  <a:lnTo>
                    <a:pt x="3403532" y="3398390"/>
                  </a:lnTo>
                  <a:lnTo>
                    <a:pt x="3475155" y="3404798"/>
                  </a:lnTo>
                  <a:lnTo>
                    <a:pt x="3546777" y="3410724"/>
                  </a:lnTo>
                  <a:lnTo>
                    <a:pt x="3618400" y="3416206"/>
                  </a:lnTo>
                  <a:lnTo>
                    <a:pt x="3690022" y="3421276"/>
                  </a:lnTo>
                  <a:lnTo>
                    <a:pt x="3761645" y="3425966"/>
                  </a:lnTo>
                  <a:lnTo>
                    <a:pt x="3833268" y="3430303"/>
                  </a:lnTo>
                  <a:lnTo>
                    <a:pt x="3904890" y="3434315"/>
                  </a:lnTo>
                  <a:lnTo>
                    <a:pt x="3976513" y="3438026"/>
                  </a:lnTo>
                  <a:lnTo>
                    <a:pt x="4048135" y="3441458"/>
                  </a:lnTo>
                  <a:lnTo>
                    <a:pt x="4119758" y="3444632"/>
                  </a:lnTo>
                  <a:lnTo>
                    <a:pt x="4191380" y="3447569"/>
                  </a:lnTo>
                  <a:lnTo>
                    <a:pt x="4263003" y="3450284"/>
                  </a:lnTo>
                  <a:lnTo>
                    <a:pt x="4334625" y="3452796"/>
                  </a:lnTo>
                  <a:lnTo>
                    <a:pt x="4406248" y="3455120"/>
                  </a:lnTo>
                  <a:lnTo>
                    <a:pt x="4477870" y="3457269"/>
                  </a:lnTo>
                  <a:lnTo>
                    <a:pt x="4549493" y="3459256"/>
                  </a:lnTo>
                  <a:lnTo>
                    <a:pt x="4621115" y="3461095"/>
                  </a:lnTo>
                  <a:lnTo>
                    <a:pt x="4692738" y="3462795"/>
                  </a:lnTo>
                  <a:lnTo>
                    <a:pt x="4764360" y="3464368"/>
                  </a:lnTo>
                  <a:lnTo>
                    <a:pt x="4835983" y="3465823"/>
                  </a:lnTo>
                  <a:lnTo>
                    <a:pt x="4907605" y="3467168"/>
                  </a:lnTo>
                  <a:lnTo>
                    <a:pt x="4979228" y="3468413"/>
                  </a:lnTo>
                  <a:lnTo>
                    <a:pt x="5050850" y="3469564"/>
                  </a:lnTo>
                  <a:lnTo>
                    <a:pt x="5122473" y="3470628"/>
                  </a:lnTo>
                  <a:lnTo>
                    <a:pt x="5194096" y="3471613"/>
                  </a:lnTo>
                  <a:lnTo>
                    <a:pt x="5265718" y="3472524"/>
                  </a:lnTo>
                  <a:lnTo>
                    <a:pt x="5337341" y="3473366"/>
                  </a:lnTo>
                  <a:lnTo>
                    <a:pt x="5408963" y="34741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1124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2.67 (1.40-5.10), p_Bonf = 0.017 (n = 6)  |  per IQR decline (Δ = 27.2 %): 14.51 (2.50-84.12)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2026-10-09T15:12:20Z</dcterms:modified>
  <cp:category/>
</cp:coreProperties>
</file>