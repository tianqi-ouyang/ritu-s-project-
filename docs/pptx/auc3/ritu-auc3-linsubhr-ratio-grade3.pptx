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039"/>
            </a:xfrm>
            <a:custGeom>
              <a:avLst/>
              <a:pathLst>
                <a:path w="7090630" h="3483039">
                  <a:moveTo>
                    <a:pt x="2161313" y="0"/>
                  </a:moveTo>
                  <a:lnTo>
                    <a:pt x="2220298" y="340336"/>
                  </a:lnTo>
                  <a:lnTo>
                    <a:pt x="2291920" y="705573"/>
                  </a:lnTo>
                  <a:lnTo>
                    <a:pt x="2363543" y="1028372"/>
                  </a:lnTo>
                  <a:lnTo>
                    <a:pt x="2435165" y="1313665"/>
                  </a:lnTo>
                  <a:lnTo>
                    <a:pt x="2506788" y="1565809"/>
                  </a:lnTo>
                  <a:lnTo>
                    <a:pt x="2578410" y="1788657"/>
                  </a:lnTo>
                  <a:lnTo>
                    <a:pt x="2650033" y="1985611"/>
                  </a:lnTo>
                  <a:lnTo>
                    <a:pt x="2721655" y="2159681"/>
                  </a:lnTo>
                  <a:lnTo>
                    <a:pt x="2793278" y="2313526"/>
                  </a:lnTo>
                  <a:lnTo>
                    <a:pt x="2864901" y="2449495"/>
                  </a:lnTo>
                  <a:lnTo>
                    <a:pt x="2936523" y="2569666"/>
                  </a:lnTo>
                  <a:lnTo>
                    <a:pt x="3008146" y="2658904"/>
                  </a:lnTo>
                  <a:lnTo>
                    <a:pt x="3079768" y="2680204"/>
                  </a:lnTo>
                  <a:lnTo>
                    <a:pt x="3151391" y="2700954"/>
                  </a:lnTo>
                  <a:lnTo>
                    <a:pt x="3223013" y="2721168"/>
                  </a:lnTo>
                  <a:lnTo>
                    <a:pt x="3294636" y="2740860"/>
                  </a:lnTo>
                  <a:lnTo>
                    <a:pt x="3366258" y="2760044"/>
                  </a:lnTo>
                  <a:lnTo>
                    <a:pt x="3437881" y="2778732"/>
                  </a:lnTo>
                  <a:lnTo>
                    <a:pt x="3509503" y="2796938"/>
                  </a:lnTo>
                  <a:lnTo>
                    <a:pt x="3581126" y="2814673"/>
                  </a:lnTo>
                  <a:lnTo>
                    <a:pt x="3652748" y="2831951"/>
                  </a:lnTo>
                  <a:lnTo>
                    <a:pt x="3724371" y="2848782"/>
                  </a:lnTo>
                  <a:lnTo>
                    <a:pt x="3795993" y="2865179"/>
                  </a:lnTo>
                  <a:lnTo>
                    <a:pt x="3867616" y="2881152"/>
                  </a:lnTo>
                  <a:lnTo>
                    <a:pt x="3939238" y="2896713"/>
                  </a:lnTo>
                  <a:lnTo>
                    <a:pt x="4010861" y="2911872"/>
                  </a:lnTo>
                  <a:lnTo>
                    <a:pt x="4082483" y="2926640"/>
                  </a:lnTo>
                  <a:lnTo>
                    <a:pt x="4154106" y="2941026"/>
                  </a:lnTo>
                  <a:lnTo>
                    <a:pt x="4225729" y="2955041"/>
                  </a:lnTo>
                  <a:lnTo>
                    <a:pt x="4297351" y="2968693"/>
                  </a:lnTo>
                  <a:lnTo>
                    <a:pt x="4368974" y="2981994"/>
                  </a:lnTo>
                  <a:lnTo>
                    <a:pt x="4440596" y="2994950"/>
                  </a:lnTo>
                  <a:lnTo>
                    <a:pt x="4512219" y="3007573"/>
                  </a:lnTo>
                  <a:lnTo>
                    <a:pt x="4583841" y="3019869"/>
                  </a:lnTo>
                  <a:lnTo>
                    <a:pt x="4655464" y="3031848"/>
                  </a:lnTo>
                  <a:lnTo>
                    <a:pt x="4727086" y="3043517"/>
                  </a:lnTo>
                  <a:lnTo>
                    <a:pt x="4798709" y="3054885"/>
                  </a:lnTo>
                  <a:lnTo>
                    <a:pt x="4870331" y="3065960"/>
                  </a:lnTo>
                  <a:lnTo>
                    <a:pt x="4941954" y="3076748"/>
                  </a:lnTo>
                  <a:lnTo>
                    <a:pt x="5013576" y="3087258"/>
                  </a:lnTo>
                  <a:lnTo>
                    <a:pt x="5085199" y="3097497"/>
                  </a:lnTo>
                  <a:lnTo>
                    <a:pt x="5156821" y="3107471"/>
                  </a:lnTo>
                  <a:lnTo>
                    <a:pt x="5228444" y="3117188"/>
                  </a:lnTo>
                  <a:lnTo>
                    <a:pt x="5300066" y="3126653"/>
                  </a:lnTo>
                  <a:lnTo>
                    <a:pt x="5371689" y="3135874"/>
                  </a:lnTo>
                  <a:lnTo>
                    <a:pt x="5443311" y="3144858"/>
                  </a:lnTo>
                  <a:lnTo>
                    <a:pt x="5514934" y="3153609"/>
                  </a:lnTo>
                  <a:lnTo>
                    <a:pt x="5586557" y="3162134"/>
                  </a:lnTo>
                  <a:lnTo>
                    <a:pt x="5658179" y="3170439"/>
                  </a:lnTo>
                  <a:lnTo>
                    <a:pt x="5729802" y="3178530"/>
                  </a:lnTo>
                  <a:lnTo>
                    <a:pt x="5801424" y="3186411"/>
                  </a:lnTo>
                  <a:lnTo>
                    <a:pt x="5873047" y="3194089"/>
                  </a:lnTo>
                  <a:lnTo>
                    <a:pt x="5944669" y="3201569"/>
                  </a:lnTo>
                  <a:lnTo>
                    <a:pt x="6016292" y="3208856"/>
                  </a:lnTo>
                  <a:lnTo>
                    <a:pt x="6087914" y="3215954"/>
                  </a:lnTo>
                  <a:lnTo>
                    <a:pt x="6159537" y="3222870"/>
                  </a:lnTo>
                  <a:lnTo>
                    <a:pt x="6231159" y="3229606"/>
                  </a:lnTo>
                  <a:lnTo>
                    <a:pt x="6302782" y="3236169"/>
                  </a:lnTo>
                  <a:lnTo>
                    <a:pt x="6374404" y="3242562"/>
                  </a:lnTo>
                  <a:lnTo>
                    <a:pt x="6446027" y="3248790"/>
                  </a:lnTo>
                  <a:lnTo>
                    <a:pt x="6517649" y="3254858"/>
                  </a:lnTo>
                  <a:lnTo>
                    <a:pt x="6589272" y="3260768"/>
                  </a:lnTo>
                  <a:lnTo>
                    <a:pt x="6660894" y="3266526"/>
                  </a:lnTo>
                  <a:lnTo>
                    <a:pt x="6732517" y="3272135"/>
                  </a:lnTo>
                  <a:lnTo>
                    <a:pt x="6804139" y="3277600"/>
                  </a:lnTo>
                  <a:lnTo>
                    <a:pt x="6875762" y="3282923"/>
                  </a:lnTo>
                  <a:lnTo>
                    <a:pt x="6947385" y="3288109"/>
                  </a:lnTo>
                  <a:lnTo>
                    <a:pt x="7019007" y="3293161"/>
                  </a:lnTo>
                  <a:lnTo>
                    <a:pt x="7090630" y="3298083"/>
                  </a:lnTo>
                  <a:lnTo>
                    <a:pt x="7090630" y="3483039"/>
                  </a:lnTo>
                  <a:lnTo>
                    <a:pt x="7019007" y="3482946"/>
                  </a:lnTo>
                  <a:lnTo>
                    <a:pt x="6947385" y="3482841"/>
                  </a:lnTo>
                  <a:lnTo>
                    <a:pt x="6875762" y="3482721"/>
                  </a:lnTo>
                  <a:lnTo>
                    <a:pt x="6804139" y="3482587"/>
                  </a:lnTo>
                  <a:lnTo>
                    <a:pt x="6732517" y="3482434"/>
                  </a:lnTo>
                  <a:lnTo>
                    <a:pt x="6660894" y="3482262"/>
                  </a:lnTo>
                  <a:lnTo>
                    <a:pt x="6589272" y="3482067"/>
                  </a:lnTo>
                  <a:lnTo>
                    <a:pt x="6517649" y="3481846"/>
                  </a:lnTo>
                  <a:lnTo>
                    <a:pt x="6446027" y="3481596"/>
                  </a:lnTo>
                  <a:lnTo>
                    <a:pt x="6374404" y="3481313"/>
                  </a:lnTo>
                  <a:lnTo>
                    <a:pt x="6302782" y="3480993"/>
                  </a:lnTo>
                  <a:lnTo>
                    <a:pt x="6231159" y="3480631"/>
                  </a:lnTo>
                  <a:lnTo>
                    <a:pt x="6159537" y="3480222"/>
                  </a:lnTo>
                  <a:lnTo>
                    <a:pt x="6087914" y="3479758"/>
                  </a:lnTo>
                  <a:lnTo>
                    <a:pt x="6016292" y="3479234"/>
                  </a:lnTo>
                  <a:lnTo>
                    <a:pt x="5944669" y="3478641"/>
                  </a:lnTo>
                  <a:lnTo>
                    <a:pt x="5873047" y="3477970"/>
                  </a:lnTo>
                  <a:lnTo>
                    <a:pt x="5801424" y="3477210"/>
                  </a:lnTo>
                  <a:lnTo>
                    <a:pt x="5729802" y="3476351"/>
                  </a:lnTo>
                  <a:lnTo>
                    <a:pt x="5658179" y="3475379"/>
                  </a:lnTo>
                  <a:lnTo>
                    <a:pt x="5586557" y="3474279"/>
                  </a:lnTo>
                  <a:lnTo>
                    <a:pt x="5514934" y="3473034"/>
                  </a:lnTo>
                  <a:lnTo>
                    <a:pt x="5443311" y="3471626"/>
                  </a:lnTo>
                  <a:lnTo>
                    <a:pt x="5371689" y="3470032"/>
                  </a:lnTo>
                  <a:lnTo>
                    <a:pt x="5300066" y="3468229"/>
                  </a:lnTo>
                  <a:lnTo>
                    <a:pt x="5228444" y="3466189"/>
                  </a:lnTo>
                  <a:lnTo>
                    <a:pt x="5156821" y="3463881"/>
                  </a:lnTo>
                  <a:lnTo>
                    <a:pt x="5085199" y="3461270"/>
                  </a:lnTo>
                  <a:lnTo>
                    <a:pt x="5013576" y="3458315"/>
                  </a:lnTo>
                  <a:lnTo>
                    <a:pt x="4941954" y="3454971"/>
                  </a:lnTo>
                  <a:lnTo>
                    <a:pt x="4870331" y="3451188"/>
                  </a:lnTo>
                  <a:lnTo>
                    <a:pt x="4798709" y="3446908"/>
                  </a:lnTo>
                  <a:lnTo>
                    <a:pt x="4727086" y="3442065"/>
                  </a:lnTo>
                  <a:lnTo>
                    <a:pt x="4655464" y="3436585"/>
                  </a:lnTo>
                  <a:lnTo>
                    <a:pt x="4583841" y="3430385"/>
                  </a:lnTo>
                  <a:lnTo>
                    <a:pt x="4512219" y="3423370"/>
                  </a:lnTo>
                  <a:lnTo>
                    <a:pt x="4440596" y="3415433"/>
                  </a:lnTo>
                  <a:lnTo>
                    <a:pt x="4368974" y="3406452"/>
                  </a:lnTo>
                  <a:lnTo>
                    <a:pt x="4297351" y="3396290"/>
                  </a:lnTo>
                  <a:lnTo>
                    <a:pt x="4225729" y="3384792"/>
                  </a:lnTo>
                  <a:lnTo>
                    <a:pt x="4154106" y="3371783"/>
                  </a:lnTo>
                  <a:lnTo>
                    <a:pt x="4082483" y="3357064"/>
                  </a:lnTo>
                  <a:lnTo>
                    <a:pt x="4010861" y="3340409"/>
                  </a:lnTo>
                  <a:lnTo>
                    <a:pt x="3939238" y="3321565"/>
                  </a:lnTo>
                  <a:lnTo>
                    <a:pt x="3867616" y="3300244"/>
                  </a:lnTo>
                  <a:lnTo>
                    <a:pt x="3795993" y="3276119"/>
                  </a:lnTo>
                  <a:lnTo>
                    <a:pt x="3724371" y="3248823"/>
                  </a:lnTo>
                  <a:lnTo>
                    <a:pt x="3652748" y="3217939"/>
                  </a:lnTo>
                  <a:lnTo>
                    <a:pt x="3581126" y="3182994"/>
                  </a:lnTo>
                  <a:lnTo>
                    <a:pt x="3509503" y="3143455"/>
                  </a:lnTo>
                  <a:lnTo>
                    <a:pt x="3437881" y="3098718"/>
                  </a:lnTo>
                  <a:lnTo>
                    <a:pt x="3366258" y="3048100"/>
                  </a:lnTo>
                  <a:lnTo>
                    <a:pt x="3294636" y="2990827"/>
                  </a:lnTo>
                  <a:lnTo>
                    <a:pt x="3223013" y="2926025"/>
                  </a:lnTo>
                  <a:lnTo>
                    <a:pt x="3151391" y="2852703"/>
                  </a:lnTo>
                  <a:lnTo>
                    <a:pt x="3079768" y="2769742"/>
                  </a:lnTo>
                  <a:lnTo>
                    <a:pt x="3008146" y="2675874"/>
                  </a:lnTo>
                  <a:lnTo>
                    <a:pt x="2936523" y="2637039"/>
                  </a:lnTo>
                  <a:lnTo>
                    <a:pt x="2864901" y="2614595"/>
                  </a:lnTo>
                  <a:lnTo>
                    <a:pt x="2793278" y="2591556"/>
                  </a:lnTo>
                  <a:lnTo>
                    <a:pt x="2721655" y="2567906"/>
                  </a:lnTo>
                  <a:lnTo>
                    <a:pt x="2650033" y="2543629"/>
                  </a:lnTo>
                  <a:lnTo>
                    <a:pt x="2578410" y="2518709"/>
                  </a:lnTo>
                  <a:lnTo>
                    <a:pt x="2506788" y="2493128"/>
                  </a:lnTo>
                  <a:lnTo>
                    <a:pt x="2435165" y="2466870"/>
                  </a:lnTo>
                  <a:lnTo>
                    <a:pt x="2363543" y="2439915"/>
                  </a:lnTo>
                  <a:lnTo>
                    <a:pt x="2291920" y="2412245"/>
                  </a:lnTo>
                  <a:lnTo>
                    <a:pt x="2220298" y="2383842"/>
                  </a:lnTo>
                  <a:lnTo>
                    <a:pt x="2148675" y="2354686"/>
                  </a:lnTo>
                  <a:lnTo>
                    <a:pt x="2077053" y="2324758"/>
                  </a:lnTo>
                  <a:lnTo>
                    <a:pt x="2005430" y="2294036"/>
                  </a:lnTo>
                  <a:lnTo>
                    <a:pt x="1933808" y="2262499"/>
                  </a:lnTo>
                  <a:lnTo>
                    <a:pt x="1862185" y="2230127"/>
                  </a:lnTo>
                  <a:lnTo>
                    <a:pt x="1790563" y="2196896"/>
                  </a:lnTo>
                  <a:lnTo>
                    <a:pt x="1718940" y="2162785"/>
                  </a:lnTo>
                  <a:lnTo>
                    <a:pt x="1647318" y="2127770"/>
                  </a:lnTo>
                  <a:lnTo>
                    <a:pt x="1575695" y="2091826"/>
                  </a:lnTo>
                  <a:lnTo>
                    <a:pt x="1504073" y="2054929"/>
                  </a:lnTo>
                  <a:lnTo>
                    <a:pt x="1432450" y="2017055"/>
                  </a:lnTo>
                  <a:lnTo>
                    <a:pt x="1360827" y="1978176"/>
                  </a:lnTo>
                  <a:lnTo>
                    <a:pt x="1289205" y="1938267"/>
                  </a:lnTo>
                  <a:lnTo>
                    <a:pt x="1217582" y="1897300"/>
                  </a:lnTo>
                  <a:lnTo>
                    <a:pt x="1145960" y="1855248"/>
                  </a:lnTo>
                  <a:lnTo>
                    <a:pt x="1074337" y="1812080"/>
                  </a:lnTo>
                  <a:lnTo>
                    <a:pt x="1002715" y="1767768"/>
                  </a:lnTo>
                  <a:lnTo>
                    <a:pt x="931092" y="1722282"/>
                  </a:lnTo>
                  <a:lnTo>
                    <a:pt x="859470" y="1675589"/>
                  </a:lnTo>
                  <a:lnTo>
                    <a:pt x="787847" y="1627659"/>
                  </a:lnTo>
                  <a:lnTo>
                    <a:pt x="716225" y="1578459"/>
                  </a:lnTo>
                  <a:lnTo>
                    <a:pt x="644602" y="1527954"/>
                  </a:lnTo>
                  <a:lnTo>
                    <a:pt x="572980" y="1476111"/>
                  </a:lnTo>
                  <a:lnTo>
                    <a:pt x="501357" y="1422894"/>
                  </a:lnTo>
                  <a:lnTo>
                    <a:pt x="429735" y="1368265"/>
                  </a:lnTo>
                  <a:lnTo>
                    <a:pt x="358112" y="1312189"/>
                  </a:lnTo>
                  <a:lnTo>
                    <a:pt x="286490" y="1254626"/>
                  </a:lnTo>
                  <a:lnTo>
                    <a:pt x="214867" y="1195537"/>
                  </a:lnTo>
                  <a:lnTo>
                    <a:pt x="143245" y="1134883"/>
                  </a:lnTo>
                  <a:lnTo>
                    <a:pt x="71622" y="1072620"/>
                  </a:lnTo>
                  <a:lnTo>
                    <a:pt x="0" y="1008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3362" y="2073503"/>
              <a:ext cx="4929316" cy="3298083"/>
            </a:xfrm>
            <a:custGeom>
              <a:avLst/>
              <a:pathLst>
                <a:path w="4929316" h="3298083">
                  <a:moveTo>
                    <a:pt x="0" y="0"/>
                  </a:moveTo>
                  <a:lnTo>
                    <a:pt x="58985" y="340336"/>
                  </a:lnTo>
                  <a:lnTo>
                    <a:pt x="130607" y="705573"/>
                  </a:lnTo>
                  <a:lnTo>
                    <a:pt x="202230" y="1028372"/>
                  </a:lnTo>
                  <a:lnTo>
                    <a:pt x="273852" y="1313665"/>
                  </a:lnTo>
                  <a:lnTo>
                    <a:pt x="345475" y="1565809"/>
                  </a:lnTo>
                  <a:lnTo>
                    <a:pt x="417097" y="1788657"/>
                  </a:lnTo>
                  <a:lnTo>
                    <a:pt x="488720" y="1985611"/>
                  </a:lnTo>
                  <a:lnTo>
                    <a:pt x="560342" y="2159681"/>
                  </a:lnTo>
                  <a:lnTo>
                    <a:pt x="631965" y="2313526"/>
                  </a:lnTo>
                  <a:lnTo>
                    <a:pt x="703587" y="2449495"/>
                  </a:lnTo>
                  <a:lnTo>
                    <a:pt x="775210" y="2569666"/>
                  </a:lnTo>
                  <a:lnTo>
                    <a:pt x="846832" y="2658904"/>
                  </a:lnTo>
                  <a:lnTo>
                    <a:pt x="918455" y="2680204"/>
                  </a:lnTo>
                  <a:lnTo>
                    <a:pt x="990077" y="2700954"/>
                  </a:lnTo>
                  <a:lnTo>
                    <a:pt x="1061700" y="2721168"/>
                  </a:lnTo>
                  <a:lnTo>
                    <a:pt x="1133322" y="2740860"/>
                  </a:lnTo>
                  <a:lnTo>
                    <a:pt x="1204945" y="2760044"/>
                  </a:lnTo>
                  <a:lnTo>
                    <a:pt x="1276568" y="2778732"/>
                  </a:lnTo>
                  <a:lnTo>
                    <a:pt x="1348190" y="2796938"/>
                  </a:lnTo>
                  <a:lnTo>
                    <a:pt x="1419813" y="2814673"/>
                  </a:lnTo>
                  <a:lnTo>
                    <a:pt x="1491435" y="2831951"/>
                  </a:lnTo>
                  <a:lnTo>
                    <a:pt x="1563058" y="2848782"/>
                  </a:lnTo>
                  <a:lnTo>
                    <a:pt x="1634680" y="2865179"/>
                  </a:lnTo>
                  <a:lnTo>
                    <a:pt x="1706303" y="2881152"/>
                  </a:lnTo>
                  <a:lnTo>
                    <a:pt x="1777925" y="2896713"/>
                  </a:lnTo>
                  <a:lnTo>
                    <a:pt x="1849548" y="2911872"/>
                  </a:lnTo>
                  <a:lnTo>
                    <a:pt x="1921170" y="2926640"/>
                  </a:lnTo>
                  <a:lnTo>
                    <a:pt x="1992793" y="2941026"/>
                  </a:lnTo>
                  <a:lnTo>
                    <a:pt x="2064415" y="2955041"/>
                  </a:lnTo>
                  <a:lnTo>
                    <a:pt x="2136038" y="2968693"/>
                  </a:lnTo>
                  <a:lnTo>
                    <a:pt x="2207660" y="2981994"/>
                  </a:lnTo>
                  <a:lnTo>
                    <a:pt x="2279283" y="2994950"/>
                  </a:lnTo>
                  <a:lnTo>
                    <a:pt x="2350905" y="3007573"/>
                  </a:lnTo>
                  <a:lnTo>
                    <a:pt x="2422528" y="3019869"/>
                  </a:lnTo>
                  <a:lnTo>
                    <a:pt x="2494150" y="3031848"/>
                  </a:lnTo>
                  <a:lnTo>
                    <a:pt x="2565773" y="3043517"/>
                  </a:lnTo>
                  <a:lnTo>
                    <a:pt x="2637396" y="3054885"/>
                  </a:lnTo>
                  <a:lnTo>
                    <a:pt x="2709018" y="3065960"/>
                  </a:lnTo>
                  <a:lnTo>
                    <a:pt x="2780641" y="3076748"/>
                  </a:lnTo>
                  <a:lnTo>
                    <a:pt x="2852263" y="3087258"/>
                  </a:lnTo>
                  <a:lnTo>
                    <a:pt x="2923886" y="3097497"/>
                  </a:lnTo>
                  <a:lnTo>
                    <a:pt x="2995508" y="3107471"/>
                  </a:lnTo>
                  <a:lnTo>
                    <a:pt x="3067131" y="3117188"/>
                  </a:lnTo>
                  <a:lnTo>
                    <a:pt x="3138753" y="3126653"/>
                  </a:lnTo>
                  <a:lnTo>
                    <a:pt x="3210376" y="3135874"/>
                  </a:lnTo>
                  <a:lnTo>
                    <a:pt x="3281998" y="3144858"/>
                  </a:lnTo>
                  <a:lnTo>
                    <a:pt x="3353621" y="3153609"/>
                  </a:lnTo>
                  <a:lnTo>
                    <a:pt x="3425243" y="3162134"/>
                  </a:lnTo>
                  <a:lnTo>
                    <a:pt x="3496866" y="3170439"/>
                  </a:lnTo>
                  <a:lnTo>
                    <a:pt x="3568488" y="3178530"/>
                  </a:lnTo>
                  <a:lnTo>
                    <a:pt x="3640111" y="3186411"/>
                  </a:lnTo>
                  <a:lnTo>
                    <a:pt x="3711733" y="3194089"/>
                  </a:lnTo>
                  <a:lnTo>
                    <a:pt x="3783356" y="3201569"/>
                  </a:lnTo>
                  <a:lnTo>
                    <a:pt x="3854978" y="3208856"/>
                  </a:lnTo>
                  <a:lnTo>
                    <a:pt x="3926601" y="3215954"/>
                  </a:lnTo>
                  <a:lnTo>
                    <a:pt x="3998224" y="3222870"/>
                  </a:lnTo>
                  <a:lnTo>
                    <a:pt x="4069846" y="3229606"/>
                  </a:lnTo>
                  <a:lnTo>
                    <a:pt x="4141469" y="3236169"/>
                  </a:lnTo>
                  <a:lnTo>
                    <a:pt x="4213091" y="3242562"/>
                  </a:lnTo>
                  <a:lnTo>
                    <a:pt x="4284714" y="3248790"/>
                  </a:lnTo>
                  <a:lnTo>
                    <a:pt x="4356336" y="3254858"/>
                  </a:lnTo>
                  <a:lnTo>
                    <a:pt x="4427959" y="3260768"/>
                  </a:lnTo>
                  <a:lnTo>
                    <a:pt x="4499581" y="3266526"/>
                  </a:lnTo>
                  <a:lnTo>
                    <a:pt x="4571204" y="3272135"/>
                  </a:lnTo>
                  <a:lnTo>
                    <a:pt x="4642826" y="3277600"/>
                  </a:lnTo>
                  <a:lnTo>
                    <a:pt x="4714449" y="3282923"/>
                  </a:lnTo>
                  <a:lnTo>
                    <a:pt x="4786071" y="3288109"/>
                  </a:lnTo>
                  <a:lnTo>
                    <a:pt x="4857694" y="3293161"/>
                  </a:lnTo>
                  <a:lnTo>
                    <a:pt x="4929316" y="3298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82210"/>
              <a:ext cx="7090630" cy="2474332"/>
            </a:xfrm>
            <a:custGeom>
              <a:avLst/>
              <a:pathLst>
                <a:path w="7090630" h="2474332">
                  <a:moveTo>
                    <a:pt x="7090630" y="2474332"/>
                  </a:moveTo>
                  <a:lnTo>
                    <a:pt x="7019007" y="2474239"/>
                  </a:lnTo>
                  <a:lnTo>
                    <a:pt x="6947385" y="2474133"/>
                  </a:lnTo>
                  <a:lnTo>
                    <a:pt x="6875762" y="2474014"/>
                  </a:lnTo>
                  <a:lnTo>
                    <a:pt x="6804139" y="2473880"/>
                  </a:lnTo>
                  <a:lnTo>
                    <a:pt x="6732517" y="2473727"/>
                  </a:lnTo>
                  <a:lnTo>
                    <a:pt x="6660894" y="2473555"/>
                  </a:lnTo>
                  <a:lnTo>
                    <a:pt x="6589272" y="2473360"/>
                  </a:lnTo>
                  <a:lnTo>
                    <a:pt x="6517649" y="2473139"/>
                  </a:lnTo>
                  <a:lnTo>
                    <a:pt x="6446027" y="2472889"/>
                  </a:lnTo>
                  <a:lnTo>
                    <a:pt x="6374404" y="2472606"/>
                  </a:lnTo>
                  <a:lnTo>
                    <a:pt x="6302782" y="2472286"/>
                  </a:lnTo>
                  <a:lnTo>
                    <a:pt x="6231159" y="2471924"/>
                  </a:lnTo>
                  <a:lnTo>
                    <a:pt x="6159537" y="2471515"/>
                  </a:lnTo>
                  <a:lnTo>
                    <a:pt x="6087914" y="2471051"/>
                  </a:lnTo>
                  <a:lnTo>
                    <a:pt x="6016292" y="2470527"/>
                  </a:lnTo>
                  <a:lnTo>
                    <a:pt x="5944669" y="2469934"/>
                  </a:lnTo>
                  <a:lnTo>
                    <a:pt x="5873047" y="2469263"/>
                  </a:lnTo>
                  <a:lnTo>
                    <a:pt x="5801424" y="2468503"/>
                  </a:lnTo>
                  <a:lnTo>
                    <a:pt x="5729802" y="2467644"/>
                  </a:lnTo>
                  <a:lnTo>
                    <a:pt x="5658179" y="2466672"/>
                  </a:lnTo>
                  <a:lnTo>
                    <a:pt x="5586557" y="2465572"/>
                  </a:lnTo>
                  <a:lnTo>
                    <a:pt x="5514934" y="2464327"/>
                  </a:lnTo>
                  <a:lnTo>
                    <a:pt x="5443311" y="2462919"/>
                  </a:lnTo>
                  <a:lnTo>
                    <a:pt x="5371689" y="2461325"/>
                  </a:lnTo>
                  <a:lnTo>
                    <a:pt x="5300066" y="2459522"/>
                  </a:lnTo>
                  <a:lnTo>
                    <a:pt x="5228444" y="2457482"/>
                  </a:lnTo>
                  <a:lnTo>
                    <a:pt x="5156821" y="2455174"/>
                  </a:lnTo>
                  <a:lnTo>
                    <a:pt x="5085199" y="2452563"/>
                  </a:lnTo>
                  <a:lnTo>
                    <a:pt x="5013576" y="2449608"/>
                  </a:lnTo>
                  <a:lnTo>
                    <a:pt x="4941954" y="2446264"/>
                  </a:lnTo>
                  <a:lnTo>
                    <a:pt x="4870331" y="2442481"/>
                  </a:lnTo>
                  <a:lnTo>
                    <a:pt x="4798709" y="2438201"/>
                  </a:lnTo>
                  <a:lnTo>
                    <a:pt x="4727086" y="2433358"/>
                  </a:lnTo>
                  <a:lnTo>
                    <a:pt x="4655464" y="2427878"/>
                  </a:lnTo>
                  <a:lnTo>
                    <a:pt x="4583841" y="2421678"/>
                  </a:lnTo>
                  <a:lnTo>
                    <a:pt x="4512219" y="2414663"/>
                  </a:lnTo>
                  <a:lnTo>
                    <a:pt x="4440596" y="2406725"/>
                  </a:lnTo>
                  <a:lnTo>
                    <a:pt x="4368974" y="2397744"/>
                  </a:lnTo>
                  <a:lnTo>
                    <a:pt x="4297351" y="2387583"/>
                  </a:lnTo>
                  <a:lnTo>
                    <a:pt x="4225729" y="2376085"/>
                  </a:lnTo>
                  <a:lnTo>
                    <a:pt x="4154106" y="2363076"/>
                  </a:lnTo>
                  <a:lnTo>
                    <a:pt x="4082483" y="2348357"/>
                  </a:lnTo>
                  <a:lnTo>
                    <a:pt x="4010861" y="2331702"/>
                  </a:lnTo>
                  <a:lnTo>
                    <a:pt x="3939238" y="2312858"/>
                  </a:lnTo>
                  <a:lnTo>
                    <a:pt x="3867616" y="2291537"/>
                  </a:lnTo>
                  <a:lnTo>
                    <a:pt x="3795993" y="2267412"/>
                  </a:lnTo>
                  <a:lnTo>
                    <a:pt x="3724371" y="2240116"/>
                  </a:lnTo>
                  <a:lnTo>
                    <a:pt x="3652748" y="2209232"/>
                  </a:lnTo>
                  <a:lnTo>
                    <a:pt x="3581126" y="2174287"/>
                  </a:lnTo>
                  <a:lnTo>
                    <a:pt x="3509503" y="2134748"/>
                  </a:lnTo>
                  <a:lnTo>
                    <a:pt x="3437881" y="2090011"/>
                  </a:lnTo>
                  <a:lnTo>
                    <a:pt x="3366258" y="2039393"/>
                  </a:lnTo>
                  <a:lnTo>
                    <a:pt x="3294636" y="1982120"/>
                  </a:lnTo>
                  <a:lnTo>
                    <a:pt x="3223013" y="1917318"/>
                  </a:lnTo>
                  <a:lnTo>
                    <a:pt x="3151391" y="1843996"/>
                  </a:lnTo>
                  <a:lnTo>
                    <a:pt x="3079768" y="1761035"/>
                  </a:lnTo>
                  <a:lnTo>
                    <a:pt x="3008146" y="1667167"/>
                  </a:lnTo>
                  <a:lnTo>
                    <a:pt x="2936523" y="1628332"/>
                  </a:lnTo>
                  <a:lnTo>
                    <a:pt x="2864901" y="1605888"/>
                  </a:lnTo>
                  <a:lnTo>
                    <a:pt x="2793278" y="1582849"/>
                  </a:lnTo>
                  <a:lnTo>
                    <a:pt x="2721655" y="1559199"/>
                  </a:lnTo>
                  <a:lnTo>
                    <a:pt x="2650033" y="1534922"/>
                  </a:lnTo>
                  <a:lnTo>
                    <a:pt x="2578410" y="1510002"/>
                  </a:lnTo>
                  <a:lnTo>
                    <a:pt x="2506788" y="1484421"/>
                  </a:lnTo>
                  <a:lnTo>
                    <a:pt x="2435165" y="1458162"/>
                  </a:lnTo>
                  <a:lnTo>
                    <a:pt x="2363543" y="1431207"/>
                  </a:lnTo>
                  <a:lnTo>
                    <a:pt x="2291920" y="1403538"/>
                  </a:lnTo>
                  <a:lnTo>
                    <a:pt x="2220298" y="1375135"/>
                  </a:lnTo>
                  <a:lnTo>
                    <a:pt x="2148675" y="1345979"/>
                  </a:lnTo>
                  <a:lnTo>
                    <a:pt x="2077053" y="1316051"/>
                  </a:lnTo>
                  <a:lnTo>
                    <a:pt x="2005430" y="1285328"/>
                  </a:lnTo>
                  <a:lnTo>
                    <a:pt x="1933808" y="1253792"/>
                  </a:lnTo>
                  <a:lnTo>
                    <a:pt x="1862185" y="1221420"/>
                  </a:lnTo>
                  <a:lnTo>
                    <a:pt x="1790563" y="1188189"/>
                  </a:lnTo>
                  <a:lnTo>
                    <a:pt x="1718940" y="1154078"/>
                  </a:lnTo>
                  <a:lnTo>
                    <a:pt x="1647318" y="1119062"/>
                  </a:lnTo>
                  <a:lnTo>
                    <a:pt x="1575695" y="1083119"/>
                  </a:lnTo>
                  <a:lnTo>
                    <a:pt x="1504073" y="1046222"/>
                  </a:lnTo>
                  <a:lnTo>
                    <a:pt x="1432450" y="1008348"/>
                  </a:lnTo>
                  <a:lnTo>
                    <a:pt x="1360827" y="969469"/>
                  </a:lnTo>
                  <a:lnTo>
                    <a:pt x="1289205" y="929560"/>
                  </a:lnTo>
                  <a:lnTo>
                    <a:pt x="1217582" y="888593"/>
                  </a:lnTo>
                  <a:lnTo>
                    <a:pt x="1145960" y="846540"/>
                  </a:lnTo>
                  <a:lnTo>
                    <a:pt x="1074337" y="803373"/>
                  </a:lnTo>
                  <a:lnTo>
                    <a:pt x="1002715" y="759061"/>
                  </a:lnTo>
                  <a:lnTo>
                    <a:pt x="931092" y="713575"/>
                  </a:lnTo>
                  <a:lnTo>
                    <a:pt x="859470" y="666882"/>
                  </a:lnTo>
                  <a:lnTo>
                    <a:pt x="787847" y="618952"/>
                  </a:lnTo>
                  <a:lnTo>
                    <a:pt x="716225" y="569752"/>
                  </a:lnTo>
                  <a:lnTo>
                    <a:pt x="644602" y="519247"/>
                  </a:lnTo>
                  <a:lnTo>
                    <a:pt x="572980" y="467404"/>
                  </a:lnTo>
                  <a:lnTo>
                    <a:pt x="501357" y="414186"/>
                  </a:lnTo>
                  <a:lnTo>
                    <a:pt x="429735" y="359558"/>
                  </a:lnTo>
                  <a:lnTo>
                    <a:pt x="358112" y="303482"/>
                  </a:lnTo>
                  <a:lnTo>
                    <a:pt x="286490" y="245919"/>
                  </a:lnTo>
                  <a:lnTo>
                    <a:pt x="214867" y="186830"/>
                  </a:lnTo>
                  <a:lnTo>
                    <a:pt x="143245" y="126175"/>
                  </a:lnTo>
                  <a:lnTo>
                    <a:pt x="71622" y="63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2119" y="2073503"/>
              <a:ext cx="5470559" cy="3472285"/>
            </a:xfrm>
            <a:custGeom>
              <a:avLst/>
              <a:pathLst>
                <a:path w="5470559" h="3472285">
                  <a:moveTo>
                    <a:pt x="0" y="0"/>
                  </a:moveTo>
                  <a:lnTo>
                    <a:pt x="27247" y="100034"/>
                  </a:lnTo>
                  <a:lnTo>
                    <a:pt x="98870" y="344022"/>
                  </a:lnTo>
                  <a:lnTo>
                    <a:pt x="170492" y="570417"/>
                  </a:lnTo>
                  <a:lnTo>
                    <a:pt x="242115" y="780488"/>
                  </a:lnTo>
                  <a:lnTo>
                    <a:pt x="313737" y="975411"/>
                  </a:lnTo>
                  <a:lnTo>
                    <a:pt x="385360" y="1156278"/>
                  </a:lnTo>
                  <a:lnTo>
                    <a:pt x="456982" y="1324104"/>
                  </a:lnTo>
                  <a:lnTo>
                    <a:pt x="528605" y="1479829"/>
                  </a:lnTo>
                  <a:lnTo>
                    <a:pt x="600227" y="1624324"/>
                  </a:lnTo>
                  <a:lnTo>
                    <a:pt x="671850" y="1758401"/>
                  </a:lnTo>
                  <a:lnTo>
                    <a:pt x="743473" y="1882810"/>
                  </a:lnTo>
                  <a:lnTo>
                    <a:pt x="815095" y="1998248"/>
                  </a:lnTo>
                  <a:lnTo>
                    <a:pt x="886718" y="2105362"/>
                  </a:lnTo>
                  <a:lnTo>
                    <a:pt x="958340" y="2204753"/>
                  </a:lnTo>
                  <a:lnTo>
                    <a:pt x="1029963" y="2296977"/>
                  </a:lnTo>
                  <a:lnTo>
                    <a:pt x="1101585" y="2382551"/>
                  </a:lnTo>
                  <a:lnTo>
                    <a:pt x="1173208" y="2461954"/>
                  </a:lnTo>
                  <a:lnTo>
                    <a:pt x="1244830" y="2535632"/>
                  </a:lnTo>
                  <a:lnTo>
                    <a:pt x="1316453" y="2603997"/>
                  </a:lnTo>
                  <a:lnTo>
                    <a:pt x="1388075" y="2667433"/>
                  </a:lnTo>
                  <a:lnTo>
                    <a:pt x="1459698" y="2726295"/>
                  </a:lnTo>
                  <a:lnTo>
                    <a:pt x="1531320" y="2780912"/>
                  </a:lnTo>
                  <a:lnTo>
                    <a:pt x="1602943" y="2831591"/>
                  </a:lnTo>
                  <a:lnTo>
                    <a:pt x="1674565" y="2878616"/>
                  </a:lnTo>
                  <a:lnTo>
                    <a:pt x="1746188" y="2922250"/>
                  </a:lnTo>
                  <a:lnTo>
                    <a:pt x="1817810" y="2962737"/>
                  </a:lnTo>
                  <a:lnTo>
                    <a:pt x="1889433" y="3000306"/>
                  </a:lnTo>
                  <a:lnTo>
                    <a:pt x="1961055" y="3035165"/>
                  </a:lnTo>
                  <a:lnTo>
                    <a:pt x="2032678" y="3067511"/>
                  </a:lnTo>
                  <a:lnTo>
                    <a:pt x="2104301" y="3097524"/>
                  </a:lnTo>
                  <a:lnTo>
                    <a:pt x="2175923" y="3125373"/>
                  </a:lnTo>
                  <a:lnTo>
                    <a:pt x="2247546" y="3151214"/>
                  </a:lnTo>
                  <a:lnTo>
                    <a:pt x="2319168" y="3175192"/>
                  </a:lnTo>
                  <a:lnTo>
                    <a:pt x="2390791" y="3197441"/>
                  </a:lnTo>
                  <a:lnTo>
                    <a:pt x="2462413" y="3218085"/>
                  </a:lnTo>
                  <a:lnTo>
                    <a:pt x="2534036" y="3237241"/>
                  </a:lnTo>
                  <a:lnTo>
                    <a:pt x="2605658" y="3255016"/>
                  </a:lnTo>
                  <a:lnTo>
                    <a:pt x="2677281" y="3271509"/>
                  </a:lnTo>
                  <a:lnTo>
                    <a:pt x="2748903" y="3286813"/>
                  </a:lnTo>
                  <a:lnTo>
                    <a:pt x="2820526" y="3301013"/>
                  </a:lnTo>
                  <a:lnTo>
                    <a:pt x="2892148" y="3314189"/>
                  </a:lnTo>
                  <a:lnTo>
                    <a:pt x="2963771" y="3326415"/>
                  </a:lnTo>
                  <a:lnTo>
                    <a:pt x="3035393" y="3337760"/>
                  </a:lnTo>
                  <a:lnTo>
                    <a:pt x="3107016" y="3348287"/>
                  </a:lnTo>
                  <a:lnTo>
                    <a:pt x="3178638" y="3358054"/>
                  </a:lnTo>
                  <a:lnTo>
                    <a:pt x="3250261" y="3367117"/>
                  </a:lnTo>
                  <a:lnTo>
                    <a:pt x="3321883" y="3375527"/>
                  </a:lnTo>
                  <a:lnTo>
                    <a:pt x="3393506" y="3383330"/>
                  </a:lnTo>
                  <a:lnTo>
                    <a:pt x="3465129" y="3390571"/>
                  </a:lnTo>
                  <a:lnTo>
                    <a:pt x="3536751" y="3397290"/>
                  </a:lnTo>
                  <a:lnTo>
                    <a:pt x="3608374" y="3403524"/>
                  </a:lnTo>
                  <a:lnTo>
                    <a:pt x="3679996" y="3409308"/>
                  </a:lnTo>
                  <a:lnTo>
                    <a:pt x="3751619" y="3414676"/>
                  </a:lnTo>
                  <a:lnTo>
                    <a:pt x="3823241" y="3419656"/>
                  </a:lnTo>
                  <a:lnTo>
                    <a:pt x="3894864" y="3424278"/>
                  </a:lnTo>
                  <a:lnTo>
                    <a:pt x="3966486" y="3428566"/>
                  </a:lnTo>
                  <a:lnTo>
                    <a:pt x="4038109" y="3432545"/>
                  </a:lnTo>
                  <a:lnTo>
                    <a:pt x="4109731" y="3436237"/>
                  </a:lnTo>
                  <a:lnTo>
                    <a:pt x="4181354" y="3439662"/>
                  </a:lnTo>
                  <a:lnTo>
                    <a:pt x="4252976" y="3442841"/>
                  </a:lnTo>
                  <a:lnTo>
                    <a:pt x="4324599" y="3445791"/>
                  </a:lnTo>
                  <a:lnTo>
                    <a:pt x="4396221" y="3448527"/>
                  </a:lnTo>
                  <a:lnTo>
                    <a:pt x="4467844" y="3451067"/>
                  </a:lnTo>
                  <a:lnTo>
                    <a:pt x="4539466" y="3453423"/>
                  </a:lnTo>
                  <a:lnTo>
                    <a:pt x="4611089" y="3455610"/>
                  </a:lnTo>
                  <a:lnTo>
                    <a:pt x="4682711" y="3457639"/>
                  </a:lnTo>
                  <a:lnTo>
                    <a:pt x="4754334" y="3459521"/>
                  </a:lnTo>
                  <a:lnTo>
                    <a:pt x="4825957" y="3461268"/>
                  </a:lnTo>
                  <a:lnTo>
                    <a:pt x="4897579" y="3462889"/>
                  </a:lnTo>
                  <a:lnTo>
                    <a:pt x="4969202" y="3464393"/>
                  </a:lnTo>
                  <a:lnTo>
                    <a:pt x="5040824" y="3465788"/>
                  </a:lnTo>
                  <a:lnTo>
                    <a:pt x="5112447" y="3467083"/>
                  </a:lnTo>
                  <a:lnTo>
                    <a:pt x="5184069" y="3468285"/>
                  </a:lnTo>
                  <a:lnTo>
                    <a:pt x="5255692" y="3469400"/>
                  </a:lnTo>
                  <a:lnTo>
                    <a:pt x="5327314" y="3470434"/>
                  </a:lnTo>
                  <a:lnTo>
                    <a:pt x="5398937" y="3471394"/>
                  </a:lnTo>
                  <a:lnTo>
                    <a:pt x="5470559" y="34722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2.57 (1.39-4.74), p_Bonf = 0.015 (n = 6)  |  per IQR decline (Δ = 27.4 %): 13.30 (2.47-71.54)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2026-08-19T20:32:05Z</dcterms:modified>
  <cp:category/>
</cp:coreProperties>
</file>