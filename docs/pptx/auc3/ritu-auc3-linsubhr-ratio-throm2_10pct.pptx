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01332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9152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8172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7191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62110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52305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4249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2694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2888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4642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366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681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1701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0720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9740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8759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77791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073503"/>
              <a:ext cx="7090630" cy="3436041"/>
            </a:xfrm>
            <a:custGeom>
              <a:avLst/>
              <a:pathLst>
                <a:path w="7090630" h="3436041">
                  <a:moveTo>
                    <a:pt x="519435" y="0"/>
                  </a:moveTo>
                  <a:lnTo>
                    <a:pt x="572980" y="106874"/>
                  </a:lnTo>
                  <a:lnTo>
                    <a:pt x="644602" y="244025"/>
                  </a:lnTo>
                  <a:lnTo>
                    <a:pt x="716225" y="375606"/>
                  </a:lnTo>
                  <a:lnTo>
                    <a:pt x="787847" y="501843"/>
                  </a:lnTo>
                  <a:lnTo>
                    <a:pt x="859470" y="622952"/>
                  </a:lnTo>
                  <a:lnTo>
                    <a:pt x="931092" y="739143"/>
                  </a:lnTo>
                  <a:lnTo>
                    <a:pt x="1002715" y="850614"/>
                  </a:lnTo>
                  <a:lnTo>
                    <a:pt x="1074337" y="957558"/>
                  </a:lnTo>
                  <a:lnTo>
                    <a:pt x="1145960" y="1060159"/>
                  </a:lnTo>
                  <a:lnTo>
                    <a:pt x="1217582" y="1158592"/>
                  </a:lnTo>
                  <a:lnTo>
                    <a:pt x="1289205" y="1253028"/>
                  </a:lnTo>
                  <a:lnTo>
                    <a:pt x="1360827" y="1343628"/>
                  </a:lnTo>
                  <a:lnTo>
                    <a:pt x="1432450" y="1430549"/>
                  </a:lnTo>
                  <a:lnTo>
                    <a:pt x="1504073" y="1513939"/>
                  </a:lnTo>
                  <a:lnTo>
                    <a:pt x="1575695" y="1593942"/>
                  </a:lnTo>
                  <a:lnTo>
                    <a:pt x="1647318" y="1670696"/>
                  </a:lnTo>
                  <a:lnTo>
                    <a:pt x="1718940" y="1744333"/>
                  </a:lnTo>
                  <a:lnTo>
                    <a:pt x="1790563" y="1814979"/>
                  </a:lnTo>
                  <a:lnTo>
                    <a:pt x="1862185" y="1882755"/>
                  </a:lnTo>
                  <a:lnTo>
                    <a:pt x="1933808" y="1947779"/>
                  </a:lnTo>
                  <a:lnTo>
                    <a:pt x="2005430" y="2010162"/>
                  </a:lnTo>
                  <a:lnTo>
                    <a:pt x="2077053" y="2070012"/>
                  </a:lnTo>
                  <a:lnTo>
                    <a:pt x="2148675" y="2127430"/>
                  </a:lnTo>
                  <a:lnTo>
                    <a:pt x="2220298" y="2182517"/>
                  </a:lnTo>
                  <a:lnTo>
                    <a:pt x="2291920" y="2235366"/>
                  </a:lnTo>
                  <a:lnTo>
                    <a:pt x="2363543" y="2286069"/>
                  </a:lnTo>
                  <a:lnTo>
                    <a:pt x="2435165" y="2334712"/>
                  </a:lnTo>
                  <a:lnTo>
                    <a:pt x="2506788" y="2381380"/>
                  </a:lnTo>
                  <a:lnTo>
                    <a:pt x="2578410" y="2426152"/>
                  </a:lnTo>
                  <a:lnTo>
                    <a:pt x="2650033" y="2469106"/>
                  </a:lnTo>
                  <a:lnTo>
                    <a:pt x="2721655" y="2510316"/>
                  </a:lnTo>
                  <a:lnTo>
                    <a:pt x="2793278" y="2549851"/>
                  </a:lnTo>
                  <a:lnTo>
                    <a:pt x="2864901" y="2587781"/>
                  </a:lnTo>
                  <a:lnTo>
                    <a:pt x="2936523" y="2624171"/>
                  </a:lnTo>
                  <a:lnTo>
                    <a:pt x="3008146" y="2646325"/>
                  </a:lnTo>
                  <a:lnTo>
                    <a:pt x="3079768" y="2587202"/>
                  </a:lnTo>
                  <a:lnTo>
                    <a:pt x="3151391" y="2523904"/>
                  </a:lnTo>
                  <a:lnTo>
                    <a:pt x="3223013" y="2456137"/>
                  </a:lnTo>
                  <a:lnTo>
                    <a:pt x="3294636" y="2383586"/>
                  </a:lnTo>
                  <a:lnTo>
                    <a:pt x="3366258" y="2305913"/>
                  </a:lnTo>
                  <a:lnTo>
                    <a:pt x="3437881" y="2222756"/>
                  </a:lnTo>
                  <a:lnTo>
                    <a:pt x="3509503" y="2133728"/>
                  </a:lnTo>
                  <a:lnTo>
                    <a:pt x="3581126" y="2038414"/>
                  </a:lnTo>
                  <a:lnTo>
                    <a:pt x="3652748" y="1936371"/>
                  </a:lnTo>
                  <a:lnTo>
                    <a:pt x="3724371" y="1827123"/>
                  </a:lnTo>
                  <a:lnTo>
                    <a:pt x="3795993" y="1710163"/>
                  </a:lnTo>
                  <a:lnTo>
                    <a:pt x="3867616" y="1584945"/>
                  </a:lnTo>
                  <a:lnTo>
                    <a:pt x="3939238" y="1450886"/>
                  </a:lnTo>
                  <a:lnTo>
                    <a:pt x="4010861" y="1307362"/>
                  </a:lnTo>
                  <a:lnTo>
                    <a:pt x="4082483" y="1153705"/>
                  </a:lnTo>
                  <a:lnTo>
                    <a:pt x="4154106" y="989200"/>
                  </a:lnTo>
                  <a:lnTo>
                    <a:pt x="4225729" y="813081"/>
                  </a:lnTo>
                  <a:lnTo>
                    <a:pt x="4297351" y="624527"/>
                  </a:lnTo>
                  <a:lnTo>
                    <a:pt x="4368974" y="422661"/>
                  </a:lnTo>
                  <a:lnTo>
                    <a:pt x="4440596" y="206542"/>
                  </a:lnTo>
                  <a:lnTo>
                    <a:pt x="4504531" y="0"/>
                  </a:lnTo>
                  <a:lnTo>
                    <a:pt x="7090630" y="0"/>
                  </a:lnTo>
                  <a:lnTo>
                    <a:pt x="7090630" y="3406143"/>
                  </a:lnTo>
                  <a:lnTo>
                    <a:pt x="7019007" y="3402858"/>
                  </a:lnTo>
                  <a:lnTo>
                    <a:pt x="6947385" y="3399434"/>
                  </a:lnTo>
                  <a:lnTo>
                    <a:pt x="6875762" y="3395864"/>
                  </a:lnTo>
                  <a:lnTo>
                    <a:pt x="6804139" y="3392144"/>
                  </a:lnTo>
                  <a:lnTo>
                    <a:pt x="6732517" y="3388266"/>
                  </a:lnTo>
                  <a:lnTo>
                    <a:pt x="6660894" y="3384224"/>
                  </a:lnTo>
                  <a:lnTo>
                    <a:pt x="6589272" y="3380011"/>
                  </a:lnTo>
                  <a:lnTo>
                    <a:pt x="6517649" y="3375619"/>
                  </a:lnTo>
                  <a:lnTo>
                    <a:pt x="6446027" y="3371042"/>
                  </a:lnTo>
                  <a:lnTo>
                    <a:pt x="6374404" y="3366270"/>
                  </a:lnTo>
                  <a:lnTo>
                    <a:pt x="6302782" y="3361297"/>
                  </a:lnTo>
                  <a:lnTo>
                    <a:pt x="6231159" y="3356113"/>
                  </a:lnTo>
                  <a:lnTo>
                    <a:pt x="6159537" y="3350710"/>
                  </a:lnTo>
                  <a:lnTo>
                    <a:pt x="6087914" y="3345078"/>
                  </a:lnTo>
                  <a:lnTo>
                    <a:pt x="6016292" y="3339208"/>
                  </a:lnTo>
                  <a:lnTo>
                    <a:pt x="5944669" y="3333089"/>
                  </a:lnTo>
                  <a:lnTo>
                    <a:pt x="5873047" y="3326711"/>
                  </a:lnTo>
                  <a:lnTo>
                    <a:pt x="5801424" y="3320063"/>
                  </a:lnTo>
                  <a:lnTo>
                    <a:pt x="5729802" y="3313134"/>
                  </a:lnTo>
                  <a:lnTo>
                    <a:pt x="5658179" y="3305911"/>
                  </a:lnTo>
                  <a:lnTo>
                    <a:pt x="5586557" y="3298382"/>
                  </a:lnTo>
                  <a:lnTo>
                    <a:pt x="5514934" y="3290535"/>
                  </a:lnTo>
                  <a:lnTo>
                    <a:pt x="5443311" y="3282356"/>
                  </a:lnTo>
                  <a:lnTo>
                    <a:pt x="5371689" y="3273830"/>
                  </a:lnTo>
                  <a:lnTo>
                    <a:pt x="5300066" y="3264943"/>
                  </a:lnTo>
                  <a:lnTo>
                    <a:pt x="5228444" y="3255680"/>
                  </a:lnTo>
                  <a:lnTo>
                    <a:pt x="5156821" y="3246025"/>
                  </a:lnTo>
                  <a:lnTo>
                    <a:pt x="5085199" y="3235962"/>
                  </a:lnTo>
                  <a:lnTo>
                    <a:pt x="5013576" y="3225472"/>
                  </a:lnTo>
                  <a:lnTo>
                    <a:pt x="4941954" y="3214538"/>
                  </a:lnTo>
                  <a:lnTo>
                    <a:pt x="4870331" y="3203141"/>
                  </a:lnTo>
                  <a:lnTo>
                    <a:pt x="4798709" y="3191262"/>
                  </a:lnTo>
                  <a:lnTo>
                    <a:pt x="4727086" y="3178880"/>
                  </a:lnTo>
                  <a:lnTo>
                    <a:pt x="4655464" y="3165974"/>
                  </a:lnTo>
                  <a:lnTo>
                    <a:pt x="4583841" y="3152521"/>
                  </a:lnTo>
                  <a:lnTo>
                    <a:pt x="4512219" y="3138499"/>
                  </a:lnTo>
                  <a:lnTo>
                    <a:pt x="4440596" y="3123883"/>
                  </a:lnTo>
                  <a:lnTo>
                    <a:pt x="4368974" y="3108649"/>
                  </a:lnTo>
                  <a:lnTo>
                    <a:pt x="4297351" y="3092769"/>
                  </a:lnTo>
                  <a:lnTo>
                    <a:pt x="4225729" y="3076218"/>
                  </a:lnTo>
                  <a:lnTo>
                    <a:pt x="4154106" y="3058965"/>
                  </a:lnTo>
                  <a:lnTo>
                    <a:pt x="4082483" y="3040982"/>
                  </a:lnTo>
                  <a:lnTo>
                    <a:pt x="4010861" y="3022238"/>
                  </a:lnTo>
                  <a:lnTo>
                    <a:pt x="3939238" y="3002701"/>
                  </a:lnTo>
                  <a:lnTo>
                    <a:pt x="3867616" y="2982336"/>
                  </a:lnTo>
                  <a:lnTo>
                    <a:pt x="3795993" y="2961109"/>
                  </a:lnTo>
                  <a:lnTo>
                    <a:pt x="3724371" y="2938984"/>
                  </a:lnTo>
                  <a:lnTo>
                    <a:pt x="3652748" y="2915922"/>
                  </a:lnTo>
                  <a:lnTo>
                    <a:pt x="3581126" y="2891883"/>
                  </a:lnTo>
                  <a:lnTo>
                    <a:pt x="3509503" y="2866827"/>
                  </a:lnTo>
                  <a:lnTo>
                    <a:pt x="3437881" y="2840711"/>
                  </a:lnTo>
                  <a:lnTo>
                    <a:pt x="3366258" y="2813488"/>
                  </a:lnTo>
                  <a:lnTo>
                    <a:pt x="3294636" y="2785113"/>
                  </a:lnTo>
                  <a:lnTo>
                    <a:pt x="3223013" y="2755537"/>
                  </a:lnTo>
                  <a:lnTo>
                    <a:pt x="3151391" y="2724709"/>
                  </a:lnTo>
                  <a:lnTo>
                    <a:pt x="3079768" y="2692576"/>
                  </a:lnTo>
                  <a:lnTo>
                    <a:pt x="3008146" y="2659082"/>
                  </a:lnTo>
                  <a:lnTo>
                    <a:pt x="2936523" y="2701550"/>
                  </a:lnTo>
                  <a:lnTo>
                    <a:pt x="2864901" y="2753132"/>
                  </a:lnTo>
                  <a:lnTo>
                    <a:pt x="2793278" y="2801313"/>
                  </a:lnTo>
                  <a:lnTo>
                    <a:pt x="2721655" y="2846317"/>
                  </a:lnTo>
                  <a:lnTo>
                    <a:pt x="2650033" y="2888353"/>
                  </a:lnTo>
                  <a:lnTo>
                    <a:pt x="2578410" y="2927617"/>
                  </a:lnTo>
                  <a:lnTo>
                    <a:pt x="2506788" y="2964291"/>
                  </a:lnTo>
                  <a:lnTo>
                    <a:pt x="2435165" y="2998547"/>
                  </a:lnTo>
                  <a:lnTo>
                    <a:pt x="2363543" y="3030544"/>
                  </a:lnTo>
                  <a:lnTo>
                    <a:pt x="2291920" y="3060431"/>
                  </a:lnTo>
                  <a:lnTo>
                    <a:pt x="2220298" y="3088347"/>
                  </a:lnTo>
                  <a:lnTo>
                    <a:pt x="2148675" y="3114422"/>
                  </a:lnTo>
                  <a:lnTo>
                    <a:pt x="2077053" y="3138777"/>
                  </a:lnTo>
                  <a:lnTo>
                    <a:pt x="2005430" y="3161527"/>
                  </a:lnTo>
                  <a:lnTo>
                    <a:pt x="1933808" y="3182776"/>
                  </a:lnTo>
                  <a:lnTo>
                    <a:pt x="1862185" y="3202623"/>
                  </a:lnTo>
                  <a:lnTo>
                    <a:pt x="1790563" y="3221162"/>
                  </a:lnTo>
                  <a:lnTo>
                    <a:pt x="1718940" y="3238479"/>
                  </a:lnTo>
                  <a:lnTo>
                    <a:pt x="1647318" y="3254653"/>
                  </a:lnTo>
                  <a:lnTo>
                    <a:pt x="1575695" y="3269761"/>
                  </a:lnTo>
                  <a:lnTo>
                    <a:pt x="1504073" y="3283872"/>
                  </a:lnTo>
                  <a:lnTo>
                    <a:pt x="1432450" y="3297053"/>
                  </a:lnTo>
                  <a:lnTo>
                    <a:pt x="1360827" y="3309365"/>
                  </a:lnTo>
                  <a:lnTo>
                    <a:pt x="1289205" y="3320865"/>
                  </a:lnTo>
                  <a:lnTo>
                    <a:pt x="1217582" y="3331606"/>
                  </a:lnTo>
                  <a:lnTo>
                    <a:pt x="1145960" y="3341639"/>
                  </a:lnTo>
                  <a:lnTo>
                    <a:pt x="1074337" y="3351010"/>
                  </a:lnTo>
                  <a:lnTo>
                    <a:pt x="1002715" y="3359764"/>
                  </a:lnTo>
                  <a:lnTo>
                    <a:pt x="931092" y="3367940"/>
                  </a:lnTo>
                  <a:lnTo>
                    <a:pt x="859470" y="3375577"/>
                  </a:lnTo>
                  <a:lnTo>
                    <a:pt x="787847" y="3382710"/>
                  </a:lnTo>
                  <a:lnTo>
                    <a:pt x="716225" y="3389373"/>
                  </a:lnTo>
                  <a:lnTo>
                    <a:pt x="644602" y="3395597"/>
                  </a:lnTo>
                  <a:lnTo>
                    <a:pt x="572980" y="3401410"/>
                  </a:lnTo>
                  <a:lnTo>
                    <a:pt x="501357" y="3406840"/>
                  </a:lnTo>
                  <a:lnTo>
                    <a:pt x="429735" y="3411911"/>
                  </a:lnTo>
                  <a:lnTo>
                    <a:pt x="358112" y="3416649"/>
                  </a:lnTo>
                  <a:lnTo>
                    <a:pt x="286490" y="3421073"/>
                  </a:lnTo>
                  <a:lnTo>
                    <a:pt x="214867" y="3425206"/>
                  </a:lnTo>
                  <a:lnTo>
                    <a:pt x="143245" y="3429067"/>
                  </a:lnTo>
                  <a:lnTo>
                    <a:pt x="71622" y="3432673"/>
                  </a:lnTo>
                  <a:lnTo>
                    <a:pt x="0" y="3436041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691484" y="2073503"/>
              <a:ext cx="3985096" cy="2646325"/>
            </a:xfrm>
            <a:custGeom>
              <a:avLst/>
              <a:pathLst>
                <a:path w="3985096" h="2646325">
                  <a:moveTo>
                    <a:pt x="0" y="0"/>
                  </a:moveTo>
                  <a:lnTo>
                    <a:pt x="53545" y="106874"/>
                  </a:lnTo>
                  <a:lnTo>
                    <a:pt x="125167" y="244025"/>
                  </a:lnTo>
                  <a:lnTo>
                    <a:pt x="196790" y="375606"/>
                  </a:lnTo>
                  <a:lnTo>
                    <a:pt x="268412" y="501843"/>
                  </a:lnTo>
                  <a:lnTo>
                    <a:pt x="340035" y="622952"/>
                  </a:lnTo>
                  <a:lnTo>
                    <a:pt x="411657" y="739143"/>
                  </a:lnTo>
                  <a:lnTo>
                    <a:pt x="483280" y="850614"/>
                  </a:lnTo>
                  <a:lnTo>
                    <a:pt x="554902" y="957558"/>
                  </a:lnTo>
                  <a:lnTo>
                    <a:pt x="626525" y="1060159"/>
                  </a:lnTo>
                  <a:lnTo>
                    <a:pt x="698147" y="1158592"/>
                  </a:lnTo>
                  <a:lnTo>
                    <a:pt x="769770" y="1253028"/>
                  </a:lnTo>
                  <a:lnTo>
                    <a:pt x="841392" y="1343628"/>
                  </a:lnTo>
                  <a:lnTo>
                    <a:pt x="913015" y="1430549"/>
                  </a:lnTo>
                  <a:lnTo>
                    <a:pt x="984637" y="1513939"/>
                  </a:lnTo>
                  <a:lnTo>
                    <a:pt x="1056260" y="1593942"/>
                  </a:lnTo>
                  <a:lnTo>
                    <a:pt x="1127882" y="1670696"/>
                  </a:lnTo>
                  <a:lnTo>
                    <a:pt x="1199505" y="1744333"/>
                  </a:lnTo>
                  <a:lnTo>
                    <a:pt x="1271128" y="1814979"/>
                  </a:lnTo>
                  <a:lnTo>
                    <a:pt x="1342750" y="1882755"/>
                  </a:lnTo>
                  <a:lnTo>
                    <a:pt x="1414373" y="1947779"/>
                  </a:lnTo>
                  <a:lnTo>
                    <a:pt x="1485995" y="2010162"/>
                  </a:lnTo>
                  <a:lnTo>
                    <a:pt x="1557618" y="2070012"/>
                  </a:lnTo>
                  <a:lnTo>
                    <a:pt x="1629240" y="2127430"/>
                  </a:lnTo>
                  <a:lnTo>
                    <a:pt x="1700863" y="2182517"/>
                  </a:lnTo>
                  <a:lnTo>
                    <a:pt x="1772485" y="2235366"/>
                  </a:lnTo>
                  <a:lnTo>
                    <a:pt x="1844108" y="2286069"/>
                  </a:lnTo>
                  <a:lnTo>
                    <a:pt x="1915730" y="2334712"/>
                  </a:lnTo>
                  <a:lnTo>
                    <a:pt x="1987353" y="2381380"/>
                  </a:lnTo>
                  <a:lnTo>
                    <a:pt x="2058975" y="2426152"/>
                  </a:lnTo>
                  <a:lnTo>
                    <a:pt x="2130598" y="2469106"/>
                  </a:lnTo>
                  <a:lnTo>
                    <a:pt x="2202220" y="2510316"/>
                  </a:lnTo>
                  <a:lnTo>
                    <a:pt x="2273843" y="2549851"/>
                  </a:lnTo>
                  <a:lnTo>
                    <a:pt x="2345465" y="2587781"/>
                  </a:lnTo>
                  <a:lnTo>
                    <a:pt x="2417088" y="2624171"/>
                  </a:lnTo>
                  <a:lnTo>
                    <a:pt x="2488710" y="2646325"/>
                  </a:lnTo>
                  <a:lnTo>
                    <a:pt x="2560333" y="2587202"/>
                  </a:lnTo>
                  <a:lnTo>
                    <a:pt x="2631956" y="2523904"/>
                  </a:lnTo>
                  <a:lnTo>
                    <a:pt x="2703578" y="2456137"/>
                  </a:lnTo>
                  <a:lnTo>
                    <a:pt x="2775201" y="2383586"/>
                  </a:lnTo>
                  <a:lnTo>
                    <a:pt x="2846823" y="2305913"/>
                  </a:lnTo>
                  <a:lnTo>
                    <a:pt x="2918446" y="2222756"/>
                  </a:lnTo>
                  <a:lnTo>
                    <a:pt x="2990068" y="2133728"/>
                  </a:lnTo>
                  <a:lnTo>
                    <a:pt x="3061691" y="2038414"/>
                  </a:lnTo>
                  <a:lnTo>
                    <a:pt x="3133313" y="1936371"/>
                  </a:lnTo>
                  <a:lnTo>
                    <a:pt x="3204936" y="1827123"/>
                  </a:lnTo>
                  <a:lnTo>
                    <a:pt x="3276558" y="1710163"/>
                  </a:lnTo>
                  <a:lnTo>
                    <a:pt x="3348181" y="1584945"/>
                  </a:lnTo>
                  <a:lnTo>
                    <a:pt x="3419803" y="1450886"/>
                  </a:lnTo>
                  <a:lnTo>
                    <a:pt x="3491426" y="1307362"/>
                  </a:lnTo>
                  <a:lnTo>
                    <a:pt x="3563048" y="1153705"/>
                  </a:lnTo>
                  <a:lnTo>
                    <a:pt x="3634671" y="989200"/>
                  </a:lnTo>
                  <a:lnTo>
                    <a:pt x="3706293" y="813081"/>
                  </a:lnTo>
                  <a:lnTo>
                    <a:pt x="3777916" y="624527"/>
                  </a:lnTo>
                  <a:lnTo>
                    <a:pt x="3849538" y="422661"/>
                  </a:lnTo>
                  <a:lnTo>
                    <a:pt x="3921161" y="206542"/>
                  </a:lnTo>
                  <a:lnTo>
                    <a:pt x="3985096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732585"/>
              <a:ext cx="7090630" cy="776958"/>
            </a:xfrm>
            <a:custGeom>
              <a:avLst/>
              <a:pathLst>
                <a:path w="7090630" h="776958">
                  <a:moveTo>
                    <a:pt x="7090630" y="747061"/>
                  </a:moveTo>
                  <a:lnTo>
                    <a:pt x="7019007" y="743775"/>
                  </a:lnTo>
                  <a:lnTo>
                    <a:pt x="6947385" y="740351"/>
                  </a:lnTo>
                  <a:lnTo>
                    <a:pt x="6875762" y="736782"/>
                  </a:lnTo>
                  <a:lnTo>
                    <a:pt x="6804139" y="733061"/>
                  </a:lnTo>
                  <a:lnTo>
                    <a:pt x="6732517" y="729183"/>
                  </a:lnTo>
                  <a:lnTo>
                    <a:pt x="6660894" y="725141"/>
                  </a:lnTo>
                  <a:lnTo>
                    <a:pt x="6589272" y="720928"/>
                  </a:lnTo>
                  <a:lnTo>
                    <a:pt x="6517649" y="716536"/>
                  </a:lnTo>
                  <a:lnTo>
                    <a:pt x="6446027" y="711959"/>
                  </a:lnTo>
                  <a:lnTo>
                    <a:pt x="6374404" y="707188"/>
                  </a:lnTo>
                  <a:lnTo>
                    <a:pt x="6302782" y="702214"/>
                  </a:lnTo>
                  <a:lnTo>
                    <a:pt x="6231159" y="697031"/>
                  </a:lnTo>
                  <a:lnTo>
                    <a:pt x="6159537" y="691627"/>
                  </a:lnTo>
                  <a:lnTo>
                    <a:pt x="6087914" y="685995"/>
                  </a:lnTo>
                  <a:lnTo>
                    <a:pt x="6016292" y="680125"/>
                  </a:lnTo>
                  <a:lnTo>
                    <a:pt x="5944669" y="674006"/>
                  </a:lnTo>
                  <a:lnTo>
                    <a:pt x="5873047" y="667628"/>
                  </a:lnTo>
                  <a:lnTo>
                    <a:pt x="5801424" y="660980"/>
                  </a:lnTo>
                  <a:lnTo>
                    <a:pt x="5729802" y="654051"/>
                  </a:lnTo>
                  <a:lnTo>
                    <a:pt x="5658179" y="646828"/>
                  </a:lnTo>
                  <a:lnTo>
                    <a:pt x="5586557" y="639300"/>
                  </a:lnTo>
                  <a:lnTo>
                    <a:pt x="5514934" y="631452"/>
                  </a:lnTo>
                  <a:lnTo>
                    <a:pt x="5443311" y="623273"/>
                  </a:lnTo>
                  <a:lnTo>
                    <a:pt x="5371689" y="614747"/>
                  </a:lnTo>
                  <a:lnTo>
                    <a:pt x="5300066" y="605860"/>
                  </a:lnTo>
                  <a:lnTo>
                    <a:pt x="5228444" y="596598"/>
                  </a:lnTo>
                  <a:lnTo>
                    <a:pt x="5156821" y="586943"/>
                  </a:lnTo>
                  <a:lnTo>
                    <a:pt x="5085199" y="576879"/>
                  </a:lnTo>
                  <a:lnTo>
                    <a:pt x="5013576" y="566389"/>
                  </a:lnTo>
                  <a:lnTo>
                    <a:pt x="4941954" y="555455"/>
                  </a:lnTo>
                  <a:lnTo>
                    <a:pt x="4870331" y="544059"/>
                  </a:lnTo>
                  <a:lnTo>
                    <a:pt x="4798709" y="532179"/>
                  </a:lnTo>
                  <a:lnTo>
                    <a:pt x="4727086" y="519797"/>
                  </a:lnTo>
                  <a:lnTo>
                    <a:pt x="4655464" y="506891"/>
                  </a:lnTo>
                  <a:lnTo>
                    <a:pt x="4583841" y="493438"/>
                  </a:lnTo>
                  <a:lnTo>
                    <a:pt x="4512219" y="479416"/>
                  </a:lnTo>
                  <a:lnTo>
                    <a:pt x="4440596" y="464800"/>
                  </a:lnTo>
                  <a:lnTo>
                    <a:pt x="4368974" y="449566"/>
                  </a:lnTo>
                  <a:lnTo>
                    <a:pt x="4297351" y="433686"/>
                  </a:lnTo>
                  <a:lnTo>
                    <a:pt x="4225729" y="417135"/>
                  </a:lnTo>
                  <a:lnTo>
                    <a:pt x="4154106" y="399882"/>
                  </a:lnTo>
                  <a:lnTo>
                    <a:pt x="4082483" y="381900"/>
                  </a:lnTo>
                  <a:lnTo>
                    <a:pt x="4010861" y="363156"/>
                  </a:lnTo>
                  <a:lnTo>
                    <a:pt x="3939238" y="343618"/>
                  </a:lnTo>
                  <a:lnTo>
                    <a:pt x="3867616" y="323253"/>
                  </a:lnTo>
                  <a:lnTo>
                    <a:pt x="3795993" y="302026"/>
                  </a:lnTo>
                  <a:lnTo>
                    <a:pt x="3724371" y="279901"/>
                  </a:lnTo>
                  <a:lnTo>
                    <a:pt x="3652748" y="256839"/>
                  </a:lnTo>
                  <a:lnTo>
                    <a:pt x="3581126" y="232801"/>
                  </a:lnTo>
                  <a:lnTo>
                    <a:pt x="3509503" y="207745"/>
                  </a:lnTo>
                  <a:lnTo>
                    <a:pt x="3437881" y="181628"/>
                  </a:lnTo>
                  <a:lnTo>
                    <a:pt x="3366258" y="154405"/>
                  </a:lnTo>
                  <a:lnTo>
                    <a:pt x="3294636" y="126031"/>
                  </a:lnTo>
                  <a:lnTo>
                    <a:pt x="3223013" y="96454"/>
                  </a:lnTo>
                  <a:lnTo>
                    <a:pt x="3151391" y="65626"/>
                  </a:lnTo>
                  <a:lnTo>
                    <a:pt x="3079768" y="33493"/>
                  </a:lnTo>
                  <a:lnTo>
                    <a:pt x="3008146" y="0"/>
                  </a:lnTo>
                  <a:lnTo>
                    <a:pt x="2936523" y="42467"/>
                  </a:lnTo>
                  <a:lnTo>
                    <a:pt x="2864901" y="94050"/>
                  </a:lnTo>
                  <a:lnTo>
                    <a:pt x="2793278" y="142231"/>
                  </a:lnTo>
                  <a:lnTo>
                    <a:pt x="2721655" y="187234"/>
                  </a:lnTo>
                  <a:lnTo>
                    <a:pt x="2650033" y="229270"/>
                  </a:lnTo>
                  <a:lnTo>
                    <a:pt x="2578410" y="268534"/>
                  </a:lnTo>
                  <a:lnTo>
                    <a:pt x="2506788" y="305208"/>
                  </a:lnTo>
                  <a:lnTo>
                    <a:pt x="2435165" y="339464"/>
                  </a:lnTo>
                  <a:lnTo>
                    <a:pt x="2363543" y="371461"/>
                  </a:lnTo>
                  <a:lnTo>
                    <a:pt x="2291920" y="401348"/>
                  </a:lnTo>
                  <a:lnTo>
                    <a:pt x="2220298" y="429264"/>
                  </a:lnTo>
                  <a:lnTo>
                    <a:pt x="2148675" y="455339"/>
                  </a:lnTo>
                  <a:lnTo>
                    <a:pt x="2077053" y="479695"/>
                  </a:lnTo>
                  <a:lnTo>
                    <a:pt x="2005430" y="502444"/>
                  </a:lnTo>
                  <a:lnTo>
                    <a:pt x="1933808" y="523693"/>
                  </a:lnTo>
                  <a:lnTo>
                    <a:pt x="1862185" y="543541"/>
                  </a:lnTo>
                  <a:lnTo>
                    <a:pt x="1790563" y="562080"/>
                  </a:lnTo>
                  <a:lnTo>
                    <a:pt x="1718940" y="579396"/>
                  </a:lnTo>
                  <a:lnTo>
                    <a:pt x="1647318" y="595570"/>
                  </a:lnTo>
                  <a:lnTo>
                    <a:pt x="1575695" y="610678"/>
                  </a:lnTo>
                  <a:lnTo>
                    <a:pt x="1504073" y="624790"/>
                  </a:lnTo>
                  <a:lnTo>
                    <a:pt x="1432450" y="637970"/>
                  </a:lnTo>
                  <a:lnTo>
                    <a:pt x="1360827" y="650282"/>
                  </a:lnTo>
                  <a:lnTo>
                    <a:pt x="1289205" y="661782"/>
                  </a:lnTo>
                  <a:lnTo>
                    <a:pt x="1217582" y="672523"/>
                  </a:lnTo>
                  <a:lnTo>
                    <a:pt x="1145960" y="682556"/>
                  </a:lnTo>
                  <a:lnTo>
                    <a:pt x="1074337" y="691928"/>
                  </a:lnTo>
                  <a:lnTo>
                    <a:pt x="1002715" y="700681"/>
                  </a:lnTo>
                  <a:lnTo>
                    <a:pt x="931092" y="708857"/>
                  </a:lnTo>
                  <a:lnTo>
                    <a:pt x="859470" y="716494"/>
                  </a:lnTo>
                  <a:lnTo>
                    <a:pt x="787847" y="723628"/>
                  </a:lnTo>
                  <a:lnTo>
                    <a:pt x="716225" y="730290"/>
                  </a:lnTo>
                  <a:lnTo>
                    <a:pt x="644602" y="736514"/>
                  </a:lnTo>
                  <a:lnTo>
                    <a:pt x="572980" y="742327"/>
                  </a:lnTo>
                  <a:lnTo>
                    <a:pt x="501357" y="747757"/>
                  </a:lnTo>
                  <a:lnTo>
                    <a:pt x="429735" y="752829"/>
                  </a:lnTo>
                  <a:lnTo>
                    <a:pt x="358112" y="757566"/>
                  </a:lnTo>
                  <a:lnTo>
                    <a:pt x="286490" y="761991"/>
                  </a:lnTo>
                  <a:lnTo>
                    <a:pt x="214867" y="766124"/>
                  </a:lnTo>
                  <a:lnTo>
                    <a:pt x="143245" y="769984"/>
                  </a:lnTo>
                  <a:lnTo>
                    <a:pt x="71622" y="773590"/>
                  </a:lnTo>
                  <a:lnTo>
                    <a:pt x="0" y="77695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3775655"/>
              <a:ext cx="7090630" cy="1307821"/>
            </a:xfrm>
            <a:custGeom>
              <a:avLst/>
              <a:pathLst>
                <a:path w="7090630" h="1307821">
                  <a:moveTo>
                    <a:pt x="0" y="1307821"/>
                  </a:moveTo>
                  <a:lnTo>
                    <a:pt x="71622" y="1301440"/>
                  </a:lnTo>
                  <a:lnTo>
                    <a:pt x="143245" y="1294973"/>
                  </a:lnTo>
                  <a:lnTo>
                    <a:pt x="214867" y="1288419"/>
                  </a:lnTo>
                  <a:lnTo>
                    <a:pt x="286490" y="1281776"/>
                  </a:lnTo>
                  <a:lnTo>
                    <a:pt x="358112" y="1275044"/>
                  </a:lnTo>
                  <a:lnTo>
                    <a:pt x="429735" y="1268221"/>
                  </a:lnTo>
                  <a:lnTo>
                    <a:pt x="501357" y="1261306"/>
                  </a:lnTo>
                  <a:lnTo>
                    <a:pt x="572980" y="1254299"/>
                  </a:lnTo>
                  <a:lnTo>
                    <a:pt x="644602" y="1247197"/>
                  </a:lnTo>
                  <a:lnTo>
                    <a:pt x="716225" y="1239999"/>
                  </a:lnTo>
                  <a:lnTo>
                    <a:pt x="787847" y="1232704"/>
                  </a:lnTo>
                  <a:lnTo>
                    <a:pt x="859470" y="1225311"/>
                  </a:lnTo>
                  <a:lnTo>
                    <a:pt x="931092" y="1217818"/>
                  </a:lnTo>
                  <a:lnTo>
                    <a:pt x="1002715" y="1210225"/>
                  </a:lnTo>
                  <a:lnTo>
                    <a:pt x="1074337" y="1202529"/>
                  </a:lnTo>
                  <a:lnTo>
                    <a:pt x="1145960" y="1194729"/>
                  </a:lnTo>
                  <a:lnTo>
                    <a:pt x="1217582" y="1186825"/>
                  </a:lnTo>
                  <a:lnTo>
                    <a:pt x="1289205" y="1178814"/>
                  </a:lnTo>
                  <a:lnTo>
                    <a:pt x="1360827" y="1170695"/>
                  </a:lnTo>
                  <a:lnTo>
                    <a:pt x="1432450" y="1162467"/>
                  </a:lnTo>
                  <a:lnTo>
                    <a:pt x="1504073" y="1154128"/>
                  </a:lnTo>
                  <a:lnTo>
                    <a:pt x="1575695" y="1145676"/>
                  </a:lnTo>
                  <a:lnTo>
                    <a:pt x="1647318" y="1137111"/>
                  </a:lnTo>
                  <a:lnTo>
                    <a:pt x="1718940" y="1128431"/>
                  </a:lnTo>
                  <a:lnTo>
                    <a:pt x="1790563" y="1119633"/>
                  </a:lnTo>
                  <a:lnTo>
                    <a:pt x="1862185" y="1110717"/>
                  </a:lnTo>
                  <a:lnTo>
                    <a:pt x="1933808" y="1101681"/>
                  </a:lnTo>
                  <a:lnTo>
                    <a:pt x="2005430" y="1092523"/>
                  </a:lnTo>
                  <a:lnTo>
                    <a:pt x="2077053" y="1083242"/>
                  </a:lnTo>
                  <a:lnTo>
                    <a:pt x="2148675" y="1073836"/>
                  </a:lnTo>
                  <a:lnTo>
                    <a:pt x="2220298" y="1064303"/>
                  </a:lnTo>
                  <a:lnTo>
                    <a:pt x="2291920" y="1054642"/>
                  </a:lnTo>
                  <a:lnTo>
                    <a:pt x="2363543" y="1044851"/>
                  </a:lnTo>
                  <a:lnTo>
                    <a:pt x="2435165" y="1034927"/>
                  </a:lnTo>
                  <a:lnTo>
                    <a:pt x="2506788" y="1024870"/>
                  </a:lnTo>
                  <a:lnTo>
                    <a:pt x="2578410" y="1014678"/>
                  </a:lnTo>
                  <a:lnTo>
                    <a:pt x="2650033" y="1004349"/>
                  </a:lnTo>
                  <a:lnTo>
                    <a:pt x="2721655" y="993880"/>
                  </a:lnTo>
                  <a:lnTo>
                    <a:pt x="2793278" y="983270"/>
                  </a:lnTo>
                  <a:lnTo>
                    <a:pt x="2864901" y="972517"/>
                  </a:lnTo>
                  <a:lnTo>
                    <a:pt x="2936523" y="961620"/>
                  </a:lnTo>
                  <a:lnTo>
                    <a:pt x="3008146" y="950576"/>
                  </a:lnTo>
                  <a:lnTo>
                    <a:pt x="3079768" y="939382"/>
                  </a:lnTo>
                  <a:lnTo>
                    <a:pt x="3151391" y="928039"/>
                  </a:lnTo>
                  <a:lnTo>
                    <a:pt x="3223013" y="916542"/>
                  </a:lnTo>
                  <a:lnTo>
                    <a:pt x="3294636" y="904891"/>
                  </a:lnTo>
                  <a:lnTo>
                    <a:pt x="3366258" y="893082"/>
                  </a:lnTo>
                  <a:lnTo>
                    <a:pt x="3437881" y="881115"/>
                  </a:lnTo>
                  <a:lnTo>
                    <a:pt x="3509503" y="868986"/>
                  </a:lnTo>
                  <a:lnTo>
                    <a:pt x="3581126" y="856694"/>
                  </a:lnTo>
                  <a:lnTo>
                    <a:pt x="3652748" y="844237"/>
                  </a:lnTo>
                  <a:lnTo>
                    <a:pt x="3724371" y="831611"/>
                  </a:lnTo>
                  <a:lnTo>
                    <a:pt x="3795993" y="818816"/>
                  </a:lnTo>
                  <a:lnTo>
                    <a:pt x="3867616" y="805848"/>
                  </a:lnTo>
                  <a:lnTo>
                    <a:pt x="3939238" y="792706"/>
                  </a:lnTo>
                  <a:lnTo>
                    <a:pt x="4010861" y="779387"/>
                  </a:lnTo>
                  <a:lnTo>
                    <a:pt x="4082483" y="765888"/>
                  </a:lnTo>
                  <a:lnTo>
                    <a:pt x="4154106" y="752207"/>
                  </a:lnTo>
                  <a:lnTo>
                    <a:pt x="4225729" y="738342"/>
                  </a:lnTo>
                  <a:lnTo>
                    <a:pt x="4297351" y="724291"/>
                  </a:lnTo>
                  <a:lnTo>
                    <a:pt x="4368974" y="710050"/>
                  </a:lnTo>
                  <a:lnTo>
                    <a:pt x="4440596" y="695617"/>
                  </a:lnTo>
                  <a:lnTo>
                    <a:pt x="4512219" y="680990"/>
                  </a:lnTo>
                  <a:lnTo>
                    <a:pt x="4583841" y="666166"/>
                  </a:lnTo>
                  <a:lnTo>
                    <a:pt x="4655464" y="651142"/>
                  </a:lnTo>
                  <a:lnTo>
                    <a:pt x="4727086" y="635916"/>
                  </a:lnTo>
                  <a:lnTo>
                    <a:pt x="4798709" y="620485"/>
                  </a:lnTo>
                  <a:lnTo>
                    <a:pt x="4870331" y="604846"/>
                  </a:lnTo>
                  <a:lnTo>
                    <a:pt x="4941954" y="588996"/>
                  </a:lnTo>
                  <a:lnTo>
                    <a:pt x="5013576" y="572933"/>
                  </a:lnTo>
                  <a:lnTo>
                    <a:pt x="5085199" y="556653"/>
                  </a:lnTo>
                  <a:lnTo>
                    <a:pt x="5156821" y="540155"/>
                  </a:lnTo>
                  <a:lnTo>
                    <a:pt x="5228444" y="523434"/>
                  </a:lnTo>
                  <a:lnTo>
                    <a:pt x="5300066" y="506487"/>
                  </a:lnTo>
                  <a:lnTo>
                    <a:pt x="5371689" y="489313"/>
                  </a:lnTo>
                  <a:lnTo>
                    <a:pt x="5443311" y="471907"/>
                  </a:lnTo>
                  <a:lnTo>
                    <a:pt x="5514934" y="454267"/>
                  </a:lnTo>
                  <a:lnTo>
                    <a:pt x="5586557" y="436389"/>
                  </a:lnTo>
                  <a:lnTo>
                    <a:pt x="5658179" y="418270"/>
                  </a:lnTo>
                  <a:lnTo>
                    <a:pt x="5729802" y="399908"/>
                  </a:lnTo>
                  <a:lnTo>
                    <a:pt x="5801424" y="381298"/>
                  </a:lnTo>
                  <a:lnTo>
                    <a:pt x="5873047" y="362437"/>
                  </a:lnTo>
                  <a:lnTo>
                    <a:pt x="5944669" y="343322"/>
                  </a:lnTo>
                  <a:lnTo>
                    <a:pt x="6016292" y="323950"/>
                  </a:lnTo>
                  <a:lnTo>
                    <a:pt x="6087914" y="304317"/>
                  </a:lnTo>
                  <a:lnTo>
                    <a:pt x="6159537" y="284419"/>
                  </a:lnTo>
                  <a:lnTo>
                    <a:pt x="6231159" y="264254"/>
                  </a:lnTo>
                  <a:lnTo>
                    <a:pt x="6302782" y="243817"/>
                  </a:lnTo>
                  <a:lnTo>
                    <a:pt x="6374404" y="223104"/>
                  </a:lnTo>
                  <a:lnTo>
                    <a:pt x="6446027" y="202113"/>
                  </a:lnTo>
                  <a:lnTo>
                    <a:pt x="6517649" y="180839"/>
                  </a:lnTo>
                  <a:lnTo>
                    <a:pt x="6589272" y="159278"/>
                  </a:lnTo>
                  <a:lnTo>
                    <a:pt x="6660894" y="137427"/>
                  </a:lnTo>
                  <a:lnTo>
                    <a:pt x="6732517" y="115282"/>
                  </a:lnTo>
                  <a:lnTo>
                    <a:pt x="6804139" y="92838"/>
                  </a:lnTo>
                  <a:lnTo>
                    <a:pt x="6875762" y="70092"/>
                  </a:lnTo>
                  <a:lnTo>
                    <a:pt x="6947385" y="47040"/>
                  </a:lnTo>
                  <a:lnTo>
                    <a:pt x="7019007" y="23677"/>
                  </a:lnTo>
                  <a:lnTo>
                    <a:pt x="7090630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170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38351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28545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18740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139043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00989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9118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1378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71573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7517" y="1896563"/>
              <a:ext cx="69853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0.84 (0.42-1.69), p_Bonf = 1.000 (n = 6)  |  per IQR decline (Δ = 27.2 %): 0.63 (0.10-4.14)  |  IQR: [-12.3, 14.9] 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669789"/>
              <a:ext cx="373267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2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2026-10-09T11:57:47Z</dcterms:modified>
  <cp:category/>
</cp:coreProperties>
</file>