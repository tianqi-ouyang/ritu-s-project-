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391862"/>
              <a:ext cx="7090630" cy="2897027"/>
            </a:xfrm>
            <a:custGeom>
              <a:avLst/>
              <a:pathLst>
                <a:path w="7090630" h="2897027">
                  <a:moveTo>
                    <a:pt x="0" y="861243"/>
                  </a:moveTo>
                  <a:lnTo>
                    <a:pt x="71622" y="911184"/>
                  </a:lnTo>
                  <a:lnTo>
                    <a:pt x="143245" y="960039"/>
                  </a:lnTo>
                  <a:lnTo>
                    <a:pt x="214867" y="1007832"/>
                  </a:lnTo>
                  <a:lnTo>
                    <a:pt x="286490" y="1054585"/>
                  </a:lnTo>
                  <a:lnTo>
                    <a:pt x="358112" y="1100321"/>
                  </a:lnTo>
                  <a:lnTo>
                    <a:pt x="429735" y="1145063"/>
                  </a:lnTo>
                  <a:lnTo>
                    <a:pt x="501357" y="1188831"/>
                  </a:lnTo>
                  <a:lnTo>
                    <a:pt x="572980" y="1231647"/>
                  </a:lnTo>
                  <a:lnTo>
                    <a:pt x="644602" y="1273532"/>
                  </a:lnTo>
                  <a:lnTo>
                    <a:pt x="716225" y="1314506"/>
                  </a:lnTo>
                  <a:lnTo>
                    <a:pt x="787847" y="1354589"/>
                  </a:lnTo>
                  <a:lnTo>
                    <a:pt x="859470" y="1393800"/>
                  </a:lnTo>
                  <a:lnTo>
                    <a:pt x="931092" y="1432158"/>
                  </a:lnTo>
                  <a:lnTo>
                    <a:pt x="1002715" y="1469682"/>
                  </a:lnTo>
                  <a:lnTo>
                    <a:pt x="1074337" y="1506389"/>
                  </a:lnTo>
                  <a:lnTo>
                    <a:pt x="1145960" y="1542299"/>
                  </a:lnTo>
                  <a:lnTo>
                    <a:pt x="1217582" y="1577427"/>
                  </a:lnTo>
                  <a:lnTo>
                    <a:pt x="1289205" y="1611791"/>
                  </a:lnTo>
                  <a:lnTo>
                    <a:pt x="1360827" y="1645408"/>
                  </a:lnTo>
                  <a:lnTo>
                    <a:pt x="1432450" y="1678293"/>
                  </a:lnTo>
                  <a:lnTo>
                    <a:pt x="1504073" y="1710463"/>
                  </a:lnTo>
                  <a:lnTo>
                    <a:pt x="1575695" y="1741934"/>
                  </a:lnTo>
                  <a:lnTo>
                    <a:pt x="1647318" y="1772720"/>
                  </a:lnTo>
                  <a:lnTo>
                    <a:pt x="1718940" y="1802836"/>
                  </a:lnTo>
                  <a:lnTo>
                    <a:pt x="1790563" y="1832297"/>
                  </a:lnTo>
                  <a:lnTo>
                    <a:pt x="1862185" y="1861118"/>
                  </a:lnTo>
                  <a:lnTo>
                    <a:pt x="1933808" y="1889312"/>
                  </a:lnTo>
                  <a:lnTo>
                    <a:pt x="2005430" y="1916892"/>
                  </a:lnTo>
                  <a:lnTo>
                    <a:pt x="2077053" y="1943873"/>
                  </a:lnTo>
                  <a:lnTo>
                    <a:pt x="2148675" y="1970266"/>
                  </a:lnTo>
                  <a:lnTo>
                    <a:pt x="2220298" y="1996086"/>
                  </a:lnTo>
                  <a:lnTo>
                    <a:pt x="2291920" y="2021344"/>
                  </a:lnTo>
                  <a:lnTo>
                    <a:pt x="2363543" y="2046052"/>
                  </a:lnTo>
                  <a:lnTo>
                    <a:pt x="2435165" y="2070224"/>
                  </a:lnTo>
                  <a:lnTo>
                    <a:pt x="2506788" y="2093869"/>
                  </a:lnTo>
                  <a:lnTo>
                    <a:pt x="2578410" y="2117000"/>
                  </a:lnTo>
                  <a:lnTo>
                    <a:pt x="2650033" y="2139628"/>
                  </a:lnTo>
                  <a:lnTo>
                    <a:pt x="2721655" y="2161764"/>
                  </a:lnTo>
                  <a:lnTo>
                    <a:pt x="2793278" y="2183419"/>
                  </a:lnTo>
                  <a:lnTo>
                    <a:pt x="2864901" y="2204602"/>
                  </a:lnTo>
                  <a:lnTo>
                    <a:pt x="2936523" y="2225325"/>
                  </a:lnTo>
                  <a:lnTo>
                    <a:pt x="3008146" y="2245597"/>
                  </a:lnTo>
                  <a:lnTo>
                    <a:pt x="3079768" y="2265428"/>
                  </a:lnTo>
                  <a:lnTo>
                    <a:pt x="3151391" y="2284828"/>
                  </a:lnTo>
                  <a:lnTo>
                    <a:pt x="3223013" y="2270079"/>
                  </a:lnTo>
                  <a:lnTo>
                    <a:pt x="3294636" y="2248975"/>
                  </a:lnTo>
                  <a:lnTo>
                    <a:pt x="3366258" y="2227370"/>
                  </a:lnTo>
                  <a:lnTo>
                    <a:pt x="3437881" y="2205251"/>
                  </a:lnTo>
                  <a:lnTo>
                    <a:pt x="3509503" y="2182605"/>
                  </a:lnTo>
                  <a:lnTo>
                    <a:pt x="3581126" y="2159421"/>
                  </a:lnTo>
                  <a:lnTo>
                    <a:pt x="3652748" y="2135686"/>
                  </a:lnTo>
                  <a:lnTo>
                    <a:pt x="3724371" y="2111386"/>
                  </a:lnTo>
                  <a:lnTo>
                    <a:pt x="3795993" y="2086508"/>
                  </a:lnTo>
                  <a:lnTo>
                    <a:pt x="3867616" y="2061039"/>
                  </a:lnTo>
                  <a:lnTo>
                    <a:pt x="3939238" y="2034963"/>
                  </a:lnTo>
                  <a:lnTo>
                    <a:pt x="4010861" y="2008268"/>
                  </a:lnTo>
                  <a:lnTo>
                    <a:pt x="4082483" y="1980937"/>
                  </a:lnTo>
                  <a:lnTo>
                    <a:pt x="4154106" y="1952956"/>
                  </a:lnTo>
                  <a:lnTo>
                    <a:pt x="4225729" y="1924310"/>
                  </a:lnTo>
                  <a:lnTo>
                    <a:pt x="4297351" y="1894983"/>
                  </a:lnTo>
                  <a:lnTo>
                    <a:pt x="4368974" y="1864958"/>
                  </a:lnTo>
                  <a:lnTo>
                    <a:pt x="4440596" y="1834219"/>
                  </a:lnTo>
                  <a:lnTo>
                    <a:pt x="4512219" y="1802748"/>
                  </a:lnTo>
                  <a:lnTo>
                    <a:pt x="4583841" y="1770530"/>
                  </a:lnTo>
                  <a:lnTo>
                    <a:pt x="4655464" y="1737545"/>
                  </a:lnTo>
                  <a:lnTo>
                    <a:pt x="4727086" y="1703775"/>
                  </a:lnTo>
                  <a:lnTo>
                    <a:pt x="4798709" y="1669202"/>
                  </a:lnTo>
                  <a:lnTo>
                    <a:pt x="4870331" y="1633807"/>
                  </a:lnTo>
                  <a:lnTo>
                    <a:pt x="4941954" y="1597570"/>
                  </a:lnTo>
                  <a:lnTo>
                    <a:pt x="5013576" y="1560471"/>
                  </a:lnTo>
                  <a:lnTo>
                    <a:pt x="5085199" y="1522490"/>
                  </a:lnTo>
                  <a:lnTo>
                    <a:pt x="5156821" y="1483605"/>
                  </a:lnTo>
                  <a:lnTo>
                    <a:pt x="5228444" y="1443796"/>
                  </a:lnTo>
                  <a:lnTo>
                    <a:pt x="5300066" y="1403039"/>
                  </a:lnTo>
                  <a:lnTo>
                    <a:pt x="5371689" y="1361313"/>
                  </a:lnTo>
                  <a:lnTo>
                    <a:pt x="5443311" y="1318595"/>
                  </a:lnTo>
                  <a:lnTo>
                    <a:pt x="5514934" y="1274861"/>
                  </a:lnTo>
                  <a:lnTo>
                    <a:pt x="5586557" y="1230086"/>
                  </a:lnTo>
                  <a:lnTo>
                    <a:pt x="5658179" y="1184247"/>
                  </a:lnTo>
                  <a:lnTo>
                    <a:pt x="5729802" y="1137317"/>
                  </a:lnTo>
                  <a:lnTo>
                    <a:pt x="5801424" y="1089271"/>
                  </a:lnTo>
                  <a:lnTo>
                    <a:pt x="5873047" y="1040083"/>
                  </a:lnTo>
                  <a:lnTo>
                    <a:pt x="5944669" y="989724"/>
                  </a:lnTo>
                  <a:lnTo>
                    <a:pt x="6016292" y="938168"/>
                  </a:lnTo>
                  <a:lnTo>
                    <a:pt x="6087914" y="885385"/>
                  </a:lnTo>
                  <a:lnTo>
                    <a:pt x="6159537" y="831347"/>
                  </a:lnTo>
                  <a:lnTo>
                    <a:pt x="6231159" y="776023"/>
                  </a:lnTo>
                  <a:lnTo>
                    <a:pt x="6302782" y="719384"/>
                  </a:lnTo>
                  <a:lnTo>
                    <a:pt x="6374404" y="661398"/>
                  </a:lnTo>
                  <a:lnTo>
                    <a:pt x="6446027" y="602032"/>
                  </a:lnTo>
                  <a:lnTo>
                    <a:pt x="6517649" y="541255"/>
                  </a:lnTo>
                  <a:lnTo>
                    <a:pt x="6589272" y="479032"/>
                  </a:lnTo>
                  <a:lnTo>
                    <a:pt x="6660894" y="415328"/>
                  </a:lnTo>
                  <a:lnTo>
                    <a:pt x="6732517" y="350110"/>
                  </a:lnTo>
                  <a:lnTo>
                    <a:pt x="6804139" y="283341"/>
                  </a:lnTo>
                  <a:lnTo>
                    <a:pt x="6875762" y="214983"/>
                  </a:lnTo>
                  <a:lnTo>
                    <a:pt x="6947385" y="145000"/>
                  </a:lnTo>
                  <a:lnTo>
                    <a:pt x="7019007" y="73352"/>
                  </a:lnTo>
                  <a:lnTo>
                    <a:pt x="7090630" y="0"/>
                  </a:lnTo>
                  <a:lnTo>
                    <a:pt x="7090630" y="2897027"/>
                  </a:lnTo>
                  <a:lnTo>
                    <a:pt x="7019007" y="2891239"/>
                  </a:lnTo>
                  <a:lnTo>
                    <a:pt x="6947385" y="2885323"/>
                  </a:lnTo>
                  <a:lnTo>
                    <a:pt x="6875762" y="2879275"/>
                  </a:lnTo>
                  <a:lnTo>
                    <a:pt x="6804139" y="2873092"/>
                  </a:lnTo>
                  <a:lnTo>
                    <a:pt x="6732517" y="2866772"/>
                  </a:lnTo>
                  <a:lnTo>
                    <a:pt x="6660894" y="2860311"/>
                  </a:lnTo>
                  <a:lnTo>
                    <a:pt x="6589272" y="2853707"/>
                  </a:lnTo>
                  <a:lnTo>
                    <a:pt x="6517649" y="2846956"/>
                  </a:lnTo>
                  <a:lnTo>
                    <a:pt x="6446027" y="2840055"/>
                  </a:lnTo>
                  <a:lnTo>
                    <a:pt x="6374404" y="2833000"/>
                  </a:lnTo>
                  <a:lnTo>
                    <a:pt x="6302782" y="2825789"/>
                  </a:lnTo>
                  <a:lnTo>
                    <a:pt x="6231159" y="2818417"/>
                  </a:lnTo>
                  <a:lnTo>
                    <a:pt x="6159537" y="2810881"/>
                  </a:lnTo>
                  <a:lnTo>
                    <a:pt x="6087914" y="2803178"/>
                  </a:lnTo>
                  <a:lnTo>
                    <a:pt x="6016292" y="2795303"/>
                  </a:lnTo>
                  <a:lnTo>
                    <a:pt x="5944669" y="2787253"/>
                  </a:lnTo>
                  <a:lnTo>
                    <a:pt x="5873047" y="2779025"/>
                  </a:lnTo>
                  <a:lnTo>
                    <a:pt x="5801424" y="2770613"/>
                  </a:lnTo>
                  <a:lnTo>
                    <a:pt x="5729802" y="2762014"/>
                  </a:lnTo>
                  <a:lnTo>
                    <a:pt x="5658179" y="2753225"/>
                  </a:lnTo>
                  <a:lnTo>
                    <a:pt x="5586557" y="2744239"/>
                  </a:lnTo>
                  <a:lnTo>
                    <a:pt x="5514934" y="2735054"/>
                  </a:lnTo>
                  <a:lnTo>
                    <a:pt x="5443311" y="2725665"/>
                  </a:lnTo>
                  <a:lnTo>
                    <a:pt x="5371689" y="2716067"/>
                  </a:lnTo>
                  <a:lnTo>
                    <a:pt x="5300066" y="2706256"/>
                  </a:lnTo>
                  <a:lnTo>
                    <a:pt x="5228444" y="2696226"/>
                  </a:lnTo>
                  <a:lnTo>
                    <a:pt x="5156821" y="2685973"/>
                  </a:lnTo>
                  <a:lnTo>
                    <a:pt x="5085199" y="2675493"/>
                  </a:lnTo>
                  <a:lnTo>
                    <a:pt x="5013576" y="2664779"/>
                  </a:lnTo>
                  <a:lnTo>
                    <a:pt x="4941954" y="2653827"/>
                  </a:lnTo>
                  <a:lnTo>
                    <a:pt x="4870331" y="2642632"/>
                  </a:lnTo>
                  <a:lnTo>
                    <a:pt x="4798709" y="2631188"/>
                  </a:lnTo>
                  <a:lnTo>
                    <a:pt x="4727086" y="2619489"/>
                  </a:lnTo>
                  <a:lnTo>
                    <a:pt x="4655464" y="2607531"/>
                  </a:lnTo>
                  <a:lnTo>
                    <a:pt x="4583841" y="2595306"/>
                  </a:lnTo>
                  <a:lnTo>
                    <a:pt x="4512219" y="2582809"/>
                  </a:lnTo>
                  <a:lnTo>
                    <a:pt x="4440596" y="2570035"/>
                  </a:lnTo>
                  <a:lnTo>
                    <a:pt x="4368974" y="2556977"/>
                  </a:lnTo>
                  <a:lnTo>
                    <a:pt x="4297351" y="2543628"/>
                  </a:lnTo>
                  <a:lnTo>
                    <a:pt x="4225729" y="2529983"/>
                  </a:lnTo>
                  <a:lnTo>
                    <a:pt x="4154106" y="2516034"/>
                  </a:lnTo>
                  <a:lnTo>
                    <a:pt x="4082483" y="2501775"/>
                  </a:lnTo>
                  <a:lnTo>
                    <a:pt x="4010861" y="2487199"/>
                  </a:lnTo>
                  <a:lnTo>
                    <a:pt x="3939238" y="2472299"/>
                  </a:lnTo>
                  <a:lnTo>
                    <a:pt x="3867616" y="2457067"/>
                  </a:lnTo>
                  <a:lnTo>
                    <a:pt x="3795993" y="2441497"/>
                  </a:lnTo>
                  <a:lnTo>
                    <a:pt x="3724371" y="2425581"/>
                  </a:lnTo>
                  <a:lnTo>
                    <a:pt x="3652748" y="2409311"/>
                  </a:lnTo>
                  <a:lnTo>
                    <a:pt x="3581126" y="2392679"/>
                  </a:lnTo>
                  <a:lnTo>
                    <a:pt x="3509503" y="2375677"/>
                  </a:lnTo>
                  <a:lnTo>
                    <a:pt x="3437881" y="2358297"/>
                  </a:lnTo>
                  <a:lnTo>
                    <a:pt x="3366258" y="2340531"/>
                  </a:lnTo>
                  <a:lnTo>
                    <a:pt x="3294636" y="2322370"/>
                  </a:lnTo>
                  <a:lnTo>
                    <a:pt x="3223013" y="2303805"/>
                  </a:lnTo>
                  <a:lnTo>
                    <a:pt x="3151391" y="2290692"/>
                  </a:lnTo>
                  <a:lnTo>
                    <a:pt x="3079768" y="2310826"/>
                  </a:lnTo>
                  <a:lnTo>
                    <a:pt x="3008146" y="2330493"/>
                  </a:lnTo>
                  <a:lnTo>
                    <a:pt x="2936523" y="2349702"/>
                  </a:lnTo>
                  <a:lnTo>
                    <a:pt x="2864901" y="2368466"/>
                  </a:lnTo>
                  <a:lnTo>
                    <a:pt x="2793278" y="2386793"/>
                  </a:lnTo>
                  <a:lnTo>
                    <a:pt x="2721655" y="2404695"/>
                  </a:lnTo>
                  <a:lnTo>
                    <a:pt x="2650033" y="2422180"/>
                  </a:lnTo>
                  <a:lnTo>
                    <a:pt x="2578410" y="2439260"/>
                  </a:lnTo>
                  <a:lnTo>
                    <a:pt x="2506788" y="2455942"/>
                  </a:lnTo>
                  <a:lnTo>
                    <a:pt x="2435165" y="2472238"/>
                  </a:lnTo>
                  <a:lnTo>
                    <a:pt x="2363543" y="2488154"/>
                  </a:lnTo>
                  <a:lnTo>
                    <a:pt x="2291920" y="2503701"/>
                  </a:lnTo>
                  <a:lnTo>
                    <a:pt x="2220298" y="2518887"/>
                  </a:lnTo>
                  <a:lnTo>
                    <a:pt x="2148675" y="2533719"/>
                  </a:lnTo>
                  <a:lnTo>
                    <a:pt x="2077053" y="2548207"/>
                  </a:lnTo>
                  <a:lnTo>
                    <a:pt x="2005430" y="2562359"/>
                  </a:lnTo>
                  <a:lnTo>
                    <a:pt x="1933808" y="2576182"/>
                  </a:lnTo>
                  <a:lnTo>
                    <a:pt x="1862185" y="2589684"/>
                  </a:lnTo>
                  <a:lnTo>
                    <a:pt x="1790563" y="2602872"/>
                  </a:lnTo>
                  <a:lnTo>
                    <a:pt x="1718940" y="2615753"/>
                  </a:lnTo>
                  <a:lnTo>
                    <a:pt x="1647318" y="2628336"/>
                  </a:lnTo>
                  <a:lnTo>
                    <a:pt x="1575695" y="2640626"/>
                  </a:lnTo>
                  <a:lnTo>
                    <a:pt x="1504073" y="2652630"/>
                  </a:lnTo>
                  <a:lnTo>
                    <a:pt x="1432450" y="2664356"/>
                  </a:lnTo>
                  <a:lnTo>
                    <a:pt x="1360827" y="2675809"/>
                  </a:lnTo>
                  <a:lnTo>
                    <a:pt x="1289205" y="2686996"/>
                  </a:lnTo>
                  <a:lnTo>
                    <a:pt x="1217582" y="2697923"/>
                  </a:lnTo>
                  <a:lnTo>
                    <a:pt x="1145960" y="2708597"/>
                  </a:lnTo>
                  <a:lnTo>
                    <a:pt x="1074337" y="2719022"/>
                  </a:lnTo>
                  <a:lnTo>
                    <a:pt x="1002715" y="2729205"/>
                  </a:lnTo>
                  <a:lnTo>
                    <a:pt x="931092" y="2739152"/>
                  </a:lnTo>
                  <a:lnTo>
                    <a:pt x="859470" y="2748867"/>
                  </a:lnTo>
                  <a:lnTo>
                    <a:pt x="787847" y="2758357"/>
                  </a:lnTo>
                  <a:lnTo>
                    <a:pt x="716225" y="2767627"/>
                  </a:lnTo>
                  <a:lnTo>
                    <a:pt x="644602" y="2776681"/>
                  </a:lnTo>
                  <a:lnTo>
                    <a:pt x="572980" y="2785524"/>
                  </a:lnTo>
                  <a:lnTo>
                    <a:pt x="501357" y="2794162"/>
                  </a:lnTo>
                  <a:lnTo>
                    <a:pt x="429735" y="2802600"/>
                  </a:lnTo>
                  <a:lnTo>
                    <a:pt x="358112" y="2810841"/>
                  </a:lnTo>
                  <a:lnTo>
                    <a:pt x="286490" y="2818892"/>
                  </a:lnTo>
                  <a:lnTo>
                    <a:pt x="214867" y="2826755"/>
                  </a:lnTo>
                  <a:lnTo>
                    <a:pt x="143245" y="2834435"/>
                  </a:lnTo>
                  <a:lnTo>
                    <a:pt x="71622" y="2841937"/>
                  </a:lnTo>
                  <a:lnTo>
                    <a:pt x="0" y="28492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391862"/>
              <a:ext cx="7090630" cy="2284828"/>
            </a:xfrm>
            <a:custGeom>
              <a:avLst/>
              <a:pathLst>
                <a:path w="7090630" h="2284828">
                  <a:moveTo>
                    <a:pt x="0" y="861243"/>
                  </a:moveTo>
                  <a:lnTo>
                    <a:pt x="71622" y="911184"/>
                  </a:lnTo>
                  <a:lnTo>
                    <a:pt x="143245" y="960039"/>
                  </a:lnTo>
                  <a:lnTo>
                    <a:pt x="214867" y="1007832"/>
                  </a:lnTo>
                  <a:lnTo>
                    <a:pt x="286490" y="1054585"/>
                  </a:lnTo>
                  <a:lnTo>
                    <a:pt x="358112" y="1100321"/>
                  </a:lnTo>
                  <a:lnTo>
                    <a:pt x="429735" y="1145063"/>
                  </a:lnTo>
                  <a:lnTo>
                    <a:pt x="501357" y="1188831"/>
                  </a:lnTo>
                  <a:lnTo>
                    <a:pt x="572980" y="1231647"/>
                  </a:lnTo>
                  <a:lnTo>
                    <a:pt x="644602" y="1273532"/>
                  </a:lnTo>
                  <a:lnTo>
                    <a:pt x="716225" y="1314506"/>
                  </a:lnTo>
                  <a:lnTo>
                    <a:pt x="787847" y="1354589"/>
                  </a:lnTo>
                  <a:lnTo>
                    <a:pt x="859470" y="1393800"/>
                  </a:lnTo>
                  <a:lnTo>
                    <a:pt x="931092" y="1432158"/>
                  </a:lnTo>
                  <a:lnTo>
                    <a:pt x="1002715" y="1469682"/>
                  </a:lnTo>
                  <a:lnTo>
                    <a:pt x="1074337" y="1506389"/>
                  </a:lnTo>
                  <a:lnTo>
                    <a:pt x="1145960" y="1542299"/>
                  </a:lnTo>
                  <a:lnTo>
                    <a:pt x="1217582" y="1577427"/>
                  </a:lnTo>
                  <a:lnTo>
                    <a:pt x="1289205" y="1611791"/>
                  </a:lnTo>
                  <a:lnTo>
                    <a:pt x="1360827" y="1645408"/>
                  </a:lnTo>
                  <a:lnTo>
                    <a:pt x="1432450" y="1678293"/>
                  </a:lnTo>
                  <a:lnTo>
                    <a:pt x="1504073" y="1710463"/>
                  </a:lnTo>
                  <a:lnTo>
                    <a:pt x="1575695" y="1741934"/>
                  </a:lnTo>
                  <a:lnTo>
                    <a:pt x="1647318" y="1772720"/>
                  </a:lnTo>
                  <a:lnTo>
                    <a:pt x="1718940" y="1802836"/>
                  </a:lnTo>
                  <a:lnTo>
                    <a:pt x="1790563" y="1832297"/>
                  </a:lnTo>
                  <a:lnTo>
                    <a:pt x="1862185" y="1861118"/>
                  </a:lnTo>
                  <a:lnTo>
                    <a:pt x="1933808" y="1889312"/>
                  </a:lnTo>
                  <a:lnTo>
                    <a:pt x="2005430" y="1916892"/>
                  </a:lnTo>
                  <a:lnTo>
                    <a:pt x="2077053" y="1943873"/>
                  </a:lnTo>
                  <a:lnTo>
                    <a:pt x="2148675" y="1970266"/>
                  </a:lnTo>
                  <a:lnTo>
                    <a:pt x="2220298" y="1996086"/>
                  </a:lnTo>
                  <a:lnTo>
                    <a:pt x="2291920" y="2021344"/>
                  </a:lnTo>
                  <a:lnTo>
                    <a:pt x="2363543" y="2046052"/>
                  </a:lnTo>
                  <a:lnTo>
                    <a:pt x="2435165" y="2070224"/>
                  </a:lnTo>
                  <a:lnTo>
                    <a:pt x="2506788" y="2093869"/>
                  </a:lnTo>
                  <a:lnTo>
                    <a:pt x="2578410" y="2117000"/>
                  </a:lnTo>
                  <a:lnTo>
                    <a:pt x="2650033" y="2139628"/>
                  </a:lnTo>
                  <a:lnTo>
                    <a:pt x="2721655" y="2161764"/>
                  </a:lnTo>
                  <a:lnTo>
                    <a:pt x="2793278" y="2183419"/>
                  </a:lnTo>
                  <a:lnTo>
                    <a:pt x="2864901" y="2204602"/>
                  </a:lnTo>
                  <a:lnTo>
                    <a:pt x="2936523" y="2225325"/>
                  </a:lnTo>
                  <a:lnTo>
                    <a:pt x="3008146" y="2245597"/>
                  </a:lnTo>
                  <a:lnTo>
                    <a:pt x="3079768" y="2265428"/>
                  </a:lnTo>
                  <a:lnTo>
                    <a:pt x="3151391" y="2284828"/>
                  </a:lnTo>
                  <a:lnTo>
                    <a:pt x="3223013" y="2270079"/>
                  </a:lnTo>
                  <a:lnTo>
                    <a:pt x="3294636" y="2248975"/>
                  </a:lnTo>
                  <a:lnTo>
                    <a:pt x="3366258" y="2227370"/>
                  </a:lnTo>
                  <a:lnTo>
                    <a:pt x="3437881" y="2205251"/>
                  </a:lnTo>
                  <a:lnTo>
                    <a:pt x="3509503" y="2182605"/>
                  </a:lnTo>
                  <a:lnTo>
                    <a:pt x="3581126" y="2159421"/>
                  </a:lnTo>
                  <a:lnTo>
                    <a:pt x="3652748" y="2135686"/>
                  </a:lnTo>
                  <a:lnTo>
                    <a:pt x="3724371" y="2111386"/>
                  </a:lnTo>
                  <a:lnTo>
                    <a:pt x="3795993" y="2086508"/>
                  </a:lnTo>
                  <a:lnTo>
                    <a:pt x="3867616" y="2061039"/>
                  </a:lnTo>
                  <a:lnTo>
                    <a:pt x="3939238" y="2034963"/>
                  </a:lnTo>
                  <a:lnTo>
                    <a:pt x="4010861" y="2008268"/>
                  </a:lnTo>
                  <a:lnTo>
                    <a:pt x="4082483" y="1980937"/>
                  </a:lnTo>
                  <a:lnTo>
                    <a:pt x="4154106" y="1952956"/>
                  </a:lnTo>
                  <a:lnTo>
                    <a:pt x="4225729" y="1924310"/>
                  </a:lnTo>
                  <a:lnTo>
                    <a:pt x="4297351" y="1894983"/>
                  </a:lnTo>
                  <a:lnTo>
                    <a:pt x="4368974" y="1864958"/>
                  </a:lnTo>
                  <a:lnTo>
                    <a:pt x="4440596" y="1834219"/>
                  </a:lnTo>
                  <a:lnTo>
                    <a:pt x="4512219" y="1802748"/>
                  </a:lnTo>
                  <a:lnTo>
                    <a:pt x="4583841" y="1770530"/>
                  </a:lnTo>
                  <a:lnTo>
                    <a:pt x="4655464" y="1737545"/>
                  </a:lnTo>
                  <a:lnTo>
                    <a:pt x="4727086" y="1703775"/>
                  </a:lnTo>
                  <a:lnTo>
                    <a:pt x="4798709" y="1669202"/>
                  </a:lnTo>
                  <a:lnTo>
                    <a:pt x="4870331" y="1633807"/>
                  </a:lnTo>
                  <a:lnTo>
                    <a:pt x="4941954" y="1597570"/>
                  </a:lnTo>
                  <a:lnTo>
                    <a:pt x="5013576" y="1560471"/>
                  </a:lnTo>
                  <a:lnTo>
                    <a:pt x="5085199" y="1522490"/>
                  </a:lnTo>
                  <a:lnTo>
                    <a:pt x="5156821" y="1483605"/>
                  </a:lnTo>
                  <a:lnTo>
                    <a:pt x="5228444" y="1443796"/>
                  </a:lnTo>
                  <a:lnTo>
                    <a:pt x="5300066" y="1403039"/>
                  </a:lnTo>
                  <a:lnTo>
                    <a:pt x="5371689" y="1361313"/>
                  </a:lnTo>
                  <a:lnTo>
                    <a:pt x="5443311" y="1318595"/>
                  </a:lnTo>
                  <a:lnTo>
                    <a:pt x="5514934" y="1274861"/>
                  </a:lnTo>
                  <a:lnTo>
                    <a:pt x="5586557" y="1230086"/>
                  </a:lnTo>
                  <a:lnTo>
                    <a:pt x="5658179" y="1184247"/>
                  </a:lnTo>
                  <a:lnTo>
                    <a:pt x="5729802" y="1137317"/>
                  </a:lnTo>
                  <a:lnTo>
                    <a:pt x="5801424" y="1089271"/>
                  </a:lnTo>
                  <a:lnTo>
                    <a:pt x="5873047" y="1040083"/>
                  </a:lnTo>
                  <a:lnTo>
                    <a:pt x="5944669" y="989724"/>
                  </a:lnTo>
                  <a:lnTo>
                    <a:pt x="6016292" y="938168"/>
                  </a:lnTo>
                  <a:lnTo>
                    <a:pt x="6087914" y="885385"/>
                  </a:lnTo>
                  <a:lnTo>
                    <a:pt x="6159537" y="831347"/>
                  </a:lnTo>
                  <a:lnTo>
                    <a:pt x="6231159" y="776023"/>
                  </a:lnTo>
                  <a:lnTo>
                    <a:pt x="6302782" y="719384"/>
                  </a:lnTo>
                  <a:lnTo>
                    <a:pt x="6374404" y="661398"/>
                  </a:lnTo>
                  <a:lnTo>
                    <a:pt x="6446027" y="602032"/>
                  </a:lnTo>
                  <a:lnTo>
                    <a:pt x="6517649" y="541255"/>
                  </a:lnTo>
                  <a:lnTo>
                    <a:pt x="6589272" y="479032"/>
                  </a:lnTo>
                  <a:lnTo>
                    <a:pt x="6660894" y="415328"/>
                  </a:lnTo>
                  <a:lnTo>
                    <a:pt x="6732517" y="350110"/>
                  </a:lnTo>
                  <a:lnTo>
                    <a:pt x="6804139" y="283341"/>
                  </a:lnTo>
                  <a:lnTo>
                    <a:pt x="6875762" y="214983"/>
                  </a:lnTo>
                  <a:lnTo>
                    <a:pt x="6947385" y="145000"/>
                  </a:lnTo>
                  <a:lnTo>
                    <a:pt x="7019007" y="73352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2555"/>
              <a:ext cx="7090630" cy="606335"/>
            </a:xfrm>
            <a:custGeom>
              <a:avLst/>
              <a:pathLst>
                <a:path w="7090630" h="606335">
                  <a:moveTo>
                    <a:pt x="7090630" y="606335"/>
                  </a:moveTo>
                  <a:lnTo>
                    <a:pt x="7019007" y="600547"/>
                  </a:lnTo>
                  <a:lnTo>
                    <a:pt x="6947385" y="594630"/>
                  </a:lnTo>
                  <a:lnTo>
                    <a:pt x="6875762" y="588582"/>
                  </a:lnTo>
                  <a:lnTo>
                    <a:pt x="6804139" y="582400"/>
                  </a:lnTo>
                  <a:lnTo>
                    <a:pt x="6732517" y="576080"/>
                  </a:lnTo>
                  <a:lnTo>
                    <a:pt x="6660894" y="569619"/>
                  </a:lnTo>
                  <a:lnTo>
                    <a:pt x="6589272" y="563015"/>
                  </a:lnTo>
                  <a:lnTo>
                    <a:pt x="6517649" y="556264"/>
                  </a:lnTo>
                  <a:lnTo>
                    <a:pt x="6446027" y="549362"/>
                  </a:lnTo>
                  <a:lnTo>
                    <a:pt x="6374404" y="542308"/>
                  </a:lnTo>
                  <a:lnTo>
                    <a:pt x="6302782" y="535096"/>
                  </a:lnTo>
                  <a:lnTo>
                    <a:pt x="6231159" y="527724"/>
                  </a:lnTo>
                  <a:lnTo>
                    <a:pt x="6159537" y="520188"/>
                  </a:lnTo>
                  <a:lnTo>
                    <a:pt x="6087914" y="512485"/>
                  </a:lnTo>
                  <a:lnTo>
                    <a:pt x="6016292" y="504611"/>
                  </a:lnTo>
                  <a:lnTo>
                    <a:pt x="5944669" y="496561"/>
                  </a:lnTo>
                  <a:lnTo>
                    <a:pt x="5873047" y="488332"/>
                  </a:lnTo>
                  <a:lnTo>
                    <a:pt x="5801424" y="479921"/>
                  </a:lnTo>
                  <a:lnTo>
                    <a:pt x="5729802" y="471322"/>
                  </a:lnTo>
                  <a:lnTo>
                    <a:pt x="5658179" y="462532"/>
                  </a:lnTo>
                  <a:lnTo>
                    <a:pt x="5586557" y="453547"/>
                  </a:lnTo>
                  <a:lnTo>
                    <a:pt x="5514934" y="444362"/>
                  </a:lnTo>
                  <a:lnTo>
                    <a:pt x="5443311" y="434973"/>
                  </a:lnTo>
                  <a:lnTo>
                    <a:pt x="5371689" y="425375"/>
                  </a:lnTo>
                  <a:lnTo>
                    <a:pt x="5300066" y="415563"/>
                  </a:lnTo>
                  <a:lnTo>
                    <a:pt x="5228444" y="405534"/>
                  </a:lnTo>
                  <a:lnTo>
                    <a:pt x="5156821" y="395281"/>
                  </a:lnTo>
                  <a:lnTo>
                    <a:pt x="5085199" y="384800"/>
                  </a:lnTo>
                  <a:lnTo>
                    <a:pt x="5013576" y="374087"/>
                  </a:lnTo>
                  <a:lnTo>
                    <a:pt x="4941954" y="363135"/>
                  </a:lnTo>
                  <a:lnTo>
                    <a:pt x="4870331" y="351940"/>
                  </a:lnTo>
                  <a:lnTo>
                    <a:pt x="4798709" y="340496"/>
                  </a:lnTo>
                  <a:lnTo>
                    <a:pt x="4727086" y="328797"/>
                  </a:lnTo>
                  <a:lnTo>
                    <a:pt x="4655464" y="316838"/>
                  </a:lnTo>
                  <a:lnTo>
                    <a:pt x="4583841" y="304614"/>
                  </a:lnTo>
                  <a:lnTo>
                    <a:pt x="4512219" y="292117"/>
                  </a:lnTo>
                  <a:lnTo>
                    <a:pt x="4440596" y="279343"/>
                  </a:lnTo>
                  <a:lnTo>
                    <a:pt x="4368974" y="266284"/>
                  </a:lnTo>
                  <a:lnTo>
                    <a:pt x="4297351" y="252936"/>
                  </a:lnTo>
                  <a:lnTo>
                    <a:pt x="4225729" y="239290"/>
                  </a:lnTo>
                  <a:lnTo>
                    <a:pt x="4154106" y="225341"/>
                  </a:lnTo>
                  <a:lnTo>
                    <a:pt x="4082483" y="211082"/>
                  </a:lnTo>
                  <a:lnTo>
                    <a:pt x="4010861" y="196506"/>
                  </a:lnTo>
                  <a:lnTo>
                    <a:pt x="3939238" y="181606"/>
                  </a:lnTo>
                  <a:lnTo>
                    <a:pt x="3867616" y="166375"/>
                  </a:lnTo>
                  <a:lnTo>
                    <a:pt x="3795993" y="150805"/>
                  </a:lnTo>
                  <a:lnTo>
                    <a:pt x="3724371" y="134889"/>
                  </a:lnTo>
                  <a:lnTo>
                    <a:pt x="3652748" y="118618"/>
                  </a:lnTo>
                  <a:lnTo>
                    <a:pt x="3581126" y="101986"/>
                  </a:lnTo>
                  <a:lnTo>
                    <a:pt x="3509503" y="84985"/>
                  </a:lnTo>
                  <a:lnTo>
                    <a:pt x="3437881" y="67605"/>
                  </a:lnTo>
                  <a:lnTo>
                    <a:pt x="3366258" y="49839"/>
                  </a:lnTo>
                  <a:lnTo>
                    <a:pt x="3294636" y="31678"/>
                  </a:lnTo>
                  <a:lnTo>
                    <a:pt x="3223013" y="13113"/>
                  </a:lnTo>
                  <a:lnTo>
                    <a:pt x="3151391" y="0"/>
                  </a:lnTo>
                  <a:lnTo>
                    <a:pt x="3079768" y="20134"/>
                  </a:lnTo>
                  <a:lnTo>
                    <a:pt x="3008146" y="39800"/>
                  </a:lnTo>
                  <a:lnTo>
                    <a:pt x="2936523" y="59010"/>
                  </a:lnTo>
                  <a:lnTo>
                    <a:pt x="2864901" y="77773"/>
                  </a:lnTo>
                  <a:lnTo>
                    <a:pt x="2793278" y="96101"/>
                  </a:lnTo>
                  <a:lnTo>
                    <a:pt x="2721655" y="114002"/>
                  </a:lnTo>
                  <a:lnTo>
                    <a:pt x="2650033" y="131488"/>
                  </a:lnTo>
                  <a:lnTo>
                    <a:pt x="2578410" y="148567"/>
                  </a:lnTo>
                  <a:lnTo>
                    <a:pt x="2506788" y="165250"/>
                  </a:lnTo>
                  <a:lnTo>
                    <a:pt x="2435165" y="181545"/>
                  </a:lnTo>
                  <a:lnTo>
                    <a:pt x="2363543" y="197462"/>
                  </a:lnTo>
                  <a:lnTo>
                    <a:pt x="2291920" y="213009"/>
                  </a:lnTo>
                  <a:lnTo>
                    <a:pt x="2220298" y="228194"/>
                  </a:lnTo>
                  <a:lnTo>
                    <a:pt x="2148675" y="243027"/>
                  </a:lnTo>
                  <a:lnTo>
                    <a:pt x="2077053" y="257515"/>
                  </a:lnTo>
                  <a:lnTo>
                    <a:pt x="2005430" y="271667"/>
                  </a:lnTo>
                  <a:lnTo>
                    <a:pt x="1933808" y="285489"/>
                  </a:lnTo>
                  <a:lnTo>
                    <a:pt x="1862185" y="298991"/>
                  </a:lnTo>
                  <a:lnTo>
                    <a:pt x="1790563" y="312179"/>
                  </a:lnTo>
                  <a:lnTo>
                    <a:pt x="1718940" y="325061"/>
                  </a:lnTo>
                  <a:lnTo>
                    <a:pt x="1647318" y="337643"/>
                  </a:lnTo>
                  <a:lnTo>
                    <a:pt x="1575695" y="349933"/>
                  </a:lnTo>
                  <a:lnTo>
                    <a:pt x="1504073" y="361938"/>
                  </a:lnTo>
                  <a:lnTo>
                    <a:pt x="1432450" y="373663"/>
                  </a:lnTo>
                  <a:lnTo>
                    <a:pt x="1360827" y="385117"/>
                  </a:lnTo>
                  <a:lnTo>
                    <a:pt x="1289205" y="396304"/>
                  </a:lnTo>
                  <a:lnTo>
                    <a:pt x="1217582" y="407231"/>
                  </a:lnTo>
                  <a:lnTo>
                    <a:pt x="1145960" y="417904"/>
                  </a:lnTo>
                  <a:lnTo>
                    <a:pt x="1074337" y="428330"/>
                  </a:lnTo>
                  <a:lnTo>
                    <a:pt x="1002715" y="438513"/>
                  </a:lnTo>
                  <a:lnTo>
                    <a:pt x="931092" y="448460"/>
                  </a:lnTo>
                  <a:lnTo>
                    <a:pt x="859470" y="458175"/>
                  </a:lnTo>
                  <a:lnTo>
                    <a:pt x="787847" y="467665"/>
                  </a:lnTo>
                  <a:lnTo>
                    <a:pt x="716225" y="476934"/>
                  </a:lnTo>
                  <a:lnTo>
                    <a:pt x="644602" y="485988"/>
                  </a:lnTo>
                  <a:lnTo>
                    <a:pt x="572980" y="494832"/>
                  </a:lnTo>
                  <a:lnTo>
                    <a:pt x="501357" y="503470"/>
                  </a:lnTo>
                  <a:lnTo>
                    <a:pt x="429735" y="511908"/>
                  </a:lnTo>
                  <a:lnTo>
                    <a:pt x="358112" y="520149"/>
                  </a:lnTo>
                  <a:lnTo>
                    <a:pt x="286490" y="528199"/>
                  </a:lnTo>
                  <a:lnTo>
                    <a:pt x="214867" y="536062"/>
                  </a:lnTo>
                  <a:lnTo>
                    <a:pt x="143245" y="543742"/>
                  </a:lnTo>
                  <a:lnTo>
                    <a:pt x="71622" y="551244"/>
                  </a:lnTo>
                  <a:lnTo>
                    <a:pt x="0" y="5585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42615"/>
              <a:ext cx="7090630" cy="65531"/>
            </a:xfrm>
            <a:custGeom>
              <a:avLst/>
              <a:pathLst>
                <a:path w="7090630" h="65531">
                  <a:moveTo>
                    <a:pt x="0" y="65531"/>
                  </a:moveTo>
                  <a:lnTo>
                    <a:pt x="71622" y="64894"/>
                  </a:lnTo>
                  <a:lnTo>
                    <a:pt x="143245" y="64256"/>
                  </a:lnTo>
                  <a:lnTo>
                    <a:pt x="214867" y="63617"/>
                  </a:lnTo>
                  <a:lnTo>
                    <a:pt x="286490" y="62978"/>
                  </a:lnTo>
                  <a:lnTo>
                    <a:pt x="358112" y="62338"/>
                  </a:lnTo>
                  <a:lnTo>
                    <a:pt x="429735" y="61698"/>
                  </a:lnTo>
                  <a:lnTo>
                    <a:pt x="501357" y="61058"/>
                  </a:lnTo>
                  <a:lnTo>
                    <a:pt x="572980" y="60417"/>
                  </a:lnTo>
                  <a:lnTo>
                    <a:pt x="644602" y="59775"/>
                  </a:lnTo>
                  <a:lnTo>
                    <a:pt x="716225" y="59133"/>
                  </a:lnTo>
                  <a:lnTo>
                    <a:pt x="787847" y="58491"/>
                  </a:lnTo>
                  <a:lnTo>
                    <a:pt x="859470" y="57848"/>
                  </a:lnTo>
                  <a:lnTo>
                    <a:pt x="931092" y="57204"/>
                  </a:lnTo>
                  <a:lnTo>
                    <a:pt x="1002715" y="56560"/>
                  </a:lnTo>
                  <a:lnTo>
                    <a:pt x="1074337" y="55916"/>
                  </a:lnTo>
                  <a:lnTo>
                    <a:pt x="1145960" y="55271"/>
                  </a:lnTo>
                  <a:lnTo>
                    <a:pt x="1217582" y="54625"/>
                  </a:lnTo>
                  <a:lnTo>
                    <a:pt x="1289205" y="53979"/>
                  </a:lnTo>
                  <a:lnTo>
                    <a:pt x="1360827" y="53333"/>
                  </a:lnTo>
                  <a:lnTo>
                    <a:pt x="1432450" y="52686"/>
                  </a:lnTo>
                  <a:lnTo>
                    <a:pt x="1504073" y="52039"/>
                  </a:lnTo>
                  <a:lnTo>
                    <a:pt x="1575695" y="51391"/>
                  </a:lnTo>
                  <a:lnTo>
                    <a:pt x="1647318" y="50742"/>
                  </a:lnTo>
                  <a:lnTo>
                    <a:pt x="1718940" y="50093"/>
                  </a:lnTo>
                  <a:lnTo>
                    <a:pt x="1790563" y="49444"/>
                  </a:lnTo>
                  <a:lnTo>
                    <a:pt x="1862185" y="48794"/>
                  </a:lnTo>
                  <a:lnTo>
                    <a:pt x="1933808" y="48144"/>
                  </a:lnTo>
                  <a:lnTo>
                    <a:pt x="2005430" y="47493"/>
                  </a:lnTo>
                  <a:lnTo>
                    <a:pt x="2077053" y="46842"/>
                  </a:lnTo>
                  <a:lnTo>
                    <a:pt x="2148675" y="46190"/>
                  </a:lnTo>
                  <a:lnTo>
                    <a:pt x="2220298" y="45538"/>
                  </a:lnTo>
                  <a:lnTo>
                    <a:pt x="2291920" y="44885"/>
                  </a:lnTo>
                  <a:lnTo>
                    <a:pt x="2363543" y="44231"/>
                  </a:lnTo>
                  <a:lnTo>
                    <a:pt x="2435165" y="43578"/>
                  </a:lnTo>
                  <a:lnTo>
                    <a:pt x="2506788" y="42923"/>
                  </a:lnTo>
                  <a:lnTo>
                    <a:pt x="2578410" y="42269"/>
                  </a:lnTo>
                  <a:lnTo>
                    <a:pt x="2650033" y="41613"/>
                  </a:lnTo>
                  <a:lnTo>
                    <a:pt x="2721655" y="40957"/>
                  </a:lnTo>
                  <a:lnTo>
                    <a:pt x="2793278" y="40301"/>
                  </a:lnTo>
                  <a:lnTo>
                    <a:pt x="2864901" y="39644"/>
                  </a:lnTo>
                  <a:lnTo>
                    <a:pt x="2936523" y="38987"/>
                  </a:lnTo>
                  <a:lnTo>
                    <a:pt x="3008146" y="38329"/>
                  </a:lnTo>
                  <a:lnTo>
                    <a:pt x="3079768" y="37671"/>
                  </a:lnTo>
                  <a:lnTo>
                    <a:pt x="3151391" y="37012"/>
                  </a:lnTo>
                  <a:lnTo>
                    <a:pt x="3223013" y="36353"/>
                  </a:lnTo>
                  <a:lnTo>
                    <a:pt x="3294636" y="35693"/>
                  </a:lnTo>
                  <a:lnTo>
                    <a:pt x="3366258" y="35033"/>
                  </a:lnTo>
                  <a:lnTo>
                    <a:pt x="3437881" y="34372"/>
                  </a:lnTo>
                  <a:lnTo>
                    <a:pt x="3509503" y="33711"/>
                  </a:lnTo>
                  <a:lnTo>
                    <a:pt x="3581126" y="33049"/>
                  </a:lnTo>
                  <a:lnTo>
                    <a:pt x="3652748" y="32387"/>
                  </a:lnTo>
                  <a:lnTo>
                    <a:pt x="3724371" y="31724"/>
                  </a:lnTo>
                  <a:lnTo>
                    <a:pt x="3795993" y="31061"/>
                  </a:lnTo>
                  <a:lnTo>
                    <a:pt x="3867616" y="30397"/>
                  </a:lnTo>
                  <a:lnTo>
                    <a:pt x="3939238" y="29733"/>
                  </a:lnTo>
                  <a:lnTo>
                    <a:pt x="4010861" y="29068"/>
                  </a:lnTo>
                  <a:lnTo>
                    <a:pt x="4082483" y="28403"/>
                  </a:lnTo>
                  <a:lnTo>
                    <a:pt x="4154106" y="27737"/>
                  </a:lnTo>
                  <a:lnTo>
                    <a:pt x="4225729" y="27070"/>
                  </a:lnTo>
                  <a:lnTo>
                    <a:pt x="4297351" y="26404"/>
                  </a:lnTo>
                  <a:lnTo>
                    <a:pt x="4368974" y="25736"/>
                  </a:lnTo>
                  <a:lnTo>
                    <a:pt x="4440596" y="25068"/>
                  </a:lnTo>
                  <a:lnTo>
                    <a:pt x="4512219" y="24400"/>
                  </a:lnTo>
                  <a:lnTo>
                    <a:pt x="4583841" y="23731"/>
                  </a:lnTo>
                  <a:lnTo>
                    <a:pt x="4655464" y="23062"/>
                  </a:lnTo>
                  <a:lnTo>
                    <a:pt x="4727086" y="22392"/>
                  </a:lnTo>
                  <a:lnTo>
                    <a:pt x="4798709" y="21722"/>
                  </a:lnTo>
                  <a:lnTo>
                    <a:pt x="4870331" y="21051"/>
                  </a:lnTo>
                  <a:lnTo>
                    <a:pt x="4941954" y="20379"/>
                  </a:lnTo>
                  <a:lnTo>
                    <a:pt x="5013576" y="19708"/>
                  </a:lnTo>
                  <a:lnTo>
                    <a:pt x="5085199" y="19035"/>
                  </a:lnTo>
                  <a:lnTo>
                    <a:pt x="5156821" y="18362"/>
                  </a:lnTo>
                  <a:lnTo>
                    <a:pt x="5228444" y="17689"/>
                  </a:lnTo>
                  <a:lnTo>
                    <a:pt x="5300066" y="17015"/>
                  </a:lnTo>
                  <a:lnTo>
                    <a:pt x="5371689" y="16340"/>
                  </a:lnTo>
                  <a:lnTo>
                    <a:pt x="5443311" y="15665"/>
                  </a:lnTo>
                  <a:lnTo>
                    <a:pt x="5514934" y="14990"/>
                  </a:lnTo>
                  <a:lnTo>
                    <a:pt x="5586557" y="14314"/>
                  </a:lnTo>
                  <a:lnTo>
                    <a:pt x="5658179" y="13638"/>
                  </a:lnTo>
                  <a:lnTo>
                    <a:pt x="5729802" y="12961"/>
                  </a:lnTo>
                  <a:lnTo>
                    <a:pt x="5801424" y="12283"/>
                  </a:lnTo>
                  <a:lnTo>
                    <a:pt x="5873047" y="11605"/>
                  </a:lnTo>
                  <a:lnTo>
                    <a:pt x="5944669" y="10926"/>
                  </a:lnTo>
                  <a:lnTo>
                    <a:pt x="6016292" y="10247"/>
                  </a:lnTo>
                  <a:lnTo>
                    <a:pt x="6087914" y="9568"/>
                  </a:lnTo>
                  <a:lnTo>
                    <a:pt x="6159537" y="8888"/>
                  </a:lnTo>
                  <a:lnTo>
                    <a:pt x="6231159" y="8207"/>
                  </a:lnTo>
                  <a:lnTo>
                    <a:pt x="6302782" y="7526"/>
                  </a:lnTo>
                  <a:lnTo>
                    <a:pt x="6374404" y="6844"/>
                  </a:lnTo>
                  <a:lnTo>
                    <a:pt x="6446027" y="6162"/>
                  </a:lnTo>
                  <a:lnTo>
                    <a:pt x="6517649" y="5480"/>
                  </a:lnTo>
                  <a:lnTo>
                    <a:pt x="6589272" y="4796"/>
                  </a:lnTo>
                  <a:lnTo>
                    <a:pt x="6660894" y="4113"/>
                  </a:lnTo>
                  <a:lnTo>
                    <a:pt x="6732517" y="3428"/>
                  </a:lnTo>
                  <a:lnTo>
                    <a:pt x="6804139" y="2744"/>
                  </a:lnTo>
                  <a:lnTo>
                    <a:pt x="6875762" y="2058"/>
                  </a:lnTo>
                  <a:lnTo>
                    <a:pt x="6947385" y="1373"/>
                  </a:lnTo>
                  <a:lnTo>
                    <a:pt x="7019007" y="68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2026-10-09T11:57:53Z</dcterms:modified>
  <cp:category/>
</cp:coreProperties>
</file>