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24848"/>
              <a:ext cx="7090630" cy="2849991"/>
            </a:xfrm>
            <a:custGeom>
              <a:avLst/>
              <a:pathLst>
                <a:path w="7090630" h="2849991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  <a:lnTo>
                    <a:pt x="7090630" y="2849991"/>
                  </a:lnTo>
                  <a:lnTo>
                    <a:pt x="7019007" y="2844098"/>
                  </a:lnTo>
                  <a:lnTo>
                    <a:pt x="6947385" y="2838078"/>
                  </a:lnTo>
                  <a:lnTo>
                    <a:pt x="6875762" y="2831930"/>
                  </a:lnTo>
                  <a:lnTo>
                    <a:pt x="6804139" y="2825649"/>
                  </a:lnTo>
                  <a:lnTo>
                    <a:pt x="6732517" y="2819233"/>
                  </a:lnTo>
                  <a:lnTo>
                    <a:pt x="6660894" y="2812679"/>
                  </a:lnTo>
                  <a:lnTo>
                    <a:pt x="6589272" y="2805985"/>
                  </a:lnTo>
                  <a:lnTo>
                    <a:pt x="6517649" y="2799146"/>
                  </a:lnTo>
                  <a:lnTo>
                    <a:pt x="6446027" y="2792161"/>
                  </a:lnTo>
                  <a:lnTo>
                    <a:pt x="6374404" y="2785026"/>
                  </a:lnTo>
                  <a:lnTo>
                    <a:pt x="6302782" y="2777738"/>
                  </a:lnTo>
                  <a:lnTo>
                    <a:pt x="6231159" y="2770293"/>
                  </a:lnTo>
                  <a:lnTo>
                    <a:pt x="6159537" y="2762688"/>
                  </a:lnTo>
                  <a:lnTo>
                    <a:pt x="6087914" y="2754920"/>
                  </a:lnTo>
                  <a:lnTo>
                    <a:pt x="6016292" y="2746985"/>
                  </a:lnTo>
                  <a:lnTo>
                    <a:pt x="5944669" y="2738879"/>
                  </a:lnTo>
                  <a:lnTo>
                    <a:pt x="5873047" y="2730600"/>
                  </a:lnTo>
                  <a:lnTo>
                    <a:pt x="5801424" y="2722142"/>
                  </a:lnTo>
                  <a:lnTo>
                    <a:pt x="5729802" y="2713503"/>
                  </a:lnTo>
                  <a:lnTo>
                    <a:pt x="5658179" y="2704679"/>
                  </a:lnTo>
                  <a:lnTo>
                    <a:pt x="5586557" y="2695665"/>
                  </a:lnTo>
                  <a:lnTo>
                    <a:pt x="5514934" y="2686457"/>
                  </a:lnTo>
                  <a:lnTo>
                    <a:pt x="5443311" y="2677051"/>
                  </a:lnTo>
                  <a:lnTo>
                    <a:pt x="5371689" y="2667444"/>
                  </a:lnTo>
                  <a:lnTo>
                    <a:pt x="5300066" y="2657630"/>
                  </a:lnTo>
                  <a:lnTo>
                    <a:pt x="5228444" y="2647605"/>
                  </a:lnTo>
                  <a:lnTo>
                    <a:pt x="5156821" y="2637365"/>
                  </a:lnTo>
                  <a:lnTo>
                    <a:pt x="5085199" y="2626905"/>
                  </a:lnTo>
                  <a:lnTo>
                    <a:pt x="5013576" y="2616221"/>
                  </a:lnTo>
                  <a:lnTo>
                    <a:pt x="4941954" y="2605307"/>
                  </a:lnTo>
                  <a:lnTo>
                    <a:pt x="4870331" y="2594158"/>
                  </a:lnTo>
                  <a:lnTo>
                    <a:pt x="4798709" y="2582770"/>
                  </a:lnTo>
                  <a:lnTo>
                    <a:pt x="4727086" y="2571138"/>
                  </a:lnTo>
                  <a:lnTo>
                    <a:pt x="4655464" y="2559255"/>
                  </a:lnTo>
                  <a:lnTo>
                    <a:pt x="4583841" y="2547118"/>
                  </a:lnTo>
                  <a:lnTo>
                    <a:pt x="4512219" y="2534719"/>
                  </a:lnTo>
                  <a:lnTo>
                    <a:pt x="4440596" y="2522055"/>
                  </a:lnTo>
                  <a:lnTo>
                    <a:pt x="4368974" y="2509118"/>
                  </a:lnTo>
                  <a:lnTo>
                    <a:pt x="4297351" y="2495904"/>
                  </a:lnTo>
                  <a:lnTo>
                    <a:pt x="4225729" y="2482405"/>
                  </a:lnTo>
                  <a:lnTo>
                    <a:pt x="4154106" y="2468617"/>
                  </a:lnTo>
                  <a:lnTo>
                    <a:pt x="4082483" y="2454533"/>
                  </a:lnTo>
                  <a:lnTo>
                    <a:pt x="4010861" y="2440146"/>
                  </a:lnTo>
                  <a:lnTo>
                    <a:pt x="3939238" y="2425450"/>
                  </a:lnTo>
                  <a:lnTo>
                    <a:pt x="3867616" y="2410438"/>
                  </a:lnTo>
                  <a:lnTo>
                    <a:pt x="3795993" y="2395104"/>
                  </a:lnTo>
                  <a:lnTo>
                    <a:pt x="3724371" y="2379441"/>
                  </a:lnTo>
                  <a:lnTo>
                    <a:pt x="3652748" y="2363441"/>
                  </a:lnTo>
                  <a:lnTo>
                    <a:pt x="3581126" y="2347097"/>
                  </a:lnTo>
                  <a:lnTo>
                    <a:pt x="3509503" y="2330403"/>
                  </a:lnTo>
                  <a:lnTo>
                    <a:pt x="3437881" y="2313350"/>
                  </a:lnTo>
                  <a:lnTo>
                    <a:pt x="3366258" y="2295930"/>
                  </a:lnTo>
                  <a:lnTo>
                    <a:pt x="3294636" y="2278137"/>
                  </a:lnTo>
                  <a:lnTo>
                    <a:pt x="3223013" y="2259961"/>
                  </a:lnTo>
                  <a:lnTo>
                    <a:pt x="3151391" y="2269174"/>
                  </a:lnTo>
                  <a:lnTo>
                    <a:pt x="3079768" y="2289085"/>
                  </a:lnTo>
                  <a:lnTo>
                    <a:pt x="3008146" y="2308532"/>
                  </a:lnTo>
                  <a:lnTo>
                    <a:pt x="2936523" y="2327526"/>
                  </a:lnTo>
                  <a:lnTo>
                    <a:pt x="2864901" y="2346079"/>
                  </a:lnTo>
                  <a:lnTo>
                    <a:pt x="2793278" y="2364199"/>
                  </a:lnTo>
                  <a:lnTo>
                    <a:pt x="2721655" y="2381897"/>
                  </a:lnTo>
                  <a:lnTo>
                    <a:pt x="2650033" y="2399183"/>
                  </a:lnTo>
                  <a:lnTo>
                    <a:pt x="2578410" y="2416067"/>
                  </a:lnTo>
                  <a:lnTo>
                    <a:pt x="2506788" y="2432557"/>
                  </a:lnTo>
                  <a:lnTo>
                    <a:pt x="2435165" y="2448664"/>
                  </a:lnTo>
                  <a:lnTo>
                    <a:pt x="2363543" y="2464396"/>
                  </a:lnTo>
                  <a:lnTo>
                    <a:pt x="2291920" y="2479761"/>
                  </a:lnTo>
                  <a:lnTo>
                    <a:pt x="2220298" y="2494769"/>
                  </a:lnTo>
                  <a:lnTo>
                    <a:pt x="2148675" y="2509427"/>
                  </a:lnTo>
                  <a:lnTo>
                    <a:pt x="2077053" y="2523744"/>
                  </a:lnTo>
                  <a:lnTo>
                    <a:pt x="2005430" y="2537728"/>
                  </a:lnTo>
                  <a:lnTo>
                    <a:pt x="1933808" y="2551386"/>
                  </a:lnTo>
                  <a:lnTo>
                    <a:pt x="1862185" y="2564726"/>
                  </a:lnTo>
                  <a:lnTo>
                    <a:pt x="1790563" y="2577756"/>
                  </a:lnTo>
                  <a:lnTo>
                    <a:pt x="1718940" y="2590482"/>
                  </a:lnTo>
                  <a:lnTo>
                    <a:pt x="1647318" y="2602912"/>
                  </a:lnTo>
                  <a:lnTo>
                    <a:pt x="1575695" y="2615052"/>
                  </a:lnTo>
                  <a:lnTo>
                    <a:pt x="1504073" y="2626910"/>
                  </a:lnTo>
                  <a:lnTo>
                    <a:pt x="1432450" y="2638492"/>
                  </a:lnTo>
                  <a:lnTo>
                    <a:pt x="1360827" y="2649804"/>
                  </a:lnTo>
                  <a:lnTo>
                    <a:pt x="1289205" y="2660852"/>
                  </a:lnTo>
                  <a:lnTo>
                    <a:pt x="1217582" y="2671644"/>
                  </a:lnTo>
                  <a:lnTo>
                    <a:pt x="1145960" y="2682184"/>
                  </a:lnTo>
                  <a:lnTo>
                    <a:pt x="1074337" y="2692479"/>
                  </a:lnTo>
                  <a:lnTo>
                    <a:pt x="1002715" y="2702534"/>
                  </a:lnTo>
                  <a:lnTo>
                    <a:pt x="931092" y="2712355"/>
                  </a:lnTo>
                  <a:lnTo>
                    <a:pt x="859470" y="2721947"/>
                  </a:lnTo>
                  <a:lnTo>
                    <a:pt x="787847" y="2731316"/>
                  </a:lnTo>
                  <a:lnTo>
                    <a:pt x="716225" y="2740467"/>
                  </a:lnTo>
                  <a:lnTo>
                    <a:pt x="644602" y="2749405"/>
                  </a:lnTo>
                  <a:lnTo>
                    <a:pt x="572980" y="2758135"/>
                  </a:lnTo>
                  <a:lnTo>
                    <a:pt x="501357" y="2766661"/>
                  </a:lnTo>
                  <a:lnTo>
                    <a:pt x="429735" y="2774989"/>
                  </a:lnTo>
                  <a:lnTo>
                    <a:pt x="358112" y="2783124"/>
                  </a:lnTo>
                  <a:lnTo>
                    <a:pt x="286490" y="2791068"/>
                  </a:lnTo>
                  <a:lnTo>
                    <a:pt x="214867" y="2798828"/>
                  </a:lnTo>
                  <a:lnTo>
                    <a:pt x="143245" y="2806407"/>
                  </a:lnTo>
                  <a:lnTo>
                    <a:pt x="71622" y="2813810"/>
                  </a:lnTo>
                  <a:lnTo>
                    <a:pt x="0" y="28210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24848"/>
              <a:ext cx="7090630" cy="2248789"/>
            </a:xfrm>
            <a:custGeom>
              <a:avLst/>
              <a:pathLst>
                <a:path w="7090630" h="2248789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810"/>
              <a:ext cx="7090630" cy="590029"/>
            </a:xfrm>
            <a:custGeom>
              <a:avLst/>
              <a:pathLst>
                <a:path w="7090630" h="590029">
                  <a:moveTo>
                    <a:pt x="7090630" y="590029"/>
                  </a:moveTo>
                  <a:lnTo>
                    <a:pt x="7019007" y="584136"/>
                  </a:lnTo>
                  <a:lnTo>
                    <a:pt x="6947385" y="578117"/>
                  </a:lnTo>
                  <a:lnTo>
                    <a:pt x="6875762" y="571968"/>
                  </a:lnTo>
                  <a:lnTo>
                    <a:pt x="6804139" y="565687"/>
                  </a:lnTo>
                  <a:lnTo>
                    <a:pt x="6732517" y="559271"/>
                  </a:lnTo>
                  <a:lnTo>
                    <a:pt x="6660894" y="552717"/>
                  </a:lnTo>
                  <a:lnTo>
                    <a:pt x="6589272" y="546023"/>
                  </a:lnTo>
                  <a:lnTo>
                    <a:pt x="6517649" y="539185"/>
                  </a:lnTo>
                  <a:lnTo>
                    <a:pt x="6446027" y="532200"/>
                  </a:lnTo>
                  <a:lnTo>
                    <a:pt x="6374404" y="525064"/>
                  </a:lnTo>
                  <a:lnTo>
                    <a:pt x="6302782" y="517776"/>
                  </a:lnTo>
                  <a:lnTo>
                    <a:pt x="6231159" y="510331"/>
                  </a:lnTo>
                  <a:lnTo>
                    <a:pt x="6159537" y="502726"/>
                  </a:lnTo>
                  <a:lnTo>
                    <a:pt x="6087914" y="494958"/>
                  </a:lnTo>
                  <a:lnTo>
                    <a:pt x="6016292" y="487023"/>
                  </a:lnTo>
                  <a:lnTo>
                    <a:pt x="5944669" y="478918"/>
                  </a:lnTo>
                  <a:lnTo>
                    <a:pt x="5873047" y="470638"/>
                  </a:lnTo>
                  <a:lnTo>
                    <a:pt x="5801424" y="462181"/>
                  </a:lnTo>
                  <a:lnTo>
                    <a:pt x="5729802" y="453542"/>
                  </a:lnTo>
                  <a:lnTo>
                    <a:pt x="5658179" y="444717"/>
                  </a:lnTo>
                  <a:lnTo>
                    <a:pt x="5586557" y="435703"/>
                  </a:lnTo>
                  <a:lnTo>
                    <a:pt x="5514934" y="426495"/>
                  </a:lnTo>
                  <a:lnTo>
                    <a:pt x="5443311" y="417090"/>
                  </a:lnTo>
                  <a:lnTo>
                    <a:pt x="5371689" y="407482"/>
                  </a:lnTo>
                  <a:lnTo>
                    <a:pt x="5300066" y="397668"/>
                  </a:lnTo>
                  <a:lnTo>
                    <a:pt x="5228444" y="387644"/>
                  </a:lnTo>
                  <a:lnTo>
                    <a:pt x="5156821" y="377404"/>
                  </a:lnTo>
                  <a:lnTo>
                    <a:pt x="5085199" y="366944"/>
                  </a:lnTo>
                  <a:lnTo>
                    <a:pt x="5013576" y="356259"/>
                  </a:lnTo>
                  <a:lnTo>
                    <a:pt x="4941954" y="345345"/>
                  </a:lnTo>
                  <a:lnTo>
                    <a:pt x="4870331" y="334196"/>
                  </a:lnTo>
                  <a:lnTo>
                    <a:pt x="4798709" y="322808"/>
                  </a:lnTo>
                  <a:lnTo>
                    <a:pt x="4727086" y="311176"/>
                  </a:lnTo>
                  <a:lnTo>
                    <a:pt x="4655464" y="299294"/>
                  </a:lnTo>
                  <a:lnTo>
                    <a:pt x="4583841" y="287156"/>
                  </a:lnTo>
                  <a:lnTo>
                    <a:pt x="4512219" y="274758"/>
                  </a:lnTo>
                  <a:lnTo>
                    <a:pt x="4440596" y="262093"/>
                  </a:lnTo>
                  <a:lnTo>
                    <a:pt x="4368974" y="249156"/>
                  </a:lnTo>
                  <a:lnTo>
                    <a:pt x="4297351" y="235942"/>
                  </a:lnTo>
                  <a:lnTo>
                    <a:pt x="4225729" y="222443"/>
                  </a:lnTo>
                  <a:lnTo>
                    <a:pt x="4154106" y="208655"/>
                  </a:lnTo>
                  <a:lnTo>
                    <a:pt x="4082483" y="194571"/>
                  </a:lnTo>
                  <a:lnTo>
                    <a:pt x="4010861" y="180184"/>
                  </a:lnTo>
                  <a:lnTo>
                    <a:pt x="3939238" y="165488"/>
                  </a:lnTo>
                  <a:lnTo>
                    <a:pt x="3867616" y="150476"/>
                  </a:lnTo>
                  <a:lnTo>
                    <a:pt x="3795993" y="135142"/>
                  </a:lnTo>
                  <a:lnTo>
                    <a:pt x="3724371" y="119479"/>
                  </a:lnTo>
                  <a:lnTo>
                    <a:pt x="3652748" y="103479"/>
                  </a:lnTo>
                  <a:lnTo>
                    <a:pt x="3581126" y="87136"/>
                  </a:lnTo>
                  <a:lnTo>
                    <a:pt x="3509503" y="70441"/>
                  </a:lnTo>
                  <a:lnTo>
                    <a:pt x="3437881" y="53388"/>
                  </a:lnTo>
                  <a:lnTo>
                    <a:pt x="3366258" y="35969"/>
                  </a:lnTo>
                  <a:lnTo>
                    <a:pt x="3294636" y="18175"/>
                  </a:lnTo>
                  <a:lnTo>
                    <a:pt x="3223013" y="0"/>
                  </a:lnTo>
                  <a:lnTo>
                    <a:pt x="3151391" y="9213"/>
                  </a:lnTo>
                  <a:lnTo>
                    <a:pt x="3079768" y="29123"/>
                  </a:lnTo>
                  <a:lnTo>
                    <a:pt x="3008146" y="48570"/>
                  </a:lnTo>
                  <a:lnTo>
                    <a:pt x="2936523" y="67565"/>
                  </a:lnTo>
                  <a:lnTo>
                    <a:pt x="2864901" y="86117"/>
                  </a:lnTo>
                  <a:lnTo>
                    <a:pt x="2793278" y="104237"/>
                  </a:lnTo>
                  <a:lnTo>
                    <a:pt x="2721655" y="121935"/>
                  </a:lnTo>
                  <a:lnTo>
                    <a:pt x="2650033" y="139221"/>
                  </a:lnTo>
                  <a:lnTo>
                    <a:pt x="2578410" y="156105"/>
                  </a:lnTo>
                  <a:lnTo>
                    <a:pt x="2506788" y="172596"/>
                  </a:lnTo>
                  <a:lnTo>
                    <a:pt x="2435165" y="188702"/>
                  </a:lnTo>
                  <a:lnTo>
                    <a:pt x="2363543" y="204434"/>
                  </a:lnTo>
                  <a:lnTo>
                    <a:pt x="2291920" y="219799"/>
                  </a:lnTo>
                  <a:lnTo>
                    <a:pt x="2220298" y="234807"/>
                  </a:lnTo>
                  <a:lnTo>
                    <a:pt x="2148675" y="249465"/>
                  </a:lnTo>
                  <a:lnTo>
                    <a:pt x="2077053" y="263782"/>
                  </a:lnTo>
                  <a:lnTo>
                    <a:pt x="2005430" y="277766"/>
                  </a:lnTo>
                  <a:lnTo>
                    <a:pt x="1933808" y="291424"/>
                  </a:lnTo>
                  <a:lnTo>
                    <a:pt x="1862185" y="304764"/>
                  </a:lnTo>
                  <a:lnTo>
                    <a:pt x="1790563" y="317794"/>
                  </a:lnTo>
                  <a:lnTo>
                    <a:pt x="1718940" y="330520"/>
                  </a:lnTo>
                  <a:lnTo>
                    <a:pt x="1647318" y="342950"/>
                  </a:lnTo>
                  <a:lnTo>
                    <a:pt x="1575695" y="355090"/>
                  </a:lnTo>
                  <a:lnTo>
                    <a:pt x="1504073" y="366948"/>
                  </a:lnTo>
                  <a:lnTo>
                    <a:pt x="1432450" y="378530"/>
                  </a:lnTo>
                  <a:lnTo>
                    <a:pt x="1360827" y="389842"/>
                  </a:lnTo>
                  <a:lnTo>
                    <a:pt x="1289205" y="400891"/>
                  </a:lnTo>
                  <a:lnTo>
                    <a:pt x="1217582" y="411682"/>
                  </a:lnTo>
                  <a:lnTo>
                    <a:pt x="1145960" y="422222"/>
                  </a:lnTo>
                  <a:lnTo>
                    <a:pt x="1074337" y="432517"/>
                  </a:lnTo>
                  <a:lnTo>
                    <a:pt x="1002715" y="442572"/>
                  </a:lnTo>
                  <a:lnTo>
                    <a:pt x="931092" y="452393"/>
                  </a:lnTo>
                  <a:lnTo>
                    <a:pt x="859470" y="461986"/>
                  </a:lnTo>
                  <a:lnTo>
                    <a:pt x="787847" y="471355"/>
                  </a:lnTo>
                  <a:lnTo>
                    <a:pt x="716225" y="480506"/>
                  </a:lnTo>
                  <a:lnTo>
                    <a:pt x="644602" y="489443"/>
                  </a:lnTo>
                  <a:lnTo>
                    <a:pt x="572980" y="498173"/>
                  </a:lnTo>
                  <a:lnTo>
                    <a:pt x="501357" y="506700"/>
                  </a:lnTo>
                  <a:lnTo>
                    <a:pt x="429735" y="515028"/>
                  </a:lnTo>
                  <a:lnTo>
                    <a:pt x="358112" y="523162"/>
                  </a:lnTo>
                  <a:lnTo>
                    <a:pt x="286490" y="531106"/>
                  </a:lnTo>
                  <a:lnTo>
                    <a:pt x="214867" y="538866"/>
                  </a:lnTo>
                  <a:lnTo>
                    <a:pt x="143245" y="546445"/>
                  </a:lnTo>
                  <a:lnTo>
                    <a:pt x="71622" y="553848"/>
                  </a:lnTo>
                  <a:lnTo>
                    <a:pt x="0" y="561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3345"/>
              <a:ext cx="7090630" cy="99891"/>
            </a:xfrm>
            <a:custGeom>
              <a:avLst/>
              <a:pathLst>
                <a:path w="7090630" h="99891">
                  <a:moveTo>
                    <a:pt x="0" y="99891"/>
                  </a:moveTo>
                  <a:lnTo>
                    <a:pt x="71622" y="98938"/>
                  </a:lnTo>
                  <a:lnTo>
                    <a:pt x="143245" y="97984"/>
                  </a:lnTo>
                  <a:lnTo>
                    <a:pt x="214867" y="97028"/>
                  </a:lnTo>
                  <a:lnTo>
                    <a:pt x="286490" y="96072"/>
                  </a:lnTo>
                  <a:lnTo>
                    <a:pt x="358112" y="95115"/>
                  </a:lnTo>
                  <a:lnTo>
                    <a:pt x="429735" y="94156"/>
                  </a:lnTo>
                  <a:lnTo>
                    <a:pt x="501357" y="93196"/>
                  </a:lnTo>
                  <a:lnTo>
                    <a:pt x="572980" y="92236"/>
                  </a:lnTo>
                  <a:lnTo>
                    <a:pt x="644602" y="91274"/>
                  </a:lnTo>
                  <a:lnTo>
                    <a:pt x="716225" y="90311"/>
                  </a:lnTo>
                  <a:lnTo>
                    <a:pt x="787847" y="89347"/>
                  </a:lnTo>
                  <a:lnTo>
                    <a:pt x="859470" y="88381"/>
                  </a:lnTo>
                  <a:lnTo>
                    <a:pt x="931092" y="87415"/>
                  </a:lnTo>
                  <a:lnTo>
                    <a:pt x="1002715" y="86448"/>
                  </a:lnTo>
                  <a:lnTo>
                    <a:pt x="1074337" y="85479"/>
                  </a:lnTo>
                  <a:lnTo>
                    <a:pt x="1145960" y="84509"/>
                  </a:lnTo>
                  <a:lnTo>
                    <a:pt x="1217582" y="83539"/>
                  </a:lnTo>
                  <a:lnTo>
                    <a:pt x="1289205" y="82567"/>
                  </a:lnTo>
                  <a:lnTo>
                    <a:pt x="1360827" y="81594"/>
                  </a:lnTo>
                  <a:lnTo>
                    <a:pt x="1432450" y="80619"/>
                  </a:lnTo>
                  <a:lnTo>
                    <a:pt x="1504073" y="79644"/>
                  </a:lnTo>
                  <a:lnTo>
                    <a:pt x="1575695" y="78668"/>
                  </a:lnTo>
                  <a:lnTo>
                    <a:pt x="1647318" y="77690"/>
                  </a:lnTo>
                  <a:lnTo>
                    <a:pt x="1718940" y="76711"/>
                  </a:lnTo>
                  <a:lnTo>
                    <a:pt x="1790563" y="75732"/>
                  </a:lnTo>
                  <a:lnTo>
                    <a:pt x="1862185" y="74751"/>
                  </a:lnTo>
                  <a:lnTo>
                    <a:pt x="1933808" y="73769"/>
                  </a:lnTo>
                  <a:lnTo>
                    <a:pt x="2005430" y="72786"/>
                  </a:lnTo>
                  <a:lnTo>
                    <a:pt x="2077053" y="71801"/>
                  </a:lnTo>
                  <a:lnTo>
                    <a:pt x="2148675" y="70816"/>
                  </a:lnTo>
                  <a:lnTo>
                    <a:pt x="2220298" y="69829"/>
                  </a:lnTo>
                  <a:lnTo>
                    <a:pt x="2291920" y="68841"/>
                  </a:lnTo>
                  <a:lnTo>
                    <a:pt x="2363543" y="67853"/>
                  </a:lnTo>
                  <a:lnTo>
                    <a:pt x="2435165" y="66862"/>
                  </a:lnTo>
                  <a:lnTo>
                    <a:pt x="2506788" y="65871"/>
                  </a:lnTo>
                  <a:lnTo>
                    <a:pt x="2578410" y="64879"/>
                  </a:lnTo>
                  <a:lnTo>
                    <a:pt x="2650033" y="63886"/>
                  </a:lnTo>
                  <a:lnTo>
                    <a:pt x="2721655" y="62891"/>
                  </a:lnTo>
                  <a:lnTo>
                    <a:pt x="2793278" y="61895"/>
                  </a:lnTo>
                  <a:lnTo>
                    <a:pt x="2864901" y="60898"/>
                  </a:lnTo>
                  <a:lnTo>
                    <a:pt x="2936523" y="59900"/>
                  </a:lnTo>
                  <a:lnTo>
                    <a:pt x="3008146" y="58901"/>
                  </a:lnTo>
                  <a:lnTo>
                    <a:pt x="3079768" y="57901"/>
                  </a:lnTo>
                  <a:lnTo>
                    <a:pt x="3151391" y="56899"/>
                  </a:lnTo>
                  <a:lnTo>
                    <a:pt x="3223013" y="55897"/>
                  </a:lnTo>
                  <a:lnTo>
                    <a:pt x="3294636" y="54893"/>
                  </a:lnTo>
                  <a:lnTo>
                    <a:pt x="3366258" y="53888"/>
                  </a:lnTo>
                  <a:lnTo>
                    <a:pt x="3437881" y="52882"/>
                  </a:lnTo>
                  <a:lnTo>
                    <a:pt x="3509503" y="51874"/>
                  </a:lnTo>
                  <a:lnTo>
                    <a:pt x="3581126" y="50866"/>
                  </a:lnTo>
                  <a:lnTo>
                    <a:pt x="3652748" y="49856"/>
                  </a:lnTo>
                  <a:lnTo>
                    <a:pt x="3724371" y="48846"/>
                  </a:lnTo>
                  <a:lnTo>
                    <a:pt x="3795993" y="47834"/>
                  </a:lnTo>
                  <a:lnTo>
                    <a:pt x="3867616" y="46820"/>
                  </a:lnTo>
                  <a:lnTo>
                    <a:pt x="3939238" y="45806"/>
                  </a:lnTo>
                  <a:lnTo>
                    <a:pt x="4010861" y="44791"/>
                  </a:lnTo>
                  <a:lnTo>
                    <a:pt x="4082483" y="43774"/>
                  </a:lnTo>
                  <a:lnTo>
                    <a:pt x="4154106" y="42756"/>
                  </a:lnTo>
                  <a:lnTo>
                    <a:pt x="4225729" y="41737"/>
                  </a:lnTo>
                  <a:lnTo>
                    <a:pt x="4297351" y="40717"/>
                  </a:lnTo>
                  <a:lnTo>
                    <a:pt x="4368974" y="39696"/>
                  </a:lnTo>
                  <a:lnTo>
                    <a:pt x="4440596" y="38673"/>
                  </a:lnTo>
                  <a:lnTo>
                    <a:pt x="4512219" y="37650"/>
                  </a:lnTo>
                  <a:lnTo>
                    <a:pt x="4583841" y="36625"/>
                  </a:lnTo>
                  <a:lnTo>
                    <a:pt x="4655464" y="35599"/>
                  </a:lnTo>
                  <a:lnTo>
                    <a:pt x="4727086" y="34571"/>
                  </a:lnTo>
                  <a:lnTo>
                    <a:pt x="4798709" y="33543"/>
                  </a:lnTo>
                  <a:lnTo>
                    <a:pt x="4870331" y="32513"/>
                  </a:lnTo>
                  <a:lnTo>
                    <a:pt x="4941954" y="31483"/>
                  </a:lnTo>
                  <a:lnTo>
                    <a:pt x="5013576" y="30451"/>
                  </a:lnTo>
                  <a:lnTo>
                    <a:pt x="5085199" y="29417"/>
                  </a:lnTo>
                  <a:lnTo>
                    <a:pt x="5156821" y="28383"/>
                  </a:lnTo>
                  <a:lnTo>
                    <a:pt x="5228444" y="27348"/>
                  </a:lnTo>
                  <a:lnTo>
                    <a:pt x="5300066" y="26311"/>
                  </a:lnTo>
                  <a:lnTo>
                    <a:pt x="5371689" y="25273"/>
                  </a:lnTo>
                  <a:lnTo>
                    <a:pt x="5443311" y="24234"/>
                  </a:lnTo>
                  <a:lnTo>
                    <a:pt x="5514934" y="23193"/>
                  </a:lnTo>
                  <a:lnTo>
                    <a:pt x="5586557" y="22152"/>
                  </a:lnTo>
                  <a:lnTo>
                    <a:pt x="5658179" y="21109"/>
                  </a:lnTo>
                  <a:lnTo>
                    <a:pt x="5729802" y="20065"/>
                  </a:lnTo>
                  <a:lnTo>
                    <a:pt x="5801424" y="19020"/>
                  </a:lnTo>
                  <a:lnTo>
                    <a:pt x="5873047" y="17974"/>
                  </a:lnTo>
                  <a:lnTo>
                    <a:pt x="5944669" y="16926"/>
                  </a:lnTo>
                  <a:lnTo>
                    <a:pt x="6016292" y="15877"/>
                  </a:lnTo>
                  <a:lnTo>
                    <a:pt x="6087914" y="14827"/>
                  </a:lnTo>
                  <a:lnTo>
                    <a:pt x="6159537" y="13776"/>
                  </a:lnTo>
                  <a:lnTo>
                    <a:pt x="6231159" y="12724"/>
                  </a:lnTo>
                  <a:lnTo>
                    <a:pt x="6302782" y="11670"/>
                  </a:lnTo>
                  <a:lnTo>
                    <a:pt x="6374404" y="10615"/>
                  </a:lnTo>
                  <a:lnTo>
                    <a:pt x="6446027" y="9559"/>
                  </a:lnTo>
                  <a:lnTo>
                    <a:pt x="6517649" y="8502"/>
                  </a:lnTo>
                  <a:lnTo>
                    <a:pt x="6589272" y="7443"/>
                  </a:lnTo>
                  <a:lnTo>
                    <a:pt x="6660894" y="6384"/>
                  </a:lnTo>
                  <a:lnTo>
                    <a:pt x="6732517" y="5323"/>
                  </a:lnTo>
                  <a:lnTo>
                    <a:pt x="6804139" y="4260"/>
                  </a:lnTo>
                  <a:lnTo>
                    <a:pt x="6875762" y="3197"/>
                  </a:lnTo>
                  <a:lnTo>
                    <a:pt x="6947385" y="2132"/>
                  </a:lnTo>
                  <a:lnTo>
                    <a:pt x="7019007" y="1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2026-08-17T08:02:08Z</dcterms:modified>
  <cp:category/>
</cp:coreProperties>
</file>