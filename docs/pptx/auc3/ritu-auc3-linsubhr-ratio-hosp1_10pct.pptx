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04067"/>
            </a:xfrm>
            <a:custGeom>
              <a:avLst/>
              <a:pathLst>
                <a:path w="7090630" h="3404067">
                  <a:moveTo>
                    <a:pt x="483002" y="0"/>
                  </a:moveTo>
                  <a:lnTo>
                    <a:pt x="501357" y="36922"/>
                  </a:lnTo>
                  <a:lnTo>
                    <a:pt x="572980" y="175211"/>
                  </a:lnTo>
                  <a:lnTo>
                    <a:pt x="644602" y="307952"/>
                  </a:lnTo>
                  <a:lnTo>
                    <a:pt x="716225" y="435367"/>
                  </a:lnTo>
                  <a:lnTo>
                    <a:pt x="787847" y="557671"/>
                  </a:lnTo>
                  <a:lnTo>
                    <a:pt x="859470" y="675067"/>
                  </a:lnTo>
                  <a:lnTo>
                    <a:pt x="931092" y="787753"/>
                  </a:lnTo>
                  <a:lnTo>
                    <a:pt x="1002715" y="895919"/>
                  </a:lnTo>
                  <a:lnTo>
                    <a:pt x="1074337" y="999745"/>
                  </a:lnTo>
                  <a:lnTo>
                    <a:pt x="1145960" y="1099405"/>
                  </a:lnTo>
                  <a:lnTo>
                    <a:pt x="1217582" y="1195066"/>
                  </a:lnTo>
                  <a:lnTo>
                    <a:pt x="1289205" y="1286890"/>
                  </a:lnTo>
                  <a:lnTo>
                    <a:pt x="1360827" y="1375030"/>
                  </a:lnTo>
                  <a:lnTo>
                    <a:pt x="1432450" y="1459633"/>
                  </a:lnTo>
                  <a:lnTo>
                    <a:pt x="1504073" y="1540842"/>
                  </a:lnTo>
                  <a:lnTo>
                    <a:pt x="1575695" y="1618793"/>
                  </a:lnTo>
                  <a:lnTo>
                    <a:pt x="1647318" y="1693616"/>
                  </a:lnTo>
                  <a:lnTo>
                    <a:pt x="1718940" y="1765438"/>
                  </a:lnTo>
                  <a:lnTo>
                    <a:pt x="1790563" y="1834377"/>
                  </a:lnTo>
                  <a:lnTo>
                    <a:pt x="1862185" y="1900551"/>
                  </a:lnTo>
                  <a:lnTo>
                    <a:pt x="1933808" y="1964070"/>
                  </a:lnTo>
                  <a:lnTo>
                    <a:pt x="2005430" y="2025041"/>
                  </a:lnTo>
                  <a:lnTo>
                    <a:pt x="2077053" y="2083565"/>
                  </a:lnTo>
                  <a:lnTo>
                    <a:pt x="2148675" y="2139742"/>
                  </a:lnTo>
                  <a:lnTo>
                    <a:pt x="2220298" y="2193664"/>
                  </a:lnTo>
                  <a:lnTo>
                    <a:pt x="2291920" y="2245423"/>
                  </a:lnTo>
                  <a:lnTo>
                    <a:pt x="2363543" y="2295106"/>
                  </a:lnTo>
                  <a:lnTo>
                    <a:pt x="2435165" y="2342795"/>
                  </a:lnTo>
                  <a:lnTo>
                    <a:pt x="2506788" y="2388571"/>
                  </a:lnTo>
                  <a:lnTo>
                    <a:pt x="2578410" y="2432510"/>
                  </a:lnTo>
                  <a:lnTo>
                    <a:pt x="2650033" y="2474687"/>
                  </a:lnTo>
                  <a:lnTo>
                    <a:pt x="2721655" y="2515171"/>
                  </a:lnTo>
                  <a:lnTo>
                    <a:pt x="2793278" y="2554031"/>
                  </a:lnTo>
                  <a:lnTo>
                    <a:pt x="2864901" y="2591332"/>
                  </a:lnTo>
                  <a:lnTo>
                    <a:pt x="2936523" y="2627136"/>
                  </a:lnTo>
                  <a:lnTo>
                    <a:pt x="3008146" y="2646145"/>
                  </a:lnTo>
                  <a:lnTo>
                    <a:pt x="3079768" y="2606962"/>
                  </a:lnTo>
                  <a:lnTo>
                    <a:pt x="3151391" y="2565946"/>
                  </a:lnTo>
                  <a:lnTo>
                    <a:pt x="3223013" y="2523011"/>
                  </a:lnTo>
                  <a:lnTo>
                    <a:pt x="3294636" y="2478067"/>
                  </a:lnTo>
                  <a:lnTo>
                    <a:pt x="3366258" y="2431021"/>
                  </a:lnTo>
                  <a:lnTo>
                    <a:pt x="3437881" y="2381774"/>
                  </a:lnTo>
                  <a:lnTo>
                    <a:pt x="3509503" y="2330223"/>
                  </a:lnTo>
                  <a:lnTo>
                    <a:pt x="3581126" y="2276261"/>
                  </a:lnTo>
                  <a:lnTo>
                    <a:pt x="3652748" y="2219775"/>
                  </a:lnTo>
                  <a:lnTo>
                    <a:pt x="3724371" y="2160646"/>
                  </a:lnTo>
                  <a:lnTo>
                    <a:pt x="3795993" y="2098750"/>
                  </a:lnTo>
                  <a:lnTo>
                    <a:pt x="3867616" y="2033960"/>
                  </a:lnTo>
                  <a:lnTo>
                    <a:pt x="3939238" y="1966138"/>
                  </a:lnTo>
                  <a:lnTo>
                    <a:pt x="4010861" y="1895144"/>
                  </a:lnTo>
                  <a:lnTo>
                    <a:pt x="4082483" y="1820829"/>
                  </a:lnTo>
                  <a:lnTo>
                    <a:pt x="4154106" y="1743037"/>
                  </a:lnTo>
                  <a:lnTo>
                    <a:pt x="4225729" y="1661606"/>
                  </a:lnTo>
                  <a:lnTo>
                    <a:pt x="4297351" y="1576365"/>
                  </a:lnTo>
                  <a:lnTo>
                    <a:pt x="4368974" y="1487137"/>
                  </a:lnTo>
                  <a:lnTo>
                    <a:pt x="4440596" y="1393735"/>
                  </a:lnTo>
                  <a:lnTo>
                    <a:pt x="4512219" y="1295964"/>
                  </a:lnTo>
                  <a:lnTo>
                    <a:pt x="4583841" y="1193618"/>
                  </a:lnTo>
                  <a:lnTo>
                    <a:pt x="4655464" y="1086485"/>
                  </a:lnTo>
                  <a:lnTo>
                    <a:pt x="4727086" y="974341"/>
                  </a:lnTo>
                  <a:lnTo>
                    <a:pt x="4798709" y="856950"/>
                  </a:lnTo>
                  <a:lnTo>
                    <a:pt x="4870331" y="734067"/>
                  </a:lnTo>
                  <a:lnTo>
                    <a:pt x="4941954" y="605436"/>
                  </a:lnTo>
                  <a:lnTo>
                    <a:pt x="5013576" y="470788"/>
                  </a:lnTo>
                  <a:lnTo>
                    <a:pt x="5085199" y="329841"/>
                  </a:lnTo>
                  <a:lnTo>
                    <a:pt x="5156821" y="182300"/>
                  </a:lnTo>
                  <a:lnTo>
                    <a:pt x="5228444" y="27857"/>
                  </a:lnTo>
                  <a:lnTo>
                    <a:pt x="5240785" y="0"/>
                  </a:lnTo>
                  <a:lnTo>
                    <a:pt x="7090630" y="0"/>
                  </a:lnTo>
                  <a:lnTo>
                    <a:pt x="7090630" y="3404067"/>
                  </a:lnTo>
                  <a:lnTo>
                    <a:pt x="7019007" y="3400737"/>
                  </a:lnTo>
                  <a:lnTo>
                    <a:pt x="6947385" y="3397267"/>
                  </a:lnTo>
                  <a:lnTo>
                    <a:pt x="6875762" y="3393652"/>
                  </a:lnTo>
                  <a:lnTo>
                    <a:pt x="6804139" y="3389887"/>
                  </a:lnTo>
                  <a:lnTo>
                    <a:pt x="6732517" y="3385964"/>
                  </a:lnTo>
                  <a:lnTo>
                    <a:pt x="6660894" y="3381877"/>
                  </a:lnTo>
                  <a:lnTo>
                    <a:pt x="6589272" y="3377619"/>
                  </a:lnTo>
                  <a:lnTo>
                    <a:pt x="6517649" y="3373183"/>
                  </a:lnTo>
                  <a:lnTo>
                    <a:pt x="6446027" y="3368561"/>
                  </a:lnTo>
                  <a:lnTo>
                    <a:pt x="6374404" y="3363747"/>
                  </a:lnTo>
                  <a:lnTo>
                    <a:pt x="6302782" y="3358731"/>
                  </a:lnTo>
                  <a:lnTo>
                    <a:pt x="6231159" y="3353506"/>
                  </a:lnTo>
                  <a:lnTo>
                    <a:pt x="6159537" y="3348062"/>
                  </a:lnTo>
                  <a:lnTo>
                    <a:pt x="6087914" y="3342391"/>
                  </a:lnTo>
                  <a:lnTo>
                    <a:pt x="6016292" y="3336482"/>
                  </a:lnTo>
                  <a:lnTo>
                    <a:pt x="5944669" y="3330327"/>
                  </a:lnTo>
                  <a:lnTo>
                    <a:pt x="5873047" y="3323915"/>
                  </a:lnTo>
                  <a:lnTo>
                    <a:pt x="5801424" y="3317234"/>
                  </a:lnTo>
                  <a:lnTo>
                    <a:pt x="5729802" y="3310274"/>
                  </a:lnTo>
                  <a:lnTo>
                    <a:pt x="5658179" y="3303023"/>
                  </a:lnTo>
                  <a:lnTo>
                    <a:pt x="5586557" y="3295470"/>
                  </a:lnTo>
                  <a:lnTo>
                    <a:pt x="5514934" y="3287600"/>
                  </a:lnTo>
                  <a:lnTo>
                    <a:pt x="5443311" y="3279401"/>
                  </a:lnTo>
                  <a:lnTo>
                    <a:pt x="5371689" y="3270860"/>
                  </a:lnTo>
                  <a:lnTo>
                    <a:pt x="5300066" y="3261962"/>
                  </a:lnTo>
                  <a:lnTo>
                    <a:pt x="5228444" y="3252692"/>
                  </a:lnTo>
                  <a:lnTo>
                    <a:pt x="5156821" y="3243035"/>
                  </a:lnTo>
                  <a:lnTo>
                    <a:pt x="5085199" y="3232973"/>
                  </a:lnTo>
                  <a:lnTo>
                    <a:pt x="5013576" y="3222492"/>
                  </a:lnTo>
                  <a:lnTo>
                    <a:pt x="4941954" y="3211572"/>
                  </a:lnTo>
                  <a:lnTo>
                    <a:pt x="4870331" y="3200195"/>
                  </a:lnTo>
                  <a:lnTo>
                    <a:pt x="4798709" y="3188344"/>
                  </a:lnTo>
                  <a:lnTo>
                    <a:pt x="4727086" y="3175996"/>
                  </a:lnTo>
                  <a:lnTo>
                    <a:pt x="4655464" y="3163133"/>
                  </a:lnTo>
                  <a:lnTo>
                    <a:pt x="4583841" y="3149732"/>
                  </a:lnTo>
                  <a:lnTo>
                    <a:pt x="4512219" y="3135771"/>
                  </a:lnTo>
                  <a:lnTo>
                    <a:pt x="4440596" y="3121227"/>
                  </a:lnTo>
                  <a:lnTo>
                    <a:pt x="4368974" y="3106074"/>
                  </a:lnTo>
                  <a:lnTo>
                    <a:pt x="4297351" y="3090288"/>
                  </a:lnTo>
                  <a:lnTo>
                    <a:pt x="4225729" y="3073843"/>
                  </a:lnTo>
                  <a:lnTo>
                    <a:pt x="4154106" y="3056710"/>
                  </a:lnTo>
                  <a:lnTo>
                    <a:pt x="4082483" y="3038860"/>
                  </a:lnTo>
                  <a:lnTo>
                    <a:pt x="4010861" y="3020265"/>
                  </a:lnTo>
                  <a:lnTo>
                    <a:pt x="3939238" y="3000893"/>
                  </a:lnTo>
                  <a:lnTo>
                    <a:pt x="3867616" y="2980711"/>
                  </a:lnTo>
                  <a:lnTo>
                    <a:pt x="3795993" y="2959685"/>
                  </a:lnTo>
                  <a:lnTo>
                    <a:pt x="3724371" y="2937780"/>
                  </a:lnTo>
                  <a:lnTo>
                    <a:pt x="3652748" y="2914960"/>
                  </a:lnTo>
                  <a:lnTo>
                    <a:pt x="3581126" y="2891186"/>
                  </a:lnTo>
                  <a:lnTo>
                    <a:pt x="3509503" y="2866418"/>
                  </a:lnTo>
                  <a:lnTo>
                    <a:pt x="3437881" y="2840616"/>
                  </a:lnTo>
                  <a:lnTo>
                    <a:pt x="3366258" y="2813734"/>
                  </a:lnTo>
                  <a:lnTo>
                    <a:pt x="3294636" y="2785729"/>
                  </a:lnTo>
                  <a:lnTo>
                    <a:pt x="3223013" y="2756554"/>
                  </a:lnTo>
                  <a:lnTo>
                    <a:pt x="3151391" y="2726159"/>
                  </a:lnTo>
                  <a:lnTo>
                    <a:pt x="3079768" y="2694493"/>
                  </a:lnTo>
                  <a:lnTo>
                    <a:pt x="3008146" y="2661504"/>
                  </a:lnTo>
                  <a:lnTo>
                    <a:pt x="2936523" y="2683577"/>
                  </a:lnTo>
                  <a:lnTo>
                    <a:pt x="2864901" y="2719337"/>
                  </a:lnTo>
                  <a:lnTo>
                    <a:pt x="2793278" y="2753498"/>
                  </a:lnTo>
                  <a:lnTo>
                    <a:pt x="2721655" y="2786133"/>
                  </a:lnTo>
                  <a:lnTo>
                    <a:pt x="2650033" y="2817309"/>
                  </a:lnTo>
                  <a:lnTo>
                    <a:pt x="2578410" y="2847092"/>
                  </a:lnTo>
                  <a:lnTo>
                    <a:pt x="2506788" y="2875544"/>
                  </a:lnTo>
                  <a:lnTo>
                    <a:pt x="2435165" y="2902724"/>
                  </a:lnTo>
                  <a:lnTo>
                    <a:pt x="2363543" y="2928690"/>
                  </a:lnTo>
                  <a:lnTo>
                    <a:pt x="2291920" y="2953495"/>
                  </a:lnTo>
                  <a:lnTo>
                    <a:pt x="2220298" y="2977192"/>
                  </a:lnTo>
                  <a:lnTo>
                    <a:pt x="2148675" y="2999830"/>
                  </a:lnTo>
                  <a:lnTo>
                    <a:pt x="2077053" y="3021456"/>
                  </a:lnTo>
                  <a:lnTo>
                    <a:pt x="2005430" y="3042116"/>
                  </a:lnTo>
                  <a:lnTo>
                    <a:pt x="1933808" y="3061852"/>
                  </a:lnTo>
                  <a:lnTo>
                    <a:pt x="1862185" y="3080706"/>
                  </a:lnTo>
                  <a:lnTo>
                    <a:pt x="1790563" y="3098718"/>
                  </a:lnTo>
                  <a:lnTo>
                    <a:pt x="1718940" y="3115925"/>
                  </a:lnTo>
                  <a:lnTo>
                    <a:pt x="1647318" y="3132363"/>
                  </a:lnTo>
                  <a:lnTo>
                    <a:pt x="1575695" y="3148066"/>
                  </a:lnTo>
                  <a:lnTo>
                    <a:pt x="1504073" y="3163068"/>
                  </a:lnTo>
                  <a:lnTo>
                    <a:pt x="1432450" y="3177399"/>
                  </a:lnTo>
                  <a:lnTo>
                    <a:pt x="1360827" y="3191089"/>
                  </a:lnTo>
                  <a:lnTo>
                    <a:pt x="1289205" y="3204168"/>
                  </a:lnTo>
                  <a:lnTo>
                    <a:pt x="1217582" y="3216662"/>
                  </a:lnTo>
                  <a:lnTo>
                    <a:pt x="1145960" y="3228598"/>
                  </a:lnTo>
                  <a:lnTo>
                    <a:pt x="1074337" y="3240001"/>
                  </a:lnTo>
                  <a:lnTo>
                    <a:pt x="1002715" y="3250894"/>
                  </a:lnTo>
                  <a:lnTo>
                    <a:pt x="931092" y="3261300"/>
                  </a:lnTo>
                  <a:lnTo>
                    <a:pt x="859470" y="3271241"/>
                  </a:lnTo>
                  <a:lnTo>
                    <a:pt x="787847" y="3280738"/>
                  </a:lnTo>
                  <a:lnTo>
                    <a:pt x="716225" y="3289810"/>
                  </a:lnTo>
                  <a:lnTo>
                    <a:pt x="644602" y="3298477"/>
                  </a:lnTo>
                  <a:lnTo>
                    <a:pt x="572980" y="3306757"/>
                  </a:lnTo>
                  <a:lnTo>
                    <a:pt x="501357" y="3314666"/>
                  </a:lnTo>
                  <a:lnTo>
                    <a:pt x="429735" y="3322222"/>
                  </a:lnTo>
                  <a:lnTo>
                    <a:pt x="358112" y="3329441"/>
                  </a:lnTo>
                  <a:lnTo>
                    <a:pt x="286490" y="3336337"/>
                  </a:lnTo>
                  <a:lnTo>
                    <a:pt x="214867" y="3342925"/>
                  </a:lnTo>
                  <a:lnTo>
                    <a:pt x="143245" y="3349218"/>
                  </a:lnTo>
                  <a:lnTo>
                    <a:pt x="71622" y="3355230"/>
                  </a:lnTo>
                  <a:lnTo>
                    <a:pt x="0" y="33609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655051" y="2073503"/>
              <a:ext cx="4757783" cy="2646145"/>
            </a:xfrm>
            <a:custGeom>
              <a:avLst/>
              <a:pathLst>
                <a:path w="4757783" h="2646145">
                  <a:moveTo>
                    <a:pt x="0" y="0"/>
                  </a:moveTo>
                  <a:lnTo>
                    <a:pt x="18355" y="36922"/>
                  </a:lnTo>
                  <a:lnTo>
                    <a:pt x="89977" y="175211"/>
                  </a:lnTo>
                  <a:lnTo>
                    <a:pt x="161600" y="307952"/>
                  </a:lnTo>
                  <a:lnTo>
                    <a:pt x="233222" y="435367"/>
                  </a:lnTo>
                  <a:lnTo>
                    <a:pt x="304845" y="557671"/>
                  </a:lnTo>
                  <a:lnTo>
                    <a:pt x="376468" y="675067"/>
                  </a:lnTo>
                  <a:lnTo>
                    <a:pt x="448090" y="787753"/>
                  </a:lnTo>
                  <a:lnTo>
                    <a:pt x="519713" y="895919"/>
                  </a:lnTo>
                  <a:lnTo>
                    <a:pt x="591335" y="999745"/>
                  </a:lnTo>
                  <a:lnTo>
                    <a:pt x="662958" y="1099405"/>
                  </a:lnTo>
                  <a:lnTo>
                    <a:pt x="734580" y="1195066"/>
                  </a:lnTo>
                  <a:lnTo>
                    <a:pt x="806203" y="1286890"/>
                  </a:lnTo>
                  <a:lnTo>
                    <a:pt x="877825" y="1375030"/>
                  </a:lnTo>
                  <a:lnTo>
                    <a:pt x="949448" y="1459633"/>
                  </a:lnTo>
                  <a:lnTo>
                    <a:pt x="1021070" y="1540842"/>
                  </a:lnTo>
                  <a:lnTo>
                    <a:pt x="1092693" y="1618793"/>
                  </a:lnTo>
                  <a:lnTo>
                    <a:pt x="1164315" y="1693616"/>
                  </a:lnTo>
                  <a:lnTo>
                    <a:pt x="1235938" y="1765438"/>
                  </a:lnTo>
                  <a:lnTo>
                    <a:pt x="1307560" y="1834377"/>
                  </a:lnTo>
                  <a:lnTo>
                    <a:pt x="1379183" y="1900551"/>
                  </a:lnTo>
                  <a:lnTo>
                    <a:pt x="1450805" y="1964070"/>
                  </a:lnTo>
                  <a:lnTo>
                    <a:pt x="1522428" y="2025041"/>
                  </a:lnTo>
                  <a:lnTo>
                    <a:pt x="1594050" y="2083565"/>
                  </a:lnTo>
                  <a:lnTo>
                    <a:pt x="1665673" y="2139742"/>
                  </a:lnTo>
                  <a:lnTo>
                    <a:pt x="1737296" y="2193664"/>
                  </a:lnTo>
                  <a:lnTo>
                    <a:pt x="1808918" y="2245423"/>
                  </a:lnTo>
                  <a:lnTo>
                    <a:pt x="1880541" y="2295106"/>
                  </a:lnTo>
                  <a:lnTo>
                    <a:pt x="1952163" y="2342795"/>
                  </a:lnTo>
                  <a:lnTo>
                    <a:pt x="2023786" y="2388571"/>
                  </a:lnTo>
                  <a:lnTo>
                    <a:pt x="2095408" y="2432510"/>
                  </a:lnTo>
                  <a:lnTo>
                    <a:pt x="2167031" y="2474687"/>
                  </a:lnTo>
                  <a:lnTo>
                    <a:pt x="2238653" y="2515171"/>
                  </a:lnTo>
                  <a:lnTo>
                    <a:pt x="2310276" y="2554031"/>
                  </a:lnTo>
                  <a:lnTo>
                    <a:pt x="2381898" y="2591332"/>
                  </a:lnTo>
                  <a:lnTo>
                    <a:pt x="2453521" y="2627136"/>
                  </a:lnTo>
                  <a:lnTo>
                    <a:pt x="2525143" y="2646145"/>
                  </a:lnTo>
                  <a:lnTo>
                    <a:pt x="2596766" y="2606962"/>
                  </a:lnTo>
                  <a:lnTo>
                    <a:pt x="2668388" y="2565946"/>
                  </a:lnTo>
                  <a:lnTo>
                    <a:pt x="2740011" y="2523011"/>
                  </a:lnTo>
                  <a:lnTo>
                    <a:pt x="2811633" y="2478067"/>
                  </a:lnTo>
                  <a:lnTo>
                    <a:pt x="2883256" y="2431021"/>
                  </a:lnTo>
                  <a:lnTo>
                    <a:pt x="2954878" y="2381774"/>
                  </a:lnTo>
                  <a:lnTo>
                    <a:pt x="3026501" y="2330223"/>
                  </a:lnTo>
                  <a:lnTo>
                    <a:pt x="3098124" y="2276261"/>
                  </a:lnTo>
                  <a:lnTo>
                    <a:pt x="3169746" y="2219775"/>
                  </a:lnTo>
                  <a:lnTo>
                    <a:pt x="3241369" y="2160646"/>
                  </a:lnTo>
                  <a:lnTo>
                    <a:pt x="3312991" y="2098750"/>
                  </a:lnTo>
                  <a:lnTo>
                    <a:pt x="3384614" y="2033960"/>
                  </a:lnTo>
                  <a:lnTo>
                    <a:pt x="3456236" y="1966138"/>
                  </a:lnTo>
                  <a:lnTo>
                    <a:pt x="3527859" y="1895144"/>
                  </a:lnTo>
                  <a:lnTo>
                    <a:pt x="3599481" y="1820829"/>
                  </a:lnTo>
                  <a:lnTo>
                    <a:pt x="3671104" y="1743037"/>
                  </a:lnTo>
                  <a:lnTo>
                    <a:pt x="3742726" y="1661606"/>
                  </a:lnTo>
                  <a:lnTo>
                    <a:pt x="3814349" y="1576365"/>
                  </a:lnTo>
                  <a:lnTo>
                    <a:pt x="3885971" y="1487137"/>
                  </a:lnTo>
                  <a:lnTo>
                    <a:pt x="3957594" y="1393735"/>
                  </a:lnTo>
                  <a:lnTo>
                    <a:pt x="4029216" y="1295964"/>
                  </a:lnTo>
                  <a:lnTo>
                    <a:pt x="4100839" y="1193618"/>
                  </a:lnTo>
                  <a:lnTo>
                    <a:pt x="4172461" y="1086485"/>
                  </a:lnTo>
                  <a:lnTo>
                    <a:pt x="4244084" y="974341"/>
                  </a:lnTo>
                  <a:lnTo>
                    <a:pt x="4315706" y="856950"/>
                  </a:lnTo>
                  <a:lnTo>
                    <a:pt x="4387329" y="734067"/>
                  </a:lnTo>
                  <a:lnTo>
                    <a:pt x="4458952" y="605436"/>
                  </a:lnTo>
                  <a:lnTo>
                    <a:pt x="4530574" y="470788"/>
                  </a:lnTo>
                  <a:lnTo>
                    <a:pt x="4602197" y="329841"/>
                  </a:lnTo>
                  <a:lnTo>
                    <a:pt x="4673819" y="182300"/>
                  </a:lnTo>
                  <a:lnTo>
                    <a:pt x="4745442" y="27857"/>
                  </a:lnTo>
                  <a:lnTo>
                    <a:pt x="475778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5007"/>
              <a:ext cx="7090630" cy="742563"/>
            </a:xfrm>
            <a:custGeom>
              <a:avLst/>
              <a:pathLst>
                <a:path w="7090630" h="742563">
                  <a:moveTo>
                    <a:pt x="7090630" y="742563"/>
                  </a:moveTo>
                  <a:lnTo>
                    <a:pt x="7019007" y="739232"/>
                  </a:lnTo>
                  <a:lnTo>
                    <a:pt x="6947385" y="735763"/>
                  </a:lnTo>
                  <a:lnTo>
                    <a:pt x="6875762" y="732148"/>
                  </a:lnTo>
                  <a:lnTo>
                    <a:pt x="6804139" y="728382"/>
                  </a:lnTo>
                  <a:lnTo>
                    <a:pt x="6732517" y="724459"/>
                  </a:lnTo>
                  <a:lnTo>
                    <a:pt x="6660894" y="720372"/>
                  </a:lnTo>
                  <a:lnTo>
                    <a:pt x="6589272" y="716114"/>
                  </a:lnTo>
                  <a:lnTo>
                    <a:pt x="6517649" y="711678"/>
                  </a:lnTo>
                  <a:lnTo>
                    <a:pt x="6446027" y="707057"/>
                  </a:lnTo>
                  <a:lnTo>
                    <a:pt x="6374404" y="702242"/>
                  </a:lnTo>
                  <a:lnTo>
                    <a:pt x="6302782" y="697227"/>
                  </a:lnTo>
                  <a:lnTo>
                    <a:pt x="6231159" y="692001"/>
                  </a:lnTo>
                  <a:lnTo>
                    <a:pt x="6159537" y="686557"/>
                  </a:lnTo>
                  <a:lnTo>
                    <a:pt x="6087914" y="680886"/>
                  </a:lnTo>
                  <a:lnTo>
                    <a:pt x="6016292" y="674978"/>
                  </a:lnTo>
                  <a:lnTo>
                    <a:pt x="5944669" y="668823"/>
                  </a:lnTo>
                  <a:lnTo>
                    <a:pt x="5873047" y="662410"/>
                  </a:lnTo>
                  <a:lnTo>
                    <a:pt x="5801424" y="655729"/>
                  </a:lnTo>
                  <a:lnTo>
                    <a:pt x="5729802" y="648769"/>
                  </a:lnTo>
                  <a:lnTo>
                    <a:pt x="5658179" y="641519"/>
                  </a:lnTo>
                  <a:lnTo>
                    <a:pt x="5586557" y="633965"/>
                  </a:lnTo>
                  <a:lnTo>
                    <a:pt x="5514934" y="626095"/>
                  </a:lnTo>
                  <a:lnTo>
                    <a:pt x="5443311" y="617897"/>
                  </a:lnTo>
                  <a:lnTo>
                    <a:pt x="5371689" y="609356"/>
                  </a:lnTo>
                  <a:lnTo>
                    <a:pt x="5300066" y="600458"/>
                  </a:lnTo>
                  <a:lnTo>
                    <a:pt x="5228444" y="591188"/>
                  </a:lnTo>
                  <a:lnTo>
                    <a:pt x="5156821" y="581530"/>
                  </a:lnTo>
                  <a:lnTo>
                    <a:pt x="5085199" y="571469"/>
                  </a:lnTo>
                  <a:lnTo>
                    <a:pt x="5013576" y="560987"/>
                  </a:lnTo>
                  <a:lnTo>
                    <a:pt x="4941954" y="550067"/>
                  </a:lnTo>
                  <a:lnTo>
                    <a:pt x="4870331" y="538691"/>
                  </a:lnTo>
                  <a:lnTo>
                    <a:pt x="4798709" y="526839"/>
                  </a:lnTo>
                  <a:lnTo>
                    <a:pt x="4727086" y="514492"/>
                  </a:lnTo>
                  <a:lnTo>
                    <a:pt x="4655464" y="501629"/>
                  </a:lnTo>
                  <a:lnTo>
                    <a:pt x="4583841" y="488228"/>
                  </a:lnTo>
                  <a:lnTo>
                    <a:pt x="4512219" y="474267"/>
                  </a:lnTo>
                  <a:lnTo>
                    <a:pt x="4440596" y="459722"/>
                  </a:lnTo>
                  <a:lnTo>
                    <a:pt x="4368974" y="444570"/>
                  </a:lnTo>
                  <a:lnTo>
                    <a:pt x="4297351" y="428784"/>
                  </a:lnTo>
                  <a:lnTo>
                    <a:pt x="4225729" y="412338"/>
                  </a:lnTo>
                  <a:lnTo>
                    <a:pt x="4154106" y="395205"/>
                  </a:lnTo>
                  <a:lnTo>
                    <a:pt x="4082483" y="377356"/>
                  </a:lnTo>
                  <a:lnTo>
                    <a:pt x="4010861" y="358761"/>
                  </a:lnTo>
                  <a:lnTo>
                    <a:pt x="3939238" y="339388"/>
                  </a:lnTo>
                  <a:lnTo>
                    <a:pt x="3867616" y="319206"/>
                  </a:lnTo>
                  <a:lnTo>
                    <a:pt x="3795993" y="298180"/>
                  </a:lnTo>
                  <a:lnTo>
                    <a:pt x="3724371" y="276276"/>
                  </a:lnTo>
                  <a:lnTo>
                    <a:pt x="3652748" y="253456"/>
                  </a:lnTo>
                  <a:lnTo>
                    <a:pt x="3581126" y="229682"/>
                  </a:lnTo>
                  <a:lnTo>
                    <a:pt x="3509503" y="204914"/>
                  </a:lnTo>
                  <a:lnTo>
                    <a:pt x="3437881" y="179111"/>
                  </a:lnTo>
                  <a:lnTo>
                    <a:pt x="3366258" y="152230"/>
                  </a:lnTo>
                  <a:lnTo>
                    <a:pt x="3294636" y="124225"/>
                  </a:lnTo>
                  <a:lnTo>
                    <a:pt x="3223013" y="95049"/>
                  </a:lnTo>
                  <a:lnTo>
                    <a:pt x="3151391" y="64654"/>
                  </a:lnTo>
                  <a:lnTo>
                    <a:pt x="3079768" y="32989"/>
                  </a:lnTo>
                  <a:lnTo>
                    <a:pt x="3008146" y="0"/>
                  </a:lnTo>
                  <a:lnTo>
                    <a:pt x="2936523" y="22073"/>
                  </a:lnTo>
                  <a:lnTo>
                    <a:pt x="2864901" y="57832"/>
                  </a:lnTo>
                  <a:lnTo>
                    <a:pt x="2793278" y="91993"/>
                  </a:lnTo>
                  <a:lnTo>
                    <a:pt x="2721655" y="124628"/>
                  </a:lnTo>
                  <a:lnTo>
                    <a:pt x="2650033" y="155804"/>
                  </a:lnTo>
                  <a:lnTo>
                    <a:pt x="2578410" y="185587"/>
                  </a:lnTo>
                  <a:lnTo>
                    <a:pt x="2506788" y="214039"/>
                  </a:lnTo>
                  <a:lnTo>
                    <a:pt x="2435165" y="241220"/>
                  </a:lnTo>
                  <a:lnTo>
                    <a:pt x="2363543" y="267185"/>
                  </a:lnTo>
                  <a:lnTo>
                    <a:pt x="2291920" y="291991"/>
                  </a:lnTo>
                  <a:lnTo>
                    <a:pt x="2220298" y="315687"/>
                  </a:lnTo>
                  <a:lnTo>
                    <a:pt x="2148675" y="338325"/>
                  </a:lnTo>
                  <a:lnTo>
                    <a:pt x="2077053" y="359951"/>
                  </a:lnTo>
                  <a:lnTo>
                    <a:pt x="2005430" y="380611"/>
                  </a:lnTo>
                  <a:lnTo>
                    <a:pt x="1933808" y="400347"/>
                  </a:lnTo>
                  <a:lnTo>
                    <a:pt x="1862185" y="419202"/>
                  </a:lnTo>
                  <a:lnTo>
                    <a:pt x="1790563" y="437214"/>
                  </a:lnTo>
                  <a:lnTo>
                    <a:pt x="1718940" y="454420"/>
                  </a:lnTo>
                  <a:lnTo>
                    <a:pt x="1647318" y="470858"/>
                  </a:lnTo>
                  <a:lnTo>
                    <a:pt x="1575695" y="486561"/>
                  </a:lnTo>
                  <a:lnTo>
                    <a:pt x="1504073" y="501563"/>
                  </a:lnTo>
                  <a:lnTo>
                    <a:pt x="1432450" y="515894"/>
                  </a:lnTo>
                  <a:lnTo>
                    <a:pt x="1360827" y="529585"/>
                  </a:lnTo>
                  <a:lnTo>
                    <a:pt x="1289205" y="542663"/>
                  </a:lnTo>
                  <a:lnTo>
                    <a:pt x="1217582" y="555158"/>
                  </a:lnTo>
                  <a:lnTo>
                    <a:pt x="1145960" y="567094"/>
                  </a:lnTo>
                  <a:lnTo>
                    <a:pt x="1074337" y="578496"/>
                  </a:lnTo>
                  <a:lnTo>
                    <a:pt x="1002715" y="589389"/>
                  </a:lnTo>
                  <a:lnTo>
                    <a:pt x="931092" y="599795"/>
                  </a:lnTo>
                  <a:lnTo>
                    <a:pt x="859470" y="609736"/>
                  </a:lnTo>
                  <a:lnTo>
                    <a:pt x="787847" y="619233"/>
                  </a:lnTo>
                  <a:lnTo>
                    <a:pt x="716225" y="628306"/>
                  </a:lnTo>
                  <a:lnTo>
                    <a:pt x="644602" y="636972"/>
                  </a:lnTo>
                  <a:lnTo>
                    <a:pt x="572980" y="645252"/>
                  </a:lnTo>
                  <a:lnTo>
                    <a:pt x="501357" y="653162"/>
                  </a:lnTo>
                  <a:lnTo>
                    <a:pt x="429735" y="660718"/>
                  </a:lnTo>
                  <a:lnTo>
                    <a:pt x="358112" y="667936"/>
                  </a:lnTo>
                  <a:lnTo>
                    <a:pt x="286490" y="674832"/>
                  </a:lnTo>
                  <a:lnTo>
                    <a:pt x="214867" y="681420"/>
                  </a:lnTo>
                  <a:lnTo>
                    <a:pt x="143245" y="687713"/>
                  </a:lnTo>
                  <a:lnTo>
                    <a:pt x="71622" y="693725"/>
                  </a:lnTo>
                  <a:lnTo>
                    <a:pt x="0" y="699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606481"/>
              <a:ext cx="7090630" cy="200005"/>
            </a:xfrm>
            <a:custGeom>
              <a:avLst/>
              <a:pathLst>
                <a:path w="7090630" h="200005">
                  <a:moveTo>
                    <a:pt x="0" y="200005"/>
                  </a:moveTo>
                  <a:lnTo>
                    <a:pt x="71622" y="198212"/>
                  </a:lnTo>
                  <a:lnTo>
                    <a:pt x="143245" y="196414"/>
                  </a:lnTo>
                  <a:lnTo>
                    <a:pt x="214867" y="194612"/>
                  </a:lnTo>
                  <a:lnTo>
                    <a:pt x="286490" y="192806"/>
                  </a:lnTo>
                  <a:lnTo>
                    <a:pt x="358112" y="190996"/>
                  </a:lnTo>
                  <a:lnTo>
                    <a:pt x="429735" y="189181"/>
                  </a:lnTo>
                  <a:lnTo>
                    <a:pt x="501357" y="187362"/>
                  </a:lnTo>
                  <a:lnTo>
                    <a:pt x="572980" y="185539"/>
                  </a:lnTo>
                  <a:lnTo>
                    <a:pt x="644602" y="183711"/>
                  </a:lnTo>
                  <a:lnTo>
                    <a:pt x="716225" y="181879"/>
                  </a:lnTo>
                  <a:lnTo>
                    <a:pt x="787847" y="180042"/>
                  </a:lnTo>
                  <a:lnTo>
                    <a:pt x="859470" y="178201"/>
                  </a:lnTo>
                  <a:lnTo>
                    <a:pt x="931092" y="176356"/>
                  </a:lnTo>
                  <a:lnTo>
                    <a:pt x="1002715" y="174506"/>
                  </a:lnTo>
                  <a:lnTo>
                    <a:pt x="1074337" y="172652"/>
                  </a:lnTo>
                  <a:lnTo>
                    <a:pt x="1145960" y="170794"/>
                  </a:lnTo>
                  <a:lnTo>
                    <a:pt x="1217582" y="168931"/>
                  </a:lnTo>
                  <a:lnTo>
                    <a:pt x="1289205" y="167063"/>
                  </a:lnTo>
                  <a:lnTo>
                    <a:pt x="1360827" y="165191"/>
                  </a:lnTo>
                  <a:lnTo>
                    <a:pt x="1432450" y="163315"/>
                  </a:lnTo>
                  <a:lnTo>
                    <a:pt x="1504073" y="161434"/>
                  </a:lnTo>
                  <a:lnTo>
                    <a:pt x="1575695" y="159549"/>
                  </a:lnTo>
                  <a:lnTo>
                    <a:pt x="1647318" y="157659"/>
                  </a:lnTo>
                  <a:lnTo>
                    <a:pt x="1718940" y="155765"/>
                  </a:lnTo>
                  <a:lnTo>
                    <a:pt x="1790563" y="153866"/>
                  </a:lnTo>
                  <a:lnTo>
                    <a:pt x="1862185" y="151962"/>
                  </a:lnTo>
                  <a:lnTo>
                    <a:pt x="1933808" y="150055"/>
                  </a:lnTo>
                  <a:lnTo>
                    <a:pt x="2005430" y="148142"/>
                  </a:lnTo>
                  <a:lnTo>
                    <a:pt x="2077053" y="146225"/>
                  </a:lnTo>
                  <a:lnTo>
                    <a:pt x="2148675" y="144303"/>
                  </a:lnTo>
                  <a:lnTo>
                    <a:pt x="2220298" y="142377"/>
                  </a:lnTo>
                  <a:lnTo>
                    <a:pt x="2291920" y="140446"/>
                  </a:lnTo>
                  <a:lnTo>
                    <a:pt x="2363543" y="138511"/>
                  </a:lnTo>
                  <a:lnTo>
                    <a:pt x="2435165" y="136571"/>
                  </a:lnTo>
                  <a:lnTo>
                    <a:pt x="2506788" y="134626"/>
                  </a:lnTo>
                  <a:lnTo>
                    <a:pt x="2578410" y="132677"/>
                  </a:lnTo>
                  <a:lnTo>
                    <a:pt x="2650033" y="130723"/>
                  </a:lnTo>
                  <a:lnTo>
                    <a:pt x="2721655" y="128764"/>
                  </a:lnTo>
                  <a:lnTo>
                    <a:pt x="2793278" y="126801"/>
                  </a:lnTo>
                  <a:lnTo>
                    <a:pt x="2864901" y="124832"/>
                  </a:lnTo>
                  <a:lnTo>
                    <a:pt x="2936523" y="122860"/>
                  </a:lnTo>
                  <a:lnTo>
                    <a:pt x="3008146" y="120882"/>
                  </a:lnTo>
                  <a:lnTo>
                    <a:pt x="3079768" y="118900"/>
                  </a:lnTo>
                  <a:lnTo>
                    <a:pt x="3151391" y="116913"/>
                  </a:lnTo>
                  <a:lnTo>
                    <a:pt x="3223013" y="114921"/>
                  </a:lnTo>
                  <a:lnTo>
                    <a:pt x="3294636" y="112925"/>
                  </a:lnTo>
                  <a:lnTo>
                    <a:pt x="3366258" y="110924"/>
                  </a:lnTo>
                  <a:lnTo>
                    <a:pt x="3437881" y="108918"/>
                  </a:lnTo>
                  <a:lnTo>
                    <a:pt x="3509503" y="106907"/>
                  </a:lnTo>
                  <a:lnTo>
                    <a:pt x="3581126" y="104892"/>
                  </a:lnTo>
                  <a:lnTo>
                    <a:pt x="3652748" y="102871"/>
                  </a:lnTo>
                  <a:lnTo>
                    <a:pt x="3724371" y="100846"/>
                  </a:lnTo>
                  <a:lnTo>
                    <a:pt x="3795993" y="98816"/>
                  </a:lnTo>
                  <a:lnTo>
                    <a:pt x="3867616" y="96781"/>
                  </a:lnTo>
                  <a:lnTo>
                    <a:pt x="3939238" y="94741"/>
                  </a:lnTo>
                  <a:lnTo>
                    <a:pt x="4010861" y="92697"/>
                  </a:lnTo>
                  <a:lnTo>
                    <a:pt x="4082483" y="90647"/>
                  </a:lnTo>
                  <a:lnTo>
                    <a:pt x="4154106" y="88593"/>
                  </a:lnTo>
                  <a:lnTo>
                    <a:pt x="4225729" y="86533"/>
                  </a:lnTo>
                  <a:lnTo>
                    <a:pt x="4297351" y="84469"/>
                  </a:lnTo>
                  <a:lnTo>
                    <a:pt x="4368974" y="82400"/>
                  </a:lnTo>
                  <a:lnTo>
                    <a:pt x="4440596" y="80326"/>
                  </a:lnTo>
                  <a:lnTo>
                    <a:pt x="4512219" y="78247"/>
                  </a:lnTo>
                  <a:lnTo>
                    <a:pt x="4583841" y="76163"/>
                  </a:lnTo>
                  <a:lnTo>
                    <a:pt x="4655464" y="74074"/>
                  </a:lnTo>
                  <a:lnTo>
                    <a:pt x="4727086" y="71980"/>
                  </a:lnTo>
                  <a:lnTo>
                    <a:pt x="4798709" y="69881"/>
                  </a:lnTo>
                  <a:lnTo>
                    <a:pt x="4870331" y="67777"/>
                  </a:lnTo>
                  <a:lnTo>
                    <a:pt x="4941954" y="65668"/>
                  </a:lnTo>
                  <a:lnTo>
                    <a:pt x="5013576" y="63554"/>
                  </a:lnTo>
                  <a:lnTo>
                    <a:pt x="5085199" y="61435"/>
                  </a:lnTo>
                  <a:lnTo>
                    <a:pt x="5156821" y="59310"/>
                  </a:lnTo>
                  <a:lnTo>
                    <a:pt x="5228444" y="57181"/>
                  </a:lnTo>
                  <a:lnTo>
                    <a:pt x="5300066" y="55047"/>
                  </a:lnTo>
                  <a:lnTo>
                    <a:pt x="5371689" y="52907"/>
                  </a:lnTo>
                  <a:lnTo>
                    <a:pt x="5443311" y="50763"/>
                  </a:lnTo>
                  <a:lnTo>
                    <a:pt x="5514934" y="48613"/>
                  </a:lnTo>
                  <a:lnTo>
                    <a:pt x="5586557" y="46458"/>
                  </a:lnTo>
                  <a:lnTo>
                    <a:pt x="5658179" y="44298"/>
                  </a:lnTo>
                  <a:lnTo>
                    <a:pt x="5729802" y="42133"/>
                  </a:lnTo>
                  <a:lnTo>
                    <a:pt x="5801424" y="39963"/>
                  </a:lnTo>
                  <a:lnTo>
                    <a:pt x="5873047" y="37788"/>
                  </a:lnTo>
                  <a:lnTo>
                    <a:pt x="5944669" y="35607"/>
                  </a:lnTo>
                  <a:lnTo>
                    <a:pt x="6016292" y="33421"/>
                  </a:lnTo>
                  <a:lnTo>
                    <a:pt x="6087914" y="31230"/>
                  </a:lnTo>
                  <a:lnTo>
                    <a:pt x="6159537" y="29034"/>
                  </a:lnTo>
                  <a:lnTo>
                    <a:pt x="6231159" y="26832"/>
                  </a:lnTo>
                  <a:lnTo>
                    <a:pt x="6302782" y="24625"/>
                  </a:lnTo>
                  <a:lnTo>
                    <a:pt x="6374404" y="22413"/>
                  </a:lnTo>
                  <a:lnTo>
                    <a:pt x="6446027" y="20196"/>
                  </a:lnTo>
                  <a:lnTo>
                    <a:pt x="6517649" y="17973"/>
                  </a:lnTo>
                  <a:lnTo>
                    <a:pt x="6589272" y="15745"/>
                  </a:lnTo>
                  <a:lnTo>
                    <a:pt x="6660894" y="13512"/>
                  </a:lnTo>
                  <a:lnTo>
                    <a:pt x="6732517" y="11273"/>
                  </a:lnTo>
                  <a:lnTo>
                    <a:pt x="6804139" y="9029"/>
                  </a:lnTo>
                  <a:lnTo>
                    <a:pt x="6875762" y="6780"/>
                  </a:lnTo>
                  <a:lnTo>
                    <a:pt x="6947385" y="4525"/>
                  </a:lnTo>
                  <a:lnTo>
                    <a:pt x="7019007" y="226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0.97 (0.56-1.67), p = 0.914  |  per IQR decline (Δ = 27.4 %): 0.92 (0.21-4.12)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1924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2026-08-06T10:34:58Z</dcterms:modified>
  <cp:category/>
</cp:coreProperties>
</file>