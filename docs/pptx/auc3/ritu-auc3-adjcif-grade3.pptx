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9220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71576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413932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356288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2874" y="298644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6667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68313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99960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31607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500398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442754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2874" y="385110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2874" y="327466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2874" y="2698220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2490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84137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15783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20344" y="5202455"/>
              <a:ext cx="6949396" cy="362786"/>
            </a:xfrm>
            <a:custGeom>
              <a:avLst/>
              <a:pathLst>
                <a:path w="6949396" h="362786">
                  <a:moveTo>
                    <a:pt x="0" y="362786"/>
                  </a:moveTo>
                  <a:lnTo>
                    <a:pt x="92658" y="362786"/>
                  </a:lnTo>
                  <a:lnTo>
                    <a:pt x="92658" y="344351"/>
                  </a:lnTo>
                  <a:lnTo>
                    <a:pt x="370634" y="344351"/>
                  </a:lnTo>
                  <a:lnTo>
                    <a:pt x="370634" y="326108"/>
                  </a:lnTo>
                  <a:lnTo>
                    <a:pt x="1482537" y="326108"/>
                  </a:lnTo>
                  <a:lnTo>
                    <a:pt x="1482537" y="307544"/>
                  </a:lnTo>
                  <a:lnTo>
                    <a:pt x="1667855" y="307544"/>
                  </a:lnTo>
                  <a:lnTo>
                    <a:pt x="1667855" y="285122"/>
                  </a:lnTo>
                  <a:lnTo>
                    <a:pt x="3706344" y="285122"/>
                  </a:lnTo>
                  <a:lnTo>
                    <a:pt x="3706344" y="257469"/>
                  </a:lnTo>
                  <a:lnTo>
                    <a:pt x="3799003" y="257469"/>
                  </a:lnTo>
                  <a:lnTo>
                    <a:pt x="3799003" y="196477"/>
                  </a:lnTo>
                  <a:lnTo>
                    <a:pt x="4540272" y="196477"/>
                  </a:lnTo>
                  <a:lnTo>
                    <a:pt x="4540272" y="165231"/>
                  </a:lnTo>
                  <a:lnTo>
                    <a:pt x="5559517" y="165231"/>
                  </a:lnTo>
                  <a:lnTo>
                    <a:pt x="5559517" y="134553"/>
                  </a:lnTo>
                  <a:lnTo>
                    <a:pt x="6115469" y="134553"/>
                  </a:lnTo>
                  <a:lnTo>
                    <a:pt x="6115469" y="104483"/>
                  </a:lnTo>
                  <a:lnTo>
                    <a:pt x="6393445" y="104483"/>
                  </a:lnTo>
                  <a:lnTo>
                    <a:pt x="6393445" y="36623"/>
                  </a:lnTo>
                  <a:lnTo>
                    <a:pt x="6949396" y="36623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0344" y="2861938"/>
              <a:ext cx="6949396" cy="2511784"/>
            </a:xfrm>
            <a:custGeom>
              <a:avLst/>
              <a:pathLst>
                <a:path w="6949396" h="2511784">
                  <a:moveTo>
                    <a:pt x="0" y="2511784"/>
                  </a:moveTo>
                  <a:lnTo>
                    <a:pt x="92658" y="2511784"/>
                  </a:lnTo>
                  <a:lnTo>
                    <a:pt x="92658" y="2291904"/>
                  </a:lnTo>
                  <a:lnTo>
                    <a:pt x="370634" y="2291904"/>
                  </a:lnTo>
                  <a:lnTo>
                    <a:pt x="370634" y="2099534"/>
                  </a:lnTo>
                  <a:lnTo>
                    <a:pt x="1482537" y="2099534"/>
                  </a:lnTo>
                  <a:lnTo>
                    <a:pt x="1482537" y="1923015"/>
                  </a:lnTo>
                  <a:lnTo>
                    <a:pt x="1667855" y="1923015"/>
                  </a:lnTo>
                  <a:lnTo>
                    <a:pt x="1667855" y="1729254"/>
                  </a:lnTo>
                  <a:lnTo>
                    <a:pt x="3706344" y="1729254"/>
                  </a:lnTo>
                  <a:lnTo>
                    <a:pt x="3706344" y="1511966"/>
                  </a:lnTo>
                  <a:lnTo>
                    <a:pt x="3799003" y="1511966"/>
                  </a:lnTo>
                  <a:lnTo>
                    <a:pt x="3799003" y="1089398"/>
                  </a:lnTo>
                  <a:lnTo>
                    <a:pt x="4540272" y="1089398"/>
                  </a:lnTo>
                  <a:lnTo>
                    <a:pt x="4540272" y="893887"/>
                  </a:lnTo>
                  <a:lnTo>
                    <a:pt x="5559517" y="893887"/>
                  </a:lnTo>
                  <a:lnTo>
                    <a:pt x="5559517" y="712087"/>
                  </a:lnTo>
                  <a:lnTo>
                    <a:pt x="6115469" y="712087"/>
                  </a:lnTo>
                  <a:lnTo>
                    <a:pt x="6115469" y="542049"/>
                  </a:lnTo>
                  <a:lnTo>
                    <a:pt x="6393445" y="542049"/>
                  </a:lnTo>
                  <a:lnTo>
                    <a:pt x="6393445" y="182469"/>
                  </a:lnTo>
                  <a:lnTo>
                    <a:pt x="6949396" y="182469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496393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38749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381105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23461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65817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246272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47791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0956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972874" y="1896563"/>
              <a:ext cx="4125681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14.54 (95% CI 1.23-172.41), p = 0.034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972874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2026-10-09T13:21:37Z</dcterms:modified>
  <cp:category/>
</cp:coreProperties>
</file>