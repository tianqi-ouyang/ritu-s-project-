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7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22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68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314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6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50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95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41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87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3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06327"/>
              <a:ext cx="6949396" cy="358518"/>
            </a:xfrm>
            <a:custGeom>
              <a:avLst/>
              <a:pathLst>
                <a:path w="6949396" h="358518">
                  <a:moveTo>
                    <a:pt x="0" y="358518"/>
                  </a:moveTo>
                  <a:lnTo>
                    <a:pt x="92658" y="358518"/>
                  </a:lnTo>
                  <a:lnTo>
                    <a:pt x="92658" y="339855"/>
                  </a:lnTo>
                  <a:lnTo>
                    <a:pt x="370634" y="339855"/>
                  </a:lnTo>
                  <a:lnTo>
                    <a:pt x="370634" y="321406"/>
                  </a:lnTo>
                  <a:lnTo>
                    <a:pt x="1482537" y="321406"/>
                  </a:lnTo>
                  <a:lnTo>
                    <a:pt x="1482537" y="302627"/>
                  </a:lnTo>
                  <a:lnTo>
                    <a:pt x="1667855" y="302627"/>
                  </a:lnTo>
                  <a:lnTo>
                    <a:pt x="1667855" y="280109"/>
                  </a:lnTo>
                  <a:lnTo>
                    <a:pt x="3706344" y="280109"/>
                  </a:lnTo>
                  <a:lnTo>
                    <a:pt x="3706344" y="252727"/>
                  </a:lnTo>
                  <a:lnTo>
                    <a:pt x="3799003" y="252727"/>
                  </a:lnTo>
                  <a:lnTo>
                    <a:pt x="3799003" y="192670"/>
                  </a:lnTo>
                  <a:lnTo>
                    <a:pt x="4540272" y="192670"/>
                  </a:lnTo>
                  <a:lnTo>
                    <a:pt x="4540272" y="161999"/>
                  </a:lnTo>
                  <a:lnTo>
                    <a:pt x="5559517" y="161999"/>
                  </a:lnTo>
                  <a:lnTo>
                    <a:pt x="5559517" y="131893"/>
                  </a:lnTo>
                  <a:lnTo>
                    <a:pt x="6115469" y="131893"/>
                  </a:lnTo>
                  <a:lnTo>
                    <a:pt x="6115469" y="102398"/>
                  </a:lnTo>
                  <a:lnTo>
                    <a:pt x="6393445" y="102398"/>
                  </a:lnTo>
                  <a:lnTo>
                    <a:pt x="6393445" y="36021"/>
                  </a:lnTo>
                  <a:lnTo>
                    <a:pt x="6949396" y="3602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505124"/>
            </a:xfrm>
            <a:custGeom>
              <a:avLst/>
              <a:pathLst>
                <a:path w="6949396" h="2505124">
                  <a:moveTo>
                    <a:pt x="0" y="2505124"/>
                  </a:moveTo>
                  <a:lnTo>
                    <a:pt x="92658" y="2505124"/>
                  </a:lnTo>
                  <a:lnTo>
                    <a:pt x="92658" y="2283086"/>
                  </a:lnTo>
                  <a:lnTo>
                    <a:pt x="370634" y="2283086"/>
                  </a:lnTo>
                  <a:lnTo>
                    <a:pt x="370634" y="2089683"/>
                  </a:lnTo>
                  <a:lnTo>
                    <a:pt x="1482537" y="2089683"/>
                  </a:lnTo>
                  <a:lnTo>
                    <a:pt x="1482537" y="1912199"/>
                  </a:lnTo>
                  <a:lnTo>
                    <a:pt x="1667855" y="1912199"/>
                  </a:lnTo>
                  <a:lnTo>
                    <a:pt x="1667855" y="1718331"/>
                  </a:lnTo>
                  <a:lnTo>
                    <a:pt x="3706344" y="1718331"/>
                  </a:lnTo>
                  <a:lnTo>
                    <a:pt x="3706344" y="1503023"/>
                  </a:lnTo>
                  <a:lnTo>
                    <a:pt x="3799003" y="1503023"/>
                  </a:lnTo>
                  <a:lnTo>
                    <a:pt x="3799003" y="1083715"/>
                  </a:lnTo>
                  <a:lnTo>
                    <a:pt x="4540272" y="1083715"/>
                  </a:lnTo>
                  <a:lnTo>
                    <a:pt x="4540272" y="889432"/>
                  </a:lnTo>
                  <a:lnTo>
                    <a:pt x="5559517" y="889432"/>
                  </a:lnTo>
                  <a:lnTo>
                    <a:pt x="5559517" y="708552"/>
                  </a:lnTo>
                  <a:lnTo>
                    <a:pt x="6115469" y="708552"/>
                  </a:lnTo>
                  <a:lnTo>
                    <a:pt x="6115469" y="539317"/>
                  </a:lnTo>
                  <a:lnTo>
                    <a:pt x="6393445" y="539317"/>
                  </a:lnTo>
                  <a:lnTo>
                    <a:pt x="6393445" y="182236"/>
                  </a:lnTo>
                  <a:lnTo>
                    <a:pt x="6949396" y="18223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49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695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841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987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132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14.71 (95% CI 1.18-182.92), p = 0.037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2026-08-19T20:19:22Z</dcterms:modified>
  <cp:category/>
</cp:coreProperties>
</file>