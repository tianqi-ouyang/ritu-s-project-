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0123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9145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8167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71894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62112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52331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4254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3276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2298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634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3656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678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1700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07221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7440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8765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7787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482263"/>
            </a:xfrm>
            <a:custGeom>
              <a:avLst/>
              <a:pathLst>
                <a:path w="7090630" h="3482263">
                  <a:moveTo>
                    <a:pt x="2063959" y="0"/>
                  </a:moveTo>
                  <a:lnTo>
                    <a:pt x="2077053" y="72909"/>
                  </a:lnTo>
                  <a:lnTo>
                    <a:pt x="2148675" y="429975"/>
                  </a:lnTo>
                  <a:lnTo>
                    <a:pt x="2220298" y="749662"/>
                  </a:lnTo>
                  <a:lnTo>
                    <a:pt x="2291920" y="1035882"/>
                  </a:lnTo>
                  <a:lnTo>
                    <a:pt x="2363543" y="1292138"/>
                  </a:lnTo>
                  <a:lnTo>
                    <a:pt x="2435165" y="1521569"/>
                  </a:lnTo>
                  <a:lnTo>
                    <a:pt x="2506788" y="1726981"/>
                  </a:lnTo>
                  <a:lnTo>
                    <a:pt x="2578410" y="1910889"/>
                  </a:lnTo>
                  <a:lnTo>
                    <a:pt x="2650033" y="2075545"/>
                  </a:lnTo>
                  <a:lnTo>
                    <a:pt x="2721655" y="2222964"/>
                  </a:lnTo>
                  <a:lnTo>
                    <a:pt x="2793278" y="2354950"/>
                  </a:lnTo>
                  <a:lnTo>
                    <a:pt x="2864901" y="2473119"/>
                  </a:lnTo>
                  <a:lnTo>
                    <a:pt x="2936523" y="2578917"/>
                  </a:lnTo>
                  <a:lnTo>
                    <a:pt x="3008146" y="2646417"/>
                  </a:lnTo>
                  <a:lnTo>
                    <a:pt x="3079768" y="2608575"/>
                  </a:lnTo>
                  <a:lnTo>
                    <a:pt x="3151391" y="2569023"/>
                  </a:lnTo>
                  <a:lnTo>
                    <a:pt x="3223013" y="2527684"/>
                  </a:lnTo>
                  <a:lnTo>
                    <a:pt x="3294636" y="2484476"/>
                  </a:lnTo>
                  <a:lnTo>
                    <a:pt x="3366258" y="2439316"/>
                  </a:lnTo>
                  <a:lnTo>
                    <a:pt x="3437881" y="2392115"/>
                  </a:lnTo>
                  <a:lnTo>
                    <a:pt x="3509503" y="2342780"/>
                  </a:lnTo>
                  <a:lnTo>
                    <a:pt x="3581126" y="2291216"/>
                  </a:lnTo>
                  <a:lnTo>
                    <a:pt x="3652748" y="2237322"/>
                  </a:lnTo>
                  <a:lnTo>
                    <a:pt x="3724371" y="2180992"/>
                  </a:lnTo>
                  <a:lnTo>
                    <a:pt x="3795993" y="2122117"/>
                  </a:lnTo>
                  <a:lnTo>
                    <a:pt x="3867616" y="2060580"/>
                  </a:lnTo>
                  <a:lnTo>
                    <a:pt x="3939238" y="1996263"/>
                  </a:lnTo>
                  <a:lnTo>
                    <a:pt x="4010861" y="1929038"/>
                  </a:lnTo>
                  <a:lnTo>
                    <a:pt x="4082483" y="1858776"/>
                  </a:lnTo>
                  <a:lnTo>
                    <a:pt x="4154106" y="1785338"/>
                  </a:lnTo>
                  <a:lnTo>
                    <a:pt x="4225729" y="1708582"/>
                  </a:lnTo>
                  <a:lnTo>
                    <a:pt x="4297351" y="1628356"/>
                  </a:lnTo>
                  <a:lnTo>
                    <a:pt x="4368974" y="1544505"/>
                  </a:lnTo>
                  <a:lnTo>
                    <a:pt x="4440596" y="1456865"/>
                  </a:lnTo>
                  <a:lnTo>
                    <a:pt x="4512219" y="1365263"/>
                  </a:lnTo>
                  <a:lnTo>
                    <a:pt x="4583841" y="1269522"/>
                  </a:lnTo>
                  <a:lnTo>
                    <a:pt x="4655464" y="1169454"/>
                  </a:lnTo>
                  <a:lnTo>
                    <a:pt x="4727086" y="1064864"/>
                  </a:lnTo>
                  <a:lnTo>
                    <a:pt x="4798709" y="955547"/>
                  </a:lnTo>
                  <a:lnTo>
                    <a:pt x="4870331" y="841289"/>
                  </a:lnTo>
                  <a:lnTo>
                    <a:pt x="4941954" y="721868"/>
                  </a:lnTo>
                  <a:lnTo>
                    <a:pt x="5013576" y="597050"/>
                  </a:lnTo>
                  <a:lnTo>
                    <a:pt x="5085199" y="466590"/>
                  </a:lnTo>
                  <a:lnTo>
                    <a:pt x="5156821" y="330235"/>
                  </a:lnTo>
                  <a:lnTo>
                    <a:pt x="5228444" y="187718"/>
                  </a:lnTo>
                  <a:lnTo>
                    <a:pt x="5300066" y="38760"/>
                  </a:lnTo>
                  <a:lnTo>
                    <a:pt x="5317897" y="0"/>
                  </a:lnTo>
                  <a:lnTo>
                    <a:pt x="7090630" y="0"/>
                  </a:lnTo>
                  <a:lnTo>
                    <a:pt x="7090630" y="3482263"/>
                  </a:lnTo>
                  <a:lnTo>
                    <a:pt x="7019007" y="3482090"/>
                  </a:lnTo>
                  <a:lnTo>
                    <a:pt x="6947385" y="3481896"/>
                  </a:lnTo>
                  <a:lnTo>
                    <a:pt x="6875762" y="3481680"/>
                  </a:lnTo>
                  <a:lnTo>
                    <a:pt x="6804139" y="3481438"/>
                  </a:lnTo>
                  <a:lnTo>
                    <a:pt x="6732517" y="3481169"/>
                  </a:lnTo>
                  <a:lnTo>
                    <a:pt x="6660894" y="3480867"/>
                  </a:lnTo>
                  <a:lnTo>
                    <a:pt x="6589272" y="3480530"/>
                  </a:lnTo>
                  <a:lnTo>
                    <a:pt x="6517649" y="3480154"/>
                  </a:lnTo>
                  <a:lnTo>
                    <a:pt x="6446027" y="3479734"/>
                  </a:lnTo>
                  <a:lnTo>
                    <a:pt x="6374404" y="3479265"/>
                  </a:lnTo>
                  <a:lnTo>
                    <a:pt x="6302782" y="3478741"/>
                  </a:lnTo>
                  <a:lnTo>
                    <a:pt x="6231159" y="3478156"/>
                  </a:lnTo>
                  <a:lnTo>
                    <a:pt x="6159537" y="3477502"/>
                  </a:lnTo>
                  <a:lnTo>
                    <a:pt x="6087914" y="3476772"/>
                  </a:lnTo>
                  <a:lnTo>
                    <a:pt x="6016292" y="3475957"/>
                  </a:lnTo>
                  <a:lnTo>
                    <a:pt x="5944669" y="3475046"/>
                  </a:lnTo>
                  <a:lnTo>
                    <a:pt x="5873047" y="3474029"/>
                  </a:lnTo>
                  <a:lnTo>
                    <a:pt x="5801424" y="3472893"/>
                  </a:lnTo>
                  <a:lnTo>
                    <a:pt x="5729802" y="3471623"/>
                  </a:lnTo>
                  <a:lnTo>
                    <a:pt x="5658179" y="3470206"/>
                  </a:lnTo>
                  <a:lnTo>
                    <a:pt x="5586557" y="3468623"/>
                  </a:lnTo>
                  <a:lnTo>
                    <a:pt x="5514934" y="3466854"/>
                  </a:lnTo>
                  <a:lnTo>
                    <a:pt x="5443311" y="3464879"/>
                  </a:lnTo>
                  <a:lnTo>
                    <a:pt x="5371689" y="3462673"/>
                  </a:lnTo>
                  <a:lnTo>
                    <a:pt x="5300066" y="3460209"/>
                  </a:lnTo>
                  <a:lnTo>
                    <a:pt x="5228444" y="3457457"/>
                  </a:lnTo>
                  <a:lnTo>
                    <a:pt x="5156821" y="3454383"/>
                  </a:lnTo>
                  <a:lnTo>
                    <a:pt x="5085199" y="3450950"/>
                  </a:lnTo>
                  <a:lnTo>
                    <a:pt x="5013576" y="3447115"/>
                  </a:lnTo>
                  <a:lnTo>
                    <a:pt x="4941954" y="3442832"/>
                  </a:lnTo>
                  <a:lnTo>
                    <a:pt x="4870331" y="3438048"/>
                  </a:lnTo>
                  <a:lnTo>
                    <a:pt x="4798709" y="3432704"/>
                  </a:lnTo>
                  <a:lnTo>
                    <a:pt x="4727086" y="3426736"/>
                  </a:lnTo>
                  <a:lnTo>
                    <a:pt x="4655464" y="3420070"/>
                  </a:lnTo>
                  <a:lnTo>
                    <a:pt x="4583841" y="3412625"/>
                  </a:lnTo>
                  <a:lnTo>
                    <a:pt x="4512219" y="3404309"/>
                  </a:lnTo>
                  <a:lnTo>
                    <a:pt x="4440596" y="3395020"/>
                  </a:lnTo>
                  <a:lnTo>
                    <a:pt x="4368974" y="3384646"/>
                  </a:lnTo>
                  <a:lnTo>
                    <a:pt x="4297351" y="3373058"/>
                  </a:lnTo>
                  <a:lnTo>
                    <a:pt x="4225729" y="3360116"/>
                  </a:lnTo>
                  <a:lnTo>
                    <a:pt x="4154106" y="3345660"/>
                  </a:lnTo>
                  <a:lnTo>
                    <a:pt x="4082483" y="3329515"/>
                  </a:lnTo>
                  <a:lnTo>
                    <a:pt x="4010861" y="3311481"/>
                  </a:lnTo>
                  <a:lnTo>
                    <a:pt x="3939238" y="3291338"/>
                  </a:lnTo>
                  <a:lnTo>
                    <a:pt x="3867616" y="3268841"/>
                  </a:lnTo>
                  <a:lnTo>
                    <a:pt x="3795993" y="3243713"/>
                  </a:lnTo>
                  <a:lnTo>
                    <a:pt x="3724371" y="3215646"/>
                  </a:lnTo>
                  <a:lnTo>
                    <a:pt x="3652748" y="3184298"/>
                  </a:lnTo>
                  <a:lnTo>
                    <a:pt x="3581126" y="3149285"/>
                  </a:lnTo>
                  <a:lnTo>
                    <a:pt x="3509503" y="3110178"/>
                  </a:lnTo>
                  <a:lnTo>
                    <a:pt x="3437881" y="3066498"/>
                  </a:lnTo>
                  <a:lnTo>
                    <a:pt x="3366258" y="3017710"/>
                  </a:lnTo>
                  <a:lnTo>
                    <a:pt x="3294636" y="2963219"/>
                  </a:lnTo>
                  <a:lnTo>
                    <a:pt x="3223013" y="2902355"/>
                  </a:lnTo>
                  <a:lnTo>
                    <a:pt x="3151391" y="2834375"/>
                  </a:lnTo>
                  <a:lnTo>
                    <a:pt x="3079768" y="2758447"/>
                  </a:lnTo>
                  <a:lnTo>
                    <a:pt x="3008146" y="2673640"/>
                  </a:lnTo>
                  <a:lnTo>
                    <a:pt x="2936523" y="2682622"/>
                  </a:lnTo>
                  <a:lnTo>
                    <a:pt x="2864901" y="2717262"/>
                  </a:lnTo>
                  <a:lnTo>
                    <a:pt x="2793278" y="2750404"/>
                  </a:lnTo>
                  <a:lnTo>
                    <a:pt x="2721655" y="2782113"/>
                  </a:lnTo>
                  <a:lnTo>
                    <a:pt x="2650033" y="2812451"/>
                  </a:lnTo>
                  <a:lnTo>
                    <a:pt x="2578410" y="2841477"/>
                  </a:lnTo>
                  <a:lnTo>
                    <a:pt x="2506788" y="2869248"/>
                  </a:lnTo>
                  <a:lnTo>
                    <a:pt x="2435165" y="2895819"/>
                  </a:lnTo>
                  <a:lnTo>
                    <a:pt x="2363543" y="2921240"/>
                  </a:lnTo>
                  <a:lnTo>
                    <a:pt x="2291920" y="2945563"/>
                  </a:lnTo>
                  <a:lnTo>
                    <a:pt x="2220298" y="2968833"/>
                  </a:lnTo>
                  <a:lnTo>
                    <a:pt x="2148675" y="2991098"/>
                  </a:lnTo>
                  <a:lnTo>
                    <a:pt x="2077053" y="3012399"/>
                  </a:lnTo>
                  <a:lnTo>
                    <a:pt x="2005430" y="3032780"/>
                  </a:lnTo>
                  <a:lnTo>
                    <a:pt x="1933808" y="3052279"/>
                  </a:lnTo>
                  <a:lnTo>
                    <a:pt x="1862185" y="3070936"/>
                  </a:lnTo>
                  <a:lnTo>
                    <a:pt x="1790563" y="3088785"/>
                  </a:lnTo>
                  <a:lnTo>
                    <a:pt x="1718940" y="3105863"/>
                  </a:lnTo>
                  <a:lnTo>
                    <a:pt x="1647318" y="3122202"/>
                  </a:lnTo>
                  <a:lnTo>
                    <a:pt x="1575695" y="3137835"/>
                  </a:lnTo>
                  <a:lnTo>
                    <a:pt x="1504073" y="3152792"/>
                  </a:lnTo>
                  <a:lnTo>
                    <a:pt x="1432450" y="3167102"/>
                  </a:lnTo>
                  <a:lnTo>
                    <a:pt x="1360827" y="3180794"/>
                  </a:lnTo>
                  <a:lnTo>
                    <a:pt x="1289205" y="3193893"/>
                  </a:lnTo>
                  <a:lnTo>
                    <a:pt x="1217582" y="3206426"/>
                  </a:lnTo>
                  <a:lnTo>
                    <a:pt x="1145960" y="3218417"/>
                  </a:lnTo>
                  <a:lnTo>
                    <a:pt x="1074337" y="3229890"/>
                  </a:lnTo>
                  <a:lnTo>
                    <a:pt x="1002715" y="3240866"/>
                  </a:lnTo>
                  <a:lnTo>
                    <a:pt x="931092" y="3251368"/>
                  </a:lnTo>
                  <a:lnTo>
                    <a:pt x="859470" y="3261416"/>
                  </a:lnTo>
                  <a:lnTo>
                    <a:pt x="787847" y="3271029"/>
                  </a:lnTo>
                  <a:lnTo>
                    <a:pt x="716225" y="3280227"/>
                  </a:lnTo>
                  <a:lnTo>
                    <a:pt x="644602" y="3289027"/>
                  </a:lnTo>
                  <a:lnTo>
                    <a:pt x="572980" y="3297447"/>
                  </a:lnTo>
                  <a:lnTo>
                    <a:pt x="501357" y="3305502"/>
                  </a:lnTo>
                  <a:lnTo>
                    <a:pt x="429735" y="3313209"/>
                  </a:lnTo>
                  <a:lnTo>
                    <a:pt x="358112" y="3320583"/>
                  </a:lnTo>
                  <a:lnTo>
                    <a:pt x="286490" y="3327638"/>
                  </a:lnTo>
                  <a:lnTo>
                    <a:pt x="214867" y="3334388"/>
                  </a:lnTo>
                  <a:lnTo>
                    <a:pt x="143245" y="3340846"/>
                  </a:lnTo>
                  <a:lnTo>
                    <a:pt x="71622" y="3347025"/>
                  </a:lnTo>
                  <a:lnTo>
                    <a:pt x="0" y="335293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3236008" y="2073503"/>
              <a:ext cx="3253938" cy="2646417"/>
            </a:xfrm>
            <a:custGeom>
              <a:avLst/>
              <a:pathLst>
                <a:path w="3253938" h="2646417">
                  <a:moveTo>
                    <a:pt x="0" y="0"/>
                  </a:moveTo>
                  <a:lnTo>
                    <a:pt x="13093" y="72909"/>
                  </a:lnTo>
                  <a:lnTo>
                    <a:pt x="84716" y="429975"/>
                  </a:lnTo>
                  <a:lnTo>
                    <a:pt x="156338" y="749662"/>
                  </a:lnTo>
                  <a:lnTo>
                    <a:pt x="227961" y="1035882"/>
                  </a:lnTo>
                  <a:lnTo>
                    <a:pt x="299583" y="1292138"/>
                  </a:lnTo>
                  <a:lnTo>
                    <a:pt x="371206" y="1521569"/>
                  </a:lnTo>
                  <a:lnTo>
                    <a:pt x="442828" y="1726981"/>
                  </a:lnTo>
                  <a:lnTo>
                    <a:pt x="514451" y="1910889"/>
                  </a:lnTo>
                  <a:lnTo>
                    <a:pt x="586073" y="2075545"/>
                  </a:lnTo>
                  <a:lnTo>
                    <a:pt x="657696" y="2222964"/>
                  </a:lnTo>
                  <a:lnTo>
                    <a:pt x="729318" y="2354950"/>
                  </a:lnTo>
                  <a:lnTo>
                    <a:pt x="800941" y="2473119"/>
                  </a:lnTo>
                  <a:lnTo>
                    <a:pt x="872563" y="2578917"/>
                  </a:lnTo>
                  <a:lnTo>
                    <a:pt x="944186" y="2646417"/>
                  </a:lnTo>
                  <a:lnTo>
                    <a:pt x="1015809" y="2608575"/>
                  </a:lnTo>
                  <a:lnTo>
                    <a:pt x="1087431" y="2569023"/>
                  </a:lnTo>
                  <a:lnTo>
                    <a:pt x="1159054" y="2527684"/>
                  </a:lnTo>
                  <a:lnTo>
                    <a:pt x="1230676" y="2484476"/>
                  </a:lnTo>
                  <a:lnTo>
                    <a:pt x="1302299" y="2439316"/>
                  </a:lnTo>
                  <a:lnTo>
                    <a:pt x="1373921" y="2392115"/>
                  </a:lnTo>
                  <a:lnTo>
                    <a:pt x="1445544" y="2342780"/>
                  </a:lnTo>
                  <a:lnTo>
                    <a:pt x="1517166" y="2291216"/>
                  </a:lnTo>
                  <a:lnTo>
                    <a:pt x="1588789" y="2237322"/>
                  </a:lnTo>
                  <a:lnTo>
                    <a:pt x="1660411" y="2180992"/>
                  </a:lnTo>
                  <a:lnTo>
                    <a:pt x="1732034" y="2122117"/>
                  </a:lnTo>
                  <a:lnTo>
                    <a:pt x="1803656" y="2060580"/>
                  </a:lnTo>
                  <a:lnTo>
                    <a:pt x="1875279" y="1996263"/>
                  </a:lnTo>
                  <a:lnTo>
                    <a:pt x="1946901" y="1929038"/>
                  </a:lnTo>
                  <a:lnTo>
                    <a:pt x="2018524" y="1858776"/>
                  </a:lnTo>
                  <a:lnTo>
                    <a:pt x="2090146" y="1785338"/>
                  </a:lnTo>
                  <a:lnTo>
                    <a:pt x="2161769" y="1708582"/>
                  </a:lnTo>
                  <a:lnTo>
                    <a:pt x="2233391" y="1628356"/>
                  </a:lnTo>
                  <a:lnTo>
                    <a:pt x="2305014" y="1544505"/>
                  </a:lnTo>
                  <a:lnTo>
                    <a:pt x="2376637" y="1456865"/>
                  </a:lnTo>
                  <a:lnTo>
                    <a:pt x="2448259" y="1365263"/>
                  </a:lnTo>
                  <a:lnTo>
                    <a:pt x="2519882" y="1269522"/>
                  </a:lnTo>
                  <a:lnTo>
                    <a:pt x="2591504" y="1169454"/>
                  </a:lnTo>
                  <a:lnTo>
                    <a:pt x="2663127" y="1064864"/>
                  </a:lnTo>
                  <a:lnTo>
                    <a:pt x="2734749" y="955547"/>
                  </a:lnTo>
                  <a:lnTo>
                    <a:pt x="2806372" y="841289"/>
                  </a:lnTo>
                  <a:lnTo>
                    <a:pt x="2877994" y="721868"/>
                  </a:lnTo>
                  <a:lnTo>
                    <a:pt x="2949617" y="597050"/>
                  </a:lnTo>
                  <a:lnTo>
                    <a:pt x="3021239" y="466590"/>
                  </a:lnTo>
                  <a:lnTo>
                    <a:pt x="3092862" y="330235"/>
                  </a:lnTo>
                  <a:lnTo>
                    <a:pt x="3164484" y="187718"/>
                  </a:lnTo>
                  <a:lnTo>
                    <a:pt x="3236107" y="38760"/>
                  </a:lnTo>
                  <a:lnTo>
                    <a:pt x="3253938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747143"/>
              <a:ext cx="7090630" cy="808623"/>
            </a:xfrm>
            <a:custGeom>
              <a:avLst/>
              <a:pathLst>
                <a:path w="7090630" h="808623">
                  <a:moveTo>
                    <a:pt x="7090630" y="808623"/>
                  </a:moveTo>
                  <a:lnTo>
                    <a:pt x="7019007" y="808450"/>
                  </a:lnTo>
                  <a:lnTo>
                    <a:pt x="6947385" y="808256"/>
                  </a:lnTo>
                  <a:lnTo>
                    <a:pt x="6875762" y="808040"/>
                  </a:lnTo>
                  <a:lnTo>
                    <a:pt x="6804139" y="807798"/>
                  </a:lnTo>
                  <a:lnTo>
                    <a:pt x="6732517" y="807528"/>
                  </a:lnTo>
                  <a:lnTo>
                    <a:pt x="6660894" y="807227"/>
                  </a:lnTo>
                  <a:lnTo>
                    <a:pt x="6589272" y="806890"/>
                  </a:lnTo>
                  <a:lnTo>
                    <a:pt x="6517649" y="806514"/>
                  </a:lnTo>
                  <a:lnTo>
                    <a:pt x="6446027" y="806094"/>
                  </a:lnTo>
                  <a:lnTo>
                    <a:pt x="6374404" y="805625"/>
                  </a:lnTo>
                  <a:lnTo>
                    <a:pt x="6302782" y="805101"/>
                  </a:lnTo>
                  <a:lnTo>
                    <a:pt x="6231159" y="804516"/>
                  </a:lnTo>
                  <a:lnTo>
                    <a:pt x="6159537" y="803862"/>
                  </a:lnTo>
                  <a:lnTo>
                    <a:pt x="6087914" y="803132"/>
                  </a:lnTo>
                  <a:lnTo>
                    <a:pt x="6016292" y="802316"/>
                  </a:lnTo>
                  <a:lnTo>
                    <a:pt x="5944669" y="801406"/>
                  </a:lnTo>
                  <a:lnTo>
                    <a:pt x="5873047" y="800388"/>
                  </a:lnTo>
                  <a:lnTo>
                    <a:pt x="5801424" y="799252"/>
                  </a:lnTo>
                  <a:lnTo>
                    <a:pt x="5729802" y="797983"/>
                  </a:lnTo>
                  <a:lnTo>
                    <a:pt x="5658179" y="796565"/>
                  </a:lnTo>
                  <a:lnTo>
                    <a:pt x="5586557" y="794982"/>
                  </a:lnTo>
                  <a:lnTo>
                    <a:pt x="5514934" y="793214"/>
                  </a:lnTo>
                  <a:lnTo>
                    <a:pt x="5443311" y="791239"/>
                  </a:lnTo>
                  <a:lnTo>
                    <a:pt x="5371689" y="789033"/>
                  </a:lnTo>
                  <a:lnTo>
                    <a:pt x="5300066" y="786569"/>
                  </a:lnTo>
                  <a:lnTo>
                    <a:pt x="5228444" y="783817"/>
                  </a:lnTo>
                  <a:lnTo>
                    <a:pt x="5156821" y="780743"/>
                  </a:lnTo>
                  <a:lnTo>
                    <a:pt x="5085199" y="777309"/>
                  </a:lnTo>
                  <a:lnTo>
                    <a:pt x="5013576" y="773474"/>
                  </a:lnTo>
                  <a:lnTo>
                    <a:pt x="4941954" y="769191"/>
                  </a:lnTo>
                  <a:lnTo>
                    <a:pt x="4870331" y="764407"/>
                  </a:lnTo>
                  <a:lnTo>
                    <a:pt x="4798709" y="759064"/>
                  </a:lnTo>
                  <a:lnTo>
                    <a:pt x="4727086" y="753096"/>
                  </a:lnTo>
                  <a:lnTo>
                    <a:pt x="4655464" y="746430"/>
                  </a:lnTo>
                  <a:lnTo>
                    <a:pt x="4583841" y="738984"/>
                  </a:lnTo>
                  <a:lnTo>
                    <a:pt x="4512219" y="730668"/>
                  </a:lnTo>
                  <a:lnTo>
                    <a:pt x="4440596" y="721380"/>
                  </a:lnTo>
                  <a:lnTo>
                    <a:pt x="4368974" y="711005"/>
                  </a:lnTo>
                  <a:lnTo>
                    <a:pt x="4297351" y="699418"/>
                  </a:lnTo>
                  <a:lnTo>
                    <a:pt x="4225729" y="686476"/>
                  </a:lnTo>
                  <a:lnTo>
                    <a:pt x="4154106" y="672020"/>
                  </a:lnTo>
                  <a:lnTo>
                    <a:pt x="4082483" y="655874"/>
                  </a:lnTo>
                  <a:lnTo>
                    <a:pt x="4010861" y="637840"/>
                  </a:lnTo>
                  <a:lnTo>
                    <a:pt x="3939238" y="617698"/>
                  </a:lnTo>
                  <a:lnTo>
                    <a:pt x="3867616" y="595200"/>
                  </a:lnTo>
                  <a:lnTo>
                    <a:pt x="3795993" y="570072"/>
                  </a:lnTo>
                  <a:lnTo>
                    <a:pt x="3724371" y="542006"/>
                  </a:lnTo>
                  <a:lnTo>
                    <a:pt x="3652748" y="510658"/>
                  </a:lnTo>
                  <a:lnTo>
                    <a:pt x="3581126" y="475645"/>
                  </a:lnTo>
                  <a:lnTo>
                    <a:pt x="3509503" y="436537"/>
                  </a:lnTo>
                  <a:lnTo>
                    <a:pt x="3437881" y="392857"/>
                  </a:lnTo>
                  <a:lnTo>
                    <a:pt x="3366258" y="344070"/>
                  </a:lnTo>
                  <a:lnTo>
                    <a:pt x="3294636" y="289578"/>
                  </a:lnTo>
                  <a:lnTo>
                    <a:pt x="3223013" y="228715"/>
                  </a:lnTo>
                  <a:lnTo>
                    <a:pt x="3151391" y="160735"/>
                  </a:lnTo>
                  <a:lnTo>
                    <a:pt x="3079768" y="84806"/>
                  </a:lnTo>
                  <a:lnTo>
                    <a:pt x="3008146" y="0"/>
                  </a:lnTo>
                  <a:lnTo>
                    <a:pt x="2936523" y="8982"/>
                  </a:lnTo>
                  <a:lnTo>
                    <a:pt x="2864901" y="43621"/>
                  </a:lnTo>
                  <a:lnTo>
                    <a:pt x="2793278" y="76764"/>
                  </a:lnTo>
                  <a:lnTo>
                    <a:pt x="2721655" y="108473"/>
                  </a:lnTo>
                  <a:lnTo>
                    <a:pt x="2650033" y="138811"/>
                  </a:lnTo>
                  <a:lnTo>
                    <a:pt x="2578410" y="167837"/>
                  </a:lnTo>
                  <a:lnTo>
                    <a:pt x="2506788" y="195608"/>
                  </a:lnTo>
                  <a:lnTo>
                    <a:pt x="2435165" y="222178"/>
                  </a:lnTo>
                  <a:lnTo>
                    <a:pt x="2363543" y="247600"/>
                  </a:lnTo>
                  <a:lnTo>
                    <a:pt x="2291920" y="271922"/>
                  </a:lnTo>
                  <a:lnTo>
                    <a:pt x="2220298" y="295193"/>
                  </a:lnTo>
                  <a:lnTo>
                    <a:pt x="2148675" y="317457"/>
                  </a:lnTo>
                  <a:lnTo>
                    <a:pt x="2077053" y="338759"/>
                  </a:lnTo>
                  <a:lnTo>
                    <a:pt x="2005430" y="359140"/>
                  </a:lnTo>
                  <a:lnTo>
                    <a:pt x="1933808" y="378639"/>
                  </a:lnTo>
                  <a:lnTo>
                    <a:pt x="1862185" y="397295"/>
                  </a:lnTo>
                  <a:lnTo>
                    <a:pt x="1790563" y="415145"/>
                  </a:lnTo>
                  <a:lnTo>
                    <a:pt x="1718940" y="432223"/>
                  </a:lnTo>
                  <a:lnTo>
                    <a:pt x="1647318" y="448562"/>
                  </a:lnTo>
                  <a:lnTo>
                    <a:pt x="1575695" y="464195"/>
                  </a:lnTo>
                  <a:lnTo>
                    <a:pt x="1504073" y="479152"/>
                  </a:lnTo>
                  <a:lnTo>
                    <a:pt x="1432450" y="493462"/>
                  </a:lnTo>
                  <a:lnTo>
                    <a:pt x="1360827" y="507153"/>
                  </a:lnTo>
                  <a:lnTo>
                    <a:pt x="1289205" y="520253"/>
                  </a:lnTo>
                  <a:lnTo>
                    <a:pt x="1217582" y="532786"/>
                  </a:lnTo>
                  <a:lnTo>
                    <a:pt x="1145960" y="544777"/>
                  </a:lnTo>
                  <a:lnTo>
                    <a:pt x="1074337" y="556249"/>
                  </a:lnTo>
                  <a:lnTo>
                    <a:pt x="1002715" y="567226"/>
                  </a:lnTo>
                  <a:lnTo>
                    <a:pt x="931092" y="577728"/>
                  </a:lnTo>
                  <a:lnTo>
                    <a:pt x="859470" y="587776"/>
                  </a:lnTo>
                  <a:lnTo>
                    <a:pt x="787847" y="597389"/>
                  </a:lnTo>
                  <a:lnTo>
                    <a:pt x="716225" y="606587"/>
                  </a:lnTo>
                  <a:lnTo>
                    <a:pt x="644602" y="615387"/>
                  </a:lnTo>
                  <a:lnTo>
                    <a:pt x="572980" y="623806"/>
                  </a:lnTo>
                  <a:lnTo>
                    <a:pt x="501357" y="631862"/>
                  </a:lnTo>
                  <a:lnTo>
                    <a:pt x="429735" y="639569"/>
                  </a:lnTo>
                  <a:lnTo>
                    <a:pt x="358112" y="646943"/>
                  </a:lnTo>
                  <a:lnTo>
                    <a:pt x="286490" y="653998"/>
                  </a:lnTo>
                  <a:lnTo>
                    <a:pt x="214867" y="660748"/>
                  </a:lnTo>
                  <a:lnTo>
                    <a:pt x="143245" y="667206"/>
                  </a:lnTo>
                  <a:lnTo>
                    <a:pt x="71622" y="673385"/>
                  </a:lnTo>
                  <a:lnTo>
                    <a:pt x="0" y="67929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2237495"/>
              <a:ext cx="7090630" cy="3195554"/>
            </a:xfrm>
            <a:custGeom>
              <a:avLst/>
              <a:pathLst>
                <a:path w="7090630" h="3195554">
                  <a:moveTo>
                    <a:pt x="0" y="0"/>
                  </a:moveTo>
                  <a:lnTo>
                    <a:pt x="71622" y="108372"/>
                  </a:lnTo>
                  <a:lnTo>
                    <a:pt x="143245" y="213206"/>
                  </a:lnTo>
                  <a:lnTo>
                    <a:pt x="214867" y="314618"/>
                  </a:lnTo>
                  <a:lnTo>
                    <a:pt x="286490" y="412720"/>
                  </a:lnTo>
                  <a:lnTo>
                    <a:pt x="358112" y="507619"/>
                  </a:lnTo>
                  <a:lnTo>
                    <a:pt x="429735" y="599420"/>
                  </a:lnTo>
                  <a:lnTo>
                    <a:pt x="501357" y="688225"/>
                  </a:lnTo>
                  <a:lnTo>
                    <a:pt x="572980" y="774130"/>
                  </a:lnTo>
                  <a:lnTo>
                    <a:pt x="644602" y="857231"/>
                  </a:lnTo>
                  <a:lnTo>
                    <a:pt x="716225" y="937620"/>
                  </a:lnTo>
                  <a:lnTo>
                    <a:pt x="787847" y="1015384"/>
                  </a:lnTo>
                  <a:lnTo>
                    <a:pt x="859470" y="1090609"/>
                  </a:lnTo>
                  <a:lnTo>
                    <a:pt x="931092" y="1163379"/>
                  </a:lnTo>
                  <a:lnTo>
                    <a:pt x="1002715" y="1233773"/>
                  </a:lnTo>
                  <a:lnTo>
                    <a:pt x="1074337" y="1301869"/>
                  </a:lnTo>
                  <a:lnTo>
                    <a:pt x="1145960" y="1367742"/>
                  </a:lnTo>
                  <a:lnTo>
                    <a:pt x="1217582" y="1431465"/>
                  </a:lnTo>
                  <a:lnTo>
                    <a:pt x="1289205" y="1493107"/>
                  </a:lnTo>
                  <a:lnTo>
                    <a:pt x="1360827" y="1552738"/>
                  </a:lnTo>
                  <a:lnTo>
                    <a:pt x="1432450" y="1610421"/>
                  </a:lnTo>
                  <a:lnTo>
                    <a:pt x="1504073" y="1666222"/>
                  </a:lnTo>
                  <a:lnTo>
                    <a:pt x="1575695" y="1720201"/>
                  </a:lnTo>
                  <a:lnTo>
                    <a:pt x="1647318" y="1772418"/>
                  </a:lnTo>
                  <a:lnTo>
                    <a:pt x="1718940" y="1822930"/>
                  </a:lnTo>
                  <a:lnTo>
                    <a:pt x="1790563" y="1871793"/>
                  </a:lnTo>
                  <a:lnTo>
                    <a:pt x="1862185" y="1919062"/>
                  </a:lnTo>
                  <a:lnTo>
                    <a:pt x="1933808" y="1964787"/>
                  </a:lnTo>
                  <a:lnTo>
                    <a:pt x="2005430" y="2009019"/>
                  </a:lnTo>
                  <a:lnTo>
                    <a:pt x="2077053" y="2051808"/>
                  </a:lnTo>
                  <a:lnTo>
                    <a:pt x="2148675" y="2093199"/>
                  </a:lnTo>
                  <a:lnTo>
                    <a:pt x="2220298" y="2133240"/>
                  </a:lnTo>
                  <a:lnTo>
                    <a:pt x="2291920" y="2171973"/>
                  </a:lnTo>
                  <a:lnTo>
                    <a:pt x="2363543" y="2209442"/>
                  </a:lnTo>
                  <a:lnTo>
                    <a:pt x="2435165" y="2245688"/>
                  </a:lnTo>
                  <a:lnTo>
                    <a:pt x="2506788" y="2280751"/>
                  </a:lnTo>
                  <a:lnTo>
                    <a:pt x="2578410" y="2314668"/>
                  </a:lnTo>
                  <a:lnTo>
                    <a:pt x="2650033" y="2347479"/>
                  </a:lnTo>
                  <a:lnTo>
                    <a:pt x="2721655" y="2379219"/>
                  </a:lnTo>
                  <a:lnTo>
                    <a:pt x="2793278" y="2409922"/>
                  </a:lnTo>
                  <a:lnTo>
                    <a:pt x="2864901" y="2439623"/>
                  </a:lnTo>
                  <a:lnTo>
                    <a:pt x="2936523" y="2468355"/>
                  </a:lnTo>
                  <a:lnTo>
                    <a:pt x="3008146" y="2496149"/>
                  </a:lnTo>
                  <a:lnTo>
                    <a:pt x="3079768" y="2523035"/>
                  </a:lnTo>
                  <a:lnTo>
                    <a:pt x="3151391" y="2549044"/>
                  </a:lnTo>
                  <a:lnTo>
                    <a:pt x="3223013" y="2574203"/>
                  </a:lnTo>
                  <a:lnTo>
                    <a:pt x="3294636" y="2598541"/>
                  </a:lnTo>
                  <a:lnTo>
                    <a:pt x="3366258" y="2622085"/>
                  </a:lnTo>
                  <a:lnTo>
                    <a:pt x="3437881" y="2644860"/>
                  </a:lnTo>
                  <a:lnTo>
                    <a:pt x="3509503" y="2666892"/>
                  </a:lnTo>
                  <a:lnTo>
                    <a:pt x="3581126" y="2688204"/>
                  </a:lnTo>
                  <a:lnTo>
                    <a:pt x="3652748" y="2708821"/>
                  </a:lnTo>
                  <a:lnTo>
                    <a:pt x="3724371" y="2728765"/>
                  </a:lnTo>
                  <a:lnTo>
                    <a:pt x="3795993" y="2748058"/>
                  </a:lnTo>
                  <a:lnTo>
                    <a:pt x="3867616" y="2766720"/>
                  </a:lnTo>
                  <a:lnTo>
                    <a:pt x="3939238" y="2784774"/>
                  </a:lnTo>
                  <a:lnTo>
                    <a:pt x="4010861" y="2802238"/>
                  </a:lnTo>
                  <a:lnTo>
                    <a:pt x="4082483" y="2819132"/>
                  </a:lnTo>
                  <a:lnTo>
                    <a:pt x="4154106" y="2835475"/>
                  </a:lnTo>
                  <a:lnTo>
                    <a:pt x="4225729" y="2851284"/>
                  </a:lnTo>
                  <a:lnTo>
                    <a:pt x="4297351" y="2866577"/>
                  </a:lnTo>
                  <a:lnTo>
                    <a:pt x="4368974" y="2881371"/>
                  </a:lnTo>
                  <a:lnTo>
                    <a:pt x="4440596" y="2895682"/>
                  </a:lnTo>
                  <a:lnTo>
                    <a:pt x="4512219" y="2909526"/>
                  </a:lnTo>
                  <a:lnTo>
                    <a:pt x="4583841" y="2922917"/>
                  </a:lnTo>
                  <a:lnTo>
                    <a:pt x="4655464" y="2935872"/>
                  </a:lnTo>
                  <a:lnTo>
                    <a:pt x="4727086" y="2948404"/>
                  </a:lnTo>
                  <a:lnTo>
                    <a:pt x="4798709" y="2960526"/>
                  </a:lnTo>
                  <a:lnTo>
                    <a:pt x="4870331" y="2972253"/>
                  </a:lnTo>
                  <a:lnTo>
                    <a:pt x="4941954" y="2983597"/>
                  </a:lnTo>
                  <a:lnTo>
                    <a:pt x="5013576" y="2994571"/>
                  </a:lnTo>
                  <a:lnTo>
                    <a:pt x="5085199" y="3005186"/>
                  </a:lnTo>
                  <a:lnTo>
                    <a:pt x="5156821" y="3015455"/>
                  </a:lnTo>
                  <a:lnTo>
                    <a:pt x="5228444" y="3025389"/>
                  </a:lnTo>
                  <a:lnTo>
                    <a:pt x="5300066" y="3034999"/>
                  </a:lnTo>
                  <a:lnTo>
                    <a:pt x="5371689" y="3044294"/>
                  </a:lnTo>
                  <a:lnTo>
                    <a:pt x="5443311" y="3053287"/>
                  </a:lnTo>
                  <a:lnTo>
                    <a:pt x="5514934" y="3061985"/>
                  </a:lnTo>
                  <a:lnTo>
                    <a:pt x="5586557" y="3070400"/>
                  </a:lnTo>
                  <a:lnTo>
                    <a:pt x="5658179" y="3078540"/>
                  </a:lnTo>
                  <a:lnTo>
                    <a:pt x="5729802" y="3086415"/>
                  </a:lnTo>
                  <a:lnTo>
                    <a:pt x="5801424" y="3094032"/>
                  </a:lnTo>
                  <a:lnTo>
                    <a:pt x="5873047" y="3101401"/>
                  </a:lnTo>
                  <a:lnTo>
                    <a:pt x="5944669" y="3108529"/>
                  </a:lnTo>
                  <a:lnTo>
                    <a:pt x="6016292" y="3115424"/>
                  </a:lnTo>
                  <a:lnTo>
                    <a:pt x="6087914" y="3122094"/>
                  </a:lnTo>
                  <a:lnTo>
                    <a:pt x="6159537" y="3128547"/>
                  </a:lnTo>
                  <a:lnTo>
                    <a:pt x="6231159" y="3134789"/>
                  </a:lnTo>
                  <a:lnTo>
                    <a:pt x="6302782" y="3140827"/>
                  </a:lnTo>
                  <a:lnTo>
                    <a:pt x="6374404" y="3146668"/>
                  </a:lnTo>
                  <a:lnTo>
                    <a:pt x="6446027" y="3152318"/>
                  </a:lnTo>
                  <a:lnTo>
                    <a:pt x="6517649" y="3157784"/>
                  </a:lnTo>
                  <a:lnTo>
                    <a:pt x="6589272" y="3163072"/>
                  </a:lnTo>
                  <a:lnTo>
                    <a:pt x="6660894" y="3168186"/>
                  </a:lnTo>
                  <a:lnTo>
                    <a:pt x="6732517" y="3173134"/>
                  </a:lnTo>
                  <a:lnTo>
                    <a:pt x="6804139" y="3177921"/>
                  </a:lnTo>
                  <a:lnTo>
                    <a:pt x="6875762" y="3182551"/>
                  </a:lnTo>
                  <a:lnTo>
                    <a:pt x="6947385" y="3187030"/>
                  </a:lnTo>
                  <a:lnTo>
                    <a:pt x="7019007" y="3191363"/>
                  </a:lnTo>
                  <a:lnTo>
                    <a:pt x="7090630" y="319555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1649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38269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284877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18706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13894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501003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591222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81440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7165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7517" y="1896563"/>
              <a:ext cx="6385163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1.52 (0.57-4.03), p = 0.401  |  per IQR decline (Δ = 27.4 %): 3.15 (0.22-45.75)  |  IQR: [-12.6, 14.8] %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17517" y="1669789"/>
              <a:ext cx="376028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Immune-related AE &amp; Other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2026-10-08T10:13:06Z</dcterms:modified>
  <cp:category/>
</cp:coreProperties>
</file>