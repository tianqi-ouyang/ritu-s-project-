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2235"/>
            </a:xfrm>
            <a:custGeom>
              <a:avLst/>
              <a:pathLst>
                <a:path w="7090630" h="3482235">
                  <a:moveTo>
                    <a:pt x="2067497" y="0"/>
                  </a:moveTo>
                  <a:lnTo>
                    <a:pt x="2077053" y="53414"/>
                  </a:lnTo>
                  <a:lnTo>
                    <a:pt x="2148675" y="411939"/>
                  </a:lnTo>
                  <a:lnTo>
                    <a:pt x="2220298" y="732992"/>
                  </a:lnTo>
                  <a:lnTo>
                    <a:pt x="2291920" y="1020490"/>
                  </a:lnTo>
                  <a:lnTo>
                    <a:pt x="2363543" y="1277940"/>
                  </a:lnTo>
                  <a:lnTo>
                    <a:pt x="2435165" y="1508483"/>
                  </a:lnTo>
                  <a:lnTo>
                    <a:pt x="2506788" y="1714929"/>
                  </a:lnTo>
                  <a:lnTo>
                    <a:pt x="2578410" y="1899799"/>
                  </a:lnTo>
                  <a:lnTo>
                    <a:pt x="2650033" y="2065347"/>
                  </a:lnTo>
                  <a:lnTo>
                    <a:pt x="2721655" y="2213593"/>
                  </a:lnTo>
                  <a:lnTo>
                    <a:pt x="2793278" y="2346344"/>
                  </a:lnTo>
                  <a:lnTo>
                    <a:pt x="2864901" y="2465221"/>
                  </a:lnTo>
                  <a:lnTo>
                    <a:pt x="2936523" y="2571673"/>
                  </a:lnTo>
                  <a:lnTo>
                    <a:pt x="3008146" y="2649164"/>
                  </a:lnTo>
                  <a:lnTo>
                    <a:pt x="3079768" y="2611656"/>
                  </a:lnTo>
                  <a:lnTo>
                    <a:pt x="3151391" y="2572463"/>
                  </a:lnTo>
                  <a:lnTo>
                    <a:pt x="3223013" y="2531509"/>
                  </a:lnTo>
                  <a:lnTo>
                    <a:pt x="3294636" y="2488714"/>
                  </a:lnTo>
                  <a:lnTo>
                    <a:pt x="3366258" y="2443996"/>
                  </a:lnTo>
                  <a:lnTo>
                    <a:pt x="3437881" y="2397268"/>
                  </a:lnTo>
                  <a:lnTo>
                    <a:pt x="3509503" y="2348440"/>
                  </a:lnTo>
                  <a:lnTo>
                    <a:pt x="3581126" y="2297418"/>
                  </a:lnTo>
                  <a:lnTo>
                    <a:pt x="3652748" y="2244102"/>
                  </a:lnTo>
                  <a:lnTo>
                    <a:pt x="3724371" y="2188391"/>
                  </a:lnTo>
                  <a:lnTo>
                    <a:pt x="3795993" y="2130176"/>
                  </a:lnTo>
                  <a:lnTo>
                    <a:pt x="3867616" y="2069344"/>
                  </a:lnTo>
                  <a:lnTo>
                    <a:pt x="3939238" y="2005779"/>
                  </a:lnTo>
                  <a:lnTo>
                    <a:pt x="4010861" y="1939357"/>
                  </a:lnTo>
                  <a:lnTo>
                    <a:pt x="4082483" y="1869950"/>
                  </a:lnTo>
                  <a:lnTo>
                    <a:pt x="4154106" y="1797423"/>
                  </a:lnTo>
                  <a:lnTo>
                    <a:pt x="4225729" y="1721637"/>
                  </a:lnTo>
                  <a:lnTo>
                    <a:pt x="4297351" y="1642446"/>
                  </a:lnTo>
                  <a:lnTo>
                    <a:pt x="4368974" y="1559695"/>
                  </a:lnTo>
                  <a:lnTo>
                    <a:pt x="4440596" y="1473225"/>
                  </a:lnTo>
                  <a:lnTo>
                    <a:pt x="4512219" y="1382869"/>
                  </a:lnTo>
                  <a:lnTo>
                    <a:pt x="4583841" y="1288453"/>
                  </a:lnTo>
                  <a:lnTo>
                    <a:pt x="4655464" y="1189793"/>
                  </a:lnTo>
                  <a:lnTo>
                    <a:pt x="4727086" y="1086700"/>
                  </a:lnTo>
                  <a:lnTo>
                    <a:pt x="4798709" y="978973"/>
                  </a:lnTo>
                  <a:lnTo>
                    <a:pt x="4870331" y="866405"/>
                  </a:lnTo>
                  <a:lnTo>
                    <a:pt x="4941954" y="748777"/>
                  </a:lnTo>
                  <a:lnTo>
                    <a:pt x="5013576" y="625864"/>
                  </a:lnTo>
                  <a:lnTo>
                    <a:pt x="5085199" y="497426"/>
                  </a:lnTo>
                  <a:lnTo>
                    <a:pt x="5156821" y="363217"/>
                  </a:lnTo>
                  <a:lnTo>
                    <a:pt x="5228444" y="222976"/>
                  </a:lnTo>
                  <a:lnTo>
                    <a:pt x="5300066" y="76432"/>
                  </a:lnTo>
                  <a:lnTo>
                    <a:pt x="5335816" y="0"/>
                  </a:lnTo>
                  <a:lnTo>
                    <a:pt x="7090630" y="0"/>
                  </a:lnTo>
                  <a:lnTo>
                    <a:pt x="7090630" y="3482235"/>
                  </a:lnTo>
                  <a:lnTo>
                    <a:pt x="7019007" y="3482059"/>
                  </a:lnTo>
                  <a:lnTo>
                    <a:pt x="6947385" y="3481862"/>
                  </a:lnTo>
                  <a:lnTo>
                    <a:pt x="6875762" y="3481642"/>
                  </a:lnTo>
                  <a:lnTo>
                    <a:pt x="6804139" y="3481396"/>
                  </a:lnTo>
                  <a:lnTo>
                    <a:pt x="6732517" y="3481122"/>
                  </a:lnTo>
                  <a:lnTo>
                    <a:pt x="6660894" y="3480815"/>
                  </a:lnTo>
                  <a:lnTo>
                    <a:pt x="6589272" y="3480473"/>
                  </a:lnTo>
                  <a:lnTo>
                    <a:pt x="6517649" y="3480091"/>
                  </a:lnTo>
                  <a:lnTo>
                    <a:pt x="6446027" y="3479665"/>
                  </a:lnTo>
                  <a:lnTo>
                    <a:pt x="6374404" y="3479188"/>
                  </a:lnTo>
                  <a:lnTo>
                    <a:pt x="6302782" y="3478656"/>
                  </a:lnTo>
                  <a:lnTo>
                    <a:pt x="6231159" y="3478062"/>
                  </a:lnTo>
                  <a:lnTo>
                    <a:pt x="6159537" y="3477399"/>
                  </a:lnTo>
                  <a:lnTo>
                    <a:pt x="6087914" y="3476658"/>
                  </a:lnTo>
                  <a:lnTo>
                    <a:pt x="6016292" y="3475830"/>
                  </a:lnTo>
                  <a:lnTo>
                    <a:pt x="5944669" y="3474906"/>
                  </a:lnTo>
                  <a:lnTo>
                    <a:pt x="5873047" y="3473875"/>
                  </a:lnTo>
                  <a:lnTo>
                    <a:pt x="5801424" y="3472722"/>
                  </a:lnTo>
                  <a:lnTo>
                    <a:pt x="5729802" y="3471436"/>
                  </a:lnTo>
                  <a:lnTo>
                    <a:pt x="5658179" y="3469999"/>
                  </a:lnTo>
                  <a:lnTo>
                    <a:pt x="5586557" y="3468394"/>
                  </a:lnTo>
                  <a:lnTo>
                    <a:pt x="5514934" y="3466602"/>
                  </a:lnTo>
                  <a:lnTo>
                    <a:pt x="5443311" y="3464602"/>
                  </a:lnTo>
                  <a:lnTo>
                    <a:pt x="5371689" y="3462367"/>
                  </a:lnTo>
                  <a:lnTo>
                    <a:pt x="5300066" y="3459872"/>
                  </a:lnTo>
                  <a:lnTo>
                    <a:pt x="5228444" y="3457085"/>
                  </a:lnTo>
                  <a:lnTo>
                    <a:pt x="5156821" y="3453973"/>
                  </a:lnTo>
                  <a:lnTo>
                    <a:pt x="5085199" y="3450499"/>
                  </a:lnTo>
                  <a:lnTo>
                    <a:pt x="5013576" y="3446618"/>
                  </a:lnTo>
                  <a:lnTo>
                    <a:pt x="4941954" y="3442285"/>
                  </a:lnTo>
                  <a:lnTo>
                    <a:pt x="4870331" y="3437445"/>
                  </a:lnTo>
                  <a:lnTo>
                    <a:pt x="4798709" y="3432041"/>
                  </a:lnTo>
                  <a:lnTo>
                    <a:pt x="4727086" y="3426007"/>
                  </a:lnTo>
                  <a:lnTo>
                    <a:pt x="4655464" y="3419268"/>
                  </a:lnTo>
                  <a:lnTo>
                    <a:pt x="4583841" y="3411742"/>
                  </a:lnTo>
                  <a:lnTo>
                    <a:pt x="4512219" y="3403338"/>
                  </a:lnTo>
                  <a:lnTo>
                    <a:pt x="4440596" y="3393953"/>
                  </a:lnTo>
                  <a:lnTo>
                    <a:pt x="4368974" y="3383473"/>
                  </a:lnTo>
                  <a:lnTo>
                    <a:pt x="4297351" y="3371770"/>
                  </a:lnTo>
                  <a:lnTo>
                    <a:pt x="4225729" y="3358700"/>
                  </a:lnTo>
                  <a:lnTo>
                    <a:pt x="4154106" y="3344106"/>
                  </a:lnTo>
                  <a:lnTo>
                    <a:pt x="4082483" y="3327808"/>
                  </a:lnTo>
                  <a:lnTo>
                    <a:pt x="4010861" y="3309607"/>
                  </a:lnTo>
                  <a:lnTo>
                    <a:pt x="3939238" y="3289283"/>
                  </a:lnTo>
                  <a:lnTo>
                    <a:pt x="3867616" y="3266586"/>
                  </a:lnTo>
                  <a:lnTo>
                    <a:pt x="3795993" y="3241240"/>
                  </a:lnTo>
                  <a:lnTo>
                    <a:pt x="3724371" y="3212936"/>
                  </a:lnTo>
                  <a:lnTo>
                    <a:pt x="3652748" y="3181328"/>
                  </a:lnTo>
                  <a:lnTo>
                    <a:pt x="3581126" y="3146032"/>
                  </a:lnTo>
                  <a:lnTo>
                    <a:pt x="3509503" y="3106616"/>
                  </a:lnTo>
                  <a:lnTo>
                    <a:pt x="3437881" y="3062599"/>
                  </a:lnTo>
                  <a:lnTo>
                    <a:pt x="3366258" y="3013445"/>
                  </a:lnTo>
                  <a:lnTo>
                    <a:pt x="3294636" y="2958554"/>
                  </a:lnTo>
                  <a:lnTo>
                    <a:pt x="3223013" y="2897256"/>
                  </a:lnTo>
                  <a:lnTo>
                    <a:pt x="3151391" y="2828804"/>
                  </a:lnTo>
                  <a:lnTo>
                    <a:pt x="3079768" y="2752363"/>
                  </a:lnTo>
                  <a:lnTo>
                    <a:pt x="3008146" y="2667000"/>
                  </a:lnTo>
                  <a:lnTo>
                    <a:pt x="2936523" y="2685058"/>
                  </a:lnTo>
                  <a:lnTo>
                    <a:pt x="2864901" y="2719408"/>
                  </a:lnTo>
                  <a:lnTo>
                    <a:pt x="2793278" y="2752282"/>
                  </a:lnTo>
                  <a:lnTo>
                    <a:pt x="2721655" y="2783741"/>
                  </a:lnTo>
                  <a:lnTo>
                    <a:pt x="2650033" y="2813847"/>
                  </a:lnTo>
                  <a:lnTo>
                    <a:pt x="2578410" y="2842659"/>
                  </a:lnTo>
                  <a:lnTo>
                    <a:pt x="2506788" y="2870231"/>
                  </a:lnTo>
                  <a:lnTo>
                    <a:pt x="2435165" y="2896617"/>
                  </a:lnTo>
                  <a:lnTo>
                    <a:pt x="2363543" y="2921869"/>
                  </a:lnTo>
                  <a:lnTo>
                    <a:pt x="2291920" y="2946034"/>
                  </a:lnTo>
                  <a:lnTo>
                    <a:pt x="2220298" y="2969161"/>
                  </a:lnTo>
                  <a:lnTo>
                    <a:pt x="2148675" y="2991292"/>
                  </a:lnTo>
                  <a:lnTo>
                    <a:pt x="2077053" y="3012472"/>
                  </a:lnTo>
                  <a:lnTo>
                    <a:pt x="2005430" y="3032741"/>
                  </a:lnTo>
                  <a:lnTo>
                    <a:pt x="1933808" y="3052138"/>
                  </a:lnTo>
                  <a:lnTo>
                    <a:pt x="1862185" y="3070701"/>
                  </a:lnTo>
                  <a:lnTo>
                    <a:pt x="1790563" y="3088465"/>
                  </a:lnTo>
                  <a:lnTo>
                    <a:pt x="1718940" y="3105466"/>
                  </a:lnTo>
                  <a:lnTo>
                    <a:pt x="1647318" y="3121735"/>
                  </a:lnTo>
                  <a:lnTo>
                    <a:pt x="1575695" y="3137305"/>
                  </a:lnTo>
                  <a:lnTo>
                    <a:pt x="1504073" y="3152205"/>
                  </a:lnTo>
                  <a:lnTo>
                    <a:pt x="1432450" y="3166464"/>
                  </a:lnTo>
                  <a:lnTo>
                    <a:pt x="1360827" y="3180110"/>
                  </a:lnTo>
                  <a:lnTo>
                    <a:pt x="1289205" y="3193169"/>
                  </a:lnTo>
                  <a:lnTo>
                    <a:pt x="1217582" y="3205666"/>
                  </a:lnTo>
                  <a:lnTo>
                    <a:pt x="1145960" y="3217626"/>
                  </a:lnTo>
                  <a:lnTo>
                    <a:pt x="1074337" y="3229071"/>
                  </a:lnTo>
                  <a:lnTo>
                    <a:pt x="1002715" y="3240025"/>
                  </a:lnTo>
                  <a:lnTo>
                    <a:pt x="931092" y="3250507"/>
                  </a:lnTo>
                  <a:lnTo>
                    <a:pt x="859470" y="3260538"/>
                  </a:lnTo>
                  <a:lnTo>
                    <a:pt x="787847" y="3270138"/>
                  </a:lnTo>
                  <a:lnTo>
                    <a:pt x="716225" y="3279325"/>
                  </a:lnTo>
                  <a:lnTo>
                    <a:pt x="644602" y="3288117"/>
                  </a:lnTo>
                  <a:lnTo>
                    <a:pt x="572980" y="3296531"/>
                  </a:lnTo>
                  <a:lnTo>
                    <a:pt x="501357" y="3304582"/>
                  </a:lnTo>
                  <a:lnTo>
                    <a:pt x="429735" y="3312288"/>
                  </a:lnTo>
                  <a:lnTo>
                    <a:pt x="358112" y="3319662"/>
                  </a:lnTo>
                  <a:lnTo>
                    <a:pt x="286490" y="3326719"/>
                  </a:lnTo>
                  <a:lnTo>
                    <a:pt x="214867" y="3333473"/>
                  </a:lnTo>
                  <a:lnTo>
                    <a:pt x="143245" y="3339936"/>
                  </a:lnTo>
                  <a:lnTo>
                    <a:pt x="71622" y="3346121"/>
                  </a:lnTo>
                  <a:lnTo>
                    <a:pt x="0" y="3352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239547" y="2073503"/>
              <a:ext cx="3268318" cy="2649164"/>
            </a:xfrm>
            <a:custGeom>
              <a:avLst/>
              <a:pathLst>
                <a:path w="3268318" h="2649164">
                  <a:moveTo>
                    <a:pt x="0" y="0"/>
                  </a:moveTo>
                  <a:lnTo>
                    <a:pt x="9555" y="53414"/>
                  </a:lnTo>
                  <a:lnTo>
                    <a:pt x="81177" y="411939"/>
                  </a:lnTo>
                  <a:lnTo>
                    <a:pt x="152800" y="732992"/>
                  </a:lnTo>
                  <a:lnTo>
                    <a:pt x="224423" y="1020490"/>
                  </a:lnTo>
                  <a:lnTo>
                    <a:pt x="296045" y="1277940"/>
                  </a:lnTo>
                  <a:lnTo>
                    <a:pt x="367668" y="1508483"/>
                  </a:lnTo>
                  <a:lnTo>
                    <a:pt x="439290" y="1714929"/>
                  </a:lnTo>
                  <a:lnTo>
                    <a:pt x="510913" y="1899799"/>
                  </a:lnTo>
                  <a:lnTo>
                    <a:pt x="582535" y="2065347"/>
                  </a:lnTo>
                  <a:lnTo>
                    <a:pt x="654158" y="2213593"/>
                  </a:lnTo>
                  <a:lnTo>
                    <a:pt x="725780" y="2346344"/>
                  </a:lnTo>
                  <a:lnTo>
                    <a:pt x="797403" y="2465221"/>
                  </a:lnTo>
                  <a:lnTo>
                    <a:pt x="869025" y="2571673"/>
                  </a:lnTo>
                  <a:lnTo>
                    <a:pt x="940648" y="2649164"/>
                  </a:lnTo>
                  <a:lnTo>
                    <a:pt x="1012270" y="2611656"/>
                  </a:lnTo>
                  <a:lnTo>
                    <a:pt x="1083893" y="2572463"/>
                  </a:lnTo>
                  <a:lnTo>
                    <a:pt x="1155515" y="2531509"/>
                  </a:lnTo>
                  <a:lnTo>
                    <a:pt x="1227138" y="2488714"/>
                  </a:lnTo>
                  <a:lnTo>
                    <a:pt x="1298760" y="2443996"/>
                  </a:lnTo>
                  <a:lnTo>
                    <a:pt x="1370383" y="2397268"/>
                  </a:lnTo>
                  <a:lnTo>
                    <a:pt x="1442005" y="2348440"/>
                  </a:lnTo>
                  <a:lnTo>
                    <a:pt x="1513628" y="2297418"/>
                  </a:lnTo>
                  <a:lnTo>
                    <a:pt x="1585251" y="2244102"/>
                  </a:lnTo>
                  <a:lnTo>
                    <a:pt x="1656873" y="2188391"/>
                  </a:lnTo>
                  <a:lnTo>
                    <a:pt x="1728496" y="2130176"/>
                  </a:lnTo>
                  <a:lnTo>
                    <a:pt x="1800118" y="2069344"/>
                  </a:lnTo>
                  <a:lnTo>
                    <a:pt x="1871741" y="2005779"/>
                  </a:lnTo>
                  <a:lnTo>
                    <a:pt x="1943363" y="1939357"/>
                  </a:lnTo>
                  <a:lnTo>
                    <a:pt x="2014986" y="1869950"/>
                  </a:lnTo>
                  <a:lnTo>
                    <a:pt x="2086608" y="1797423"/>
                  </a:lnTo>
                  <a:lnTo>
                    <a:pt x="2158231" y="1721637"/>
                  </a:lnTo>
                  <a:lnTo>
                    <a:pt x="2229853" y="1642446"/>
                  </a:lnTo>
                  <a:lnTo>
                    <a:pt x="2301476" y="1559695"/>
                  </a:lnTo>
                  <a:lnTo>
                    <a:pt x="2373098" y="1473225"/>
                  </a:lnTo>
                  <a:lnTo>
                    <a:pt x="2444721" y="1382869"/>
                  </a:lnTo>
                  <a:lnTo>
                    <a:pt x="2516343" y="1288453"/>
                  </a:lnTo>
                  <a:lnTo>
                    <a:pt x="2587966" y="1189793"/>
                  </a:lnTo>
                  <a:lnTo>
                    <a:pt x="2659588" y="1086700"/>
                  </a:lnTo>
                  <a:lnTo>
                    <a:pt x="2731211" y="978973"/>
                  </a:lnTo>
                  <a:lnTo>
                    <a:pt x="2802833" y="866405"/>
                  </a:lnTo>
                  <a:lnTo>
                    <a:pt x="2874456" y="748777"/>
                  </a:lnTo>
                  <a:lnTo>
                    <a:pt x="2946079" y="625864"/>
                  </a:lnTo>
                  <a:lnTo>
                    <a:pt x="3017701" y="497426"/>
                  </a:lnTo>
                  <a:lnTo>
                    <a:pt x="3089324" y="363217"/>
                  </a:lnTo>
                  <a:lnTo>
                    <a:pt x="3160946" y="222976"/>
                  </a:lnTo>
                  <a:lnTo>
                    <a:pt x="3232569" y="76432"/>
                  </a:lnTo>
                  <a:lnTo>
                    <a:pt x="326831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40503"/>
              <a:ext cx="7090630" cy="815235"/>
            </a:xfrm>
            <a:custGeom>
              <a:avLst/>
              <a:pathLst>
                <a:path w="7090630" h="815235">
                  <a:moveTo>
                    <a:pt x="7090630" y="815235"/>
                  </a:moveTo>
                  <a:lnTo>
                    <a:pt x="7019007" y="815059"/>
                  </a:lnTo>
                  <a:lnTo>
                    <a:pt x="6947385" y="814862"/>
                  </a:lnTo>
                  <a:lnTo>
                    <a:pt x="6875762" y="814642"/>
                  </a:lnTo>
                  <a:lnTo>
                    <a:pt x="6804139" y="814396"/>
                  </a:lnTo>
                  <a:lnTo>
                    <a:pt x="6732517" y="814122"/>
                  </a:lnTo>
                  <a:lnTo>
                    <a:pt x="6660894" y="813815"/>
                  </a:lnTo>
                  <a:lnTo>
                    <a:pt x="6589272" y="813473"/>
                  </a:lnTo>
                  <a:lnTo>
                    <a:pt x="6517649" y="813091"/>
                  </a:lnTo>
                  <a:lnTo>
                    <a:pt x="6446027" y="812664"/>
                  </a:lnTo>
                  <a:lnTo>
                    <a:pt x="6374404" y="812188"/>
                  </a:lnTo>
                  <a:lnTo>
                    <a:pt x="6302782" y="811656"/>
                  </a:lnTo>
                  <a:lnTo>
                    <a:pt x="6231159" y="811062"/>
                  </a:lnTo>
                  <a:lnTo>
                    <a:pt x="6159537" y="810398"/>
                  </a:lnTo>
                  <a:lnTo>
                    <a:pt x="6087914" y="809658"/>
                  </a:lnTo>
                  <a:lnTo>
                    <a:pt x="6016292" y="808830"/>
                  </a:lnTo>
                  <a:lnTo>
                    <a:pt x="5944669" y="807906"/>
                  </a:lnTo>
                  <a:lnTo>
                    <a:pt x="5873047" y="806874"/>
                  </a:lnTo>
                  <a:lnTo>
                    <a:pt x="5801424" y="805722"/>
                  </a:lnTo>
                  <a:lnTo>
                    <a:pt x="5729802" y="804436"/>
                  </a:lnTo>
                  <a:lnTo>
                    <a:pt x="5658179" y="802999"/>
                  </a:lnTo>
                  <a:lnTo>
                    <a:pt x="5586557" y="801394"/>
                  </a:lnTo>
                  <a:lnTo>
                    <a:pt x="5514934" y="799602"/>
                  </a:lnTo>
                  <a:lnTo>
                    <a:pt x="5443311" y="797601"/>
                  </a:lnTo>
                  <a:lnTo>
                    <a:pt x="5371689" y="795367"/>
                  </a:lnTo>
                  <a:lnTo>
                    <a:pt x="5300066" y="792872"/>
                  </a:lnTo>
                  <a:lnTo>
                    <a:pt x="5228444" y="790085"/>
                  </a:lnTo>
                  <a:lnTo>
                    <a:pt x="5156821" y="786973"/>
                  </a:lnTo>
                  <a:lnTo>
                    <a:pt x="5085199" y="783499"/>
                  </a:lnTo>
                  <a:lnTo>
                    <a:pt x="5013576" y="779618"/>
                  </a:lnTo>
                  <a:lnTo>
                    <a:pt x="4941954" y="775285"/>
                  </a:lnTo>
                  <a:lnTo>
                    <a:pt x="4870331" y="770445"/>
                  </a:lnTo>
                  <a:lnTo>
                    <a:pt x="4798709" y="765041"/>
                  </a:lnTo>
                  <a:lnTo>
                    <a:pt x="4727086" y="759007"/>
                  </a:lnTo>
                  <a:lnTo>
                    <a:pt x="4655464" y="752268"/>
                  </a:lnTo>
                  <a:lnTo>
                    <a:pt x="4583841" y="744742"/>
                  </a:lnTo>
                  <a:lnTo>
                    <a:pt x="4512219" y="736338"/>
                  </a:lnTo>
                  <a:lnTo>
                    <a:pt x="4440596" y="726953"/>
                  </a:lnTo>
                  <a:lnTo>
                    <a:pt x="4368974" y="716473"/>
                  </a:lnTo>
                  <a:lnTo>
                    <a:pt x="4297351" y="704770"/>
                  </a:lnTo>
                  <a:lnTo>
                    <a:pt x="4225729" y="691700"/>
                  </a:lnTo>
                  <a:lnTo>
                    <a:pt x="4154106" y="677106"/>
                  </a:lnTo>
                  <a:lnTo>
                    <a:pt x="4082483" y="660807"/>
                  </a:lnTo>
                  <a:lnTo>
                    <a:pt x="4010861" y="642607"/>
                  </a:lnTo>
                  <a:lnTo>
                    <a:pt x="3939238" y="622283"/>
                  </a:lnTo>
                  <a:lnTo>
                    <a:pt x="3867616" y="599586"/>
                  </a:lnTo>
                  <a:lnTo>
                    <a:pt x="3795993" y="574240"/>
                  </a:lnTo>
                  <a:lnTo>
                    <a:pt x="3724371" y="545936"/>
                  </a:lnTo>
                  <a:lnTo>
                    <a:pt x="3652748" y="514328"/>
                  </a:lnTo>
                  <a:lnTo>
                    <a:pt x="3581126" y="479032"/>
                  </a:lnTo>
                  <a:lnTo>
                    <a:pt x="3509503" y="439616"/>
                  </a:lnTo>
                  <a:lnTo>
                    <a:pt x="3437881" y="395599"/>
                  </a:lnTo>
                  <a:lnTo>
                    <a:pt x="3366258" y="346445"/>
                  </a:lnTo>
                  <a:lnTo>
                    <a:pt x="3294636" y="291554"/>
                  </a:lnTo>
                  <a:lnTo>
                    <a:pt x="3223013" y="230256"/>
                  </a:lnTo>
                  <a:lnTo>
                    <a:pt x="3151391" y="161804"/>
                  </a:lnTo>
                  <a:lnTo>
                    <a:pt x="3079768" y="85363"/>
                  </a:lnTo>
                  <a:lnTo>
                    <a:pt x="3008146" y="0"/>
                  </a:lnTo>
                  <a:lnTo>
                    <a:pt x="2936523" y="18058"/>
                  </a:lnTo>
                  <a:lnTo>
                    <a:pt x="2864901" y="52408"/>
                  </a:lnTo>
                  <a:lnTo>
                    <a:pt x="2793278" y="85282"/>
                  </a:lnTo>
                  <a:lnTo>
                    <a:pt x="2721655" y="116741"/>
                  </a:lnTo>
                  <a:lnTo>
                    <a:pt x="2650033" y="146847"/>
                  </a:lnTo>
                  <a:lnTo>
                    <a:pt x="2578410" y="175658"/>
                  </a:lnTo>
                  <a:lnTo>
                    <a:pt x="2506788" y="203231"/>
                  </a:lnTo>
                  <a:lnTo>
                    <a:pt x="2435165" y="229617"/>
                  </a:lnTo>
                  <a:lnTo>
                    <a:pt x="2363543" y="254869"/>
                  </a:lnTo>
                  <a:lnTo>
                    <a:pt x="2291920" y="279034"/>
                  </a:lnTo>
                  <a:lnTo>
                    <a:pt x="2220298" y="302161"/>
                  </a:lnTo>
                  <a:lnTo>
                    <a:pt x="2148675" y="324292"/>
                  </a:lnTo>
                  <a:lnTo>
                    <a:pt x="2077053" y="345472"/>
                  </a:lnTo>
                  <a:lnTo>
                    <a:pt x="2005430" y="365741"/>
                  </a:lnTo>
                  <a:lnTo>
                    <a:pt x="1933808" y="385138"/>
                  </a:lnTo>
                  <a:lnTo>
                    <a:pt x="1862185" y="403701"/>
                  </a:lnTo>
                  <a:lnTo>
                    <a:pt x="1790563" y="421465"/>
                  </a:lnTo>
                  <a:lnTo>
                    <a:pt x="1718940" y="438466"/>
                  </a:lnTo>
                  <a:lnTo>
                    <a:pt x="1647318" y="454735"/>
                  </a:lnTo>
                  <a:lnTo>
                    <a:pt x="1575695" y="470305"/>
                  </a:lnTo>
                  <a:lnTo>
                    <a:pt x="1504073" y="485205"/>
                  </a:lnTo>
                  <a:lnTo>
                    <a:pt x="1432450" y="499464"/>
                  </a:lnTo>
                  <a:lnTo>
                    <a:pt x="1360827" y="513110"/>
                  </a:lnTo>
                  <a:lnTo>
                    <a:pt x="1289205" y="526169"/>
                  </a:lnTo>
                  <a:lnTo>
                    <a:pt x="1217582" y="538666"/>
                  </a:lnTo>
                  <a:lnTo>
                    <a:pt x="1145960" y="550626"/>
                  </a:lnTo>
                  <a:lnTo>
                    <a:pt x="1074337" y="562071"/>
                  </a:lnTo>
                  <a:lnTo>
                    <a:pt x="1002715" y="573025"/>
                  </a:lnTo>
                  <a:lnTo>
                    <a:pt x="931092" y="583507"/>
                  </a:lnTo>
                  <a:lnTo>
                    <a:pt x="859470" y="593538"/>
                  </a:lnTo>
                  <a:lnTo>
                    <a:pt x="787847" y="603138"/>
                  </a:lnTo>
                  <a:lnTo>
                    <a:pt x="716225" y="612325"/>
                  </a:lnTo>
                  <a:lnTo>
                    <a:pt x="644602" y="621117"/>
                  </a:lnTo>
                  <a:lnTo>
                    <a:pt x="572980" y="629531"/>
                  </a:lnTo>
                  <a:lnTo>
                    <a:pt x="501357" y="637582"/>
                  </a:lnTo>
                  <a:lnTo>
                    <a:pt x="429735" y="645288"/>
                  </a:lnTo>
                  <a:lnTo>
                    <a:pt x="358112" y="652662"/>
                  </a:lnTo>
                  <a:lnTo>
                    <a:pt x="286490" y="659719"/>
                  </a:lnTo>
                  <a:lnTo>
                    <a:pt x="214867" y="666473"/>
                  </a:lnTo>
                  <a:lnTo>
                    <a:pt x="143245" y="672936"/>
                  </a:lnTo>
                  <a:lnTo>
                    <a:pt x="71622" y="679121"/>
                  </a:lnTo>
                  <a:lnTo>
                    <a:pt x="0" y="685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225798"/>
              <a:ext cx="7090630" cy="3207129"/>
            </a:xfrm>
            <a:custGeom>
              <a:avLst/>
              <a:pathLst>
                <a:path w="7090630" h="3207129">
                  <a:moveTo>
                    <a:pt x="0" y="0"/>
                  </a:moveTo>
                  <a:lnTo>
                    <a:pt x="71622" y="108836"/>
                  </a:lnTo>
                  <a:lnTo>
                    <a:pt x="143245" y="214118"/>
                  </a:lnTo>
                  <a:lnTo>
                    <a:pt x="214867" y="315959"/>
                  </a:lnTo>
                  <a:lnTo>
                    <a:pt x="286490" y="414474"/>
                  </a:lnTo>
                  <a:lnTo>
                    <a:pt x="358112" y="509770"/>
                  </a:lnTo>
                  <a:lnTo>
                    <a:pt x="429735" y="601953"/>
                  </a:lnTo>
                  <a:lnTo>
                    <a:pt x="501357" y="691124"/>
                  </a:lnTo>
                  <a:lnTo>
                    <a:pt x="572980" y="777383"/>
                  </a:lnTo>
                  <a:lnTo>
                    <a:pt x="644602" y="860823"/>
                  </a:lnTo>
                  <a:lnTo>
                    <a:pt x="716225" y="941537"/>
                  </a:lnTo>
                  <a:lnTo>
                    <a:pt x="787847" y="1019614"/>
                  </a:lnTo>
                  <a:lnTo>
                    <a:pt x="859470" y="1095141"/>
                  </a:lnTo>
                  <a:lnTo>
                    <a:pt x="931092" y="1168200"/>
                  </a:lnTo>
                  <a:lnTo>
                    <a:pt x="1002715" y="1238872"/>
                  </a:lnTo>
                  <a:lnTo>
                    <a:pt x="1074337" y="1307236"/>
                  </a:lnTo>
                  <a:lnTo>
                    <a:pt x="1145960" y="1373366"/>
                  </a:lnTo>
                  <a:lnTo>
                    <a:pt x="1217582" y="1437335"/>
                  </a:lnTo>
                  <a:lnTo>
                    <a:pt x="1289205" y="1499215"/>
                  </a:lnTo>
                  <a:lnTo>
                    <a:pt x="1360827" y="1559074"/>
                  </a:lnTo>
                  <a:lnTo>
                    <a:pt x="1432450" y="1616976"/>
                  </a:lnTo>
                  <a:lnTo>
                    <a:pt x="1504073" y="1672987"/>
                  </a:lnTo>
                  <a:lnTo>
                    <a:pt x="1575695" y="1727168"/>
                  </a:lnTo>
                  <a:lnTo>
                    <a:pt x="1647318" y="1779580"/>
                  </a:lnTo>
                  <a:lnTo>
                    <a:pt x="1718940" y="1830278"/>
                  </a:lnTo>
                  <a:lnTo>
                    <a:pt x="1790563" y="1879321"/>
                  </a:lnTo>
                  <a:lnTo>
                    <a:pt x="1862185" y="1926761"/>
                  </a:lnTo>
                  <a:lnTo>
                    <a:pt x="1933808" y="1972652"/>
                  </a:lnTo>
                  <a:lnTo>
                    <a:pt x="2005430" y="2017043"/>
                  </a:lnTo>
                  <a:lnTo>
                    <a:pt x="2077053" y="2059984"/>
                  </a:lnTo>
                  <a:lnTo>
                    <a:pt x="2148675" y="2101522"/>
                  </a:lnTo>
                  <a:lnTo>
                    <a:pt x="2220298" y="2141703"/>
                  </a:lnTo>
                  <a:lnTo>
                    <a:pt x="2291920" y="2180572"/>
                  </a:lnTo>
                  <a:lnTo>
                    <a:pt x="2363543" y="2218171"/>
                  </a:lnTo>
                  <a:lnTo>
                    <a:pt x="2435165" y="2254541"/>
                  </a:lnTo>
                  <a:lnTo>
                    <a:pt x="2506788" y="2289723"/>
                  </a:lnTo>
                  <a:lnTo>
                    <a:pt x="2578410" y="2323756"/>
                  </a:lnTo>
                  <a:lnTo>
                    <a:pt x="2650033" y="2356677"/>
                  </a:lnTo>
                  <a:lnTo>
                    <a:pt x="2721655" y="2388522"/>
                  </a:lnTo>
                  <a:lnTo>
                    <a:pt x="2793278" y="2419327"/>
                  </a:lnTo>
                  <a:lnTo>
                    <a:pt x="2864901" y="2449126"/>
                  </a:lnTo>
                  <a:lnTo>
                    <a:pt x="2936523" y="2477951"/>
                  </a:lnTo>
                  <a:lnTo>
                    <a:pt x="3008146" y="2505834"/>
                  </a:lnTo>
                  <a:lnTo>
                    <a:pt x="3079768" y="2532807"/>
                  </a:lnTo>
                  <a:lnTo>
                    <a:pt x="3151391" y="2558898"/>
                  </a:lnTo>
                  <a:lnTo>
                    <a:pt x="3223013" y="2584137"/>
                  </a:lnTo>
                  <a:lnTo>
                    <a:pt x="3294636" y="2608551"/>
                  </a:lnTo>
                  <a:lnTo>
                    <a:pt x="3366258" y="2632168"/>
                  </a:lnTo>
                  <a:lnTo>
                    <a:pt x="3437881" y="2655013"/>
                  </a:lnTo>
                  <a:lnTo>
                    <a:pt x="3509503" y="2677112"/>
                  </a:lnTo>
                  <a:lnTo>
                    <a:pt x="3581126" y="2698489"/>
                  </a:lnTo>
                  <a:lnTo>
                    <a:pt x="3652748" y="2719168"/>
                  </a:lnTo>
                  <a:lnTo>
                    <a:pt x="3724371" y="2739171"/>
                  </a:lnTo>
                  <a:lnTo>
                    <a:pt x="3795993" y="2758520"/>
                  </a:lnTo>
                  <a:lnTo>
                    <a:pt x="3867616" y="2777237"/>
                  </a:lnTo>
                  <a:lnTo>
                    <a:pt x="3939238" y="2795343"/>
                  </a:lnTo>
                  <a:lnTo>
                    <a:pt x="4010861" y="2812858"/>
                  </a:lnTo>
                  <a:lnTo>
                    <a:pt x="4082483" y="2829800"/>
                  </a:lnTo>
                  <a:lnTo>
                    <a:pt x="4154106" y="2846189"/>
                  </a:lnTo>
                  <a:lnTo>
                    <a:pt x="4225729" y="2862042"/>
                  </a:lnTo>
                  <a:lnTo>
                    <a:pt x="4297351" y="2877377"/>
                  </a:lnTo>
                  <a:lnTo>
                    <a:pt x="4368974" y="2892212"/>
                  </a:lnTo>
                  <a:lnTo>
                    <a:pt x="4440596" y="2906561"/>
                  </a:lnTo>
                  <a:lnTo>
                    <a:pt x="4512219" y="2920442"/>
                  </a:lnTo>
                  <a:lnTo>
                    <a:pt x="4583841" y="2933870"/>
                  </a:lnTo>
                  <a:lnTo>
                    <a:pt x="4655464" y="2946858"/>
                  </a:lnTo>
                  <a:lnTo>
                    <a:pt x="4727086" y="2959423"/>
                  </a:lnTo>
                  <a:lnTo>
                    <a:pt x="4798709" y="2971577"/>
                  </a:lnTo>
                  <a:lnTo>
                    <a:pt x="4870331" y="2983334"/>
                  </a:lnTo>
                  <a:lnTo>
                    <a:pt x="4941954" y="2994707"/>
                  </a:lnTo>
                  <a:lnTo>
                    <a:pt x="5013576" y="3005708"/>
                  </a:lnTo>
                  <a:lnTo>
                    <a:pt x="5085199" y="3016350"/>
                  </a:lnTo>
                  <a:lnTo>
                    <a:pt x="5156821" y="3026644"/>
                  </a:lnTo>
                  <a:lnTo>
                    <a:pt x="5228444" y="3036602"/>
                  </a:lnTo>
                  <a:lnTo>
                    <a:pt x="5300066" y="3046234"/>
                  </a:lnTo>
                  <a:lnTo>
                    <a:pt x="5371689" y="3055552"/>
                  </a:lnTo>
                  <a:lnTo>
                    <a:pt x="5443311" y="3064566"/>
                  </a:lnTo>
                  <a:lnTo>
                    <a:pt x="5514934" y="3073285"/>
                  </a:lnTo>
                  <a:lnTo>
                    <a:pt x="5586557" y="3081719"/>
                  </a:lnTo>
                  <a:lnTo>
                    <a:pt x="5658179" y="3089878"/>
                  </a:lnTo>
                  <a:lnTo>
                    <a:pt x="5729802" y="3097770"/>
                  </a:lnTo>
                  <a:lnTo>
                    <a:pt x="5801424" y="3105404"/>
                  </a:lnTo>
                  <a:lnTo>
                    <a:pt x="5873047" y="3112789"/>
                  </a:lnTo>
                  <a:lnTo>
                    <a:pt x="5944669" y="3119932"/>
                  </a:lnTo>
                  <a:lnTo>
                    <a:pt x="6016292" y="3126842"/>
                  </a:lnTo>
                  <a:lnTo>
                    <a:pt x="6087914" y="3133527"/>
                  </a:lnTo>
                  <a:lnTo>
                    <a:pt x="6159537" y="3139993"/>
                  </a:lnTo>
                  <a:lnTo>
                    <a:pt x="6231159" y="3146248"/>
                  </a:lnTo>
                  <a:lnTo>
                    <a:pt x="6302782" y="3152298"/>
                  </a:lnTo>
                  <a:lnTo>
                    <a:pt x="6374404" y="3158151"/>
                  </a:lnTo>
                  <a:lnTo>
                    <a:pt x="6446027" y="3163813"/>
                  </a:lnTo>
                  <a:lnTo>
                    <a:pt x="6517649" y="3169289"/>
                  </a:lnTo>
                  <a:lnTo>
                    <a:pt x="6589272" y="3174587"/>
                  </a:lnTo>
                  <a:lnTo>
                    <a:pt x="6660894" y="3179712"/>
                  </a:lnTo>
                  <a:lnTo>
                    <a:pt x="6732517" y="3184669"/>
                  </a:lnTo>
                  <a:lnTo>
                    <a:pt x="6804139" y="3189464"/>
                  </a:lnTo>
                  <a:lnTo>
                    <a:pt x="6875762" y="3194103"/>
                  </a:lnTo>
                  <a:lnTo>
                    <a:pt x="6947385" y="3198590"/>
                  </a:lnTo>
                  <a:lnTo>
                    <a:pt x="7019007" y="3202931"/>
                  </a:lnTo>
                  <a:lnTo>
                    <a:pt x="7090630" y="32071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1.52 (0.57-4.02), p = 0.399  |  per IQR decline (Δ = 27.2 %): 3.12 (0.22-43.97)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7602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2026-10-09T15:12:27Z</dcterms:modified>
  <cp:category/>
</cp:coreProperties>
</file>