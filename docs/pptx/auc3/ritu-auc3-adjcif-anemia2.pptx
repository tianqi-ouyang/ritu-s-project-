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39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112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982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45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2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75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469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183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68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161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9737"/>
              <a:ext cx="7005923" cy="2276081"/>
            </a:xfrm>
            <a:custGeom>
              <a:avLst/>
              <a:pathLst>
                <a:path w="7005923" h="2276081">
                  <a:moveTo>
                    <a:pt x="0" y="2276081"/>
                  </a:moveTo>
                  <a:lnTo>
                    <a:pt x="89819" y="2276081"/>
                  </a:lnTo>
                  <a:lnTo>
                    <a:pt x="89819" y="2239794"/>
                  </a:lnTo>
                  <a:lnTo>
                    <a:pt x="269458" y="2239794"/>
                  </a:lnTo>
                  <a:lnTo>
                    <a:pt x="269458" y="2203392"/>
                  </a:lnTo>
                  <a:lnTo>
                    <a:pt x="359278" y="2203392"/>
                  </a:lnTo>
                  <a:lnTo>
                    <a:pt x="359278" y="2169511"/>
                  </a:lnTo>
                  <a:lnTo>
                    <a:pt x="538917" y="2169511"/>
                  </a:lnTo>
                  <a:lnTo>
                    <a:pt x="538917" y="2107703"/>
                  </a:lnTo>
                  <a:lnTo>
                    <a:pt x="628736" y="2107703"/>
                  </a:lnTo>
                  <a:lnTo>
                    <a:pt x="628736" y="2074485"/>
                  </a:lnTo>
                  <a:lnTo>
                    <a:pt x="718556" y="2074485"/>
                  </a:lnTo>
                  <a:lnTo>
                    <a:pt x="718556" y="2013328"/>
                  </a:lnTo>
                  <a:lnTo>
                    <a:pt x="898195" y="2013328"/>
                  </a:lnTo>
                  <a:lnTo>
                    <a:pt x="898195" y="1975199"/>
                  </a:lnTo>
                  <a:lnTo>
                    <a:pt x="1077834" y="1975199"/>
                  </a:lnTo>
                  <a:lnTo>
                    <a:pt x="1077834" y="1904073"/>
                  </a:lnTo>
                  <a:lnTo>
                    <a:pt x="1167653" y="1904073"/>
                  </a:lnTo>
                  <a:lnTo>
                    <a:pt x="1167653" y="1772260"/>
                  </a:lnTo>
                  <a:lnTo>
                    <a:pt x="1257473" y="1772260"/>
                  </a:lnTo>
                  <a:lnTo>
                    <a:pt x="1257473" y="1728454"/>
                  </a:lnTo>
                  <a:lnTo>
                    <a:pt x="1796390" y="1728454"/>
                  </a:lnTo>
                  <a:lnTo>
                    <a:pt x="1796390" y="1685098"/>
                  </a:lnTo>
                  <a:lnTo>
                    <a:pt x="2065849" y="1685098"/>
                  </a:lnTo>
                  <a:lnTo>
                    <a:pt x="2065849" y="1640600"/>
                  </a:lnTo>
                  <a:lnTo>
                    <a:pt x="2155668" y="1640600"/>
                  </a:lnTo>
                  <a:lnTo>
                    <a:pt x="2155668" y="1596458"/>
                  </a:lnTo>
                  <a:lnTo>
                    <a:pt x="2335307" y="1596458"/>
                  </a:lnTo>
                  <a:lnTo>
                    <a:pt x="2335307" y="1553809"/>
                  </a:lnTo>
                  <a:lnTo>
                    <a:pt x="3053864" y="1553809"/>
                  </a:lnTo>
                  <a:lnTo>
                    <a:pt x="3053864" y="1286641"/>
                  </a:lnTo>
                  <a:lnTo>
                    <a:pt x="3143683" y="1286641"/>
                  </a:lnTo>
                  <a:lnTo>
                    <a:pt x="3143683" y="1208454"/>
                  </a:lnTo>
                  <a:lnTo>
                    <a:pt x="3233503" y="1208454"/>
                  </a:lnTo>
                  <a:lnTo>
                    <a:pt x="3233503" y="1166197"/>
                  </a:lnTo>
                  <a:lnTo>
                    <a:pt x="3323322" y="1166197"/>
                  </a:lnTo>
                  <a:lnTo>
                    <a:pt x="3323322" y="1124176"/>
                  </a:lnTo>
                  <a:lnTo>
                    <a:pt x="3502961" y="1124176"/>
                  </a:lnTo>
                  <a:lnTo>
                    <a:pt x="3502961" y="1040707"/>
                  </a:lnTo>
                  <a:lnTo>
                    <a:pt x="3952059" y="1040707"/>
                  </a:lnTo>
                  <a:lnTo>
                    <a:pt x="3952059" y="952560"/>
                  </a:lnTo>
                  <a:lnTo>
                    <a:pt x="4670615" y="952560"/>
                  </a:lnTo>
                  <a:lnTo>
                    <a:pt x="4670615" y="865509"/>
                  </a:lnTo>
                  <a:lnTo>
                    <a:pt x="4760435" y="865509"/>
                  </a:lnTo>
                  <a:lnTo>
                    <a:pt x="4760435" y="822522"/>
                  </a:lnTo>
                  <a:lnTo>
                    <a:pt x="4940074" y="822522"/>
                  </a:lnTo>
                  <a:lnTo>
                    <a:pt x="4940074" y="697911"/>
                  </a:lnTo>
                  <a:lnTo>
                    <a:pt x="5119713" y="697911"/>
                  </a:lnTo>
                  <a:lnTo>
                    <a:pt x="5119713" y="654967"/>
                  </a:lnTo>
                  <a:lnTo>
                    <a:pt x="5748449" y="654967"/>
                  </a:lnTo>
                  <a:lnTo>
                    <a:pt x="5748449" y="613144"/>
                  </a:lnTo>
                  <a:lnTo>
                    <a:pt x="5928089" y="613144"/>
                  </a:lnTo>
                  <a:lnTo>
                    <a:pt x="5928089" y="572348"/>
                  </a:lnTo>
                  <a:lnTo>
                    <a:pt x="6017908" y="572348"/>
                  </a:lnTo>
                  <a:lnTo>
                    <a:pt x="6017908" y="532575"/>
                  </a:lnTo>
                  <a:lnTo>
                    <a:pt x="6197547" y="532575"/>
                  </a:lnTo>
                  <a:lnTo>
                    <a:pt x="6197547" y="456028"/>
                  </a:lnTo>
                  <a:lnTo>
                    <a:pt x="6467006" y="456028"/>
                  </a:lnTo>
                  <a:lnTo>
                    <a:pt x="6467006" y="417401"/>
                  </a:lnTo>
                  <a:lnTo>
                    <a:pt x="6556825" y="417401"/>
                  </a:lnTo>
                  <a:lnTo>
                    <a:pt x="6556825" y="341739"/>
                  </a:lnTo>
                  <a:lnTo>
                    <a:pt x="6646645" y="341739"/>
                  </a:lnTo>
                  <a:lnTo>
                    <a:pt x="6646645" y="304967"/>
                  </a:lnTo>
                  <a:lnTo>
                    <a:pt x="6736464" y="304967"/>
                  </a:lnTo>
                  <a:lnTo>
                    <a:pt x="6736464" y="234003"/>
                  </a:lnTo>
                  <a:lnTo>
                    <a:pt x="6826284" y="234003"/>
                  </a:lnTo>
                  <a:lnTo>
                    <a:pt x="6826284" y="100980"/>
                  </a:lnTo>
                  <a:lnTo>
                    <a:pt x="6916103" y="100980"/>
                  </a:lnTo>
                  <a:lnTo>
                    <a:pt x="6916103" y="67049"/>
                  </a:lnTo>
                  <a:lnTo>
                    <a:pt x="7005923" y="6704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69679"/>
            </a:xfrm>
            <a:custGeom>
              <a:avLst/>
              <a:pathLst>
                <a:path w="7005923" h="2669679">
                  <a:moveTo>
                    <a:pt x="0" y="2669679"/>
                  </a:moveTo>
                  <a:lnTo>
                    <a:pt x="89819" y="2669679"/>
                  </a:lnTo>
                  <a:lnTo>
                    <a:pt x="89819" y="2619999"/>
                  </a:lnTo>
                  <a:lnTo>
                    <a:pt x="269458" y="2619999"/>
                  </a:lnTo>
                  <a:lnTo>
                    <a:pt x="269458" y="2571509"/>
                  </a:lnTo>
                  <a:lnTo>
                    <a:pt x="359278" y="2571509"/>
                  </a:lnTo>
                  <a:lnTo>
                    <a:pt x="359278" y="2527409"/>
                  </a:lnTo>
                  <a:lnTo>
                    <a:pt x="538917" y="2527409"/>
                  </a:lnTo>
                  <a:lnTo>
                    <a:pt x="538917" y="2448933"/>
                  </a:lnTo>
                  <a:lnTo>
                    <a:pt x="628736" y="2448933"/>
                  </a:lnTo>
                  <a:lnTo>
                    <a:pt x="628736" y="2407516"/>
                  </a:lnTo>
                  <a:lnTo>
                    <a:pt x="718556" y="2407516"/>
                  </a:lnTo>
                  <a:lnTo>
                    <a:pt x="718556" y="2332064"/>
                  </a:lnTo>
                  <a:lnTo>
                    <a:pt x="898195" y="2332064"/>
                  </a:lnTo>
                  <a:lnTo>
                    <a:pt x="898195" y="2285283"/>
                  </a:lnTo>
                  <a:lnTo>
                    <a:pt x="1077834" y="2285283"/>
                  </a:lnTo>
                  <a:lnTo>
                    <a:pt x="1077834" y="2198072"/>
                  </a:lnTo>
                  <a:lnTo>
                    <a:pt x="1167653" y="2198072"/>
                  </a:lnTo>
                  <a:lnTo>
                    <a:pt x="1167653" y="2035777"/>
                  </a:lnTo>
                  <a:lnTo>
                    <a:pt x="1257473" y="2035777"/>
                  </a:lnTo>
                  <a:lnTo>
                    <a:pt x="1257473" y="1981675"/>
                  </a:lnTo>
                  <a:lnTo>
                    <a:pt x="1796390" y="1981675"/>
                  </a:lnTo>
                  <a:lnTo>
                    <a:pt x="1796390" y="1928119"/>
                  </a:lnTo>
                  <a:lnTo>
                    <a:pt x="2065849" y="1928119"/>
                  </a:lnTo>
                  <a:lnTo>
                    <a:pt x="2065849" y="1873191"/>
                  </a:lnTo>
                  <a:lnTo>
                    <a:pt x="2155668" y="1873191"/>
                  </a:lnTo>
                  <a:lnTo>
                    <a:pt x="2155668" y="1818791"/>
                  </a:lnTo>
                  <a:lnTo>
                    <a:pt x="2335307" y="1818791"/>
                  </a:lnTo>
                  <a:lnTo>
                    <a:pt x="2335307" y="1766352"/>
                  </a:lnTo>
                  <a:lnTo>
                    <a:pt x="3053864" y="1766352"/>
                  </a:lnTo>
                  <a:lnTo>
                    <a:pt x="3053864" y="1441916"/>
                  </a:lnTo>
                  <a:lnTo>
                    <a:pt x="3143683" y="1441916"/>
                  </a:lnTo>
                  <a:lnTo>
                    <a:pt x="3143683" y="1348556"/>
                  </a:lnTo>
                  <a:lnTo>
                    <a:pt x="3233503" y="1348556"/>
                  </a:lnTo>
                  <a:lnTo>
                    <a:pt x="3233503" y="1298418"/>
                  </a:lnTo>
                  <a:lnTo>
                    <a:pt x="3323322" y="1298418"/>
                  </a:lnTo>
                  <a:lnTo>
                    <a:pt x="3323322" y="1248786"/>
                  </a:lnTo>
                  <a:lnTo>
                    <a:pt x="3502961" y="1248786"/>
                  </a:lnTo>
                  <a:lnTo>
                    <a:pt x="3502961" y="1150863"/>
                  </a:lnTo>
                  <a:lnTo>
                    <a:pt x="3952059" y="1150863"/>
                  </a:lnTo>
                  <a:lnTo>
                    <a:pt x="3952059" y="1048406"/>
                  </a:lnTo>
                  <a:lnTo>
                    <a:pt x="4670615" y="1048406"/>
                  </a:lnTo>
                  <a:lnTo>
                    <a:pt x="4670615" y="948174"/>
                  </a:lnTo>
                  <a:lnTo>
                    <a:pt x="4760435" y="948174"/>
                  </a:lnTo>
                  <a:lnTo>
                    <a:pt x="4760435" y="899022"/>
                  </a:lnTo>
                  <a:lnTo>
                    <a:pt x="4940074" y="899022"/>
                  </a:lnTo>
                  <a:lnTo>
                    <a:pt x="4940074" y="757805"/>
                  </a:lnTo>
                  <a:lnTo>
                    <a:pt x="5119713" y="757805"/>
                  </a:lnTo>
                  <a:lnTo>
                    <a:pt x="5119713" y="709566"/>
                  </a:lnTo>
                  <a:lnTo>
                    <a:pt x="5748449" y="709566"/>
                  </a:lnTo>
                  <a:lnTo>
                    <a:pt x="5748449" y="662795"/>
                  </a:lnTo>
                  <a:lnTo>
                    <a:pt x="5928089" y="662795"/>
                  </a:lnTo>
                  <a:lnTo>
                    <a:pt x="5928089" y="617369"/>
                  </a:lnTo>
                  <a:lnTo>
                    <a:pt x="6017908" y="617369"/>
                  </a:lnTo>
                  <a:lnTo>
                    <a:pt x="6017908" y="573268"/>
                  </a:lnTo>
                  <a:lnTo>
                    <a:pt x="6197547" y="573268"/>
                  </a:lnTo>
                  <a:lnTo>
                    <a:pt x="6197547" y="488902"/>
                  </a:lnTo>
                  <a:lnTo>
                    <a:pt x="6467006" y="488902"/>
                  </a:lnTo>
                  <a:lnTo>
                    <a:pt x="6467006" y="446584"/>
                  </a:lnTo>
                  <a:lnTo>
                    <a:pt x="6556825" y="446584"/>
                  </a:lnTo>
                  <a:lnTo>
                    <a:pt x="6556825" y="364181"/>
                  </a:lnTo>
                  <a:lnTo>
                    <a:pt x="6646645" y="364181"/>
                  </a:lnTo>
                  <a:lnTo>
                    <a:pt x="6646645" y="324367"/>
                  </a:lnTo>
                  <a:lnTo>
                    <a:pt x="6736464" y="324367"/>
                  </a:lnTo>
                  <a:lnTo>
                    <a:pt x="6736464" y="247960"/>
                  </a:lnTo>
                  <a:lnTo>
                    <a:pt x="6826284" y="247960"/>
                  </a:lnTo>
                  <a:lnTo>
                    <a:pt x="6826284" y="106253"/>
                  </a:lnTo>
                  <a:lnTo>
                    <a:pt x="6916103" y="106253"/>
                  </a:lnTo>
                  <a:lnTo>
                    <a:pt x="6916103" y="70423"/>
                  </a:lnTo>
                  <a:lnTo>
                    <a:pt x="7005923" y="7042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8750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3464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8178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2892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760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0.69-2.99), p = 0.339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