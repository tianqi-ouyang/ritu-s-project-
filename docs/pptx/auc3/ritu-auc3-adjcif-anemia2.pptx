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30564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75608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4206518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0695" y="365695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0695" y="310739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6517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1066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15615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0164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503086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0695" y="448129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0695" y="3931738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0695" y="338217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0695" y="283261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8792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03341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27889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60991" y="3260938"/>
              <a:ext cx="7005923" cy="2285468"/>
            </a:xfrm>
            <a:custGeom>
              <a:avLst/>
              <a:pathLst>
                <a:path w="7005923" h="2285468">
                  <a:moveTo>
                    <a:pt x="0" y="2285468"/>
                  </a:moveTo>
                  <a:lnTo>
                    <a:pt x="89819" y="2285468"/>
                  </a:lnTo>
                  <a:lnTo>
                    <a:pt x="89819" y="2249982"/>
                  </a:lnTo>
                  <a:lnTo>
                    <a:pt x="269458" y="2249982"/>
                  </a:lnTo>
                  <a:lnTo>
                    <a:pt x="269458" y="2214305"/>
                  </a:lnTo>
                  <a:lnTo>
                    <a:pt x="359278" y="2214305"/>
                  </a:lnTo>
                  <a:lnTo>
                    <a:pt x="359278" y="2181112"/>
                  </a:lnTo>
                  <a:lnTo>
                    <a:pt x="538917" y="2181112"/>
                  </a:lnTo>
                  <a:lnTo>
                    <a:pt x="538917" y="2120666"/>
                  </a:lnTo>
                  <a:lnTo>
                    <a:pt x="628736" y="2120666"/>
                  </a:lnTo>
                  <a:lnTo>
                    <a:pt x="628736" y="2087467"/>
                  </a:lnTo>
                  <a:lnTo>
                    <a:pt x="718556" y="2087467"/>
                  </a:lnTo>
                  <a:lnTo>
                    <a:pt x="718556" y="2026567"/>
                  </a:lnTo>
                  <a:lnTo>
                    <a:pt x="898195" y="2026567"/>
                  </a:lnTo>
                  <a:lnTo>
                    <a:pt x="898195" y="1988845"/>
                  </a:lnTo>
                  <a:lnTo>
                    <a:pt x="1077834" y="1988845"/>
                  </a:lnTo>
                  <a:lnTo>
                    <a:pt x="1077834" y="1918776"/>
                  </a:lnTo>
                  <a:lnTo>
                    <a:pt x="1167653" y="1918776"/>
                  </a:lnTo>
                  <a:lnTo>
                    <a:pt x="1167653" y="1789896"/>
                  </a:lnTo>
                  <a:lnTo>
                    <a:pt x="1257473" y="1789896"/>
                  </a:lnTo>
                  <a:lnTo>
                    <a:pt x="1257473" y="1746648"/>
                  </a:lnTo>
                  <a:lnTo>
                    <a:pt x="1796390" y="1746648"/>
                  </a:lnTo>
                  <a:lnTo>
                    <a:pt x="1796390" y="1703904"/>
                  </a:lnTo>
                  <a:lnTo>
                    <a:pt x="2065849" y="1703904"/>
                  </a:lnTo>
                  <a:lnTo>
                    <a:pt x="2065849" y="1659707"/>
                  </a:lnTo>
                  <a:lnTo>
                    <a:pt x="2155668" y="1659707"/>
                  </a:lnTo>
                  <a:lnTo>
                    <a:pt x="2155668" y="1615959"/>
                  </a:lnTo>
                  <a:lnTo>
                    <a:pt x="2335307" y="1615959"/>
                  </a:lnTo>
                  <a:lnTo>
                    <a:pt x="2335307" y="1573749"/>
                  </a:lnTo>
                  <a:lnTo>
                    <a:pt x="2425127" y="1573749"/>
                  </a:lnTo>
                  <a:lnTo>
                    <a:pt x="2425127" y="1532457"/>
                  </a:lnTo>
                  <a:lnTo>
                    <a:pt x="3053864" y="1532457"/>
                  </a:lnTo>
                  <a:lnTo>
                    <a:pt x="3053864" y="1266162"/>
                  </a:lnTo>
                  <a:lnTo>
                    <a:pt x="3143683" y="1266162"/>
                  </a:lnTo>
                  <a:lnTo>
                    <a:pt x="3143683" y="1188497"/>
                  </a:lnTo>
                  <a:lnTo>
                    <a:pt x="3233503" y="1188497"/>
                  </a:lnTo>
                  <a:lnTo>
                    <a:pt x="3233503" y="1146802"/>
                  </a:lnTo>
                  <a:lnTo>
                    <a:pt x="3323322" y="1146802"/>
                  </a:lnTo>
                  <a:lnTo>
                    <a:pt x="3323322" y="1105349"/>
                  </a:lnTo>
                  <a:lnTo>
                    <a:pt x="3502961" y="1105349"/>
                  </a:lnTo>
                  <a:lnTo>
                    <a:pt x="3502961" y="1022997"/>
                  </a:lnTo>
                  <a:lnTo>
                    <a:pt x="3952059" y="1022997"/>
                  </a:lnTo>
                  <a:lnTo>
                    <a:pt x="3952059" y="936199"/>
                  </a:lnTo>
                  <a:lnTo>
                    <a:pt x="4670615" y="936199"/>
                  </a:lnTo>
                  <a:lnTo>
                    <a:pt x="4670615" y="850347"/>
                  </a:lnTo>
                  <a:lnTo>
                    <a:pt x="4760435" y="850347"/>
                  </a:lnTo>
                  <a:lnTo>
                    <a:pt x="4760435" y="808018"/>
                  </a:lnTo>
                  <a:lnTo>
                    <a:pt x="4940074" y="808018"/>
                  </a:lnTo>
                  <a:lnTo>
                    <a:pt x="4940074" y="685307"/>
                  </a:lnTo>
                  <a:lnTo>
                    <a:pt x="5119713" y="685307"/>
                  </a:lnTo>
                  <a:lnTo>
                    <a:pt x="5119713" y="643078"/>
                  </a:lnTo>
                  <a:lnTo>
                    <a:pt x="5748449" y="643078"/>
                  </a:lnTo>
                  <a:lnTo>
                    <a:pt x="5748449" y="601950"/>
                  </a:lnTo>
                  <a:lnTo>
                    <a:pt x="5928089" y="601950"/>
                  </a:lnTo>
                  <a:lnTo>
                    <a:pt x="5928089" y="561854"/>
                  </a:lnTo>
                  <a:lnTo>
                    <a:pt x="6017908" y="561854"/>
                  </a:lnTo>
                  <a:lnTo>
                    <a:pt x="6017908" y="522758"/>
                  </a:lnTo>
                  <a:lnTo>
                    <a:pt x="6197547" y="522758"/>
                  </a:lnTo>
                  <a:lnTo>
                    <a:pt x="6197547" y="447505"/>
                  </a:lnTo>
                  <a:lnTo>
                    <a:pt x="6467006" y="447505"/>
                  </a:lnTo>
                  <a:lnTo>
                    <a:pt x="6467006" y="409571"/>
                  </a:lnTo>
                  <a:lnTo>
                    <a:pt x="6556825" y="409571"/>
                  </a:lnTo>
                  <a:lnTo>
                    <a:pt x="6556825" y="335310"/>
                  </a:lnTo>
                  <a:lnTo>
                    <a:pt x="6646645" y="335310"/>
                  </a:lnTo>
                  <a:lnTo>
                    <a:pt x="6646645" y="299221"/>
                  </a:lnTo>
                  <a:lnTo>
                    <a:pt x="6736464" y="299221"/>
                  </a:lnTo>
                  <a:lnTo>
                    <a:pt x="6736464" y="229574"/>
                  </a:lnTo>
                  <a:lnTo>
                    <a:pt x="6826284" y="229574"/>
                  </a:lnTo>
                  <a:lnTo>
                    <a:pt x="6826284" y="99014"/>
                  </a:lnTo>
                  <a:lnTo>
                    <a:pt x="6916103" y="99014"/>
                  </a:lnTo>
                  <a:lnTo>
                    <a:pt x="6916103" y="65752"/>
                  </a:lnTo>
                  <a:lnTo>
                    <a:pt x="7005923" y="65752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991" y="2861938"/>
              <a:ext cx="7005923" cy="2670689"/>
            </a:xfrm>
            <a:custGeom>
              <a:avLst/>
              <a:pathLst>
                <a:path w="7005923" h="2670689">
                  <a:moveTo>
                    <a:pt x="0" y="2670689"/>
                  </a:moveTo>
                  <a:lnTo>
                    <a:pt x="89819" y="2670689"/>
                  </a:lnTo>
                  <a:lnTo>
                    <a:pt x="89819" y="2622272"/>
                  </a:lnTo>
                  <a:lnTo>
                    <a:pt x="269458" y="2622272"/>
                  </a:lnTo>
                  <a:lnTo>
                    <a:pt x="269458" y="2574903"/>
                  </a:lnTo>
                  <a:lnTo>
                    <a:pt x="359278" y="2574903"/>
                  </a:lnTo>
                  <a:lnTo>
                    <a:pt x="359278" y="2531840"/>
                  </a:lnTo>
                  <a:lnTo>
                    <a:pt x="538917" y="2531840"/>
                  </a:lnTo>
                  <a:lnTo>
                    <a:pt x="538917" y="2455371"/>
                  </a:lnTo>
                  <a:lnTo>
                    <a:pt x="628736" y="2455371"/>
                  </a:lnTo>
                  <a:lnTo>
                    <a:pt x="628736" y="2414151"/>
                  </a:lnTo>
                  <a:lnTo>
                    <a:pt x="718556" y="2414151"/>
                  </a:lnTo>
                  <a:lnTo>
                    <a:pt x="718556" y="2339375"/>
                  </a:lnTo>
                  <a:lnTo>
                    <a:pt x="898195" y="2339375"/>
                  </a:lnTo>
                  <a:lnTo>
                    <a:pt x="898195" y="2293329"/>
                  </a:lnTo>
                  <a:lnTo>
                    <a:pt x="1077834" y="2293329"/>
                  </a:lnTo>
                  <a:lnTo>
                    <a:pt x="1077834" y="2207866"/>
                  </a:lnTo>
                  <a:lnTo>
                    <a:pt x="1167653" y="2207866"/>
                  </a:lnTo>
                  <a:lnTo>
                    <a:pt x="1167653" y="2050030"/>
                  </a:lnTo>
                  <a:lnTo>
                    <a:pt x="1257473" y="2050030"/>
                  </a:lnTo>
                  <a:lnTo>
                    <a:pt x="1257473" y="1996899"/>
                  </a:lnTo>
                  <a:lnTo>
                    <a:pt x="1796390" y="1996899"/>
                  </a:lnTo>
                  <a:lnTo>
                    <a:pt x="1796390" y="1944372"/>
                  </a:lnTo>
                  <a:lnTo>
                    <a:pt x="2065849" y="1944372"/>
                  </a:lnTo>
                  <a:lnTo>
                    <a:pt x="2065849" y="1890089"/>
                  </a:lnTo>
                  <a:lnTo>
                    <a:pt x="2155668" y="1890089"/>
                  </a:lnTo>
                  <a:lnTo>
                    <a:pt x="2155668" y="1836430"/>
                  </a:lnTo>
                  <a:lnTo>
                    <a:pt x="2335307" y="1836430"/>
                  </a:lnTo>
                  <a:lnTo>
                    <a:pt x="2335307" y="1784758"/>
                  </a:lnTo>
                  <a:lnTo>
                    <a:pt x="2425127" y="1784758"/>
                  </a:lnTo>
                  <a:lnTo>
                    <a:pt x="2425127" y="1734332"/>
                  </a:lnTo>
                  <a:lnTo>
                    <a:pt x="3053864" y="1734332"/>
                  </a:lnTo>
                  <a:lnTo>
                    <a:pt x="3053864" y="1412989"/>
                  </a:lnTo>
                  <a:lnTo>
                    <a:pt x="3143683" y="1412989"/>
                  </a:lnTo>
                  <a:lnTo>
                    <a:pt x="3143683" y="1320747"/>
                  </a:lnTo>
                  <a:lnTo>
                    <a:pt x="3233503" y="1320747"/>
                  </a:lnTo>
                  <a:lnTo>
                    <a:pt x="3233503" y="1271524"/>
                  </a:lnTo>
                  <a:lnTo>
                    <a:pt x="3323322" y="1271524"/>
                  </a:lnTo>
                  <a:lnTo>
                    <a:pt x="3323322" y="1222797"/>
                  </a:lnTo>
                  <a:lnTo>
                    <a:pt x="3502961" y="1222797"/>
                  </a:lnTo>
                  <a:lnTo>
                    <a:pt x="3502961" y="1126623"/>
                  </a:lnTo>
                  <a:lnTo>
                    <a:pt x="3952059" y="1126623"/>
                  </a:lnTo>
                  <a:lnTo>
                    <a:pt x="3952059" y="1026167"/>
                  </a:lnTo>
                  <a:lnTo>
                    <a:pt x="4670615" y="1026167"/>
                  </a:lnTo>
                  <a:lnTo>
                    <a:pt x="4670615" y="927721"/>
                  </a:lnTo>
                  <a:lnTo>
                    <a:pt x="4760435" y="927721"/>
                  </a:lnTo>
                  <a:lnTo>
                    <a:pt x="4760435" y="879517"/>
                  </a:lnTo>
                  <a:lnTo>
                    <a:pt x="4940074" y="879517"/>
                  </a:lnTo>
                  <a:lnTo>
                    <a:pt x="4940074" y="741007"/>
                  </a:lnTo>
                  <a:lnTo>
                    <a:pt x="5119713" y="741007"/>
                  </a:lnTo>
                  <a:lnTo>
                    <a:pt x="5119713" y="693760"/>
                  </a:lnTo>
                  <a:lnTo>
                    <a:pt x="5748449" y="693760"/>
                  </a:lnTo>
                  <a:lnTo>
                    <a:pt x="5748449" y="647951"/>
                  </a:lnTo>
                  <a:lnTo>
                    <a:pt x="5928089" y="647951"/>
                  </a:lnTo>
                  <a:lnTo>
                    <a:pt x="5928089" y="603486"/>
                  </a:lnTo>
                  <a:lnTo>
                    <a:pt x="6017908" y="603486"/>
                  </a:lnTo>
                  <a:lnTo>
                    <a:pt x="6017908" y="560311"/>
                  </a:lnTo>
                  <a:lnTo>
                    <a:pt x="6197547" y="560311"/>
                  </a:lnTo>
                  <a:lnTo>
                    <a:pt x="6197547" y="477714"/>
                  </a:lnTo>
                  <a:lnTo>
                    <a:pt x="6467006" y="477714"/>
                  </a:lnTo>
                  <a:lnTo>
                    <a:pt x="6467006" y="436329"/>
                  </a:lnTo>
                  <a:lnTo>
                    <a:pt x="6556825" y="436329"/>
                  </a:lnTo>
                  <a:lnTo>
                    <a:pt x="6556825" y="355794"/>
                  </a:lnTo>
                  <a:lnTo>
                    <a:pt x="6646645" y="355794"/>
                  </a:lnTo>
                  <a:lnTo>
                    <a:pt x="6646645" y="316886"/>
                  </a:lnTo>
                  <a:lnTo>
                    <a:pt x="6736464" y="316886"/>
                  </a:lnTo>
                  <a:lnTo>
                    <a:pt x="6736464" y="242221"/>
                  </a:lnTo>
                  <a:lnTo>
                    <a:pt x="6826284" y="242221"/>
                  </a:lnTo>
                  <a:lnTo>
                    <a:pt x="6826284" y="103741"/>
                  </a:lnTo>
                  <a:lnTo>
                    <a:pt x="6916103" y="103741"/>
                  </a:lnTo>
                  <a:lnTo>
                    <a:pt x="6916103" y="68768"/>
                  </a:lnTo>
                  <a:lnTo>
                    <a:pt x="7005923" y="68768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990810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44124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3891687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342126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792564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7257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9712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2167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1.43 (95% CI 0.69-2.96), p = 0.341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10695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2026-10-08T10:13:07Z</dcterms:modified>
  <cp:category/>
</cp:coreProperties>
</file>