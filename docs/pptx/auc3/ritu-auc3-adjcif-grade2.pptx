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95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77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76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142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525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86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569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95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334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716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0733"/>
              <a:ext cx="7005923" cy="2387252"/>
            </a:xfrm>
            <a:custGeom>
              <a:avLst/>
              <a:pathLst>
                <a:path w="7005923" h="2387252">
                  <a:moveTo>
                    <a:pt x="0" y="2387252"/>
                  </a:moveTo>
                  <a:lnTo>
                    <a:pt x="89819" y="2387252"/>
                  </a:lnTo>
                  <a:lnTo>
                    <a:pt x="89819" y="2351692"/>
                  </a:lnTo>
                  <a:lnTo>
                    <a:pt x="269458" y="2351692"/>
                  </a:lnTo>
                  <a:lnTo>
                    <a:pt x="269458" y="2315842"/>
                  </a:lnTo>
                  <a:lnTo>
                    <a:pt x="359278" y="2315842"/>
                  </a:lnTo>
                  <a:lnTo>
                    <a:pt x="359278" y="2280553"/>
                  </a:lnTo>
                  <a:lnTo>
                    <a:pt x="538917" y="2280553"/>
                  </a:lnTo>
                  <a:lnTo>
                    <a:pt x="538917" y="2211758"/>
                  </a:lnTo>
                  <a:lnTo>
                    <a:pt x="628736" y="2211758"/>
                  </a:lnTo>
                  <a:lnTo>
                    <a:pt x="628736" y="2172581"/>
                  </a:lnTo>
                  <a:lnTo>
                    <a:pt x="718556" y="2172581"/>
                  </a:lnTo>
                  <a:lnTo>
                    <a:pt x="718556" y="2133539"/>
                  </a:lnTo>
                  <a:lnTo>
                    <a:pt x="898195" y="2133539"/>
                  </a:lnTo>
                  <a:lnTo>
                    <a:pt x="898195" y="2094634"/>
                  </a:lnTo>
                  <a:lnTo>
                    <a:pt x="1077834" y="2094634"/>
                  </a:lnTo>
                  <a:lnTo>
                    <a:pt x="1077834" y="2018702"/>
                  </a:lnTo>
                  <a:lnTo>
                    <a:pt x="1167653" y="2018702"/>
                  </a:lnTo>
                  <a:lnTo>
                    <a:pt x="1167653" y="1869905"/>
                  </a:lnTo>
                  <a:lnTo>
                    <a:pt x="1257473" y="1869905"/>
                  </a:lnTo>
                  <a:lnTo>
                    <a:pt x="1257473" y="1828704"/>
                  </a:lnTo>
                  <a:lnTo>
                    <a:pt x="1796390" y="1828704"/>
                  </a:lnTo>
                  <a:lnTo>
                    <a:pt x="1796390" y="1788111"/>
                  </a:lnTo>
                  <a:lnTo>
                    <a:pt x="2065849" y="1788111"/>
                  </a:lnTo>
                  <a:lnTo>
                    <a:pt x="2065849" y="1747051"/>
                  </a:lnTo>
                  <a:lnTo>
                    <a:pt x="2155668" y="1747051"/>
                  </a:lnTo>
                  <a:lnTo>
                    <a:pt x="2155668" y="1706144"/>
                  </a:lnTo>
                  <a:lnTo>
                    <a:pt x="2335307" y="1706144"/>
                  </a:lnTo>
                  <a:lnTo>
                    <a:pt x="2335307" y="1665230"/>
                  </a:lnTo>
                  <a:lnTo>
                    <a:pt x="2425127" y="1665230"/>
                  </a:lnTo>
                  <a:lnTo>
                    <a:pt x="2425127" y="1624624"/>
                  </a:lnTo>
                  <a:lnTo>
                    <a:pt x="3053864" y="1624624"/>
                  </a:lnTo>
                  <a:lnTo>
                    <a:pt x="3053864" y="1349519"/>
                  </a:lnTo>
                  <a:lnTo>
                    <a:pt x="3143683" y="1349519"/>
                  </a:lnTo>
                  <a:lnTo>
                    <a:pt x="3143683" y="1270256"/>
                  </a:lnTo>
                  <a:lnTo>
                    <a:pt x="3233503" y="1270256"/>
                  </a:lnTo>
                  <a:lnTo>
                    <a:pt x="3233503" y="1229456"/>
                  </a:lnTo>
                  <a:lnTo>
                    <a:pt x="3323322" y="1229456"/>
                  </a:lnTo>
                  <a:lnTo>
                    <a:pt x="3323322" y="1189224"/>
                  </a:lnTo>
                  <a:lnTo>
                    <a:pt x="3502961" y="1189224"/>
                  </a:lnTo>
                  <a:lnTo>
                    <a:pt x="3502961" y="1110393"/>
                  </a:lnTo>
                  <a:lnTo>
                    <a:pt x="3952059" y="1110393"/>
                  </a:lnTo>
                  <a:lnTo>
                    <a:pt x="3952059" y="992435"/>
                  </a:lnTo>
                  <a:lnTo>
                    <a:pt x="4670615" y="992435"/>
                  </a:lnTo>
                  <a:lnTo>
                    <a:pt x="4670615" y="913813"/>
                  </a:lnTo>
                  <a:lnTo>
                    <a:pt x="4760435" y="913813"/>
                  </a:lnTo>
                  <a:lnTo>
                    <a:pt x="4760435" y="875028"/>
                  </a:lnTo>
                  <a:lnTo>
                    <a:pt x="4940074" y="875028"/>
                  </a:lnTo>
                  <a:lnTo>
                    <a:pt x="4940074" y="754667"/>
                  </a:lnTo>
                  <a:lnTo>
                    <a:pt x="5119713" y="754667"/>
                  </a:lnTo>
                  <a:lnTo>
                    <a:pt x="5119713" y="714266"/>
                  </a:lnTo>
                  <a:lnTo>
                    <a:pt x="5568810" y="714266"/>
                  </a:lnTo>
                  <a:lnTo>
                    <a:pt x="5568810" y="674352"/>
                  </a:lnTo>
                  <a:lnTo>
                    <a:pt x="5748449" y="674352"/>
                  </a:lnTo>
                  <a:lnTo>
                    <a:pt x="5748449" y="634979"/>
                  </a:lnTo>
                  <a:lnTo>
                    <a:pt x="5928089" y="634979"/>
                  </a:lnTo>
                  <a:lnTo>
                    <a:pt x="5928089" y="596325"/>
                  </a:lnTo>
                  <a:lnTo>
                    <a:pt x="6017908" y="596325"/>
                  </a:lnTo>
                  <a:lnTo>
                    <a:pt x="6017908" y="558093"/>
                  </a:lnTo>
                  <a:lnTo>
                    <a:pt x="6197547" y="558093"/>
                  </a:lnTo>
                  <a:lnTo>
                    <a:pt x="6197547" y="482327"/>
                  </a:lnTo>
                  <a:lnTo>
                    <a:pt x="6467006" y="482327"/>
                  </a:lnTo>
                  <a:lnTo>
                    <a:pt x="6467006" y="443602"/>
                  </a:lnTo>
                  <a:lnTo>
                    <a:pt x="6556825" y="443602"/>
                  </a:lnTo>
                  <a:lnTo>
                    <a:pt x="6556825" y="366735"/>
                  </a:lnTo>
                  <a:lnTo>
                    <a:pt x="6646645" y="366735"/>
                  </a:lnTo>
                  <a:lnTo>
                    <a:pt x="6646645" y="291571"/>
                  </a:lnTo>
                  <a:lnTo>
                    <a:pt x="6736464" y="291571"/>
                  </a:lnTo>
                  <a:lnTo>
                    <a:pt x="6736464" y="216787"/>
                  </a:lnTo>
                  <a:lnTo>
                    <a:pt x="6826284" y="216787"/>
                  </a:lnTo>
                  <a:lnTo>
                    <a:pt x="6826284" y="73759"/>
                  </a:lnTo>
                  <a:lnTo>
                    <a:pt x="7005923" y="7375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2216"/>
            </a:xfrm>
            <a:custGeom>
              <a:avLst/>
              <a:pathLst>
                <a:path w="7005923" h="2632216">
                  <a:moveTo>
                    <a:pt x="0" y="2632216"/>
                  </a:moveTo>
                  <a:lnTo>
                    <a:pt x="89819" y="2632216"/>
                  </a:lnTo>
                  <a:lnTo>
                    <a:pt x="89819" y="2590119"/>
                  </a:lnTo>
                  <a:lnTo>
                    <a:pt x="269458" y="2590119"/>
                  </a:lnTo>
                  <a:lnTo>
                    <a:pt x="269458" y="2547830"/>
                  </a:lnTo>
                  <a:lnTo>
                    <a:pt x="359278" y="2547830"/>
                  </a:lnTo>
                  <a:lnTo>
                    <a:pt x="359278" y="2506340"/>
                  </a:lnTo>
                  <a:lnTo>
                    <a:pt x="538917" y="2506340"/>
                  </a:lnTo>
                  <a:lnTo>
                    <a:pt x="538917" y="2425807"/>
                  </a:lnTo>
                  <a:lnTo>
                    <a:pt x="628736" y="2425807"/>
                  </a:lnTo>
                  <a:lnTo>
                    <a:pt x="628736" y="2380134"/>
                  </a:lnTo>
                  <a:lnTo>
                    <a:pt x="718556" y="2380134"/>
                  </a:lnTo>
                  <a:lnTo>
                    <a:pt x="718556" y="2334743"/>
                  </a:lnTo>
                  <a:lnTo>
                    <a:pt x="898195" y="2334743"/>
                  </a:lnTo>
                  <a:lnTo>
                    <a:pt x="898195" y="2289627"/>
                  </a:lnTo>
                  <a:lnTo>
                    <a:pt x="1077834" y="2289627"/>
                  </a:lnTo>
                  <a:lnTo>
                    <a:pt x="1077834" y="2201879"/>
                  </a:lnTo>
                  <a:lnTo>
                    <a:pt x="1167653" y="2201879"/>
                  </a:lnTo>
                  <a:lnTo>
                    <a:pt x="1167653" y="2031016"/>
                  </a:lnTo>
                  <a:lnTo>
                    <a:pt x="1257473" y="2031016"/>
                  </a:lnTo>
                  <a:lnTo>
                    <a:pt x="1257473" y="1983946"/>
                  </a:lnTo>
                  <a:lnTo>
                    <a:pt x="1796390" y="1983946"/>
                  </a:lnTo>
                  <a:lnTo>
                    <a:pt x="1796390" y="1937671"/>
                  </a:lnTo>
                  <a:lnTo>
                    <a:pt x="2065849" y="1937671"/>
                  </a:lnTo>
                  <a:lnTo>
                    <a:pt x="2065849" y="1890965"/>
                  </a:lnTo>
                  <a:lnTo>
                    <a:pt x="2155668" y="1890965"/>
                  </a:lnTo>
                  <a:lnTo>
                    <a:pt x="2155668" y="1844533"/>
                  </a:lnTo>
                  <a:lnTo>
                    <a:pt x="2335307" y="1844533"/>
                  </a:lnTo>
                  <a:lnTo>
                    <a:pt x="2335307" y="1798195"/>
                  </a:lnTo>
                  <a:lnTo>
                    <a:pt x="2425127" y="1798195"/>
                  </a:lnTo>
                  <a:lnTo>
                    <a:pt x="2425127" y="1752306"/>
                  </a:lnTo>
                  <a:lnTo>
                    <a:pt x="3053864" y="1752306"/>
                  </a:lnTo>
                  <a:lnTo>
                    <a:pt x="3053864" y="1444108"/>
                  </a:lnTo>
                  <a:lnTo>
                    <a:pt x="3143683" y="1444108"/>
                  </a:lnTo>
                  <a:lnTo>
                    <a:pt x="3143683" y="1356196"/>
                  </a:lnTo>
                  <a:lnTo>
                    <a:pt x="3233503" y="1356196"/>
                  </a:lnTo>
                  <a:lnTo>
                    <a:pt x="3233503" y="1311100"/>
                  </a:lnTo>
                  <a:lnTo>
                    <a:pt x="3323322" y="1311100"/>
                  </a:lnTo>
                  <a:lnTo>
                    <a:pt x="3323322" y="1266735"/>
                  </a:lnTo>
                  <a:lnTo>
                    <a:pt x="3502961" y="1266735"/>
                  </a:lnTo>
                  <a:lnTo>
                    <a:pt x="3502961" y="1180105"/>
                  </a:lnTo>
                  <a:lnTo>
                    <a:pt x="3952059" y="1180105"/>
                  </a:lnTo>
                  <a:lnTo>
                    <a:pt x="3952059" y="1051210"/>
                  </a:lnTo>
                  <a:lnTo>
                    <a:pt x="4670615" y="1051210"/>
                  </a:lnTo>
                  <a:lnTo>
                    <a:pt x="4670615" y="965783"/>
                  </a:lnTo>
                  <a:lnTo>
                    <a:pt x="4760435" y="965783"/>
                  </a:lnTo>
                  <a:lnTo>
                    <a:pt x="4760435" y="923783"/>
                  </a:lnTo>
                  <a:lnTo>
                    <a:pt x="4940074" y="923783"/>
                  </a:lnTo>
                  <a:lnTo>
                    <a:pt x="4940074" y="794033"/>
                  </a:lnTo>
                  <a:lnTo>
                    <a:pt x="5119713" y="794033"/>
                  </a:lnTo>
                  <a:lnTo>
                    <a:pt x="5119713" y="750677"/>
                  </a:lnTo>
                  <a:lnTo>
                    <a:pt x="5568810" y="750677"/>
                  </a:lnTo>
                  <a:lnTo>
                    <a:pt x="5568810" y="707942"/>
                  </a:lnTo>
                  <a:lnTo>
                    <a:pt x="5748449" y="707942"/>
                  </a:lnTo>
                  <a:lnTo>
                    <a:pt x="5748449" y="665879"/>
                  </a:lnTo>
                  <a:lnTo>
                    <a:pt x="5928089" y="665879"/>
                  </a:lnTo>
                  <a:lnTo>
                    <a:pt x="5928089" y="624673"/>
                  </a:lnTo>
                  <a:lnTo>
                    <a:pt x="6017908" y="624673"/>
                  </a:lnTo>
                  <a:lnTo>
                    <a:pt x="6017908" y="584005"/>
                  </a:lnTo>
                  <a:lnTo>
                    <a:pt x="6197547" y="584005"/>
                  </a:lnTo>
                  <a:lnTo>
                    <a:pt x="6197547" y="503666"/>
                  </a:lnTo>
                  <a:lnTo>
                    <a:pt x="6467006" y="503666"/>
                  </a:lnTo>
                  <a:lnTo>
                    <a:pt x="6467006" y="462735"/>
                  </a:lnTo>
                  <a:lnTo>
                    <a:pt x="6556825" y="462735"/>
                  </a:lnTo>
                  <a:lnTo>
                    <a:pt x="6556825" y="381745"/>
                  </a:lnTo>
                  <a:lnTo>
                    <a:pt x="6646645" y="381745"/>
                  </a:lnTo>
                  <a:lnTo>
                    <a:pt x="6646645" y="302879"/>
                  </a:lnTo>
                  <a:lnTo>
                    <a:pt x="6736464" y="302879"/>
                  </a:lnTo>
                  <a:lnTo>
                    <a:pt x="6736464" y="224733"/>
                  </a:lnTo>
                  <a:lnTo>
                    <a:pt x="6826284" y="224733"/>
                  </a:lnTo>
                  <a:lnTo>
                    <a:pt x="6826284" y="76163"/>
                  </a:lnTo>
                  <a:lnTo>
                    <a:pt x="7005923" y="7616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86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168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51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933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316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2026-07-29T17:42:40Z</dcterms:modified>
  <cp:category/>
</cp:coreProperties>
</file>