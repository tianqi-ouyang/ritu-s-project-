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297263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730947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4164630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0695" y="3598314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0695" y="3031997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6517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91066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15615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40164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10695" y="5014105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10695" y="444778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10695" y="388147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0695" y="3315155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0695" y="274883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8792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03341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7889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60991" y="3125925"/>
              <a:ext cx="7005923" cy="2380653"/>
            </a:xfrm>
            <a:custGeom>
              <a:avLst/>
              <a:pathLst>
                <a:path w="7005923" h="2380653">
                  <a:moveTo>
                    <a:pt x="0" y="2380653"/>
                  </a:moveTo>
                  <a:lnTo>
                    <a:pt x="89819" y="2380653"/>
                  </a:lnTo>
                  <a:lnTo>
                    <a:pt x="89819" y="2344345"/>
                  </a:lnTo>
                  <a:lnTo>
                    <a:pt x="269458" y="2344345"/>
                  </a:lnTo>
                  <a:lnTo>
                    <a:pt x="269458" y="2307722"/>
                  </a:lnTo>
                  <a:lnTo>
                    <a:pt x="359278" y="2307722"/>
                  </a:lnTo>
                  <a:lnTo>
                    <a:pt x="359278" y="2271649"/>
                  </a:lnTo>
                  <a:lnTo>
                    <a:pt x="538917" y="2271649"/>
                  </a:lnTo>
                  <a:lnTo>
                    <a:pt x="538917" y="2201206"/>
                  </a:lnTo>
                  <a:lnTo>
                    <a:pt x="628736" y="2201206"/>
                  </a:lnTo>
                  <a:lnTo>
                    <a:pt x="628736" y="2161627"/>
                  </a:lnTo>
                  <a:lnTo>
                    <a:pt x="718556" y="2161627"/>
                  </a:lnTo>
                  <a:lnTo>
                    <a:pt x="718556" y="2122111"/>
                  </a:lnTo>
                  <a:lnTo>
                    <a:pt x="898195" y="2122111"/>
                  </a:lnTo>
                  <a:lnTo>
                    <a:pt x="898195" y="2082701"/>
                  </a:lnTo>
                  <a:lnTo>
                    <a:pt x="1077834" y="2082701"/>
                  </a:lnTo>
                  <a:lnTo>
                    <a:pt x="1077834" y="2005690"/>
                  </a:lnTo>
                  <a:lnTo>
                    <a:pt x="1167653" y="2005690"/>
                  </a:lnTo>
                  <a:lnTo>
                    <a:pt x="1167653" y="1854344"/>
                  </a:lnTo>
                  <a:lnTo>
                    <a:pt x="1257473" y="1854344"/>
                  </a:lnTo>
                  <a:lnTo>
                    <a:pt x="1257473" y="1812584"/>
                  </a:lnTo>
                  <a:lnTo>
                    <a:pt x="1796390" y="1812584"/>
                  </a:lnTo>
                  <a:lnTo>
                    <a:pt x="1796390" y="1771423"/>
                  </a:lnTo>
                  <a:lnTo>
                    <a:pt x="2065849" y="1771423"/>
                  </a:lnTo>
                  <a:lnTo>
                    <a:pt x="2065849" y="1729879"/>
                  </a:lnTo>
                  <a:lnTo>
                    <a:pt x="2155668" y="1729879"/>
                  </a:lnTo>
                  <a:lnTo>
                    <a:pt x="2155668" y="1688449"/>
                  </a:lnTo>
                  <a:lnTo>
                    <a:pt x="2335307" y="1688449"/>
                  </a:lnTo>
                  <a:lnTo>
                    <a:pt x="2335307" y="1646986"/>
                  </a:lnTo>
                  <a:lnTo>
                    <a:pt x="3053864" y="1646986"/>
                  </a:lnTo>
                  <a:lnTo>
                    <a:pt x="3053864" y="1372795"/>
                  </a:lnTo>
                  <a:lnTo>
                    <a:pt x="3143683" y="1372795"/>
                  </a:lnTo>
                  <a:lnTo>
                    <a:pt x="3143683" y="1293337"/>
                  </a:lnTo>
                  <a:lnTo>
                    <a:pt x="3233503" y="1293337"/>
                  </a:lnTo>
                  <a:lnTo>
                    <a:pt x="3233503" y="1252209"/>
                  </a:lnTo>
                  <a:lnTo>
                    <a:pt x="3323322" y="1252209"/>
                  </a:lnTo>
                  <a:lnTo>
                    <a:pt x="3323322" y="1211624"/>
                  </a:lnTo>
                  <a:lnTo>
                    <a:pt x="3502961" y="1211624"/>
                  </a:lnTo>
                  <a:lnTo>
                    <a:pt x="3502961" y="1132014"/>
                  </a:lnTo>
                  <a:lnTo>
                    <a:pt x="3952059" y="1132014"/>
                  </a:lnTo>
                  <a:lnTo>
                    <a:pt x="3952059" y="1012696"/>
                  </a:lnTo>
                  <a:lnTo>
                    <a:pt x="4670615" y="1012696"/>
                  </a:lnTo>
                  <a:lnTo>
                    <a:pt x="4670615" y="933127"/>
                  </a:lnTo>
                  <a:lnTo>
                    <a:pt x="4760435" y="933127"/>
                  </a:lnTo>
                  <a:lnTo>
                    <a:pt x="4760435" y="893804"/>
                  </a:lnTo>
                  <a:lnTo>
                    <a:pt x="4940074" y="893804"/>
                  </a:lnTo>
                  <a:lnTo>
                    <a:pt x="4940074" y="771698"/>
                  </a:lnTo>
                  <a:lnTo>
                    <a:pt x="5119713" y="771698"/>
                  </a:lnTo>
                  <a:lnTo>
                    <a:pt x="5119713" y="730629"/>
                  </a:lnTo>
                  <a:lnTo>
                    <a:pt x="5568810" y="730629"/>
                  </a:lnTo>
                  <a:lnTo>
                    <a:pt x="5568810" y="690021"/>
                  </a:lnTo>
                  <a:lnTo>
                    <a:pt x="5748449" y="690021"/>
                  </a:lnTo>
                  <a:lnTo>
                    <a:pt x="5748449" y="649951"/>
                  </a:lnTo>
                  <a:lnTo>
                    <a:pt x="5928089" y="649951"/>
                  </a:lnTo>
                  <a:lnTo>
                    <a:pt x="5928089" y="610581"/>
                  </a:lnTo>
                  <a:lnTo>
                    <a:pt x="6017908" y="610581"/>
                  </a:lnTo>
                  <a:lnTo>
                    <a:pt x="6017908" y="571629"/>
                  </a:lnTo>
                  <a:lnTo>
                    <a:pt x="6197547" y="571629"/>
                  </a:lnTo>
                  <a:lnTo>
                    <a:pt x="6197547" y="494338"/>
                  </a:lnTo>
                  <a:lnTo>
                    <a:pt x="6467006" y="494338"/>
                  </a:lnTo>
                  <a:lnTo>
                    <a:pt x="6467006" y="454784"/>
                  </a:lnTo>
                  <a:lnTo>
                    <a:pt x="6556825" y="454784"/>
                  </a:lnTo>
                  <a:lnTo>
                    <a:pt x="6556825" y="376132"/>
                  </a:lnTo>
                  <a:lnTo>
                    <a:pt x="6646645" y="376132"/>
                  </a:lnTo>
                  <a:lnTo>
                    <a:pt x="6646645" y="299154"/>
                  </a:lnTo>
                  <a:lnTo>
                    <a:pt x="6736464" y="299154"/>
                  </a:lnTo>
                  <a:lnTo>
                    <a:pt x="6736464" y="222500"/>
                  </a:lnTo>
                  <a:lnTo>
                    <a:pt x="6826284" y="222500"/>
                  </a:lnTo>
                  <a:lnTo>
                    <a:pt x="6826284" y="75769"/>
                  </a:lnTo>
                  <a:lnTo>
                    <a:pt x="7005923" y="75769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991" y="2861938"/>
              <a:ext cx="7005923" cy="2630530"/>
            </a:xfrm>
            <a:custGeom>
              <a:avLst/>
              <a:pathLst>
                <a:path w="7005923" h="2630530">
                  <a:moveTo>
                    <a:pt x="0" y="2630530"/>
                  </a:moveTo>
                  <a:lnTo>
                    <a:pt x="89819" y="2630530"/>
                  </a:lnTo>
                  <a:lnTo>
                    <a:pt x="89819" y="2587534"/>
                  </a:lnTo>
                  <a:lnTo>
                    <a:pt x="269458" y="2587534"/>
                  </a:lnTo>
                  <a:lnTo>
                    <a:pt x="269458" y="2544317"/>
                  </a:lnTo>
                  <a:lnTo>
                    <a:pt x="359278" y="2544317"/>
                  </a:lnTo>
                  <a:lnTo>
                    <a:pt x="359278" y="2501885"/>
                  </a:lnTo>
                  <a:lnTo>
                    <a:pt x="538917" y="2501885"/>
                  </a:lnTo>
                  <a:lnTo>
                    <a:pt x="538917" y="2419383"/>
                  </a:lnTo>
                  <a:lnTo>
                    <a:pt x="628736" y="2419383"/>
                  </a:lnTo>
                  <a:lnTo>
                    <a:pt x="628736" y="2373216"/>
                  </a:lnTo>
                  <a:lnTo>
                    <a:pt x="718556" y="2373216"/>
                  </a:lnTo>
                  <a:lnTo>
                    <a:pt x="718556" y="2327246"/>
                  </a:lnTo>
                  <a:lnTo>
                    <a:pt x="898195" y="2327246"/>
                  </a:lnTo>
                  <a:lnTo>
                    <a:pt x="898195" y="2281516"/>
                  </a:lnTo>
                  <a:lnTo>
                    <a:pt x="1077834" y="2281516"/>
                  </a:lnTo>
                  <a:lnTo>
                    <a:pt x="1077834" y="2192463"/>
                  </a:lnTo>
                  <a:lnTo>
                    <a:pt x="1167653" y="2192463"/>
                  </a:lnTo>
                  <a:lnTo>
                    <a:pt x="1167653" y="2018548"/>
                  </a:lnTo>
                  <a:lnTo>
                    <a:pt x="1257473" y="2018548"/>
                  </a:lnTo>
                  <a:lnTo>
                    <a:pt x="1257473" y="1970803"/>
                  </a:lnTo>
                  <a:lnTo>
                    <a:pt x="1796390" y="1970803"/>
                  </a:lnTo>
                  <a:lnTo>
                    <a:pt x="1796390" y="1923841"/>
                  </a:lnTo>
                  <a:lnTo>
                    <a:pt x="2065849" y="1923841"/>
                  </a:lnTo>
                  <a:lnTo>
                    <a:pt x="2065849" y="1876542"/>
                  </a:lnTo>
                  <a:lnTo>
                    <a:pt x="2155668" y="1876542"/>
                  </a:lnTo>
                  <a:lnTo>
                    <a:pt x="2155668" y="1829474"/>
                  </a:lnTo>
                  <a:lnTo>
                    <a:pt x="2335307" y="1829474"/>
                  </a:lnTo>
                  <a:lnTo>
                    <a:pt x="2335307" y="1782467"/>
                  </a:lnTo>
                  <a:lnTo>
                    <a:pt x="3053864" y="1782467"/>
                  </a:lnTo>
                  <a:lnTo>
                    <a:pt x="3053864" y="1474182"/>
                  </a:lnTo>
                  <a:lnTo>
                    <a:pt x="3143683" y="1474182"/>
                  </a:lnTo>
                  <a:lnTo>
                    <a:pt x="3143683" y="1385694"/>
                  </a:lnTo>
                  <a:lnTo>
                    <a:pt x="3233503" y="1385694"/>
                  </a:lnTo>
                  <a:lnTo>
                    <a:pt x="3233503" y="1340045"/>
                  </a:lnTo>
                  <a:lnTo>
                    <a:pt x="3323322" y="1340045"/>
                  </a:lnTo>
                  <a:lnTo>
                    <a:pt x="3323322" y="1295101"/>
                  </a:lnTo>
                  <a:lnTo>
                    <a:pt x="3502961" y="1295101"/>
                  </a:lnTo>
                  <a:lnTo>
                    <a:pt x="3502961" y="1207237"/>
                  </a:lnTo>
                  <a:lnTo>
                    <a:pt x="3952059" y="1207237"/>
                  </a:lnTo>
                  <a:lnTo>
                    <a:pt x="3952059" y="1076287"/>
                  </a:lnTo>
                  <a:lnTo>
                    <a:pt x="4670615" y="1076287"/>
                  </a:lnTo>
                  <a:lnTo>
                    <a:pt x="4670615" y="989454"/>
                  </a:lnTo>
                  <a:lnTo>
                    <a:pt x="4760435" y="989454"/>
                  </a:lnTo>
                  <a:lnTo>
                    <a:pt x="4760435" y="946686"/>
                  </a:lnTo>
                  <a:lnTo>
                    <a:pt x="4940074" y="946686"/>
                  </a:lnTo>
                  <a:lnTo>
                    <a:pt x="4940074" y="814495"/>
                  </a:lnTo>
                  <a:lnTo>
                    <a:pt x="5119713" y="814495"/>
                  </a:lnTo>
                  <a:lnTo>
                    <a:pt x="5119713" y="770241"/>
                  </a:lnTo>
                  <a:lnTo>
                    <a:pt x="5568810" y="770241"/>
                  </a:lnTo>
                  <a:lnTo>
                    <a:pt x="5568810" y="726586"/>
                  </a:lnTo>
                  <a:lnTo>
                    <a:pt x="5748449" y="726586"/>
                  </a:lnTo>
                  <a:lnTo>
                    <a:pt x="5748449" y="683607"/>
                  </a:lnTo>
                  <a:lnTo>
                    <a:pt x="5928089" y="683607"/>
                  </a:lnTo>
                  <a:lnTo>
                    <a:pt x="5928089" y="641475"/>
                  </a:lnTo>
                  <a:lnTo>
                    <a:pt x="6017908" y="641475"/>
                  </a:lnTo>
                  <a:lnTo>
                    <a:pt x="6017908" y="599883"/>
                  </a:lnTo>
                  <a:lnTo>
                    <a:pt x="6197547" y="599883"/>
                  </a:lnTo>
                  <a:lnTo>
                    <a:pt x="6197547" y="517628"/>
                  </a:lnTo>
                  <a:lnTo>
                    <a:pt x="6467006" y="517628"/>
                  </a:lnTo>
                  <a:lnTo>
                    <a:pt x="6467006" y="475672"/>
                  </a:lnTo>
                  <a:lnTo>
                    <a:pt x="6556825" y="475672"/>
                  </a:lnTo>
                  <a:lnTo>
                    <a:pt x="6556825" y="392526"/>
                  </a:lnTo>
                  <a:lnTo>
                    <a:pt x="6646645" y="392526"/>
                  </a:lnTo>
                  <a:lnTo>
                    <a:pt x="6646645" y="311509"/>
                  </a:lnTo>
                  <a:lnTo>
                    <a:pt x="6736464" y="311509"/>
                  </a:lnTo>
                  <a:lnTo>
                    <a:pt x="6736464" y="231183"/>
                  </a:lnTo>
                  <a:lnTo>
                    <a:pt x="6826284" y="231183"/>
                  </a:lnTo>
                  <a:lnTo>
                    <a:pt x="6826284" y="78397"/>
                  </a:lnTo>
                  <a:lnTo>
                    <a:pt x="7005923" y="78397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4974054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440773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384142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27510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70878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27257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9712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21672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910695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1.20 (95% CI 0.61-2.36), p = 0.605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910695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2026-10-09T13:21:37Z</dcterms:modified>
  <cp:category/>
</cp:coreProperties>
</file>