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42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81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20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5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6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701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740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7791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297107"/>
              <a:ext cx="7090630" cy="3132094"/>
            </a:xfrm>
            <a:custGeom>
              <a:avLst/>
              <a:pathLst>
                <a:path w="7090630" h="3132094">
                  <a:moveTo>
                    <a:pt x="0" y="0"/>
                  </a:moveTo>
                  <a:lnTo>
                    <a:pt x="71622" y="104876"/>
                  </a:lnTo>
                  <a:lnTo>
                    <a:pt x="143245" y="206379"/>
                  </a:lnTo>
                  <a:lnTo>
                    <a:pt x="214867" y="304617"/>
                  </a:lnTo>
                  <a:lnTo>
                    <a:pt x="286490" y="399694"/>
                  </a:lnTo>
                  <a:lnTo>
                    <a:pt x="358112" y="491713"/>
                  </a:lnTo>
                  <a:lnTo>
                    <a:pt x="429735" y="580772"/>
                  </a:lnTo>
                  <a:lnTo>
                    <a:pt x="501357" y="666965"/>
                  </a:lnTo>
                  <a:lnTo>
                    <a:pt x="572980" y="750386"/>
                  </a:lnTo>
                  <a:lnTo>
                    <a:pt x="644602" y="831123"/>
                  </a:lnTo>
                  <a:lnTo>
                    <a:pt x="716225" y="909263"/>
                  </a:lnTo>
                  <a:lnTo>
                    <a:pt x="787847" y="984890"/>
                  </a:lnTo>
                  <a:lnTo>
                    <a:pt x="859470" y="1058083"/>
                  </a:lnTo>
                  <a:lnTo>
                    <a:pt x="931092" y="1128922"/>
                  </a:lnTo>
                  <a:lnTo>
                    <a:pt x="1002715" y="1197482"/>
                  </a:lnTo>
                  <a:lnTo>
                    <a:pt x="1074337" y="1263836"/>
                  </a:lnTo>
                  <a:lnTo>
                    <a:pt x="1145960" y="1328056"/>
                  </a:lnTo>
                  <a:lnTo>
                    <a:pt x="1217582" y="1390210"/>
                  </a:lnTo>
                  <a:lnTo>
                    <a:pt x="1289205" y="1450365"/>
                  </a:lnTo>
                  <a:lnTo>
                    <a:pt x="1360827" y="1508584"/>
                  </a:lnTo>
                  <a:lnTo>
                    <a:pt x="1432450" y="1564931"/>
                  </a:lnTo>
                  <a:lnTo>
                    <a:pt x="1504073" y="1619464"/>
                  </a:lnTo>
                  <a:lnTo>
                    <a:pt x="1575695" y="1672244"/>
                  </a:lnTo>
                  <a:lnTo>
                    <a:pt x="1647318" y="1723326"/>
                  </a:lnTo>
                  <a:lnTo>
                    <a:pt x="1718940" y="1772764"/>
                  </a:lnTo>
                  <a:lnTo>
                    <a:pt x="1790563" y="1820612"/>
                  </a:lnTo>
                  <a:lnTo>
                    <a:pt x="1862185" y="1866921"/>
                  </a:lnTo>
                  <a:lnTo>
                    <a:pt x="1933808" y="1911740"/>
                  </a:lnTo>
                  <a:lnTo>
                    <a:pt x="2005430" y="1955117"/>
                  </a:lnTo>
                  <a:lnTo>
                    <a:pt x="2077053" y="1997099"/>
                  </a:lnTo>
                  <a:lnTo>
                    <a:pt x="2148675" y="2037730"/>
                  </a:lnTo>
                  <a:lnTo>
                    <a:pt x="2220298" y="2077054"/>
                  </a:lnTo>
                  <a:lnTo>
                    <a:pt x="2291920" y="2115114"/>
                  </a:lnTo>
                  <a:lnTo>
                    <a:pt x="2363543" y="2151948"/>
                  </a:lnTo>
                  <a:lnTo>
                    <a:pt x="2435165" y="2187598"/>
                  </a:lnTo>
                  <a:lnTo>
                    <a:pt x="2506788" y="2222101"/>
                  </a:lnTo>
                  <a:lnTo>
                    <a:pt x="2578410" y="2255495"/>
                  </a:lnTo>
                  <a:lnTo>
                    <a:pt x="2650033" y="2287813"/>
                  </a:lnTo>
                  <a:lnTo>
                    <a:pt x="2721655" y="2319093"/>
                  </a:lnTo>
                  <a:lnTo>
                    <a:pt x="2793278" y="2349366"/>
                  </a:lnTo>
                  <a:lnTo>
                    <a:pt x="2864901" y="2378665"/>
                  </a:lnTo>
                  <a:lnTo>
                    <a:pt x="2936523" y="2407021"/>
                  </a:lnTo>
                  <a:lnTo>
                    <a:pt x="3008146" y="2430650"/>
                  </a:lnTo>
                  <a:lnTo>
                    <a:pt x="3079768" y="2430445"/>
                  </a:lnTo>
                  <a:lnTo>
                    <a:pt x="3151391" y="2430240"/>
                  </a:lnTo>
                  <a:lnTo>
                    <a:pt x="3223013" y="2430036"/>
                  </a:lnTo>
                  <a:lnTo>
                    <a:pt x="3294636" y="2429831"/>
                  </a:lnTo>
                  <a:lnTo>
                    <a:pt x="3366258" y="2429626"/>
                  </a:lnTo>
                  <a:lnTo>
                    <a:pt x="3437881" y="2429421"/>
                  </a:lnTo>
                  <a:lnTo>
                    <a:pt x="3509503" y="2429216"/>
                  </a:lnTo>
                  <a:lnTo>
                    <a:pt x="3581126" y="2429011"/>
                  </a:lnTo>
                  <a:lnTo>
                    <a:pt x="3652748" y="2428806"/>
                  </a:lnTo>
                  <a:lnTo>
                    <a:pt x="3724371" y="2428601"/>
                  </a:lnTo>
                  <a:lnTo>
                    <a:pt x="3795993" y="2428396"/>
                  </a:lnTo>
                  <a:lnTo>
                    <a:pt x="3867616" y="2428191"/>
                  </a:lnTo>
                  <a:lnTo>
                    <a:pt x="3939238" y="2427986"/>
                  </a:lnTo>
                  <a:lnTo>
                    <a:pt x="4010861" y="2427781"/>
                  </a:lnTo>
                  <a:lnTo>
                    <a:pt x="4082483" y="2427575"/>
                  </a:lnTo>
                  <a:lnTo>
                    <a:pt x="4154106" y="2427370"/>
                  </a:lnTo>
                  <a:lnTo>
                    <a:pt x="4225729" y="2427165"/>
                  </a:lnTo>
                  <a:lnTo>
                    <a:pt x="4297351" y="2426959"/>
                  </a:lnTo>
                  <a:lnTo>
                    <a:pt x="4368974" y="2426754"/>
                  </a:lnTo>
                  <a:lnTo>
                    <a:pt x="4440596" y="2426548"/>
                  </a:lnTo>
                  <a:lnTo>
                    <a:pt x="4512219" y="2426343"/>
                  </a:lnTo>
                  <a:lnTo>
                    <a:pt x="4583841" y="2426137"/>
                  </a:lnTo>
                  <a:lnTo>
                    <a:pt x="4655464" y="2425931"/>
                  </a:lnTo>
                  <a:lnTo>
                    <a:pt x="4727086" y="2425725"/>
                  </a:lnTo>
                  <a:lnTo>
                    <a:pt x="4798709" y="2425520"/>
                  </a:lnTo>
                  <a:lnTo>
                    <a:pt x="4870331" y="2425314"/>
                  </a:lnTo>
                  <a:lnTo>
                    <a:pt x="4941954" y="2425108"/>
                  </a:lnTo>
                  <a:lnTo>
                    <a:pt x="5013576" y="2424902"/>
                  </a:lnTo>
                  <a:lnTo>
                    <a:pt x="5085199" y="2424696"/>
                  </a:lnTo>
                  <a:lnTo>
                    <a:pt x="5156821" y="2424490"/>
                  </a:lnTo>
                  <a:lnTo>
                    <a:pt x="5228444" y="2424284"/>
                  </a:lnTo>
                  <a:lnTo>
                    <a:pt x="5300066" y="2424077"/>
                  </a:lnTo>
                  <a:lnTo>
                    <a:pt x="5371689" y="2423871"/>
                  </a:lnTo>
                  <a:lnTo>
                    <a:pt x="5443311" y="2423665"/>
                  </a:lnTo>
                  <a:lnTo>
                    <a:pt x="5514934" y="2423459"/>
                  </a:lnTo>
                  <a:lnTo>
                    <a:pt x="5586557" y="2423252"/>
                  </a:lnTo>
                  <a:lnTo>
                    <a:pt x="5658179" y="2423046"/>
                  </a:lnTo>
                  <a:lnTo>
                    <a:pt x="5729802" y="2422839"/>
                  </a:lnTo>
                  <a:lnTo>
                    <a:pt x="5801424" y="2422633"/>
                  </a:lnTo>
                  <a:lnTo>
                    <a:pt x="5873047" y="2422426"/>
                  </a:lnTo>
                  <a:lnTo>
                    <a:pt x="5944669" y="2422220"/>
                  </a:lnTo>
                  <a:lnTo>
                    <a:pt x="6016292" y="2422013"/>
                  </a:lnTo>
                  <a:lnTo>
                    <a:pt x="6087914" y="2421806"/>
                  </a:lnTo>
                  <a:lnTo>
                    <a:pt x="6159537" y="2421599"/>
                  </a:lnTo>
                  <a:lnTo>
                    <a:pt x="6231159" y="2421393"/>
                  </a:lnTo>
                  <a:lnTo>
                    <a:pt x="6302782" y="2421186"/>
                  </a:lnTo>
                  <a:lnTo>
                    <a:pt x="6374404" y="2420979"/>
                  </a:lnTo>
                  <a:lnTo>
                    <a:pt x="6446027" y="2420772"/>
                  </a:lnTo>
                  <a:lnTo>
                    <a:pt x="6517649" y="2420565"/>
                  </a:lnTo>
                  <a:lnTo>
                    <a:pt x="6589272" y="2420358"/>
                  </a:lnTo>
                  <a:lnTo>
                    <a:pt x="6660894" y="2420151"/>
                  </a:lnTo>
                  <a:lnTo>
                    <a:pt x="6732517" y="2419943"/>
                  </a:lnTo>
                  <a:lnTo>
                    <a:pt x="6804139" y="2419736"/>
                  </a:lnTo>
                  <a:lnTo>
                    <a:pt x="6875762" y="2419529"/>
                  </a:lnTo>
                  <a:lnTo>
                    <a:pt x="6947385" y="2419321"/>
                  </a:lnTo>
                  <a:lnTo>
                    <a:pt x="7019007" y="2419114"/>
                  </a:lnTo>
                  <a:lnTo>
                    <a:pt x="7090630" y="2418907"/>
                  </a:lnTo>
                  <a:lnTo>
                    <a:pt x="7090630" y="3132094"/>
                  </a:lnTo>
                  <a:lnTo>
                    <a:pt x="7019007" y="3127838"/>
                  </a:lnTo>
                  <a:lnTo>
                    <a:pt x="6947385" y="3123440"/>
                  </a:lnTo>
                  <a:lnTo>
                    <a:pt x="6875762" y="3118896"/>
                  </a:lnTo>
                  <a:lnTo>
                    <a:pt x="6804139" y="3114201"/>
                  </a:lnTo>
                  <a:lnTo>
                    <a:pt x="6732517" y="3109350"/>
                  </a:lnTo>
                  <a:lnTo>
                    <a:pt x="6660894" y="3104338"/>
                  </a:lnTo>
                  <a:lnTo>
                    <a:pt x="6589272" y="3099160"/>
                  </a:lnTo>
                  <a:lnTo>
                    <a:pt x="6517649" y="3093809"/>
                  </a:lnTo>
                  <a:lnTo>
                    <a:pt x="6446027" y="3088280"/>
                  </a:lnTo>
                  <a:lnTo>
                    <a:pt x="6374404" y="3082568"/>
                  </a:lnTo>
                  <a:lnTo>
                    <a:pt x="6302782" y="3076665"/>
                  </a:lnTo>
                  <a:lnTo>
                    <a:pt x="6231159" y="3070567"/>
                  </a:lnTo>
                  <a:lnTo>
                    <a:pt x="6159537" y="3064266"/>
                  </a:lnTo>
                  <a:lnTo>
                    <a:pt x="6087914" y="3057755"/>
                  </a:lnTo>
                  <a:lnTo>
                    <a:pt x="6016292" y="3051028"/>
                  </a:lnTo>
                  <a:lnTo>
                    <a:pt x="5944669" y="3044077"/>
                  </a:lnTo>
                  <a:lnTo>
                    <a:pt x="5873047" y="3036896"/>
                  </a:lnTo>
                  <a:lnTo>
                    <a:pt x="5801424" y="3029475"/>
                  </a:lnTo>
                  <a:lnTo>
                    <a:pt x="5729802" y="3021808"/>
                  </a:lnTo>
                  <a:lnTo>
                    <a:pt x="5658179" y="3013886"/>
                  </a:lnTo>
                  <a:lnTo>
                    <a:pt x="5586557" y="3005701"/>
                  </a:lnTo>
                  <a:lnTo>
                    <a:pt x="5514934" y="2997244"/>
                  </a:lnTo>
                  <a:lnTo>
                    <a:pt x="5443311" y="2988505"/>
                  </a:lnTo>
                  <a:lnTo>
                    <a:pt x="5371689" y="2979477"/>
                  </a:lnTo>
                  <a:lnTo>
                    <a:pt x="5300066" y="2970148"/>
                  </a:lnTo>
                  <a:lnTo>
                    <a:pt x="5228444" y="2960509"/>
                  </a:lnTo>
                  <a:lnTo>
                    <a:pt x="5156821" y="2950549"/>
                  </a:lnTo>
                  <a:lnTo>
                    <a:pt x="5085199" y="2940259"/>
                  </a:lnTo>
                  <a:lnTo>
                    <a:pt x="5013576" y="2929626"/>
                  </a:lnTo>
                  <a:lnTo>
                    <a:pt x="4941954" y="2918640"/>
                  </a:lnTo>
                  <a:lnTo>
                    <a:pt x="4870331" y="2907289"/>
                  </a:lnTo>
                  <a:lnTo>
                    <a:pt x="4798709" y="2895561"/>
                  </a:lnTo>
                  <a:lnTo>
                    <a:pt x="4727086" y="2883443"/>
                  </a:lnTo>
                  <a:lnTo>
                    <a:pt x="4655464" y="2870922"/>
                  </a:lnTo>
                  <a:lnTo>
                    <a:pt x="4583841" y="2857985"/>
                  </a:lnTo>
                  <a:lnTo>
                    <a:pt x="4512219" y="2844618"/>
                  </a:lnTo>
                  <a:lnTo>
                    <a:pt x="4440596" y="2830806"/>
                  </a:lnTo>
                  <a:lnTo>
                    <a:pt x="4368974" y="2816536"/>
                  </a:lnTo>
                  <a:lnTo>
                    <a:pt x="4297351" y="2801791"/>
                  </a:lnTo>
                  <a:lnTo>
                    <a:pt x="4225729" y="2786556"/>
                  </a:lnTo>
                  <a:lnTo>
                    <a:pt x="4154106" y="2770814"/>
                  </a:lnTo>
                  <a:lnTo>
                    <a:pt x="4082483" y="2754550"/>
                  </a:lnTo>
                  <a:lnTo>
                    <a:pt x="4010861" y="2737745"/>
                  </a:lnTo>
                  <a:lnTo>
                    <a:pt x="3939238" y="2720381"/>
                  </a:lnTo>
                  <a:lnTo>
                    <a:pt x="3867616" y="2702440"/>
                  </a:lnTo>
                  <a:lnTo>
                    <a:pt x="3795993" y="2683903"/>
                  </a:lnTo>
                  <a:lnTo>
                    <a:pt x="3724371" y="2664749"/>
                  </a:lnTo>
                  <a:lnTo>
                    <a:pt x="3652748" y="2644959"/>
                  </a:lnTo>
                  <a:lnTo>
                    <a:pt x="3581126" y="2624511"/>
                  </a:lnTo>
                  <a:lnTo>
                    <a:pt x="3509503" y="2603384"/>
                  </a:lnTo>
                  <a:lnTo>
                    <a:pt x="3437881" y="2581554"/>
                  </a:lnTo>
                  <a:lnTo>
                    <a:pt x="3366258" y="2558999"/>
                  </a:lnTo>
                  <a:lnTo>
                    <a:pt x="3294636" y="2535694"/>
                  </a:lnTo>
                  <a:lnTo>
                    <a:pt x="3223013" y="2511614"/>
                  </a:lnTo>
                  <a:lnTo>
                    <a:pt x="3151391" y="2486734"/>
                  </a:lnTo>
                  <a:lnTo>
                    <a:pt x="3079768" y="2461027"/>
                  </a:lnTo>
                  <a:lnTo>
                    <a:pt x="3008146" y="2434466"/>
                  </a:lnTo>
                  <a:lnTo>
                    <a:pt x="2936523" y="2430854"/>
                  </a:lnTo>
                  <a:lnTo>
                    <a:pt x="2864901" y="2431059"/>
                  </a:lnTo>
                  <a:lnTo>
                    <a:pt x="2793278" y="2431263"/>
                  </a:lnTo>
                  <a:lnTo>
                    <a:pt x="2721655" y="2431468"/>
                  </a:lnTo>
                  <a:lnTo>
                    <a:pt x="2650033" y="2431672"/>
                  </a:lnTo>
                  <a:lnTo>
                    <a:pt x="2578410" y="2431876"/>
                  </a:lnTo>
                  <a:lnTo>
                    <a:pt x="2506788" y="2432080"/>
                  </a:lnTo>
                  <a:lnTo>
                    <a:pt x="2435165" y="2432285"/>
                  </a:lnTo>
                  <a:lnTo>
                    <a:pt x="2363543" y="2432489"/>
                  </a:lnTo>
                  <a:lnTo>
                    <a:pt x="2291920" y="2432693"/>
                  </a:lnTo>
                  <a:lnTo>
                    <a:pt x="2220298" y="2432897"/>
                  </a:lnTo>
                  <a:lnTo>
                    <a:pt x="2148675" y="2433101"/>
                  </a:lnTo>
                  <a:lnTo>
                    <a:pt x="2077053" y="2433305"/>
                  </a:lnTo>
                  <a:lnTo>
                    <a:pt x="2005430" y="2433509"/>
                  </a:lnTo>
                  <a:lnTo>
                    <a:pt x="1933808" y="2433713"/>
                  </a:lnTo>
                  <a:lnTo>
                    <a:pt x="1862185" y="2433916"/>
                  </a:lnTo>
                  <a:lnTo>
                    <a:pt x="1790563" y="2434120"/>
                  </a:lnTo>
                  <a:lnTo>
                    <a:pt x="1718940" y="2434324"/>
                  </a:lnTo>
                  <a:lnTo>
                    <a:pt x="1647318" y="2434528"/>
                  </a:lnTo>
                  <a:lnTo>
                    <a:pt x="1575695" y="2434731"/>
                  </a:lnTo>
                  <a:lnTo>
                    <a:pt x="1504073" y="2434935"/>
                  </a:lnTo>
                  <a:lnTo>
                    <a:pt x="1432450" y="2435138"/>
                  </a:lnTo>
                  <a:lnTo>
                    <a:pt x="1360827" y="2435342"/>
                  </a:lnTo>
                  <a:lnTo>
                    <a:pt x="1289205" y="2435545"/>
                  </a:lnTo>
                  <a:lnTo>
                    <a:pt x="1217582" y="2435748"/>
                  </a:lnTo>
                  <a:lnTo>
                    <a:pt x="1145960" y="2435952"/>
                  </a:lnTo>
                  <a:lnTo>
                    <a:pt x="1074337" y="2436155"/>
                  </a:lnTo>
                  <a:lnTo>
                    <a:pt x="1002715" y="2436358"/>
                  </a:lnTo>
                  <a:lnTo>
                    <a:pt x="931092" y="2436561"/>
                  </a:lnTo>
                  <a:lnTo>
                    <a:pt x="859470" y="2436764"/>
                  </a:lnTo>
                  <a:lnTo>
                    <a:pt x="787847" y="2436967"/>
                  </a:lnTo>
                  <a:lnTo>
                    <a:pt x="716225" y="2437170"/>
                  </a:lnTo>
                  <a:lnTo>
                    <a:pt x="644602" y="2437373"/>
                  </a:lnTo>
                  <a:lnTo>
                    <a:pt x="572980" y="2437576"/>
                  </a:lnTo>
                  <a:lnTo>
                    <a:pt x="501357" y="2437779"/>
                  </a:lnTo>
                  <a:lnTo>
                    <a:pt x="429735" y="2437982"/>
                  </a:lnTo>
                  <a:lnTo>
                    <a:pt x="358112" y="2438184"/>
                  </a:lnTo>
                  <a:lnTo>
                    <a:pt x="286490" y="2438387"/>
                  </a:lnTo>
                  <a:lnTo>
                    <a:pt x="214867" y="2438590"/>
                  </a:lnTo>
                  <a:lnTo>
                    <a:pt x="143245" y="2438792"/>
                  </a:lnTo>
                  <a:lnTo>
                    <a:pt x="71622" y="2438995"/>
                  </a:lnTo>
                  <a:lnTo>
                    <a:pt x="0" y="243919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297107"/>
              <a:ext cx="7090630" cy="2430650"/>
            </a:xfrm>
            <a:custGeom>
              <a:avLst/>
              <a:pathLst>
                <a:path w="7090630" h="2430650">
                  <a:moveTo>
                    <a:pt x="0" y="0"/>
                  </a:moveTo>
                  <a:lnTo>
                    <a:pt x="71622" y="104876"/>
                  </a:lnTo>
                  <a:lnTo>
                    <a:pt x="143245" y="206379"/>
                  </a:lnTo>
                  <a:lnTo>
                    <a:pt x="214867" y="304617"/>
                  </a:lnTo>
                  <a:lnTo>
                    <a:pt x="286490" y="399694"/>
                  </a:lnTo>
                  <a:lnTo>
                    <a:pt x="358112" y="491713"/>
                  </a:lnTo>
                  <a:lnTo>
                    <a:pt x="429735" y="580772"/>
                  </a:lnTo>
                  <a:lnTo>
                    <a:pt x="501357" y="666965"/>
                  </a:lnTo>
                  <a:lnTo>
                    <a:pt x="572980" y="750386"/>
                  </a:lnTo>
                  <a:lnTo>
                    <a:pt x="644602" y="831123"/>
                  </a:lnTo>
                  <a:lnTo>
                    <a:pt x="716225" y="909263"/>
                  </a:lnTo>
                  <a:lnTo>
                    <a:pt x="787847" y="984890"/>
                  </a:lnTo>
                  <a:lnTo>
                    <a:pt x="859470" y="1058083"/>
                  </a:lnTo>
                  <a:lnTo>
                    <a:pt x="931092" y="1128922"/>
                  </a:lnTo>
                  <a:lnTo>
                    <a:pt x="1002715" y="1197482"/>
                  </a:lnTo>
                  <a:lnTo>
                    <a:pt x="1074337" y="1263836"/>
                  </a:lnTo>
                  <a:lnTo>
                    <a:pt x="1145960" y="1328056"/>
                  </a:lnTo>
                  <a:lnTo>
                    <a:pt x="1217582" y="1390210"/>
                  </a:lnTo>
                  <a:lnTo>
                    <a:pt x="1289205" y="1450365"/>
                  </a:lnTo>
                  <a:lnTo>
                    <a:pt x="1360827" y="1508584"/>
                  </a:lnTo>
                  <a:lnTo>
                    <a:pt x="1432450" y="1564931"/>
                  </a:lnTo>
                  <a:lnTo>
                    <a:pt x="1504073" y="1619464"/>
                  </a:lnTo>
                  <a:lnTo>
                    <a:pt x="1575695" y="1672244"/>
                  </a:lnTo>
                  <a:lnTo>
                    <a:pt x="1647318" y="1723326"/>
                  </a:lnTo>
                  <a:lnTo>
                    <a:pt x="1718940" y="1772764"/>
                  </a:lnTo>
                  <a:lnTo>
                    <a:pt x="1790563" y="1820612"/>
                  </a:lnTo>
                  <a:lnTo>
                    <a:pt x="1862185" y="1866921"/>
                  </a:lnTo>
                  <a:lnTo>
                    <a:pt x="1933808" y="1911740"/>
                  </a:lnTo>
                  <a:lnTo>
                    <a:pt x="2005430" y="1955117"/>
                  </a:lnTo>
                  <a:lnTo>
                    <a:pt x="2077053" y="1997099"/>
                  </a:lnTo>
                  <a:lnTo>
                    <a:pt x="2148675" y="2037730"/>
                  </a:lnTo>
                  <a:lnTo>
                    <a:pt x="2220298" y="2077054"/>
                  </a:lnTo>
                  <a:lnTo>
                    <a:pt x="2291920" y="2115114"/>
                  </a:lnTo>
                  <a:lnTo>
                    <a:pt x="2363543" y="2151948"/>
                  </a:lnTo>
                  <a:lnTo>
                    <a:pt x="2435165" y="2187598"/>
                  </a:lnTo>
                  <a:lnTo>
                    <a:pt x="2506788" y="2222101"/>
                  </a:lnTo>
                  <a:lnTo>
                    <a:pt x="2578410" y="2255495"/>
                  </a:lnTo>
                  <a:lnTo>
                    <a:pt x="2650033" y="2287813"/>
                  </a:lnTo>
                  <a:lnTo>
                    <a:pt x="2721655" y="2319093"/>
                  </a:lnTo>
                  <a:lnTo>
                    <a:pt x="2793278" y="2349366"/>
                  </a:lnTo>
                  <a:lnTo>
                    <a:pt x="2864901" y="2378665"/>
                  </a:lnTo>
                  <a:lnTo>
                    <a:pt x="2936523" y="2407021"/>
                  </a:lnTo>
                  <a:lnTo>
                    <a:pt x="3008146" y="2430650"/>
                  </a:lnTo>
                  <a:lnTo>
                    <a:pt x="3079768" y="2430445"/>
                  </a:lnTo>
                  <a:lnTo>
                    <a:pt x="3151391" y="2430240"/>
                  </a:lnTo>
                  <a:lnTo>
                    <a:pt x="3223013" y="2430036"/>
                  </a:lnTo>
                  <a:lnTo>
                    <a:pt x="3294636" y="2429831"/>
                  </a:lnTo>
                  <a:lnTo>
                    <a:pt x="3366258" y="2429626"/>
                  </a:lnTo>
                  <a:lnTo>
                    <a:pt x="3437881" y="2429421"/>
                  </a:lnTo>
                  <a:lnTo>
                    <a:pt x="3509503" y="2429216"/>
                  </a:lnTo>
                  <a:lnTo>
                    <a:pt x="3581126" y="2429011"/>
                  </a:lnTo>
                  <a:lnTo>
                    <a:pt x="3652748" y="2428806"/>
                  </a:lnTo>
                  <a:lnTo>
                    <a:pt x="3724371" y="2428601"/>
                  </a:lnTo>
                  <a:lnTo>
                    <a:pt x="3795993" y="2428396"/>
                  </a:lnTo>
                  <a:lnTo>
                    <a:pt x="3867616" y="2428191"/>
                  </a:lnTo>
                  <a:lnTo>
                    <a:pt x="3939238" y="2427986"/>
                  </a:lnTo>
                  <a:lnTo>
                    <a:pt x="4010861" y="2427781"/>
                  </a:lnTo>
                  <a:lnTo>
                    <a:pt x="4082483" y="2427575"/>
                  </a:lnTo>
                  <a:lnTo>
                    <a:pt x="4154106" y="2427370"/>
                  </a:lnTo>
                  <a:lnTo>
                    <a:pt x="4225729" y="2427165"/>
                  </a:lnTo>
                  <a:lnTo>
                    <a:pt x="4297351" y="2426959"/>
                  </a:lnTo>
                  <a:lnTo>
                    <a:pt x="4368974" y="2426754"/>
                  </a:lnTo>
                  <a:lnTo>
                    <a:pt x="4440596" y="2426548"/>
                  </a:lnTo>
                  <a:lnTo>
                    <a:pt x="4512219" y="2426343"/>
                  </a:lnTo>
                  <a:lnTo>
                    <a:pt x="4583841" y="2426137"/>
                  </a:lnTo>
                  <a:lnTo>
                    <a:pt x="4655464" y="2425931"/>
                  </a:lnTo>
                  <a:lnTo>
                    <a:pt x="4727086" y="2425725"/>
                  </a:lnTo>
                  <a:lnTo>
                    <a:pt x="4798709" y="2425520"/>
                  </a:lnTo>
                  <a:lnTo>
                    <a:pt x="4870331" y="2425314"/>
                  </a:lnTo>
                  <a:lnTo>
                    <a:pt x="4941954" y="2425108"/>
                  </a:lnTo>
                  <a:lnTo>
                    <a:pt x="5013576" y="2424902"/>
                  </a:lnTo>
                  <a:lnTo>
                    <a:pt x="5085199" y="2424696"/>
                  </a:lnTo>
                  <a:lnTo>
                    <a:pt x="5156821" y="2424490"/>
                  </a:lnTo>
                  <a:lnTo>
                    <a:pt x="5228444" y="2424284"/>
                  </a:lnTo>
                  <a:lnTo>
                    <a:pt x="5300066" y="2424077"/>
                  </a:lnTo>
                  <a:lnTo>
                    <a:pt x="5371689" y="2423871"/>
                  </a:lnTo>
                  <a:lnTo>
                    <a:pt x="5443311" y="2423665"/>
                  </a:lnTo>
                  <a:lnTo>
                    <a:pt x="5514934" y="2423459"/>
                  </a:lnTo>
                  <a:lnTo>
                    <a:pt x="5586557" y="2423252"/>
                  </a:lnTo>
                  <a:lnTo>
                    <a:pt x="5658179" y="2423046"/>
                  </a:lnTo>
                  <a:lnTo>
                    <a:pt x="5729802" y="2422839"/>
                  </a:lnTo>
                  <a:lnTo>
                    <a:pt x="5801424" y="2422633"/>
                  </a:lnTo>
                  <a:lnTo>
                    <a:pt x="5873047" y="2422426"/>
                  </a:lnTo>
                  <a:lnTo>
                    <a:pt x="5944669" y="2422220"/>
                  </a:lnTo>
                  <a:lnTo>
                    <a:pt x="6016292" y="2422013"/>
                  </a:lnTo>
                  <a:lnTo>
                    <a:pt x="6087914" y="2421806"/>
                  </a:lnTo>
                  <a:lnTo>
                    <a:pt x="6159537" y="2421599"/>
                  </a:lnTo>
                  <a:lnTo>
                    <a:pt x="6231159" y="2421393"/>
                  </a:lnTo>
                  <a:lnTo>
                    <a:pt x="6302782" y="2421186"/>
                  </a:lnTo>
                  <a:lnTo>
                    <a:pt x="6374404" y="2420979"/>
                  </a:lnTo>
                  <a:lnTo>
                    <a:pt x="6446027" y="2420772"/>
                  </a:lnTo>
                  <a:lnTo>
                    <a:pt x="6517649" y="2420565"/>
                  </a:lnTo>
                  <a:lnTo>
                    <a:pt x="6589272" y="2420358"/>
                  </a:lnTo>
                  <a:lnTo>
                    <a:pt x="6660894" y="2420151"/>
                  </a:lnTo>
                  <a:lnTo>
                    <a:pt x="6732517" y="2419943"/>
                  </a:lnTo>
                  <a:lnTo>
                    <a:pt x="6804139" y="2419736"/>
                  </a:lnTo>
                  <a:lnTo>
                    <a:pt x="6875762" y="2419529"/>
                  </a:lnTo>
                  <a:lnTo>
                    <a:pt x="6947385" y="2419321"/>
                  </a:lnTo>
                  <a:lnTo>
                    <a:pt x="7019007" y="2419114"/>
                  </a:lnTo>
                  <a:lnTo>
                    <a:pt x="7090630" y="24189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27962"/>
              <a:ext cx="7090630" cy="701239"/>
            </a:xfrm>
            <a:custGeom>
              <a:avLst/>
              <a:pathLst>
                <a:path w="7090630" h="701239">
                  <a:moveTo>
                    <a:pt x="7090630" y="701239"/>
                  </a:moveTo>
                  <a:lnTo>
                    <a:pt x="7019007" y="696983"/>
                  </a:lnTo>
                  <a:lnTo>
                    <a:pt x="6947385" y="692585"/>
                  </a:lnTo>
                  <a:lnTo>
                    <a:pt x="6875762" y="688041"/>
                  </a:lnTo>
                  <a:lnTo>
                    <a:pt x="6804139" y="683347"/>
                  </a:lnTo>
                  <a:lnTo>
                    <a:pt x="6732517" y="678496"/>
                  </a:lnTo>
                  <a:lnTo>
                    <a:pt x="6660894" y="673484"/>
                  </a:lnTo>
                  <a:lnTo>
                    <a:pt x="6589272" y="668305"/>
                  </a:lnTo>
                  <a:lnTo>
                    <a:pt x="6517649" y="662954"/>
                  </a:lnTo>
                  <a:lnTo>
                    <a:pt x="6446027" y="657425"/>
                  </a:lnTo>
                  <a:lnTo>
                    <a:pt x="6374404" y="651713"/>
                  </a:lnTo>
                  <a:lnTo>
                    <a:pt x="6302782" y="645811"/>
                  </a:lnTo>
                  <a:lnTo>
                    <a:pt x="6231159" y="639712"/>
                  </a:lnTo>
                  <a:lnTo>
                    <a:pt x="6159537" y="633411"/>
                  </a:lnTo>
                  <a:lnTo>
                    <a:pt x="6087914" y="626900"/>
                  </a:lnTo>
                  <a:lnTo>
                    <a:pt x="6016292" y="620173"/>
                  </a:lnTo>
                  <a:lnTo>
                    <a:pt x="5944669" y="613222"/>
                  </a:lnTo>
                  <a:lnTo>
                    <a:pt x="5873047" y="606041"/>
                  </a:lnTo>
                  <a:lnTo>
                    <a:pt x="5801424" y="598620"/>
                  </a:lnTo>
                  <a:lnTo>
                    <a:pt x="5729802" y="590953"/>
                  </a:lnTo>
                  <a:lnTo>
                    <a:pt x="5658179" y="583031"/>
                  </a:lnTo>
                  <a:lnTo>
                    <a:pt x="5586557" y="574846"/>
                  </a:lnTo>
                  <a:lnTo>
                    <a:pt x="5514934" y="566389"/>
                  </a:lnTo>
                  <a:lnTo>
                    <a:pt x="5443311" y="557651"/>
                  </a:lnTo>
                  <a:lnTo>
                    <a:pt x="5371689" y="548622"/>
                  </a:lnTo>
                  <a:lnTo>
                    <a:pt x="5300066" y="539293"/>
                  </a:lnTo>
                  <a:lnTo>
                    <a:pt x="5228444" y="529654"/>
                  </a:lnTo>
                  <a:lnTo>
                    <a:pt x="5156821" y="519694"/>
                  </a:lnTo>
                  <a:lnTo>
                    <a:pt x="5085199" y="509404"/>
                  </a:lnTo>
                  <a:lnTo>
                    <a:pt x="5013576" y="498771"/>
                  </a:lnTo>
                  <a:lnTo>
                    <a:pt x="4941954" y="487786"/>
                  </a:lnTo>
                  <a:lnTo>
                    <a:pt x="4870331" y="476435"/>
                  </a:lnTo>
                  <a:lnTo>
                    <a:pt x="4798709" y="464706"/>
                  </a:lnTo>
                  <a:lnTo>
                    <a:pt x="4727086" y="452588"/>
                  </a:lnTo>
                  <a:lnTo>
                    <a:pt x="4655464" y="440067"/>
                  </a:lnTo>
                  <a:lnTo>
                    <a:pt x="4583841" y="427130"/>
                  </a:lnTo>
                  <a:lnTo>
                    <a:pt x="4512219" y="413763"/>
                  </a:lnTo>
                  <a:lnTo>
                    <a:pt x="4440596" y="399951"/>
                  </a:lnTo>
                  <a:lnTo>
                    <a:pt x="4368974" y="385681"/>
                  </a:lnTo>
                  <a:lnTo>
                    <a:pt x="4297351" y="370936"/>
                  </a:lnTo>
                  <a:lnTo>
                    <a:pt x="4225729" y="355701"/>
                  </a:lnTo>
                  <a:lnTo>
                    <a:pt x="4154106" y="339960"/>
                  </a:lnTo>
                  <a:lnTo>
                    <a:pt x="4082483" y="323695"/>
                  </a:lnTo>
                  <a:lnTo>
                    <a:pt x="4010861" y="306890"/>
                  </a:lnTo>
                  <a:lnTo>
                    <a:pt x="3939238" y="289526"/>
                  </a:lnTo>
                  <a:lnTo>
                    <a:pt x="3867616" y="271585"/>
                  </a:lnTo>
                  <a:lnTo>
                    <a:pt x="3795993" y="253048"/>
                  </a:lnTo>
                  <a:lnTo>
                    <a:pt x="3724371" y="233894"/>
                  </a:lnTo>
                  <a:lnTo>
                    <a:pt x="3652748" y="214104"/>
                  </a:lnTo>
                  <a:lnTo>
                    <a:pt x="3581126" y="193657"/>
                  </a:lnTo>
                  <a:lnTo>
                    <a:pt x="3509503" y="172529"/>
                  </a:lnTo>
                  <a:lnTo>
                    <a:pt x="3437881" y="150699"/>
                  </a:lnTo>
                  <a:lnTo>
                    <a:pt x="3366258" y="128144"/>
                  </a:lnTo>
                  <a:lnTo>
                    <a:pt x="3294636" y="104839"/>
                  </a:lnTo>
                  <a:lnTo>
                    <a:pt x="3223013" y="80759"/>
                  </a:lnTo>
                  <a:lnTo>
                    <a:pt x="3151391" y="55879"/>
                  </a:lnTo>
                  <a:lnTo>
                    <a:pt x="3079768" y="30172"/>
                  </a:lnTo>
                  <a:lnTo>
                    <a:pt x="3008146" y="3611"/>
                  </a:lnTo>
                  <a:lnTo>
                    <a:pt x="2936523" y="0"/>
                  </a:lnTo>
                  <a:lnTo>
                    <a:pt x="2864901" y="204"/>
                  </a:lnTo>
                  <a:lnTo>
                    <a:pt x="2793278" y="408"/>
                  </a:lnTo>
                  <a:lnTo>
                    <a:pt x="2721655" y="613"/>
                  </a:lnTo>
                  <a:lnTo>
                    <a:pt x="2650033" y="817"/>
                  </a:lnTo>
                  <a:lnTo>
                    <a:pt x="2578410" y="1021"/>
                  </a:lnTo>
                  <a:lnTo>
                    <a:pt x="2506788" y="1226"/>
                  </a:lnTo>
                  <a:lnTo>
                    <a:pt x="2435165" y="1430"/>
                  </a:lnTo>
                  <a:lnTo>
                    <a:pt x="2363543" y="1634"/>
                  </a:lnTo>
                  <a:lnTo>
                    <a:pt x="2291920" y="1838"/>
                  </a:lnTo>
                  <a:lnTo>
                    <a:pt x="2220298" y="2042"/>
                  </a:lnTo>
                  <a:lnTo>
                    <a:pt x="2148675" y="2246"/>
                  </a:lnTo>
                  <a:lnTo>
                    <a:pt x="2077053" y="2450"/>
                  </a:lnTo>
                  <a:lnTo>
                    <a:pt x="2005430" y="2654"/>
                  </a:lnTo>
                  <a:lnTo>
                    <a:pt x="1933808" y="2858"/>
                  </a:lnTo>
                  <a:lnTo>
                    <a:pt x="1862185" y="3062"/>
                  </a:lnTo>
                  <a:lnTo>
                    <a:pt x="1790563" y="3265"/>
                  </a:lnTo>
                  <a:lnTo>
                    <a:pt x="1718940" y="3469"/>
                  </a:lnTo>
                  <a:lnTo>
                    <a:pt x="1647318" y="3673"/>
                  </a:lnTo>
                  <a:lnTo>
                    <a:pt x="1575695" y="3876"/>
                  </a:lnTo>
                  <a:lnTo>
                    <a:pt x="1504073" y="4080"/>
                  </a:lnTo>
                  <a:lnTo>
                    <a:pt x="1432450" y="4283"/>
                  </a:lnTo>
                  <a:lnTo>
                    <a:pt x="1360827" y="4487"/>
                  </a:lnTo>
                  <a:lnTo>
                    <a:pt x="1289205" y="4690"/>
                  </a:lnTo>
                  <a:lnTo>
                    <a:pt x="1217582" y="4894"/>
                  </a:lnTo>
                  <a:lnTo>
                    <a:pt x="1145960" y="5097"/>
                  </a:lnTo>
                  <a:lnTo>
                    <a:pt x="1074337" y="5300"/>
                  </a:lnTo>
                  <a:lnTo>
                    <a:pt x="1002715" y="5503"/>
                  </a:lnTo>
                  <a:lnTo>
                    <a:pt x="931092" y="5706"/>
                  </a:lnTo>
                  <a:lnTo>
                    <a:pt x="859470" y="5910"/>
                  </a:lnTo>
                  <a:lnTo>
                    <a:pt x="787847" y="6113"/>
                  </a:lnTo>
                  <a:lnTo>
                    <a:pt x="716225" y="6316"/>
                  </a:lnTo>
                  <a:lnTo>
                    <a:pt x="644602" y="6518"/>
                  </a:lnTo>
                  <a:lnTo>
                    <a:pt x="572980" y="6721"/>
                  </a:lnTo>
                  <a:lnTo>
                    <a:pt x="501357" y="6924"/>
                  </a:lnTo>
                  <a:lnTo>
                    <a:pt x="429735" y="7127"/>
                  </a:lnTo>
                  <a:lnTo>
                    <a:pt x="358112" y="7330"/>
                  </a:lnTo>
                  <a:lnTo>
                    <a:pt x="286490" y="7532"/>
                  </a:lnTo>
                  <a:lnTo>
                    <a:pt x="214867" y="7735"/>
                  </a:lnTo>
                  <a:lnTo>
                    <a:pt x="143245" y="7938"/>
                  </a:lnTo>
                  <a:lnTo>
                    <a:pt x="71622" y="8140"/>
                  </a:lnTo>
                  <a:lnTo>
                    <a:pt x="0" y="83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921280"/>
              <a:ext cx="7090630" cy="1307764"/>
            </a:xfrm>
            <a:custGeom>
              <a:avLst/>
              <a:pathLst>
                <a:path w="7090630" h="1307764">
                  <a:moveTo>
                    <a:pt x="0" y="0"/>
                  </a:moveTo>
                  <a:lnTo>
                    <a:pt x="71622" y="26330"/>
                  </a:lnTo>
                  <a:lnTo>
                    <a:pt x="143245" y="52237"/>
                  </a:lnTo>
                  <a:lnTo>
                    <a:pt x="214867" y="77727"/>
                  </a:lnTo>
                  <a:lnTo>
                    <a:pt x="286490" y="102807"/>
                  </a:lnTo>
                  <a:lnTo>
                    <a:pt x="358112" y="127483"/>
                  </a:lnTo>
                  <a:lnTo>
                    <a:pt x="429735" y="151762"/>
                  </a:lnTo>
                  <a:lnTo>
                    <a:pt x="501357" y="175650"/>
                  </a:lnTo>
                  <a:lnTo>
                    <a:pt x="572980" y="199153"/>
                  </a:lnTo>
                  <a:lnTo>
                    <a:pt x="644602" y="222279"/>
                  </a:lnTo>
                  <a:lnTo>
                    <a:pt x="716225" y="245032"/>
                  </a:lnTo>
                  <a:lnTo>
                    <a:pt x="787847" y="267419"/>
                  </a:lnTo>
                  <a:lnTo>
                    <a:pt x="859470" y="289445"/>
                  </a:lnTo>
                  <a:lnTo>
                    <a:pt x="931092" y="311117"/>
                  </a:lnTo>
                  <a:lnTo>
                    <a:pt x="1002715" y="332441"/>
                  </a:lnTo>
                  <a:lnTo>
                    <a:pt x="1074337" y="353421"/>
                  </a:lnTo>
                  <a:lnTo>
                    <a:pt x="1145960" y="374063"/>
                  </a:lnTo>
                  <a:lnTo>
                    <a:pt x="1217582" y="394373"/>
                  </a:lnTo>
                  <a:lnTo>
                    <a:pt x="1289205" y="414357"/>
                  </a:lnTo>
                  <a:lnTo>
                    <a:pt x="1360827" y="434018"/>
                  </a:lnTo>
                  <a:lnTo>
                    <a:pt x="1432450" y="453363"/>
                  </a:lnTo>
                  <a:lnTo>
                    <a:pt x="1504073" y="472397"/>
                  </a:lnTo>
                  <a:lnTo>
                    <a:pt x="1575695" y="491125"/>
                  </a:lnTo>
                  <a:lnTo>
                    <a:pt x="1647318" y="509551"/>
                  </a:lnTo>
                  <a:lnTo>
                    <a:pt x="1718940" y="527680"/>
                  </a:lnTo>
                  <a:lnTo>
                    <a:pt x="1790563" y="545518"/>
                  </a:lnTo>
                  <a:lnTo>
                    <a:pt x="1862185" y="563069"/>
                  </a:lnTo>
                  <a:lnTo>
                    <a:pt x="1933808" y="580337"/>
                  </a:lnTo>
                  <a:lnTo>
                    <a:pt x="2005430" y="597327"/>
                  </a:lnTo>
                  <a:lnTo>
                    <a:pt x="2077053" y="614044"/>
                  </a:lnTo>
                  <a:lnTo>
                    <a:pt x="2148675" y="630492"/>
                  </a:lnTo>
                  <a:lnTo>
                    <a:pt x="2220298" y="646675"/>
                  </a:lnTo>
                  <a:lnTo>
                    <a:pt x="2291920" y="662597"/>
                  </a:lnTo>
                  <a:lnTo>
                    <a:pt x="2363543" y="678263"/>
                  </a:lnTo>
                  <a:lnTo>
                    <a:pt x="2435165" y="693678"/>
                  </a:lnTo>
                  <a:lnTo>
                    <a:pt x="2506788" y="708844"/>
                  </a:lnTo>
                  <a:lnTo>
                    <a:pt x="2578410" y="723766"/>
                  </a:lnTo>
                  <a:lnTo>
                    <a:pt x="2650033" y="738447"/>
                  </a:lnTo>
                  <a:lnTo>
                    <a:pt x="2721655" y="752893"/>
                  </a:lnTo>
                  <a:lnTo>
                    <a:pt x="2793278" y="767106"/>
                  </a:lnTo>
                  <a:lnTo>
                    <a:pt x="2864901" y="781090"/>
                  </a:lnTo>
                  <a:lnTo>
                    <a:pt x="2936523" y="794849"/>
                  </a:lnTo>
                  <a:lnTo>
                    <a:pt x="3008146" y="808387"/>
                  </a:lnTo>
                  <a:lnTo>
                    <a:pt x="3079768" y="821707"/>
                  </a:lnTo>
                  <a:lnTo>
                    <a:pt x="3151391" y="834812"/>
                  </a:lnTo>
                  <a:lnTo>
                    <a:pt x="3223013" y="847707"/>
                  </a:lnTo>
                  <a:lnTo>
                    <a:pt x="3294636" y="860393"/>
                  </a:lnTo>
                  <a:lnTo>
                    <a:pt x="3366258" y="872876"/>
                  </a:lnTo>
                  <a:lnTo>
                    <a:pt x="3437881" y="885158"/>
                  </a:lnTo>
                  <a:lnTo>
                    <a:pt x="3509503" y="897242"/>
                  </a:lnTo>
                  <a:lnTo>
                    <a:pt x="3581126" y="909132"/>
                  </a:lnTo>
                  <a:lnTo>
                    <a:pt x="3652748" y="920830"/>
                  </a:lnTo>
                  <a:lnTo>
                    <a:pt x="3724371" y="932340"/>
                  </a:lnTo>
                  <a:lnTo>
                    <a:pt x="3795993" y="943665"/>
                  </a:lnTo>
                  <a:lnTo>
                    <a:pt x="3867616" y="954808"/>
                  </a:lnTo>
                  <a:lnTo>
                    <a:pt x="3939238" y="965771"/>
                  </a:lnTo>
                  <a:lnTo>
                    <a:pt x="4010861" y="976558"/>
                  </a:lnTo>
                  <a:lnTo>
                    <a:pt x="4082483" y="987171"/>
                  </a:lnTo>
                  <a:lnTo>
                    <a:pt x="4154106" y="997613"/>
                  </a:lnTo>
                  <a:lnTo>
                    <a:pt x="4225729" y="1007887"/>
                  </a:lnTo>
                  <a:lnTo>
                    <a:pt x="4297351" y="1017996"/>
                  </a:lnTo>
                  <a:lnTo>
                    <a:pt x="4368974" y="1027942"/>
                  </a:lnTo>
                  <a:lnTo>
                    <a:pt x="4440596" y="1037728"/>
                  </a:lnTo>
                  <a:lnTo>
                    <a:pt x="4512219" y="1047357"/>
                  </a:lnTo>
                  <a:lnTo>
                    <a:pt x="4583841" y="1056831"/>
                  </a:lnTo>
                  <a:lnTo>
                    <a:pt x="4655464" y="1066152"/>
                  </a:lnTo>
                  <a:lnTo>
                    <a:pt x="4727086" y="1075323"/>
                  </a:lnTo>
                  <a:lnTo>
                    <a:pt x="4798709" y="1084346"/>
                  </a:lnTo>
                  <a:lnTo>
                    <a:pt x="4870331" y="1093225"/>
                  </a:lnTo>
                  <a:lnTo>
                    <a:pt x="4941954" y="1101960"/>
                  </a:lnTo>
                  <a:lnTo>
                    <a:pt x="5013576" y="1110555"/>
                  </a:lnTo>
                  <a:lnTo>
                    <a:pt x="5085199" y="1119011"/>
                  </a:lnTo>
                  <a:lnTo>
                    <a:pt x="5156821" y="1127332"/>
                  </a:lnTo>
                  <a:lnTo>
                    <a:pt x="5228444" y="1135518"/>
                  </a:lnTo>
                  <a:lnTo>
                    <a:pt x="5300066" y="1143573"/>
                  </a:lnTo>
                  <a:lnTo>
                    <a:pt x="5371689" y="1151498"/>
                  </a:lnTo>
                  <a:lnTo>
                    <a:pt x="5443311" y="1159295"/>
                  </a:lnTo>
                  <a:lnTo>
                    <a:pt x="5514934" y="1166967"/>
                  </a:lnTo>
                  <a:lnTo>
                    <a:pt x="5586557" y="1174516"/>
                  </a:lnTo>
                  <a:lnTo>
                    <a:pt x="5658179" y="1181943"/>
                  </a:lnTo>
                  <a:lnTo>
                    <a:pt x="5729802" y="1189250"/>
                  </a:lnTo>
                  <a:lnTo>
                    <a:pt x="5801424" y="1196440"/>
                  </a:lnTo>
                  <a:lnTo>
                    <a:pt x="5873047" y="1203514"/>
                  </a:lnTo>
                  <a:lnTo>
                    <a:pt x="5944669" y="1210475"/>
                  </a:lnTo>
                  <a:lnTo>
                    <a:pt x="6016292" y="1217323"/>
                  </a:lnTo>
                  <a:lnTo>
                    <a:pt x="6087914" y="1224061"/>
                  </a:lnTo>
                  <a:lnTo>
                    <a:pt x="6159537" y="1230690"/>
                  </a:lnTo>
                  <a:lnTo>
                    <a:pt x="6231159" y="1237213"/>
                  </a:lnTo>
                  <a:lnTo>
                    <a:pt x="6302782" y="1243631"/>
                  </a:lnTo>
                  <a:lnTo>
                    <a:pt x="6374404" y="1249946"/>
                  </a:lnTo>
                  <a:lnTo>
                    <a:pt x="6446027" y="1256159"/>
                  </a:lnTo>
                  <a:lnTo>
                    <a:pt x="6517649" y="1262272"/>
                  </a:lnTo>
                  <a:lnTo>
                    <a:pt x="6589272" y="1268286"/>
                  </a:lnTo>
                  <a:lnTo>
                    <a:pt x="6660894" y="1274204"/>
                  </a:lnTo>
                  <a:lnTo>
                    <a:pt x="6732517" y="1280027"/>
                  </a:lnTo>
                  <a:lnTo>
                    <a:pt x="6804139" y="1285756"/>
                  </a:lnTo>
                  <a:lnTo>
                    <a:pt x="6875762" y="1291392"/>
                  </a:lnTo>
                  <a:lnTo>
                    <a:pt x="6947385" y="1296938"/>
                  </a:lnTo>
                  <a:lnTo>
                    <a:pt x="7019007" y="1302395"/>
                  </a:lnTo>
                  <a:lnTo>
                    <a:pt x="7090630" y="130776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70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545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390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118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573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1.23 (1.00-1.51), p_Bonf = 0.321 (n = 6)  |  per IQR decline (Δ = 27.2 %): 1.74 (0.99-3.07)  |  IQR: [-12.3, 14.9]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9131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2026-10-09T15:12:18Z</dcterms:modified>
  <cp:category/>
</cp:coreProperties>
</file>