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42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68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20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75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6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701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740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7779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3171926" cy="3483746"/>
            </a:xfrm>
            <a:custGeom>
              <a:avLst/>
              <a:pathLst>
                <a:path w="3171926" h="3483746">
                  <a:moveTo>
                    <a:pt x="0" y="3483746"/>
                  </a:moveTo>
                  <a:lnTo>
                    <a:pt x="71622" y="3483746"/>
                  </a:lnTo>
                  <a:lnTo>
                    <a:pt x="143245" y="3483746"/>
                  </a:lnTo>
                  <a:lnTo>
                    <a:pt x="214867" y="3483746"/>
                  </a:lnTo>
                  <a:lnTo>
                    <a:pt x="286490" y="3483746"/>
                  </a:lnTo>
                  <a:lnTo>
                    <a:pt x="358112" y="3483746"/>
                  </a:lnTo>
                  <a:lnTo>
                    <a:pt x="429735" y="3483746"/>
                  </a:lnTo>
                  <a:lnTo>
                    <a:pt x="501357" y="3483746"/>
                  </a:lnTo>
                  <a:lnTo>
                    <a:pt x="572980" y="3483746"/>
                  </a:lnTo>
                  <a:lnTo>
                    <a:pt x="644602" y="3483746"/>
                  </a:lnTo>
                  <a:lnTo>
                    <a:pt x="716225" y="3483746"/>
                  </a:lnTo>
                  <a:lnTo>
                    <a:pt x="787847" y="3483746"/>
                  </a:lnTo>
                  <a:lnTo>
                    <a:pt x="859470" y="3483746"/>
                  </a:lnTo>
                  <a:lnTo>
                    <a:pt x="931092" y="3483746"/>
                  </a:lnTo>
                  <a:lnTo>
                    <a:pt x="1002715" y="3483746"/>
                  </a:lnTo>
                  <a:lnTo>
                    <a:pt x="1074337" y="3483746"/>
                  </a:lnTo>
                  <a:lnTo>
                    <a:pt x="1145960" y="3483746"/>
                  </a:lnTo>
                  <a:lnTo>
                    <a:pt x="1217582" y="3483746"/>
                  </a:lnTo>
                  <a:lnTo>
                    <a:pt x="1289205" y="3483746"/>
                  </a:lnTo>
                  <a:lnTo>
                    <a:pt x="1360827" y="3483745"/>
                  </a:lnTo>
                  <a:lnTo>
                    <a:pt x="1432450" y="3483744"/>
                  </a:lnTo>
                  <a:lnTo>
                    <a:pt x="1504073" y="3483741"/>
                  </a:lnTo>
                  <a:lnTo>
                    <a:pt x="1575695" y="3483738"/>
                  </a:lnTo>
                  <a:lnTo>
                    <a:pt x="1647318" y="3483731"/>
                  </a:lnTo>
                  <a:lnTo>
                    <a:pt x="1718940" y="3483718"/>
                  </a:lnTo>
                  <a:lnTo>
                    <a:pt x="1790563" y="3483696"/>
                  </a:lnTo>
                  <a:lnTo>
                    <a:pt x="1862185" y="3483658"/>
                  </a:lnTo>
                  <a:lnTo>
                    <a:pt x="1933808" y="3483588"/>
                  </a:lnTo>
                  <a:lnTo>
                    <a:pt x="2005430" y="3483465"/>
                  </a:lnTo>
                  <a:lnTo>
                    <a:pt x="2077053" y="3483245"/>
                  </a:lnTo>
                  <a:lnTo>
                    <a:pt x="2148675" y="3482855"/>
                  </a:lnTo>
                  <a:lnTo>
                    <a:pt x="2220298" y="3482160"/>
                  </a:lnTo>
                  <a:lnTo>
                    <a:pt x="2291920" y="3480923"/>
                  </a:lnTo>
                  <a:lnTo>
                    <a:pt x="2363543" y="3478722"/>
                  </a:lnTo>
                  <a:lnTo>
                    <a:pt x="2435165" y="3474806"/>
                  </a:lnTo>
                  <a:lnTo>
                    <a:pt x="2506788" y="3467836"/>
                  </a:lnTo>
                  <a:lnTo>
                    <a:pt x="2578410" y="3455433"/>
                  </a:lnTo>
                  <a:lnTo>
                    <a:pt x="2650033" y="3433362"/>
                  </a:lnTo>
                  <a:lnTo>
                    <a:pt x="2721655" y="3394085"/>
                  </a:lnTo>
                  <a:lnTo>
                    <a:pt x="2793278" y="3324191"/>
                  </a:lnTo>
                  <a:lnTo>
                    <a:pt x="2864901" y="3199813"/>
                  </a:lnTo>
                  <a:lnTo>
                    <a:pt x="2936523" y="2978477"/>
                  </a:lnTo>
                  <a:lnTo>
                    <a:pt x="3008146" y="2562922"/>
                  </a:lnTo>
                  <a:lnTo>
                    <a:pt x="3079768" y="1540989"/>
                  </a:lnTo>
                  <a:lnTo>
                    <a:pt x="3130958" y="0"/>
                  </a:lnTo>
                  <a:lnTo>
                    <a:pt x="3171926" y="0"/>
                  </a:lnTo>
                  <a:lnTo>
                    <a:pt x="3151391" y="636392"/>
                  </a:lnTo>
                  <a:lnTo>
                    <a:pt x="3079768" y="1883689"/>
                  </a:lnTo>
                  <a:lnTo>
                    <a:pt x="3008146" y="2584602"/>
                  </a:lnTo>
                  <a:lnTo>
                    <a:pt x="2936523" y="3047295"/>
                  </a:lnTo>
                  <a:lnTo>
                    <a:pt x="2864901" y="3276878"/>
                  </a:lnTo>
                  <a:lnTo>
                    <a:pt x="2793278" y="3385695"/>
                  </a:lnTo>
                  <a:lnTo>
                    <a:pt x="2721655" y="3437272"/>
                  </a:lnTo>
                  <a:lnTo>
                    <a:pt x="2650033" y="3461719"/>
                  </a:lnTo>
                  <a:lnTo>
                    <a:pt x="2578410" y="3473306"/>
                  </a:lnTo>
                  <a:lnTo>
                    <a:pt x="2506788" y="3478798"/>
                  </a:lnTo>
                  <a:lnTo>
                    <a:pt x="2435165" y="3481401"/>
                  </a:lnTo>
                  <a:lnTo>
                    <a:pt x="2363543" y="3482635"/>
                  </a:lnTo>
                  <a:lnTo>
                    <a:pt x="2291920" y="3483219"/>
                  </a:lnTo>
                  <a:lnTo>
                    <a:pt x="2220298" y="3483497"/>
                  </a:lnTo>
                  <a:lnTo>
                    <a:pt x="2148675" y="3483628"/>
                  </a:lnTo>
                  <a:lnTo>
                    <a:pt x="2077053" y="3483690"/>
                  </a:lnTo>
                  <a:lnTo>
                    <a:pt x="2005430" y="3483720"/>
                  </a:lnTo>
                  <a:lnTo>
                    <a:pt x="1933808" y="3483734"/>
                  </a:lnTo>
                  <a:lnTo>
                    <a:pt x="1862185" y="3483740"/>
                  </a:lnTo>
                  <a:lnTo>
                    <a:pt x="1790563" y="3483744"/>
                  </a:lnTo>
                  <a:lnTo>
                    <a:pt x="1718940" y="3483745"/>
                  </a:lnTo>
                  <a:lnTo>
                    <a:pt x="1647318" y="3483746"/>
                  </a:lnTo>
                  <a:lnTo>
                    <a:pt x="1575695" y="3483746"/>
                  </a:lnTo>
                  <a:lnTo>
                    <a:pt x="1504073" y="3483746"/>
                  </a:lnTo>
                  <a:lnTo>
                    <a:pt x="1432450" y="3483746"/>
                  </a:lnTo>
                  <a:lnTo>
                    <a:pt x="1360827" y="3483746"/>
                  </a:lnTo>
                  <a:lnTo>
                    <a:pt x="1289205" y="3483746"/>
                  </a:lnTo>
                  <a:lnTo>
                    <a:pt x="1217582" y="3483746"/>
                  </a:lnTo>
                  <a:lnTo>
                    <a:pt x="1145960" y="3483746"/>
                  </a:lnTo>
                  <a:lnTo>
                    <a:pt x="1074337" y="3483746"/>
                  </a:lnTo>
                  <a:lnTo>
                    <a:pt x="1002715" y="3483746"/>
                  </a:lnTo>
                  <a:lnTo>
                    <a:pt x="931092" y="3483746"/>
                  </a:lnTo>
                  <a:lnTo>
                    <a:pt x="859470" y="3483746"/>
                  </a:lnTo>
                  <a:lnTo>
                    <a:pt x="787847" y="3483746"/>
                  </a:lnTo>
                  <a:lnTo>
                    <a:pt x="716225" y="3483746"/>
                  </a:lnTo>
                  <a:lnTo>
                    <a:pt x="644602" y="3483746"/>
                  </a:lnTo>
                  <a:lnTo>
                    <a:pt x="572980" y="3483746"/>
                  </a:lnTo>
                  <a:lnTo>
                    <a:pt x="501357" y="3483746"/>
                  </a:lnTo>
                  <a:lnTo>
                    <a:pt x="429735" y="3483746"/>
                  </a:lnTo>
                  <a:lnTo>
                    <a:pt x="358112" y="3483746"/>
                  </a:lnTo>
                  <a:lnTo>
                    <a:pt x="286490" y="3483746"/>
                  </a:lnTo>
                  <a:lnTo>
                    <a:pt x="214867" y="3483746"/>
                  </a:lnTo>
                  <a:lnTo>
                    <a:pt x="143245" y="3483746"/>
                  </a:lnTo>
                  <a:lnTo>
                    <a:pt x="71622" y="348374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2073503"/>
              <a:ext cx="3130958" cy="3483746"/>
            </a:xfrm>
            <a:custGeom>
              <a:avLst/>
              <a:pathLst>
                <a:path w="3130958" h="3483746">
                  <a:moveTo>
                    <a:pt x="0" y="3483746"/>
                  </a:moveTo>
                  <a:lnTo>
                    <a:pt x="71622" y="3483746"/>
                  </a:lnTo>
                  <a:lnTo>
                    <a:pt x="143245" y="3483746"/>
                  </a:lnTo>
                  <a:lnTo>
                    <a:pt x="214867" y="3483746"/>
                  </a:lnTo>
                  <a:lnTo>
                    <a:pt x="286490" y="3483746"/>
                  </a:lnTo>
                  <a:lnTo>
                    <a:pt x="358112" y="3483746"/>
                  </a:lnTo>
                  <a:lnTo>
                    <a:pt x="429735" y="3483746"/>
                  </a:lnTo>
                  <a:lnTo>
                    <a:pt x="501357" y="3483746"/>
                  </a:lnTo>
                  <a:lnTo>
                    <a:pt x="572980" y="3483746"/>
                  </a:lnTo>
                  <a:lnTo>
                    <a:pt x="644602" y="3483746"/>
                  </a:lnTo>
                  <a:lnTo>
                    <a:pt x="716225" y="3483746"/>
                  </a:lnTo>
                  <a:lnTo>
                    <a:pt x="787847" y="3483746"/>
                  </a:lnTo>
                  <a:lnTo>
                    <a:pt x="859470" y="3483746"/>
                  </a:lnTo>
                  <a:lnTo>
                    <a:pt x="931092" y="3483746"/>
                  </a:lnTo>
                  <a:lnTo>
                    <a:pt x="1002715" y="3483746"/>
                  </a:lnTo>
                  <a:lnTo>
                    <a:pt x="1074337" y="3483746"/>
                  </a:lnTo>
                  <a:lnTo>
                    <a:pt x="1145960" y="3483746"/>
                  </a:lnTo>
                  <a:lnTo>
                    <a:pt x="1217582" y="3483746"/>
                  </a:lnTo>
                  <a:lnTo>
                    <a:pt x="1289205" y="3483746"/>
                  </a:lnTo>
                  <a:lnTo>
                    <a:pt x="1360827" y="3483745"/>
                  </a:lnTo>
                  <a:lnTo>
                    <a:pt x="1432450" y="3483744"/>
                  </a:lnTo>
                  <a:lnTo>
                    <a:pt x="1504073" y="3483741"/>
                  </a:lnTo>
                  <a:lnTo>
                    <a:pt x="1575695" y="3483738"/>
                  </a:lnTo>
                  <a:lnTo>
                    <a:pt x="1647318" y="3483731"/>
                  </a:lnTo>
                  <a:lnTo>
                    <a:pt x="1718940" y="3483718"/>
                  </a:lnTo>
                  <a:lnTo>
                    <a:pt x="1790563" y="3483696"/>
                  </a:lnTo>
                  <a:lnTo>
                    <a:pt x="1862185" y="3483658"/>
                  </a:lnTo>
                  <a:lnTo>
                    <a:pt x="1933808" y="3483588"/>
                  </a:lnTo>
                  <a:lnTo>
                    <a:pt x="2005430" y="3483465"/>
                  </a:lnTo>
                  <a:lnTo>
                    <a:pt x="2077053" y="3483245"/>
                  </a:lnTo>
                  <a:lnTo>
                    <a:pt x="2148675" y="3482855"/>
                  </a:lnTo>
                  <a:lnTo>
                    <a:pt x="2220298" y="3482160"/>
                  </a:lnTo>
                  <a:lnTo>
                    <a:pt x="2291920" y="3480923"/>
                  </a:lnTo>
                  <a:lnTo>
                    <a:pt x="2363543" y="3478722"/>
                  </a:lnTo>
                  <a:lnTo>
                    <a:pt x="2435165" y="3474806"/>
                  </a:lnTo>
                  <a:lnTo>
                    <a:pt x="2506788" y="3467836"/>
                  </a:lnTo>
                  <a:lnTo>
                    <a:pt x="2578410" y="3455433"/>
                  </a:lnTo>
                  <a:lnTo>
                    <a:pt x="2650033" y="3433362"/>
                  </a:lnTo>
                  <a:lnTo>
                    <a:pt x="2721655" y="3394085"/>
                  </a:lnTo>
                  <a:lnTo>
                    <a:pt x="2793278" y="3324191"/>
                  </a:lnTo>
                  <a:lnTo>
                    <a:pt x="2864901" y="3199813"/>
                  </a:lnTo>
                  <a:lnTo>
                    <a:pt x="2936523" y="2978477"/>
                  </a:lnTo>
                  <a:lnTo>
                    <a:pt x="3008146" y="2562922"/>
                  </a:lnTo>
                  <a:lnTo>
                    <a:pt x="3079768" y="1540989"/>
                  </a:lnTo>
                  <a:lnTo>
                    <a:pt x="313095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073503"/>
              <a:ext cx="3171926" cy="3483746"/>
            </a:xfrm>
            <a:custGeom>
              <a:avLst/>
              <a:pathLst>
                <a:path w="3171926" h="3483746">
                  <a:moveTo>
                    <a:pt x="3171926" y="0"/>
                  </a:moveTo>
                  <a:lnTo>
                    <a:pt x="3151391" y="636392"/>
                  </a:lnTo>
                  <a:lnTo>
                    <a:pt x="3079768" y="1883689"/>
                  </a:lnTo>
                  <a:lnTo>
                    <a:pt x="3008146" y="2584602"/>
                  </a:lnTo>
                  <a:lnTo>
                    <a:pt x="2936523" y="3047295"/>
                  </a:lnTo>
                  <a:lnTo>
                    <a:pt x="2864901" y="3276878"/>
                  </a:lnTo>
                  <a:lnTo>
                    <a:pt x="2793278" y="3385695"/>
                  </a:lnTo>
                  <a:lnTo>
                    <a:pt x="2721655" y="3437272"/>
                  </a:lnTo>
                  <a:lnTo>
                    <a:pt x="2650033" y="3461719"/>
                  </a:lnTo>
                  <a:lnTo>
                    <a:pt x="2578410" y="3473306"/>
                  </a:lnTo>
                  <a:lnTo>
                    <a:pt x="2506788" y="3478798"/>
                  </a:lnTo>
                  <a:lnTo>
                    <a:pt x="2435165" y="3481401"/>
                  </a:lnTo>
                  <a:lnTo>
                    <a:pt x="2363543" y="3482635"/>
                  </a:lnTo>
                  <a:lnTo>
                    <a:pt x="2291920" y="3483219"/>
                  </a:lnTo>
                  <a:lnTo>
                    <a:pt x="2220298" y="3483497"/>
                  </a:lnTo>
                  <a:lnTo>
                    <a:pt x="2148675" y="3483628"/>
                  </a:lnTo>
                  <a:lnTo>
                    <a:pt x="2077053" y="3483690"/>
                  </a:lnTo>
                  <a:lnTo>
                    <a:pt x="2005430" y="3483720"/>
                  </a:lnTo>
                  <a:lnTo>
                    <a:pt x="1933808" y="3483734"/>
                  </a:lnTo>
                  <a:lnTo>
                    <a:pt x="1862185" y="3483740"/>
                  </a:lnTo>
                  <a:lnTo>
                    <a:pt x="1790563" y="3483744"/>
                  </a:lnTo>
                  <a:lnTo>
                    <a:pt x="1718940" y="3483745"/>
                  </a:lnTo>
                  <a:lnTo>
                    <a:pt x="1647318" y="3483746"/>
                  </a:lnTo>
                  <a:lnTo>
                    <a:pt x="1575695" y="3483746"/>
                  </a:lnTo>
                  <a:lnTo>
                    <a:pt x="1504073" y="3483746"/>
                  </a:lnTo>
                  <a:lnTo>
                    <a:pt x="1432450" y="3483746"/>
                  </a:lnTo>
                  <a:lnTo>
                    <a:pt x="1360827" y="3483746"/>
                  </a:lnTo>
                  <a:lnTo>
                    <a:pt x="1289205" y="3483746"/>
                  </a:lnTo>
                  <a:lnTo>
                    <a:pt x="1217582" y="3483746"/>
                  </a:lnTo>
                  <a:lnTo>
                    <a:pt x="1145960" y="3483746"/>
                  </a:lnTo>
                  <a:lnTo>
                    <a:pt x="1074337" y="3483746"/>
                  </a:lnTo>
                  <a:lnTo>
                    <a:pt x="1002715" y="3483746"/>
                  </a:lnTo>
                  <a:lnTo>
                    <a:pt x="931092" y="3483746"/>
                  </a:lnTo>
                  <a:lnTo>
                    <a:pt x="859470" y="3483746"/>
                  </a:lnTo>
                  <a:lnTo>
                    <a:pt x="787847" y="3483746"/>
                  </a:lnTo>
                  <a:lnTo>
                    <a:pt x="716225" y="3483746"/>
                  </a:lnTo>
                  <a:lnTo>
                    <a:pt x="644602" y="3483746"/>
                  </a:lnTo>
                  <a:lnTo>
                    <a:pt x="572980" y="3483746"/>
                  </a:lnTo>
                  <a:lnTo>
                    <a:pt x="501357" y="3483746"/>
                  </a:lnTo>
                  <a:lnTo>
                    <a:pt x="429735" y="3483746"/>
                  </a:lnTo>
                  <a:lnTo>
                    <a:pt x="358112" y="3483746"/>
                  </a:lnTo>
                  <a:lnTo>
                    <a:pt x="286490" y="3483746"/>
                  </a:lnTo>
                  <a:lnTo>
                    <a:pt x="214867" y="3483746"/>
                  </a:lnTo>
                  <a:lnTo>
                    <a:pt x="143245" y="3483746"/>
                  </a:lnTo>
                  <a:lnTo>
                    <a:pt x="71622" y="3483746"/>
                  </a:lnTo>
                  <a:lnTo>
                    <a:pt x="0" y="348374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2073503"/>
              <a:ext cx="3152900" cy="3483746"/>
            </a:xfrm>
            <a:custGeom>
              <a:avLst/>
              <a:pathLst>
                <a:path w="3152900" h="3483746">
                  <a:moveTo>
                    <a:pt x="0" y="3483746"/>
                  </a:moveTo>
                  <a:lnTo>
                    <a:pt x="71622" y="3483746"/>
                  </a:lnTo>
                  <a:lnTo>
                    <a:pt x="143245" y="3483746"/>
                  </a:lnTo>
                  <a:lnTo>
                    <a:pt x="214867" y="3483746"/>
                  </a:lnTo>
                  <a:lnTo>
                    <a:pt x="286490" y="3483746"/>
                  </a:lnTo>
                  <a:lnTo>
                    <a:pt x="358112" y="3483746"/>
                  </a:lnTo>
                  <a:lnTo>
                    <a:pt x="429735" y="3483746"/>
                  </a:lnTo>
                  <a:lnTo>
                    <a:pt x="501357" y="3483746"/>
                  </a:lnTo>
                  <a:lnTo>
                    <a:pt x="572980" y="3483746"/>
                  </a:lnTo>
                  <a:lnTo>
                    <a:pt x="644602" y="3483746"/>
                  </a:lnTo>
                  <a:lnTo>
                    <a:pt x="716225" y="3483746"/>
                  </a:lnTo>
                  <a:lnTo>
                    <a:pt x="787847" y="3483746"/>
                  </a:lnTo>
                  <a:lnTo>
                    <a:pt x="859470" y="3483746"/>
                  </a:lnTo>
                  <a:lnTo>
                    <a:pt x="931092" y="3483746"/>
                  </a:lnTo>
                  <a:lnTo>
                    <a:pt x="1002715" y="3483746"/>
                  </a:lnTo>
                  <a:lnTo>
                    <a:pt x="1074337" y="3483746"/>
                  </a:lnTo>
                  <a:lnTo>
                    <a:pt x="1145960" y="3483746"/>
                  </a:lnTo>
                  <a:lnTo>
                    <a:pt x="1217582" y="3483746"/>
                  </a:lnTo>
                  <a:lnTo>
                    <a:pt x="1289205" y="3483746"/>
                  </a:lnTo>
                  <a:lnTo>
                    <a:pt x="1360827" y="3483746"/>
                  </a:lnTo>
                  <a:lnTo>
                    <a:pt x="1432450" y="3483746"/>
                  </a:lnTo>
                  <a:lnTo>
                    <a:pt x="1504073" y="3483746"/>
                  </a:lnTo>
                  <a:lnTo>
                    <a:pt x="1575695" y="3483745"/>
                  </a:lnTo>
                  <a:lnTo>
                    <a:pt x="1647318" y="3483743"/>
                  </a:lnTo>
                  <a:lnTo>
                    <a:pt x="1718940" y="3483740"/>
                  </a:lnTo>
                  <a:lnTo>
                    <a:pt x="1790563" y="3483735"/>
                  </a:lnTo>
                  <a:lnTo>
                    <a:pt x="1862185" y="3483723"/>
                  </a:lnTo>
                  <a:lnTo>
                    <a:pt x="1933808" y="3483702"/>
                  </a:lnTo>
                  <a:lnTo>
                    <a:pt x="2005430" y="3483660"/>
                  </a:lnTo>
                  <a:lnTo>
                    <a:pt x="2077053" y="3483579"/>
                  </a:lnTo>
                  <a:lnTo>
                    <a:pt x="2148675" y="3483422"/>
                  </a:lnTo>
                  <a:lnTo>
                    <a:pt x="2220298" y="3483117"/>
                  </a:lnTo>
                  <a:lnTo>
                    <a:pt x="2291920" y="3482527"/>
                  </a:lnTo>
                  <a:lnTo>
                    <a:pt x="2363543" y="3481383"/>
                  </a:lnTo>
                  <a:lnTo>
                    <a:pt x="2435165" y="3479167"/>
                  </a:lnTo>
                  <a:lnTo>
                    <a:pt x="2506788" y="3474873"/>
                  </a:lnTo>
                  <a:lnTo>
                    <a:pt x="2578410" y="3466553"/>
                  </a:lnTo>
                  <a:lnTo>
                    <a:pt x="2650033" y="3450432"/>
                  </a:lnTo>
                  <a:lnTo>
                    <a:pt x="2721655" y="3419195"/>
                  </a:lnTo>
                  <a:lnTo>
                    <a:pt x="2793278" y="3358668"/>
                  </a:lnTo>
                  <a:lnTo>
                    <a:pt x="2864901" y="3241389"/>
                  </a:lnTo>
                  <a:lnTo>
                    <a:pt x="2936523" y="3014145"/>
                  </a:lnTo>
                  <a:lnTo>
                    <a:pt x="3008146" y="2573826"/>
                  </a:lnTo>
                  <a:lnTo>
                    <a:pt x="3079768" y="1720646"/>
                  </a:lnTo>
                  <a:lnTo>
                    <a:pt x="3151391" y="67487"/>
                  </a:lnTo>
                  <a:lnTo>
                    <a:pt x="315290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70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854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390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118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1573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3883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0.00 (0.00-0.00), p = &lt;0.001  |  per IQR decline (Δ = 27.2 %): 0.00 (0.00-0.00)  |  IQR: [-12.3, 14.9]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316464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Febrile Neutropenia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2026-10-09T13:21:34Z</dcterms:modified>
  <cp:category/>
</cp:coreProperties>
</file>