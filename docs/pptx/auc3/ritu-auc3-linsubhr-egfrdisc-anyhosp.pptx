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446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520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96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826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58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45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292862"/>
            </a:xfrm>
            <a:custGeom>
              <a:avLst/>
              <a:pathLst>
                <a:path w="7090630" h="3292862">
                  <a:moveTo>
                    <a:pt x="2141925" y="0"/>
                  </a:moveTo>
                  <a:lnTo>
                    <a:pt x="2148675" y="14037"/>
                  </a:lnTo>
                  <a:lnTo>
                    <a:pt x="2220298" y="156851"/>
                  </a:lnTo>
                  <a:lnTo>
                    <a:pt x="2291920" y="293787"/>
                  </a:lnTo>
                  <a:lnTo>
                    <a:pt x="2363543" y="425086"/>
                  </a:lnTo>
                  <a:lnTo>
                    <a:pt x="2435165" y="550981"/>
                  </a:lnTo>
                  <a:lnTo>
                    <a:pt x="2506788" y="671694"/>
                  </a:lnTo>
                  <a:lnTo>
                    <a:pt x="2578410" y="787439"/>
                  </a:lnTo>
                  <a:lnTo>
                    <a:pt x="2650033" y="898420"/>
                  </a:lnTo>
                  <a:lnTo>
                    <a:pt x="2721655" y="1004832"/>
                  </a:lnTo>
                  <a:lnTo>
                    <a:pt x="2793278" y="1106865"/>
                  </a:lnTo>
                  <a:lnTo>
                    <a:pt x="2864901" y="1204698"/>
                  </a:lnTo>
                  <a:lnTo>
                    <a:pt x="2936523" y="1298504"/>
                  </a:lnTo>
                  <a:lnTo>
                    <a:pt x="3008146" y="1388449"/>
                  </a:lnTo>
                  <a:lnTo>
                    <a:pt x="3079768" y="1474692"/>
                  </a:lnTo>
                  <a:lnTo>
                    <a:pt x="3151391" y="1557385"/>
                  </a:lnTo>
                  <a:lnTo>
                    <a:pt x="3223013" y="1636674"/>
                  </a:lnTo>
                  <a:lnTo>
                    <a:pt x="3294636" y="1712700"/>
                  </a:lnTo>
                  <a:lnTo>
                    <a:pt x="3366258" y="1785597"/>
                  </a:lnTo>
                  <a:lnTo>
                    <a:pt x="3437881" y="1855493"/>
                  </a:lnTo>
                  <a:lnTo>
                    <a:pt x="3509503" y="1922512"/>
                  </a:lnTo>
                  <a:lnTo>
                    <a:pt x="3581126" y="1986773"/>
                  </a:lnTo>
                  <a:lnTo>
                    <a:pt x="3652748" y="2048389"/>
                  </a:lnTo>
                  <a:lnTo>
                    <a:pt x="3724371" y="2107468"/>
                  </a:lnTo>
                  <a:lnTo>
                    <a:pt x="3795993" y="2164116"/>
                  </a:lnTo>
                  <a:lnTo>
                    <a:pt x="3867616" y="2218432"/>
                  </a:lnTo>
                  <a:lnTo>
                    <a:pt x="3939238" y="2270513"/>
                  </a:lnTo>
                  <a:lnTo>
                    <a:pt x="4010861" y="2320450"/>
                  </a:lnTo>
                  <a:lnTo>
                    <a:pt x="4082483" y="2368332"/>
                  </a:lnTo>
                  <a:lnTo>
                    <a:pt x="4154106" y="2414242"/>
                  </a:lnTo>
                  <a:lnTo>
                    <a:pt x="4225729" y="2458263"/>
                  </a:lnTo>
                  <a:lnTo>
                    <a:pt x="4297351" y="2500472"/>
                  </a:lnTo>
                  <a:lnTo>
                    <a:pt x="4368974" y="2540944"/>
                  </a:lnTo>
                  <a:lnTo>
                    <a:pt x="4440596" y="2579750"/>
                  </a:lnTo>
                  <a:lnTo>
                    <a:pt x="4512219" y="2616959"/>
                  </a:lnTo>
                  <a:lnTo>
                    <a:pt x="4583841" y="2652636"/>
                  </a:lnTo>
                  <a:lnTo>
                    <a:pt x="4655464" y="2648181"/>
                  </a:lnTo>
                  <a:lnTo>
                    <a:pt x="4727086" y="2641728"/>
                  </a:lnTo>
                  <a:lnTo>
                    <a:pt x="4798709" y="2635226"/>
                  </a:lnTo>
                  <a:lnTo>
                    <a:pt x="4870331" y="2628673"/>
                  </a:lnTo>
                  <a:lnTo>
                    <a:pt x="4941954" y="2622070"/>
                  </a:lnTo>
                  <a:lnTo>
                    <a:pt x="5013576" y="2615415"/>
                  </a:lnTo>
                  <a:lnTo>
                    <a:pt x="5085199" y="2608710"/>
                  </a:lnTo>
                  <a:lnTo>
                    <a:pt x="5156821" y="2601952"/>
                  </a:lnTo>
                  <a:lnTo>
                    <a:pt x="5228444" y="2595143"/>
                  </a:lnTo>
                  <a:lnTo>
                    <a:pt x="5300066" y="2588280"/>
                  </a:lnTo>
                  <a:lnTo>
                    <a:pt x="5371689" y="2581365"/>
                  </a:lnTo>
                  <a:lnTo>
                    <a:pt x="5443311" y="2574397"/>
                  </a:lnTo>
                  <a:lnTo>
                    <a:pt x="5514934" y="2567374"/>
                  </a:lnTo>
                  <a:lnTo>
                    <a:pt x="5586557" y="2560297"/>
                  </a:lnTo>
                  <a:lnTo>
                    <a:pt x="5658179" y="2553166"/>
                  </a:lnTo>
                  <a:lnTo>
                    <a:pt x="5729802" y="2545980"/>
                  </a:lnTo>
                  <a:lnTo>
                    <a:pt x="5801424" y="2538738"/>
                  </a:lnTo>
                  <a:lnTo>
                    <a:pt x="5873047" y="2531440"/>
                  </a:lnTo>
                  <a:lnTo>
                    <a:pt x="5944669" y="2524086"/>
                  </a:lnTo>
                  <a:lnTo>
                    <a:pt x="6016292" y="2516675"/>
                  </a:lnTo>
                  <a:lnTo>
                    <a:pt x="6087914" y="2509207"/>
                  </a:lnTo>
                  <a:lnTo>
                    <a:pt x="6159537" y="2501681"/>
                  </a:lnTo>
                  <a:lnTo>
                    <a:pt x="6231159" y="2494097"/>
                  </a:lnTo>
                  <a:lnTo>
                    <a:pt x="6302782" y="2486454"/>
                  </a:lnTo>
                  <a:lnTo>
                    <a:pt x="6374404" y="2478753"/>
                  </a:lnTo>
                  <a:lnTo>
                    <a:pt x="6446027" y="2470992"/>
                  </a:lnTo>
                  <a:lnTo>
                    <a:pt x="6517649" y="2463171"/>
                  </a:lnTo>
                  <a:lnTo>
                    <a:pt x="6589272" y="2455289"/>
                  </a:lnTo>
                  <a:lnTo>
                    <a:pt x="6660894" y="2447347"/>
                  </a:lnTo>
                  <a:lnTo>
                    <a:pt x="6732517" y="2439344"/>
                  </a:lnTo>
                  <a:lnTo>
                    <a:pt x="6804139" y="2431278"/>
                  </a:lnTo>
                  <a:lnTo>
                    <a:pt x="6875762" y="2423151"/>
                  </a:lnTo>
                  <a:lnTo>
                    <a:pt x="6947385" y="2414960"/>
                  </a:lnTo>
                  <a:lnTo>
                    <a:pt x="7019007" y="2406706"/>
                  </a:lnTo>
                  <a:lnTo>
                    <a:pt x="7090630" y="2398389"/>
                  </a:lnTo>
                  <a:lnTo>
                    <a:pt x="7090630" y="3292862"/>
                  </a:lnTo>
                  <a:lnTo>
                    <a:pt x="7019007" y="3284668"/>
                  </a:lnTo>
                  <a:lnTo>
                    <a:pt x="6947385" y="3276122"/>
                  </a:lnTo>
                  <a:lnTo>
                    <a:pt x="6875762" y="3267209"/>
                  </a:lnTo>
                  <a:lnTo>
                    <a:pt x="6804139" y="3257914"/>
                  </a:lnTo>
                  <a:lnTo>
                    <a:pt x="6732517" y="3248220"/>
                  </a:lnTo>
                  <a:lnTo>
                    <a:pt x="6660894" y="3238109"/>
                  </a:lnTo>
                  <a:lnTo>
                    <a:pt x="6589272" y="3227565"/>
                  </a:lnTo>
                  <a:lnTo>
                    <a:pt x="6517649" y="3216568"/>
                  </a:lnTo>
                  <a:lnTo>
                    <a:pt x="6446027" y="3205098"/>
                  </a:lnTo>
                  <a:lnTo>
                    <a:pt x="6374404" y="3193137"/>
                  </a:lnTo>
                  <a:lnTo>
                    <a:pt x="6302782" y="3180662"/>
                  </a:lnTo>
                  <a:lnTo>
                    <a:pt x="6231159" y="3167651"/>
                  </a:lnTo>
                  <a:lnTo>
                    <a:pt x="6159537" y="3154082"/>
                  </a:lnTo>
                  <a:lnTo>
                    <a:pt x="6087914" y="3139931"/>
                  </a:lnTo>
                  <a:lnTo>
                    <a:pt x="6016292" y="3125172"/>
                  </a:lnTo>
                  <a:lnTo>
                    <a:pt x="5944669" y="3109779"/>
                  </a:lnTo>
                  <a:lnTo>
                    <a:pt x="5873047" y="3093726"/>
                  </a:lnTo>
                  <a:lnTo>
                    <a:pt x="5801424" y="3076983"/>
                  </a:lnTo>
                  <a:lnTo>
                    <a:pt x="5729802" y="3059522"/>
                  </a:lnTo>
                  <a:lnTo>
                    <a:pt x="5658179" y="3041311"/>
                  </a:lnTo>
                  <a:lnTo>
                    <a:pt x="5586557" y="3022319"/>
                  </a:lnTo>
                  <a:lnTo>
                    <a:pt x="5514934" y="3002511"/>
                  </a:lnTo>
                  <a:lnTo>
                    <a:pt x="5443311" y="2981853"/>
                  </a:lnTo>
                  <a:lnTo>
                    <a:pt x="5371689" y="2960308"/>
                  </a:lnTo>
                  <a:lnTo>
                    <a:pt x="5300066" y="2937839"/>
                  </a:lnTo>
                  <a:lnTo>
                    <a:pt x="5228444" y="2914404"/>
                  </a:lnTo>
                  <a:lnTo>
                    <a:pt x="5156821" y="2889964"/>
                  </a:lnTo>
                  <a:lnTo>
                    <a:pt x="5085199" y="2864475"/>
                  </a:lnTo>
                  <a:lnTo>
                    <a:pt x="5013576" y="2837891"/>
                  </a:lnTo>
                  <a:lnTo>
                    <a:pt x="4941954" y="2810167"/>
                  </a:lnTo>
                  <a:lnTo>
                    <a:pt x="4870331" y="2781252"/>
                  </a:lnTo>
                  <a:lnTo>
                    <a:pt x="4798709" y="2751096"/>
                  </a:lnTo>
                  <a:lnTo>
                    <a:pt x="4727086" y="2719645"/>
                  </a:lnTo>
                  <a:lnTo>
                    <a:pt x="4655464" y="2686845"/>
                  </a:lnTo>
                  <a:lnTo>
                    <a:pt x="4583841" y="2654584"/>
                  </a:lnTo>
                  <a:lnTo>
                    <a:pt x="4512219" y="2660938"/>
                  </a:lnTo>
                  <a:lnTo>
                    <a:pt x="4440596" y="2667243"/>
                  </a:lnTo>
                  <a:lnTo>
                    <a:pt x="4368974" y="2673501"/>
                  </a:lnTo>
                  <a:lnTo>
                    <a:pt x="4297351" y="2679710"/>
                  </a:lnTo>
                  <a:lnTo>
                    <a:pt x="4225729" y="2685871"/>
                  </a:lnTo>
                  <a:lnTo>
                    <a:pt x="4154106" y="2691986"/>
                  </a:lnTo>
                  <a:lnTo>
                    <a:pt x="4082483" y="2698053"/>
                  </a:lnTo>
                  <a:lnTo>
                    <a:pt x="4010861" y="2704074"/>
                  </a:lnTo>
                  <a:lnTo>
                    <a:pt x="3939238" y="2710049"/>
                  </a:lnTo>
                  <a:lnTo>
                    <a:pt x="3867616" y="2715978"/>
                  </a:lnTo>
                  <a:lnTo>
                    <a:pt x="3795993" y="2721862"/>
                  </a:lnTo>
                  <a:lnTo>
                    <a:pt x="3724371" y="2727700"/>
                  </a:lnTo>
                  <a:lnTo>
                    <a:pt x="3652748" y="2733494"/>
                  </a:lnTo>
                  <a:lnTo>
                    <a:pt x="3581126" y="2739244"/>
                  </a:lnTo>
                  <a:lnTo>
                    <a:pt x="3509503" y="2744949"/>
                  </a:lnTo>
                  <a:lnTo>
                    <a:pt x="3437881" y="2750611"/>
                  </a:lnTo>
                  <a:lnTo>
                    <a:pt x="3366258" y="2756229"/>
                  </a:lnTo>
                  <a:lnTo>
                    <a:pt x="3294636" y="2761804"/>
                  </a:lnTo>
                  <a:lnTo>
                    <a:pt x="3223013" y="2767336"/>
                  </a:lnTo>
                  <a:lnTo>
                    <a:pt x="3151391" y="2772826"/>
                  </a:lnTo>
                  <a:lnTo>
                    <a:pt x="3079768" y="2778274"/>
                  </a:lnTo>
                  <a:lnTo>
                    <a:pt x="3008146" y="2783681"/>
                  </a:lnTo>
                  <a:lnTo>
                    <a:pt x="2936523" y="2789046"/>
                  </a:lnTo>
                  <a:lnTo>
                    <a:pt x="2864901" y="2794369"/>
                  </a:lnTo>
                  <a:lnTo>
                    <a:pt x="2793278" y="2799652"/>
                  </a:lnTo>
                  <a:lnTo>
                    <a:pt x="2721655" y="2804895"/>
                  </a:lnTo>
                  <a:lnTo>
                    <a:pt x="2650033" y="2810097"/>
                  </a:lnTo>
                  <a:lnTo>
                    <a:pt x="2578410" y="2815259"/>
                  </a:lnTo>
                  <a:lnTo>
                    <a:pt x="2506788" y="2820382"/>
                  </a:lnTo>
                  <a:lnTo>
                    <a:pt x="2435165" y="2825466"/>
                  </a:lnTo>
                  <a:lnTo>
                    <a:pt x="2363543" y="2830510"/>
                  </a:lnTo>
                  <a:lnTo>
                    <a:pt x="2291920" y="2835516"/>
                  </a:lnTo>
                  <a:lnTo>
                    <a:pt x="2220298" y="2840484"/>
                  </a:lnTo>
                  <a:lnTo>
                    <a:pt x="2148675" y="2845413"/>
                  </a:lnTo>
                  <a:lnTo>
                    <a:pt x="2077053" y="2850305"/>
                  </a:lnTo>
                  <a:lnTo>
                    <a:pt x="2005430" y="2855159"/>
                  </a:lnTo>
                  <a:lnTo>
                    <a:pt x="1933808" y="2859976"/>
                  </a:lnTo>
                  <a:lnTo>
                    <a:pt x="1862185" y="2864756"/>
                  </a:lnTo>
                  <a:lnTo>
                    <a:pt x="1790563" y="2869500"/>
                  </a:lnTo>
                  <a:lnTo>
                    <a:pt x="1718940" y="2874207"/>
                  </a:lnTo>
                  <a:lnTo>
                    <a:pt x="1647318" y="2878878"/>
                  </a:lnTo>
                  <a:lnTo>
                    <a:pt x="1575695" y="2883513"/>
                  </a:lnTo>
                  <a:lnTo>
                    <a:pt x="1504073" y="2888113"/>
                  </a:lnTo>
                  <a:lnTo>
                    <a:pt x="1432450" y="2892678"/>
                  </a:lnTo>
                  <a:lnTo>
                    <a:pt x="1360827" y="2897207"/>
                  </a:lnTo>
                  <a:lnTo>
                    <a:pt x="1289205" y="2901702"/>
                  </a:lnTo>
                  <a:lnTo>
                    <a:pt x="1217582" y="2906162"/>
                  </a:lnTo>
                  <a:lnTo>
                    <a:pt x="1145960" y="2910589"/>
                  </a:lnTo>
                  <a:lnTo>
                    <a:pt x="1074337" y="2914981"/>
                  </a:lnTo>
                  <a:lnTo>
                    <a:pt x="1002715" y="2919340"/>
                  </a:lnTo>
                  <a:lnTo>
                    <a:pt x="931092" y="2923665"/>
                  </a:lnTo>
                  <a:lnTo>
                    <a:pt x="859470" y="2927957"/>
                  </a:lnTo>
                  <a:lnTo>
                    <a:pt x="787847" y="2932216"/>
                  </a:lnTo>
                  <a:lnTo>
                    <a:pt x="716225" y="2936443"/>
                  </a:lnTo>
                  <a:lnTo>
                    <a:pt x="644602" y="2940637"/>
                  </a:lnTo>
                  <a:lnTo>
                    <a:pt x="572980" y="2944799"/>
                  </a:lnTo>
                  <a:lnTo>
                    <a:pt x="501357" y="2948929"/>
                  </a:lnTo>
                  <a:lnTo>
                    <a:pt x="429735" y="2953027"/>
                  </a:lnTo>
                  <a:lnTo>
                    <a:pt x="358112" y="2957094"/>
                  </a:lnTo>
                  <a:lnTo>
                    <a:pt x="286490" y="2961130"/>
                  </a:lnTo>
                  <a:lnTo>
                    <a:pt x="214867" y="2965135"/>
                  </a:lnTo>
                  <a:lnTo>
                    <a:pt x="143245" y="2969109"/>
                  </a:lnTo>
                  <a:lnTo>
                    <a:pt x="71622" y="2973053"/>
                  </a:lnTo>
                  <a:lnTo>
                    <a:pt x="0" y="297696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313974" y="2073503"/>
              <a:ext cx="4948704" cy="2652636"/>
            </a:xfrm>
            <a:custGeom>
              <a:avLst/>
              <a:pathLst>
                <a:path w="4948704" h="2652636">
                  <a:moveTo>
                    <a:pt x="0" y="0"/>
                  </a:moveTo>
                  <a:lnTo>
                    <a:pt x="6750" y="14037"/>
                  </a:lnTo>
                  <a:lnTo>
                    <a:pt x="78372" y="156851"/>
                  </a:lnTo>
                  <a:lnTo>
                    <a:pt x="149995" y="293787"/>
                  </a:lnTo>
                  <a:lnTo>
                    <a:pt x="221617" y="425086"/>
                  </a:lnTo>
                  <a:lnTo>
                    <a:pt x="293240" y="550981"/>
                  </a:lnTo>
                  <a:lnTo>
                    <a:pt x="364862" y="671694"/>
                  </a:lnTo>
                  <a:lnTo>
                    <a:pt x="436485" y="787439"/>
                  </a:lnTo>
                  <a:lnTo>
                    <a:pt x="508107" y="898420"/>
                  </a:lnTo>
                  <a:lnTo>
                    <a:pt x="579730" y="1004832"/>
                  </a:lnTo>
                  <a:lnTo>
                    <a:pt x="651352" y="1106865"/>
                  </a:lnTo>
                  <a:lnTo>
                    <a:pt x="722975" y="1204698"/>
                  </a:lnTo>
                  <a:lnTo>
                    <a:pt x="794597" y="1298504"/>
                  </a:lnTo>
                  <a:lnTo>
                    <a:pt x="866220" y="1388449"/>
                  </a:lnTo>
                  <a:lnTo>
                    <a:pt x="937843" y="1474692"/>
                  </a:lnTo>
                  <a:lnTo>
                    <a:pt x="1009465" y="1557385"/>
                  </a:lnTo>
                  <a:lnTo>
                    <a:pt x="1081088" y="1636674"/>
                  </a:lnTo>
                  <a:lnTo>
                    <a:pt x="1152710" y="1712700"/>
                  </a:lnTo>
                  <a:lnTo>
                    <a:pt x="1224333" y="1785597"/>
                  </a:lnTo>
                  <a:lnTo>
                    <a:pt x="1295955" y="1855493"/>
                  </a:lnTo>
                  <a:lnTo>
                    <a:pt x="1367578" y="1922512"/>
                  </a:lnTo>
                  <a:lnTo>
                    <a:pt x="1439200" y="1986773"/>
                  </a:lnTo>
                  <a:lnTo>
                    <a:pt x="1510823" y="2048389"/>
                  </a:lnTo>
                  <a:lnTo>
                    <a:pt x="1582445" y="2107468"/>
                  </a:lnTo>
                  <a:lnTo>
                    <a:pt x="1654068" y="2164116"/>
                  </a:lnTo>
                  <a:lnTo>
                    <a:pt x="1725690" y="2218432"/>
                  </a:lnTo>
                  <a:lnTo>
                    <a:pt x="1797313" y="2270513"/>
                  </a:lnTo>
                  <a:lnTo>
                    <a:pt x="1868935" y="2320450"/>
                  </a:lnTo>
                  <a:lnTo>
                    <a:pt x="1940558" y="2368332"/>
                  </a:lnTo>
                  <a:lnTo>
                    <a:pt x="2012180" y="2414242"/>
                  </a:lnTo>
                  <a:lnTo>
                    <a:pt x="2083803" y="2458263"/>
                  </a:lnTo>
                  <a:lnTo>
                    <a:pt x="2155425" y="2500472"/>
                  </a:lnTo>
                  <a:lnTo>
                    <a:pt x="2227048" y="2540944"/>
                  </a:lnTo>
                  <a:lnTo>
                    <a:pt x="2298671" y="2579750"/>
                  </a:lnTo>
                  <a:lnTo>
                    <a:pt x="2370293" y="2616959"/>
                  </a:lnTo>
                  <a:lnTo>
                    <a:pt x="2441916" y="2652636"/>
                  </a:lnTo>
                  <a:lnTo>
                    <a:pt x="2513538" y="2648181"/>
                  </a:lnTo>
                  <a:lnTo>
                    <a:pt x="2585161" y="2641728"/>
                  </a:lnTo>
                  <a:lnTo>
                    <a:pt x="2656783" y="2635226"/>
                  </a:lnTo>
                  <a:lnTo>
                    <a:pt x="2728406" y="2628673"/>
                  </a:lnTo>
                  <a:lnTo>
                    <a:pt x="2800028" y="2622070"/>
                  </a:lnTo>
                  <a:lnTo>
                    <a:pt x="2871651" y="2615415"/>
                  </a:lnTo>
                  <a:lnTo>
                    <a:pt x="2943273" y="2608710"/>
                  </a:lnTo>
                  <a:lnTo>
                    <a:pt x="3014896" y="2601952"/>
                  </a:lnTo>
                  <a:lnTo>
                    <a:pt x="3086518" y="2595143"/>
                  </a:lnTo>
                  <a:lnTo>
                    <a:pt x="3158141" y="2588280"/>
                  </a:lnTo>
                  <a:lnTo>
                    <a:pt x="3229763" y="2581365"/>
                  </a:lnTo>
                  <a:lnTo>
                    <a:pt x="3301386" y="2574397"/>
                  </a:lnTo>
                  <a:lnTo>
                    <a:pt x="3373008" y="2567374"/>
                  </a:lnTo>
                  <a:lnTo>
                    <a:pt x="3444631" y="2560297"/>
                  </a:lnTo>
                  <a:lnTo>
                    <a:pt x="3516253" y="2553166"/>
                  </a:lnTo>
                  <a:lnTo>
                    <a:pt x="3587876" y="2545980"/>
                  </a:lnTo>
                  <a:lnTo>
                    <a:pt x="3659499" y="2538738"/>
                  </a:lnTo>
                  <a:lnTo>
                    <a:pt x="3731121" y="2531440"/>
                  </a:lnTo>
                  <a:lnTo>
                    <a:pt x="3802744" y="2524086"/>
                  </a:lnTo>
                  <a:lnTo>
                    <a:pt x="3874366" y="2516675"/>
                  </a:lnTo>
                  <a:lnTo>
                    <a:pt x="3945989" y="2509207"/>
                  </a:lnTo>
                  <a:lnTo>
                    <a:pt x="4017611" y="2501681"/>
                  </a:lnTo>
                  <a:lnTo>
                    <a:pt x="4089234" y="2494097"/>
                  </a:lnTo>
                  <a:lnTo>
                    <a:pt x="4160856" y="2486454"/>
                  </a:lnTo>
                  <a:lnTo>
                    <a:pt x="4232479" y="2478753"/>
                  </a:lnTo>
                  <a:lnTo>
                    <a:pt x="4304101" y="2470992"/>
                  </a:lnTo>
                  <a:lnTo>
                    <a:pt x="4375724" y="2463171"/>
                  </a:lnTo>
                  <a:lnTo>
                    <a:pt x="4447346" y="2455289"/>
                  </a:lnTo>
                  <a:lnTo>
                    <a:pt x="4518969" y="2447347"/>
                  </a:lnTo>
                  <a:lnTo>
                    <a:pt x="4590591" y="2439344"/>
                  </a:lnTo>
                  <a:lnTo>
                    <a:pt x="4662214" y="2431278"/>
                  </a:lnTo>
                  <a:lnTo>
                    <a:pt x="4733836" y="2423151"/>
                  </a:lnTo>
                  <a:lnTo>
                    <a:pt x="4805459" y="2414960"/>
                  </a:lnTo>
                  <a:lnTo>
                    <a:pt x="4877081" y="2406706"/>
                  </a:lnTo>
                  <a:lnTo>
                    <a:pt x="4948704" y="23983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728087"/>
              <a:ext cx="7090630" cy="638278"/>
            </a:xfrm>
            <a:custGeom>
              <a:avLst/>
              <a:pathLst>
                <a:path w="7090630" h="638278">
                  <a:moveTo>
                    <a:pt x="7090630" y="638278"/>
                  </a:moveTo>
                  <a:lnTo>
                    <a:pt x="7019007" y="630083"/>
                  </a:lnTo>
                  <a:lnTo>
                    <a:pt x="6947385" y="621538"/>
                  </a:lnTo>
                  <a:lnTo>
                    <a:pt x="6875762" y="612625"/>
                  </a:lnTo>
                  <a:lnTo>
                    <a:pt x="6804139" y="603330"/>
                  </a:lnTo>
                  <a:lnTo>
                    <a:pt x="6732517" y="593635"/>
                  </a:lnTo>
                  <a:lnTo>
                    <a:pt x="6660894" y="583525"/>
                  </a:lnTo>
                  <a:lnTo>
                    <a:pt x="6589272" y="572980"/>
                  </a:lnTo>
                  <a:lnTo>
                    <a:pt x="6517649" y="561983"/>
                  </a:lnTo>
                  <a:lnTo>
                    <a:pt x="6446027" y="550514"/>
                  </a:lnTo>
                  <a:lnTo>
                    <a:pt x="6374404" y="538552"/>
                  </a:lnTo>
                  <a:lnTo>
                    <a:pt x="6302782" y="526077"/>
                  </a:lnTo>
                  <a:lnTo>
                    <a:pt x="6231159" y="513067"/>
                  </a:lnTo>
                  <a:lnTo>
                    <a:pt x="6159537" y="499498"/>
                  </a:lnTo>
                  <a:lnTo>
                    <a:pt x="6087914" y="485346"/>
                  </a:lnTo>
                  <a:lnTo>
                    <a:pt x="6016292" y="470587"/>
                  </a:lnTo>
                  <a:lnTo>
                    <a:pt x="5944669" y="455195"/>
                  </a:lnTo>
                  <a:lnTo>
                    <a:pt x="5873047" y="439141"/>
                  </a:lnTo>
                  <a:lnTo>
                    <a:pt x="5801424" y="422399"/>
                  </a:lnTo>
                  <a:lnTo>
                    <a:pt x="5729802" y="404938"/>
                  </a:lnTo>
                  <a:lnTo>
                    <a:pt x="5658179" y="386727"/>
                  </a:lnTo>
                  <a:lnTo>
                    <a:pt x="5586557" y="367734"/>
                  </a:lnTo>
                  <a:lnTo>
                    <a:pt x="5514934" y="347927"/>
                  </a:lnTo>
                  <a:lnTo>
                    <a:pt x="5443311" y="327269"/>
                  </a:lnTo>
                  <a:lnTo>
                    <a:pt x="5371689" y="305724"/>
                  </a:lnTo>
                  <a:lnTo>
                    <a:pt x="5300066" y="283254"/>
                  </a:lnTo>
                  <a:lnTo>
                    <a:pt x="5228444" y="259820"/>
                  </a:lnTo>
                  <a:lnTo>
                    <a:pt x="5156821" y="235380"/>
                  </a:lnTo>
                  <a:lnTo>
                    <a:pt x="5085199" y="209890"/>
                  </a:lnTo>
                  <a:lnTo>
                    <a:pt x="5013576" y="183307"/>
                  </a:lnTo>
                  <a:lnTo>
                    <a:pt x="4941954" y="155582"/>
                  </a:lnTo>
                  <a:lnTo>
                    <a:pt x="4870331" y="126667"/>
                  </a:lnTo>
                  <a:lnTo>
                    <a:pt x="4798709" y="96511"/>
                  </a:lnTo>
                  <a:lnTo>
                    <a:pt x="4727086" y="65061"/>
                  </a:lnTo>
                  <a:lnTo>
                    <a:pt x="4655464" y="32260"/>
                  </a:lnTo>
                  <a:lnTo>
                    <a:pt x="4583841" y="0"/>
                  </a:lnTo>
                  <a:lnTo>
                    <a:pt x="4512219" y="6354"/>
                  </a:lnTo>
                  <a:lnTo>
                    <a:pt x="4440596" y="12659"/>
                  </a:lnTo>
                  <a:lnTo>
                    <a:pt x="4368974" y="18916"/>
                  </a:lnTo>
                  <a:lnTo>
                    <a:pt x="4297351" y="25125"/>
                  </a:lnTo>
                  <a:lnTo>
                    <a:pt x="4225729" y="31287"/>
                  </a:lnTo>
                  <a:lnTo>
                    <a:pt x="4154106" y="37401"/>
                  </a:lnTo>
                  <a:lnTo>
                    <a:pt x="4082483" y="43469"/>
                  </a:lnTo>
                  <a:lnTo>
                    <a:pt x="4010861" y="49490"/>
                  </a:lnTo>
                  <a:lnTo>
                    <a:pt x="3939238" y="55465"/>
                  </a:lnTo>
                  <a:lnTo>
                    <a:pt x="3867616" y="61394"/>
                  </a:lnTo>
                  <a:lnTo>
                    <a:pt x="3795993" y="67277"/>
                  </a:lnTo>
                  <a:lnTo>
                    <a:pt x="3724371" y="73116"/>
                  </a:lnTo>
                  <a:lnTo>
                    <a:pt x="3652748" y="78910"/>
                  </a:lnTo>
                  <a:lnTo>
                    <a:pt x="3581126" y="84659"/>
                  </a:lnTo>
                  <a:lnTo>
                    <a:pt x="3509503" y="90364"/>
                  </a:lnTo>
                  <a:lnTo>
                    <a:pt x="3437881" y="96026"/>
                  </a:lnTo>
                  <a:lnTo>
                    <a:pt x="3366258" y="101644"/>
                  </a:lnTo>
                  <a:lnTo>
                    <a:pt x="3294636" y="107219"/>
                  </a:lnTo>
                  <a:lnTo>
                    <a:pt x="3223013" y="112752"/>
                  </a:lnTo>
                  <a:lnTo>
                    <a:pt x="3151391" y="118242"/>
                  </a:lnTo>
                  <a:lnTo>
                    <a:pt x="3079768" y="123690"/>
                  </a:lnTo>
                  <a:lnTo>
                    <a:pt x="3008146" y="129096"/>
                  </a:lnTo>
                  <a:lnTo>
                    <a:pt x="2936523" y="134461"/>
                  </a:lnTo>
                  <a:lnTo>
                    <a:pt x="2864901" y="139785"/>
                  </a:lnTo>
                  <a:lnTo>
                    <a:pt x="2793278" y="145068"/>
                  </a:lnTo>
                  <a:lnTo>
                    <a:pt x="2721655" y="150310"/>
                  </a:lnTo>
                  <a:lnTo>
                    <a:pt x="2650033" y="155512"/>
                  </a:lnTo>
                  <a:lnTo>
                    <a:pt x="2578410" y="160675"/>
                  </a:lnTo>
                  <a:lnTo>
                    <a:pt x="2506788" y="165798"/>
                  </a:lnTo>
                  <a:lnTo>
                    <a:pt x="2435165" y="170881"/>
                  </a:lnTo>
                  <a:lnTo>
                    <a:pt x="2363543" y="175926"/>
                  </a:lnTo>
                  <a:lnTo>
                    <a:pt x="2291920" y="180932"/>
                  </a:lnTo>
                  <a:lnTo>
                    <a:pt x="2220298" y="185899"/>
                  </a:lnTo>
                  <a:lnTo>
                    <a:pt x="2148675" y="190829"/>
                  </a:lnTo>
                  <a:lnTo>
                    <a:pt x="2077053" y="195720"/>
                  </a:lnTo>
                  <a:lnTo>
                    <a:pt x="2005430" y="200575"/>
                  </a:lnTo>
                  <a:lnTo>
                    <a:pt x="1933808" y="205392"/>
                  </a:lnTo>
                  <a:lnTo>
                    <a:pt x="1862185" y="210172"/>
                  </a:lnTo>
                  <a:lnTo>
                    <a:pt x="1790563" y="214915"/>
                  </a:lnTo>
                  <a:lnTo>
                    <a:pt x="1718940" y="219623"/>
                  </a:lnTo>
                  <a:lnTo>
                    <a:pt x="1647318" y="224294"/>
                  </a:lnTo>
                  <a:lnTo>
                    <a:pt x="1575695" y="228929"/>
                  </a:lnTo>
                  <a:lnTo>
                    <a:pt x="1504073" y="233529"/>
                  </a:lnTo>
                  <a:lnTo>
                    <a:pt x="1432450" y="238093"/>
                  </a:lnTo>
                  <a:lnTo>
                    <a:pt x="1360827" y="242623"/>
                  </a:lnTo>
                  <a:lnTo>
                    <a:pt x="1289205" y="247118"/>
                  </a:lnTo>
                  <a:lnTo>
                    <a:pt x="1217582" y="251578"/>
                  </a:lnTo>
                  <a:lnTo>
                    <a:pt x="1145960" y="256004"/>
                  </a:lnTo>
                  <a:lnTo>
                    <a:pt x="1074337" y="260396"/>
                  </a:lnTo>
                  <a:lnTo>
                    <a:pt x="1002715" y="264755"/>
                  </a:lnTo>
                  <a:lnTo>
                    <a:pt x="931092" y="269080"/>
                  </a:lnTo>
                  <a:lnTo>
                    <a:pt x="859470" y="273372"/>
                  </a:lnTo>
                  <a:lnTo>
                    <a:pt x="787847" y="277632"/>
                  </a:lnTo>
                  <a:lnTo>
                    <a:pt x="716225" y="281858"/>
                  </a:lnTo>
                  <a:lnTo>
                    <a:pt x="644602" y="286052"/>
                  </a:lnTo>
                  <a:lnTo>
                    <a:pt x="572980" y="290214"/>
                  </a:lnTo>
                  <a:lnTo>
                    <a:pt x="501357" y="294344"/>
                  </a:lnTo>
                  <a:lnTo>
                    <a:pt x="429735" y="298443"/>
                  </a:lnTo>
                  <a:lnTo>
                    <a:pt x="358112" y="302510"/>
                  </a:lnTo>
                  <a:lnTo>
                    <a:pt x="286490" y="306546"/>
                  </a:lnTo>
                  <a:lnTo>
                    <a:pt x="214867" y="310551"/>
                  </a:lnTo>
                  <a:lnTo>
                    <a:pt x="143245" y="314525"/>
                  </a:lnTo>
                  <a:lnTo>
                    <a:pt x="71622" y="318469"/>
                  </a:lnTo>
                  <a:lnTo>
                    <a:pt x="0" y="3223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066298"/>
              <a:ext cx="7090630" cy="2035783"/>
            </a:xfrm>
            <a:custGeom>
              <a:avLst/>
              <a:pathLst>
                <a:path w="7090630" h="2035783">
                  <a:moveTo>
                    <a:pt x="0" y="0"/>
                  </a:moveTo>
                  <a:lnTo>
                    <a:pt x="71622" y="42402"/>
                  </a:lnTo>
                  <a:lnTo>
                    <a:pt x="143245" y="84083"/>
                  </a:lnTo>
                  <a:lnTo>
                    <a:pt x="214867" y="125054"/>
                  </a:lnTo>
                  <a:lnTo>
                    <a:pt x="286490" y="165328"/>
                  </a:lnTo>
                  <a:lnTo>
                    <a:pt x="358112" y="204917"/>
                  </a:lnTo>
                  <a:lnTo>
                    <a:pt x="429735" y="243831"/>
                  </a:lnTo>
                  <a:lnTo>
                    <a:pt x="501357" y="282083"/>
                  </a:lnTo>
                  <a:lnTo>
                    <a:pt x="572980" y="319684"/>
                  </a:lnTo>
                  <a:lnTo>
                    <a:pt x="644602" y="356645"/>
                  </a:lnTo>
                  <a:lnTo>
                    <a:pt x="716225" y="392976"/>
                  </a:lnTo>
                  <a:lnTo>
                    <a:pt x="787847" y="428689"/>
                  </a:lnTo>
                  <a:lnTo>
                    <a:pt x="859470" y="463795"/>
                  </a:lnTo>
                  <a:lnTo>
                    <a:pt x="931092" y="498302"/>
                  </a:lnTo>
                  <a:lnTo>
                    <a:pt x="1002715" y="532223"/>
                  </a:lnTo>
                  <a:lnTo>
                    <a:pt x="1074337" y="565565"/>
                  </a:lnTo>
                  <a:lnTo>
                    <a:pt x="1145960" y="598341"/>
                  </a:lnTo>
                  <a:lnTo>
                    <a:pt x="1217582" y="630558"/>
                  </a:lnTo>
                  <a:lnTo>
                    <a:pt x="1289205" y="662227"/>
                  </a:lnTo>
                  <a:lnTo>
                    <a:pt x="1360827" y="693357"/>
                  </a:lnTo>
                  <a:lnTo>
                    <a:pt x="1432450" y="723956"/>
                  </a:lnTo>
                  <a:lnTo>
                    <a:pt x="1504073" y="754035"/>
                  </a:lnTo>
                  <a:lnTo>
                    <a:pt x="1575695" y="783602"/>
                  </a:lnTo>
                  <a:lnTo>
                    <a:pt x="1647318" y="812666"/>
                  </a:lnTo>
                  <a:lnTo>
                    <a:pt x="1718940" y="841235"/>
                  </a:lnTo>
                  <a:lnTo>
                    <a:pt x="1790563" y="869318"/>
                  </a:lnTo>
                  <a:lnTo>
                    <a:pt x="1862185" y="896922"/>
                  </a:lnTo>
                  <a:lnTo>
                    <a:pt x="1933808" y="924057"/>
                  </a:lnTo>
                  <a:lnTo>
                    <a:pt x="2005430" y="950729"/>
                  </a:lnTo>
                  <a:lnTo>
                    <a:pt x="2077053" y="976948"/>
                  </a:lnTo>
                  <a:lnTo>
                    <a:pt x="2148675" y="1002721"/>
                  </a:lnTo>
                  <a:lnTo>
                    <a:pt x="2220298" y="1028054"/>
                  </a:lnTo>
                  <a:lnTo>
                    <a:pt x="2291920" y="1052957"/>
                  </a:lnTo>
                  <a:lnTo>
                    <a:pt x="2363543" y="1077435"/>
                  </a:lnTo>
                  <a:lnTo>
                    <a:pt x="2435165" y="1101497"/>
                  </a:lnTo>
                  <a:lnTo>
                    <a:pt x="2506788" y="1125149"/>
                  </a:lnTo>
                  <a:lnTo>
                    <a:pt x="2578410" y="1148399"/>
                  </a:lnTo>
                  <a:lnTo>
                    <a:pt x="2650033" y="1171253"/>
                  </a:lnTo>
                  <a:lnTo>
                    <a:pt x="2721655" y="1193718"/>
                  </a:lnTo>
                  <a:lnTo>
                    <a:pt x="2793278" y="1215800"/>
                  </a:lnTo>
                  <a:lnTo>
                    <a:pt x="2864901" y="1237506"/>
                  </a:lnTo>
                  <a:lnTo>
                    <a:pt x="2936523" y="1258843"/>
                  </a:lnTo>
                  <a:lnTo>
                    <a:pt x="3008146" y="1279817"/>
                  </a:lnTo>
                  <a:lnTo>
                    <a:pt x="3079768" y="1300434"/>
                  </a:lnTo>
                  <a:lnTo>
                    <a:pt x="3151391" y="1320700"/>
                  </a:lnTo>
                  <a:lnTo>
                    <a:pt x="3223013" y="1340621"/>
                  </a:lnTo>
                  <a:lnTo>
                    <a:pt x="3294636" y="1360202"/>
                  </a:lnTo>
                  <a:lnTo>
                    <a:pt x="3366258" y="1379451"/>
                  </a:lnTo>
                  <a:lnTo>
                    <a:pt x="3437881" y="1398371"/>
                  </a:lnTo>
                  <a:lnTo>
                    <a:pt x="3509503" y="1416970"/>
                  </a:lnTo>
                  <a:lnTo>
                    <a:pt x="3581126" y="1435252"/>
                  </a:lnTo>
                  <a:lnTo>
                    <a:pt x="3652748" y="1453223"/>
                  </a:lnTo>
                  <a:lnTo>
                    <a:pt x="3724371" y="1470888"/>
                  </a:lnTo>
                  <a:lnTo>
                    <a:pt x="3795993" y="1488252"/>
                  </a:lnTo>
                  <a:lnTo>
                    <a:pt x="3867616" y="1505321"/>
                  </a:lnTo>
                  <a:lnTo>
                    <a:pt x="3939238" y="1522099"/>
                  </a:lnTo>
                  <a:lnTo>
                    <a:pt x="4010861" y="1538591"/>
                  </a:lnTo>
                  <a:lnTo>
                    <a:pt x="4082483" y="1554803"/>
                  </a:lnTo>
                  <a:lnTo>
                    <a:pt x="4154106" y="1570739"/>
                  </a:lnTo>
                  <a:lnTo>
                    <a:pt x="4225729" y="1586403"/>
                  </a:lnTo>
                  <a:lnTo>
                    <a:pt x="4297351" y="1601801"/>
                  </a:lnTo>
                  <a:lnTo>
                    <a:pt x="4368974" y="1616937"/>
                  </a:lnTo>
                  <a:lnTo>
                    <a:pt x="4440596" y="1631815"/>
                  </a:lnTo>
                  <a:lnTo>
                    <a:pt x="4512219" y="1646440"/>
                  </a:lnTo>
                  <a:lnTo>
                    <a:pt x="4583841" y="1660815"/>
                  </a:lnTo>
                  <a:lnTo>
                    <a:pt x="4655464" y="1674947"/>
                  </a:lnTo>
                  <a:lnTo>
                    <a:pt x="4727086" y="1688837"/>
                  </a:lnTo>
                  <a:lnTo>
                    <a:pt x="4798709" y="1702491"/>
                  </a:lnTo>
                  <a:lnTo>
                    <a:pt x="4870331" y="1715913"/>
                  </a:lnTo>
                  <a:lnTo>
                    <a:pt x="4941954" y="1729106"/>
                  </a:lnTo>
                  <a:lnTo>
                    <a:pt x="5013576" y="1742075"/>
                  </a:lnTo>
                  <a:lnTo>
                    <a:pt x="5085199" y="1754823"/>
                  </a:lnTo>
                  <a:lnTo>
                    <a:pt x="5156821" y="1767354"/>
                  </a:lnTo>
                  <a:lnTo>
                    <a:pt x="5228444" y="1779671"/>
                  </a:lnTo>
                  <a:lnTo>
                    <a:pt x="5300066" y="1791779"/>
                  </a:lnTo>
                  <a:lnTo>
                    <a:pt x="5371689" y="1803681"/>
                  </a:lnTo>
                  <a:lnTo>
                    <a:pt x="5443311" y="1815380"/>
                  </a:lnTo>
                  <a:lnTo>
                    <a:pt x="5514934" y="1826880"/>
                  </a:lnTo>
                  <a:lnTo>
                    <a:pt x="5586557" y="1838184"/>
                  </a:lnTo>
                  <a:lnTo>
                    <a:pt x="5658179" y="1849296"/>
                  </a:lnTo>
                  <a:lnTo>
                    <a:pt x="5729802" y="1860219"/>
                  </a:lnTo>
                  <a:lnTo>
                    <a:pt x="5801424" y="1870956"/>
                  </a:lnTo>
                  <a:lnTo>
                    <a:pt x="5873047" y="1881510"/>
                  </a:lnTo>
                  <a:lnTo>
                    <a:pt x="5944669" y="1891884"/>
                  </a:lnTo>
                  <a:lnTo>
                    <a:pt x="6016292" y="1902082"/>
                  </a:lnTo>
                  <a:lnTo>
                    <a:pt x="6087914" y="1912106"/>
                  </a:lnTo>
                  <a:lnTo>
                    <a:pt x="6159537" y="1921959"/>
                  </a:lnTo>
                  <a:lnTo>
                    <a:pt x="6231159" y="1931645"/>
                  </a:lnTo>
                  <a:lnTo>
                    <a:pt x="6302782" y="1941166"/>
                  </a:lnTo>
                  <a:lnTo>
                    <a:pt x="6374404" y="1950525"/>
                  </a:lnTo>
                  <a:lnTo>
                    <a:pt x="6446027" y="1959724"/>
                  </a:lnTo>
                  <a:lnTo>
                    <a:pt x="6517649" y="1968767"/>
                  </a:lnTo>
                  <a:lnTo>
                    <a:pt x="6589272" y="1977656"/>
                  </a:lnTo>
                  <a:lnTo>
                    <a:pt x="6660894" y="1986394"/>
                  </a:lnTo>
                  <a:lnTo>
                    <a:pt x="6732517" y="1994983"/>
                  </a:lnTo>
                  <a:lnTo>
                    <a:pt x="6804139" y="2003425"/>
                  </a:lnTo>
                  <a:lnTo>
                    <a:pt x="6875762" y="2011724"/>
                  </a:lnTo>
                  <a:lnTo>
                    <a:pt x="6947385" y="2019882"/>
                  </a:lnTo>
                  <a:lnTo>
                    <a:pt x="7019007" y="2027901"/>
                  </a:lnTo>
                  <a:lnTo>
                    <a:pt x="7090630" y="203578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59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046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710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20182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274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232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1.27 (0.90-1.79), p_Bonf = 1.000 (n = 6)  |  per IQR decline (Δ = 23.9): 1.76 (0.78-4.01)  |  IQR: [-12.7, 11.2]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335996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2026-10-09T11:57:51Z</dcterms:modified>
  <cp:category/>
</cp:coreProperties>
</file>