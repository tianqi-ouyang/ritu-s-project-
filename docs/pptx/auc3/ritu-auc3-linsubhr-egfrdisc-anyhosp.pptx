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293802"/>
            </a:xfrm>
            <a:custGeom>
              <a:avLst/>
              <a:pathLst>
                <a:path w="7090630" h="3293802">
                  <a:moveTo>
                    <a:pt x="2144496" y="0"/>
                  </a:moveTo>
                  <a:lnTo>
                    <a:pt x="2148675" y="8723"/>
                  </a:lnTo>
                  <a:lnTo>
                    <a:pt x="2220298" y="152068"/>
                  </a:lnTo>
                  <a:lnTo>
                    <a:pt x="2291920" y="289500"/>
                  </a:lnTo>
                  <a:lnTo>
                    <a:pt x="2363543" y="421263"/>
                  </a:lnTo>
                  <a:lnTo>
                    <a:pt x="2435165" y="547591"/>
                  </a:lnTo>
                  <a:lnTo>
                    <a:pt x="2506788" y="668707"/>
                  </a:lnTo>
                  <a:lnTo>
                    <a:pt x="2578410" y="784828"/>
                  </a:lnTo>
                  <a:lnTo>
                    <a:pt x="2650033" y="896158"/>
                  </a:lnTo>
                  <a:lnTo>
                    <a:pt x="2721655" y="1002896"/>
                  </a:lnTo>
                  <a:lnTo>
                    <a:pt x="2793278" y="1105232"/>
                  </a:lnTo>
                  <a:lnTo>
                    <a:pt x="2864901" y="1203345"/>
                  </a:lnTo>
                  <a:lnTo>
                    <a:pt x="2936523" y="1297412"/>
                  </a:lnTo>
                  <a:lnTo>
                    <a:pt x="3008146" y="1387598"/>
                  </a:lnTo>
                  <a:lnTo>
                    <a:pt x="3079768" y="1474065"/>
                  </a:lnTo>
                  <a:lnTo>
                    <a:pt x="3151391" y="1556964"/>
                  </a:lnTo>
                  <a:lnTo>
                    <a:pt x="3223013" y="1636444"/>
                  </a:lnTo>
                  <a:lnTo>
                    <a:pt x="3294636" y="1712645"/>
                  </a:lnTo>
                  <a:lnTo>
                    <a:pt x="3366258" y="1785703"/>
                  </a:lnTo>
                  <a:lnTo>
                    <a:pt x="3437881" y="1855748"/>
                  </a:lnTo>
                  <a:lnTo>
                    <a:pt x="3509503" y="1922903"/>
                  </a:lnTo>
                  <a:lnTo>
                    <a:pt x="3581126" y="1987288"/>
                  </a:lnTo>
                  <a:lnTo>
                    <a:pt x="3652748" y="2049017"/>
                  </a:lnTo>
                  <a:lnTo>
                    <a:pt x="3724371" y="2108199"/>
                  </a:lnTo>
                  <a:lnTo>
                    <a:pt x="3795993" y="2164941"/>
                  </a:lnTo>
                  <a:lnTo>
                    <a:pt x="3867616" y="2219341"/>
                  </a:lnTo>
                  <a:lnTo>
                    <a:pt x="3939238" y="2271498"/>
                  </a:lnTo>
                  <a:lnTo>
                    <a:pt x="4010861" y="2321503"/>
                  </a:lnTo>
                  <a:lnTo>
                    <a:pt x="4082483" y="2369446"/>
                  </a:lnTo>
                  <a:lnTo>
                    <a:pt x="4154106" y="2415411"/>
                  </a:lnTo>
                  <a:lnTo>
                    <a:pt x="4225729" y="2459480"/>
                  </a:lnTo>
                  <a:lnTo>
                    <a:pt x="4297351" y="2501731"/>
                  </a:lnTo>
                  <a:lnTo>
                    <a:pt x="4368974" y="2542239"/>
                  </a:lnTo>
                  <a:lnTo>
                    <a:pt x="4440596" y="2581076"/>
                  </a:lnTo>
                  <a:lnTo>
                    <a:pt x="4512219" y="2618312"/>
                  </a:lnTo>
                  <a:lnTo>
                    <a:pt x="4583841" y="2654011"/>
                  </a:lnTo>
                  <a:lnTo>
                    <a:pt x="4655464" y="2648654"/>
                  </a:lnTo>
                  <a:lnTo>
                    <a:pt x="4727086" y="2642942"/>
                  </a:lnTo>
                  <a:lnTo>
                    <a:pt x="4798709" y="2637192"/>
                  </a:lnTo>
                  <a:lnTo>
                    <a:pt x="4870331" y="2631401"/>
                  </a:lnTo>
                  <a:lnTo>
                    <a:pt x="4941954" y="2625572"/>
                  </a:lnTo>
                  <a:lnTo>
                    <a:pt x="5013576" y="2619702"/>
                  </a:lnTo>
                  <a:lnTo>
                    <a:pt x="5085199" y="2613792"/>
                  </a:lnTo>
                  <a:lnTo>
                    <a:pt x="5156821" y="2607842"/>
                  </a:lnTo>
                  <a:lnTo>
                    <a:pt x="5228444" y="2601851"/>
                  </a:lnTo>
                  <a:lnTo>
                    <a:pt x="5300066" y="2595820"/>
                  </a:lnTo>
                  <a:lnTo>
                    <a:pt x="5371689" y="2589747"/>
                  </a:lnTo>
                  <a:lnTo>
                    <a:pt x="5443311" y="2583632"/>
                  </a:lnTo>
                  <a:lnTo>
                    <a:pt x="5514934" y="2577476"/>
                  </a:lnTo>
                  <a:lnTo>
                    <a:pt x="5586557" y="2571277"/>
                  </a:lnTo>
                  <a:lnTo>
                    <a:pt x="5658179" y="2565036"/>
                  </a:lnTo>
                  <a:lnTo>
                    <a:pt x="5729802" y="2558752"/>
                  </a:lnTo>
                  <a:lnTo>
                    <a:pt x="5801424" y="2552426"/>
                  </a:lnTo>
                  <a:lnTo>
                    <a:pt x="5873047" y="2546056"/>
                  </a:lnTo>
                  <a:lnTo>
                    <a:pt x="5944669" y="2539643"/>
                  </a:lnTo>
                  <a:lnTo>
                    <a:pt x="6016292" y="2533185"/>
                  </a:lnTo>
                  <a:lnTo>
                    <a:pt x="6087914" y="2526684"/>
                  </a:lnTo>
                  <a:lnTo>
                    <a:pt x="6159537" y="2520138"/>
                  </a:lnTo>
                  <a:lnTo>
                    <a:pt x="6231159" y="2513547"/>
                  </a:lnTo>
                  <a:lnTo>
                    <a:pt x="6302782" y="2506911"/>
                  </a:lnTo>
                  <a:lnTo>
                    <a:pt x="6374404" y="2500230"/>
                  </a:lnTo>
                  <a:lnTo>
                    <a:pt x="6446027" y="2493503"/>
                  </a:lnTo>
                  <a:lnTo>
                    <a:pt x="6517649" y="2486731"/>
                  </a:lnTo>
                  <a:lnTo>
                    <a:pt x="6589272" y="2479911"/>
                  </a:lnTo>
                  <a:lnTo>
                    <a:pt x="6660894" y="2473046"/>
                  </a:lnTo>
                  <a:lnTo>
                    <a:pt x="6732517" y="2466133"/>
                  </a:lnTo>
                  <a:lnTo>
                    <a:pt x="6804139" y="2459173"/>
                  </a:lnTo>
                  <a:lnTo>
                    <a:pt x="6875762" y="2452165"/>
                  </a:lnTo>
                  <a:lnTo>
                    <a:pt x="6947385" y="2445109"/>
                  </a:lnTo>
                  <a:lnTo>
                    <a:pt x="7019007" y="2438006"/>
                  </a:lnTo>
                  <a:lnTo>
                    <a:pt x="7090630" y="2430853"/>
                  </a:lnTo>
                  <a:lnTo>
                    <a:pt x="7090630" y="3293802"/>
                  </a:lnTo>
                  <a:lnTo>
                    <a:pt x="7019007" y="3285629"/>
                  </a:lnTo>
                  <a:lnTo>
                    <a:pt x="6947385" y="3277105"/>
                  </a:lnTo>
                  <a:lnTo>
                    <a:pt x="6875762" y="3268215"/>
                  </a:lnTo>
                  <a:lnTo>
                    <a:pt x="6804139" y="3258942"/>
                  </a:lnTo>
                  <a:lnTo>
                    <a:pt x="6732517" y="3249269"/>
                  </a:lnTo>
                  <a:lnTo>
                    <a:pt x="6660894" y="3239181"/>
                  </a:lnTo>
                  <a:lnTo>
                    <a:pt x="6589272" y="3228659"/>
                  </a:lnTo>
                  <a:lnTo>
                    <a:pt x="6517649" y="3217684"/>
                  </a:lnTo>
                  <a:lnTo>
                    <a:pt x="6446027" y="3206236"/>
                  </a:lnTo>
                  <a:lnTo>
                    <a:pt x="6374404" y="3194296"/>
                  </a:lnTo>
                  <a:lnTo>
                    <a:pt x="6302782" y="3181843"/>
                  </a:lnTo>
                  <a:lnTo>
                    <a:pt x="6231159" y="3168853"/>
                  </a:lnTo>
                  <a:lnTo>
                    <a:pt x="6159537" y="3155305"/>
                  </a:lnTo>
                  <a:lnTo>
                    <a:pt x="6087914" y="3141174"/>
                  </a:lnTo>
                  <a:lnTo>
                    <a:pt x="6016292" y="3126435"/>
                  </a:lnTo>
                  <a:lnTo>
                    <a:pt x="5944669" y="3111062"/>
                  </a:lnTo>
                  <a:lnTo>
                    <a:pt x="5873047" y="3095027"/>
                  </a:lnTo>
                  <a:lnTo>
                    <a:pt x="5801424" y="3078303"/>
                  </a:lnTo>
                  <a:lnTo>
                    <a:pt x="5729802" y="3060858"/>
                  </a:lnTo>
                  <a:lnTo>
                    <a:pt x="5658179" y="3042664"/>
                  </a:lnTo>
                  <a:lnTo>
                    <a:pt x="5586557" y="3023686"/>
                  </a:lnTo>
                  <a:lnTo>
                    <a:pt x="5514934" y="3003892"/>
                  </a:lnTo>
                  <a:lnTo>
                    <a:pt x="5443311" y="2983247"/>
                  </a:lnTo>
                  <a:lnTo>
                    <a:pt x="5371689" y="2961713"/>
                  </a:lnTo>
                  <a:lnTo>
                    <a:pt x="5300066" y="2939252"/>
                  </a:lnTo>
                  <a:lnTo>
                    <a:pt x="5228444" y="2915825"/>
                  </a:lnTo>
                  <a:lnTo>
                    <a:pt x="5156821" y="2891391"/>
                  </a:lnTo>
                  <a:lnTo>
                    <a:pt x="5085199" y="2865905"/>
                  </a:lnTo>
                  <a:lnTo>
                    <a:pt x="5013576" y="2839322"/>
                  </a:lnTo>
                  <a:lnTo>
                    <a:pt x="4941954" y="2811596"/>
                  </a:lnTo>
                  <a:lnTo>
                    <a:pt x="4870331" y="2782677"/>
                  </a:lnTo>
                  <a:lnTo>
                    <a:pt x="4798709" y="2752513"/>
                  </a:lnTo>
                  <a:lnTo>
                    <a:pt x="4727086" y="2721052"/>
                  </a:lnTo>
                  <a:lnTo>
                    <a:pt x="4655464" y="2688237"/>
                  </a:lnTo>
                  <a:lnTo>
                    <a:pt x="4583841" y="2654327"/>
                  </a:lnTo>
                  <a:lnTo>
                    <a:pt x="4512219" y="2659961"/>
                  </a:lnTo>
                  <a:lnTo>
                    <a:pt x="4440596" y="2665557"/>
                  </a:lnTo>
                  <a:lnTo>
                    <a:pt x="4368974" y="2671115"/>
                  </a:lnTo>
                  <a:lnTo>
                    <a:pt x="4297351" y="2676636"/>
                  </a:lnTo>
                  <a:lnTo>
                    <a:pt x="4225729" y="2682119"/>
                  </a:lnTo>
                  <a:lnTo>
                    <a:pt x="4154106" y="2687564"/>
                  </a:lnTo>
                  <a:lnTo>
                    <a:pt x="4082483" y="2692973"/>
                  </a:lnTo>
                  <a:lnTo>
                    <a:pt x="4010861" y="2698345"/>
                  </a:lnTo>
                  <a:lnTo>
                    <a:pt x="3939238" y="2703680"/>
                  </a:lnTo>
                  <a:lnTo>
                    <a:pt x="3867616" y="2708979"/>
                  </a:lnTo>
                  <a:lnTo>
                    <a:pt x="3795993" y="2714242"/>
                  </a:lnTo>
                  <a:lnTo>
                    <a:pt x="3724371" y="2719469"/>
                  </a:lnTo>
                  <a:lnTo>
                    <a:pt x="3652748" y="2724661"/>
                  </a:lnTo>
                  <a:lnTo>
                    <a:pt x="3581126" y="2729818"/>
                  </a:lnTo>
                  <a:lnTo>
                    <a:pt x="3509503" y="2734939"/>
                  </a:lnTo>
                  <a:lnTo>
                    <a:pt x="3437881" y="2740026"/>
                  </a:lnTo>
                  <a:lnTo>
                    <a:pt x="3366258" y="2745078"/>
                  </a:lnTo>
                  <a:lnTo>
                    <a:pt x="3294636" y="2750096"/>
                  </a:lnTo>
                  <a:lnTo>
                    <a:pt x="3223013" y="2755080"/>
                  </a:lnTo>
                  <a:lnTo>
                    <a:pt x="3151391" y="2760030"/>
                  </a:lnTo>
                  <a:lnTo>
                    <a:pt x="3079768" y="2764946"/>
                  </a:lnTo>
                  <a:lnTo>
                    <a:pt x="3008146" y="2769829"/>
                  </a:lnTo>
                  <a:lnTo>
                    <a:pt x="2936523" y="2774679"/>
                  </a:lnTo>
                  <a:lnTo>
                    <a:pt x="2864901" y="2779496"/>
                  </a:lnTo>
                  <a:lnTo>
                    <a:pt x="2793278" y="2784280"/>
                  </a:lnTo>
                  <a:lnTo>
                    <a:pt x="2721655" y="2789031"/>
                  </a:lnTo>
                  <a:lnTo>
                    <a:pt x="2650033" y="2793751"/>
                  </a:lnTo>
                  <a:lnTo>
                    <a:pt x="2578410" y="2798438"/>
                  </a:lnTo>
                  <a:lnTo>
                    <a:pt x="2506788" y="2803093"/>
                  </a:lnTo>
                  <a:lnTo>
                    <a:pt x="2435165" y="2807717"/>
                  </a:lnTo>
                  <a:lnTo>
                    <a:pt x="2363543" y="2812309"/>
                  </a:lnTo>
                  <a:lnTo>
                    <a:pt x="2291920" y="2816871"/>
                  </a:lnTo>
                  <a:lnTo>
                    <a:pt x="2220298" y="2821401"/>
                  </a:lnTo>
                  <a:lnTo>
                    <a:pt x="2148675" y="2825900"/>
                  </a:lnTo>
                  <a:lnTo>
                    <a:pt x="2077053" y="2830369"/>
                  </a:lnTo>
                  <a:lnTo>
                    <a:pt x="2005430" y="2834807"/>
                  </a:lnTo>
                  <a:lnTo>
                    <a:pt x="1933808" y="2839216"/>
                  </a:lnTo>
                  <a:lnTo>
                    <a:pt x="1862185" y="2843594"/>
                  </a:lnTo>
                  <a:lnTo>
                    <a:pt x="1790563" y="2847943"/>
                  </a:lnTo>
                  <a:lnTo>
                    <a:pt x="1718940" y="2852262"/>
                  </a:lnTo>
                  <a:lnTo>
                    <a:pt x="1647318" y="2856552"/>
                  </a:lnTo>
                  <a:lnTo>
                    <a:pt x="1575695" y="2860812"/>
                  </a:lnTo>
                  <a:lnTo>
                    <a:pt x="1504073" y="2865044"/>
                  </a:lnTo>
                  <a:lnTo>
                    <a:pt x="1432450" y="2869247"/>
                  </a:lnTo>
                  <a:lnTo>
                    <a:pt x="1360827" y="2873421"/>
                  </a:lnTo>
                  <a:lnTo>
                    <a:pt x="1289205" y="2877567"/>
                  </a:lnTo>
                  <a:lnTo>
                    <a:pt x="1217582" y="2881685"/>
                  </a:lnTo>
                  <a:lnTo>
                    <a:pt x="1145960" y="2885775"/>
                  </a:lnTo>
                  <a:lnTo>
                    <a:pt x="1074337" y="2889837"/>
                  </a:lnTo>
                  <a:lnTo>
                    <a:pt x="1002715" y="2893872"/>
                  </a:lnTo>
                  <a:lnTo>
                    <a:pt x="931092" y="2897879"/>
                  </a:lnTo>
                  <a:lnTo>
                    <a:pt x="859470" y="2901859"/>
                  </a:lnTo>
                  <a:lnTo>
                    <a:pt x="787847" y="2905812"/>
                  </a:lnTo>
                  <a:lnTo>
                    <a:pt x="716225" y="2909737"/>
                  </a:lnTo>
                  <a:lnTo>
                    <a:pt x="644602" y="2913637"/>
                  </a:lnTo>
                  <a:lnTo>
                    <a:pt x="572980" y="2917510"/>
                  </a:lnTo>
                  <a:lnTo>
                    <a:pt x="501357" y="2921356"/>
                  </a:lnTo>
                  <a:lnTo>
                    <a:pt x="429735" y="2925177"/>
                  </a:lnTo>
                  <a:lnTo>
                    <a:pt x="358112" y="2928971"/>
                  </a:lnTo>
                  <a:lnTo>
                    <a:pt x="286490" y="2932740"/>
                  </a:lnTo>
                  <a:lnTo>
                    <a:pt x="214867" y="2936483"/>
                  </a:lnTo>
                  <a:lnTo>
                    <a:pt x="143245" y="2940200"/>
                  </a:lnTo>
                  <a:lnTo>
                    <a:pt x="71622" y="2943893"/>
                  </a:lnTo>
                  <a:lnTo>
                    <a:pt x="0" y="294756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316546" y="2073503"/>
              <a:ext cx="4946133" cy="2654011"/>
            </a:xfrm>
            <a:custGeom>
              <a:avLst/>
              <a:pathLst>
                <a:path w="4946133" h="2654011">
                  <a:moveTo>
                    <a:pt x="0" y="0"/>
                  </a:moveTo>
                  <a:lnTo>
                    <a:pt x="4179" y="8723"/>
                  </a:lnTo>
                  <a:lnTo>
                    <a:pt x="75801" y="152068"/>
                  </a:lnTo>
                  <a:lnTo>
                    <a:pt x="147424" y="289500"/>
                  </a:lnTo>
                  <a:lnTo>
                    <a:pt x="219046" y="421263"/>
                  </a:lnTo>
                  <a:lnTo>
                    <a:pt x="290669" y="547591"/>
                  </a:lnTo>
                  <a:lnTo>
                    <a:pt x="362291" y="668707"/>
                  </a:lnTo>
                  <a:lnTo>
                    <a:pt x="433914" y="784828"/>
                  </a:lnTo>
                  <a:lnTo>
                    <a:pt x="505536" y="896158"/>
                  </a:lnTo>
                  <a:lnTo>
                    <a:pt x="577159" y="1002896"/>
                  </a:lnTo>
                  <a:lnTo>
                    <a:pt x="648781" y="1105232"/>
                  </a:lnTo>
                  <a:lnTo>
                    <a:pt x="720404" y="1203345"/>
                  </a:lnTo>
                  <a:lnTo>
                    <a:pt x="792026" y="1297412"/>
                  </a:lnTo>
                  <a:lnTo>
                    <a:pt x="863649" y="1387598"/>
                  </a:lnTo>
                  <a:lnTo>
                    <a:pt x="935271" y="1474065"/>
                  </a:lnTo>
                  <a:lnTo>
                    <a:pt x="1006894" y="1556964"/>
                  </a:lnTo>
                  <a:lnTo>
                    <a:pt x="1078517" y="1636444"/>
                  </a:lnTo>
                  <a:lnTo>
                    <a:pt x="1150139" y="1712645"/>
                  </a:lnTo>
                  <a:lnTo>
                    <a:pt x="1221762" y="1785703"/>
                  </a:lnTo>
                  <a:lnTo>
                    <a:pt x="1293384" y="1855748"/>
                  </a:lnTo>
                  <a:lnTo>
                    <a:pt x="1365007" y="1922903"/>
                  </a:lnTo>
                  <a:lnTo>
                    <a:pt x="1436629" y="1987288"/>
                  </a:lnTo>
                  <a:lnTo>
                    <a:pt x="1508252" y="2049017"/>
                  </a:lnTo>
                  <a:lnTo>
                    <a:pt x="1579874" y="2108199"/>
                  </a:lnTo>
                  <a:lnTo>
                    <a:pt x="1651497" y="2164941"/>
                  </a:lnTo>
                  <a:lnTo>
                    <a:pt x="1723119" y="2219341"/>
                  </a:lnTo>
                  <a:lnTo>
                    <a:pt x="1794742" y="2271498"/>
                  </a:lnTo>
                  <a:lnTo>
                    <a:pt x="1866364" y="2321503"/>
                  </a:lnTo>
                  <a:lnTo>
                    <a:pt x="1937987" y="2369446"/>
                  </a:lnTo>
                  <a:lnTo>
                    <a:pt x="2009609" y="2415411"/>
                  </a:lnTo>
                  <a:lnTo>
                    <a:pt x="2081232" y="2459480"/>
                  </a:lnTo>
                  <a:lnTo>
                    <a:pt x="2152854" y="2501731"/>
                  </a:lnTo>
                  <a:lnTo>
                    <a:pt x="2224477" y="2542239"/>
                  </a:lnTo>
                  <a:lnTo>
                    <a:pt x="2296099" y="2581076"/>
                  </a:lnTo>
                  <a:lnTo>
                    <a:pt x="2367722" y="2618312"/>
                  </a:lnTo>
                  <a:lnTo>
                    <a:pt x="2439345" y="2654011"/>
                  </a:lnTo>
                  <a:lnTo>
                    <a:pt x="2510967" y="2648654"/>
                  </a:lnTo>
                  <a:lnTo>
                    <a:pt x="2582590" y="2642942"/>
                  </a:lnTo>
                  <a:lnTo>
                    <a:pt x="2654212" y="2637192"/>
                  </a:lnTo>
                  <a:lnTo>
                    <a:pt x="2725835" y="2631401"/>
                  </a:lnTo>
                  <a:lnTo>
                    <a:pt x="2797457" y="2625572"/>
                  </a:lnTo>
                  <a:lnTo>
                    <a:pt x="2869080" y="2619702"/>
                  </a:lnTo>
                  <a:lnTo>
                    <a:pt x="2940702" y="2613792"/>
                  </a:lnTo>
                  <a:lnTo>
                    <a:pt x="3012325" y="2607842"/>
                  </a:lnTo>
                  <a:lnTo>
                    <a:pt x="3083947" y="2601851"/>
                  </a:lnTo>
                  <a:lnTo>
                    <a:pt x="3155570" y="2595820"/>
                  </a:lnTo>
                  <a:lnTo>
                    <a:pt x="3227192" y="2589747"/>
                  </a:lnTo>
                  <a:lnTo>
                    <a:pt x="3298815" y="2583632"/>
                  </a:lnTo>
                  <a:lnTo>
                    <a:pt x="3370437" y="2577476"/>
                  </a:lnTo>
                  <a:lnTo>
                    <a:pt x="3442060" y="2571277"/>
                  </a:lnTo>
                  <a:lnTo>
                    <a:pt x="3513682" y="2565036"/>
                  </a:lnTo>
                  <a:lnTo>
                    <a:pt x="3585305" y="2558752"/>
                  </a:lnTo>
                  <a:lnTo>
                    <a:pt x="3656927" y="2552426"/>
                  </a:lnTo>
                  <a:lnTo>
                    <a:pt x="3728550" y="2546056"/>
                  </a:lnTo>
                  <a:lnTo>
                    <a:pt x="3800173" y="2539643"/>
                  </a:lnTo>
                  <a:lnTo>
                    <a:pt x="3871795" y="2533185"/>
                  </a:lnTo>
                  <a:lnTo>
                    <a:pt x="3943418" y="2526684"/>
                  </a:lnTo>
                  <a:lnTo>
                    <a:pt x="4015040" y="2520138"/>
                  </a:lnTo>
                  <a:lnTo>
                    <a:pt x="4086663" y="2513547"/>
                  </a:lnTo>
                  <a:lnTo>
                    <a:pt x="4158285" y="2506911"/>
                  </a:lnTo>
                  <a:lnTo>
                    <a:pt x="4229908" y="2500230"/>
                  </a:lnTo>
                  <a:lnTo>
                    <a:pt x="4301530" y="2493503"/>
                  </a:lnTo>
                  <a:lnTo>
                    <a:pt x="4373153" y="2486731"/>
                  </a:lnTo>
                  <a:lnTo>
                    <a:pt x="4444775" y="2479911"/>
                  </a:lnTo>
                  <a:lnTo>
                    <a:pt x="4516398" y="2473046"/>
                  </a:lnTo>
                  <a:lnTo>
                    <a:pt x="4588020" y="2466133"/>
                  </a:lnTo>
                  <a:lnTo>
                    <a:pt x="4659643" y="2459173"/>
                  </a:lnTo>
                  <a:lnTo>
                    <a:pt x="4731265" y="2452165"/>
                  </a:lnTo>
                  <a:lnTo>
                    <a:pt x="4802888" y="2445109"/>
                  </a:lnTo>
                  <a:lnTo>
                    <a:pt x="4874510" y="2438006"/>
                  </a:lnTo>
                  <a:lnTo>
                    <a:pt x="4946133" y="24308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7830"/>
              <a:ext cx="7090630" cy="639474"/>
            </a:xfrm>
            <a:custGeom>
              <a:avLst/>
              <a:pathLst>
                <a:path w="7090630" h="639474">
                  <a:moveTo>
                    <a:pt x="7090630" y="639474"/>
                  </a:moveTo>
                  <a:lnTo>
                    <a:pt x="7019007" y="631302"/>
                  </a:lnTo>
                  <a:lnTo>
                    <a:pt x="6947385" y="622778"/>
                  </a:lnTo>
                  <a:lnTo>
                    <a:pt x="6875762" y="613887"/>
                  </a:lnTo>
                  <a:lnTo>
                    <a:pt x="6804139" y="604614"/>
                  </a:lnTo>
                  <a:lnTo>
                    <a:pt x="6732517" y="594942"/>
                  </a:lnTo>
                  <a:lnTo>
                    <a:pt x="6660894" y="584854"/>
                  </a:lnTo>
                  <a:lnTo>
                    <a:pt x="6589272" y="574331"/>
                  </a:lnTo>
                  <a:lnTo>
                    <a:pt x="6517649" y="563356"/>
                  </a:lnTo>
                  <a:lnTo>
                    <a:pt x="6446027" y="551909"/>
                  </a:lnTo>
                  <a:lnTo>
                    <a:pt x="6374404" y="539969"/>
                  </a:lnTo>
                  <a:lnTo>
                    <a:pt x="6302782" y="527515"/>
                  </a:lnTo>
                  <a:lnTo>
                    <a:pt x="6231159" y="514526"/>
                  </a:lnTo>
                  <a:lnTo>
                    <a:pt x="6159537" y="500978"/>
                  </a:lnTo>
                  <a:lnTo>
                    <a:pt x="6087914" y="486847"/>
                  </a:lnTo>
                  <a:lnTo>
                    <a:pt x="6016292" y="472108"/>
                  </a:lnTo>
                  <a:lnTo>
                    <a:pt x="5944669" y="456734"/>
                  </a:lnTo>
                  <a:lnTo>
                    <a:pt x="5873047" y="440700"/>
                  </a:lnTo>
                  <a:lnTo>
                    <a:pt x="5801424" y="423975"/>
                  </a:lnTo>
                  <a:lnTo>
                    <a:pt x="5729802" y="406531"/>
                  </a:lnTo>
                  <a:lnTo>
                    <a:pt x="5658179" y="388336"/>
                  </a:lnTo>
                  <a:lnTo>
                    <a:pt x="5586557" y="369359"/>
                  </a:lnTo>
                  <a:lnTo>
                    <a:pt x="5514934" y="349565"/>
                  </a:lnTo>
                  <a:lnTo>
                    <a:pt x="5443311" y="328919"/>
                  </a:lnTo>
                  <a:lnTo>
                    <a:pt x="5371689" y="307385"/>
                  </a:lnTo>
                  <a:lnTo>
                    <a:pt x="5300066" y="284925"/>
                  </a:lnTo>
                  <a:lnTo>
                    <a:pt x="5228444" y="261498"/>
                  </a:lnTo>
                  <a:lnTo>
                    <a:pt x="5156821" y="237063"/>
                  </a:lnTo>
                  <a:lnTo>
                    <a:pt x="5085199" y="211577"/>
                  </a:lnTo>
                  <a:lnTo>
                    <a:pt x="5013576" y="184995"/>
                  </a:lnTo>
                  <a:lnTo>
                    <a:pt x="4941954" y="157269"/>
                  </a:lnTo>
                  <a:lnTo>
                    <a:pt x="4870331" y="128349"/>
                  </a:lnTo>
                  <a:lnTo>
                    <a:pt x="4798709" y="98186"/>
                  </a:lnTo>
                  <a:lnTo>
                    <a:pt x="4727086" y="66725"/>
                  </a:lnTo>
                  <a:lnTo>
                    <a:pt x="4655464" y="33910"/>
                  </a:lnTo>
                  <a:lnTo>
                    <a:pt x="4583841" y="0"/>
                  </a:lnTo>
                  <a:lnTo>
                    <a:pt x="4512219" y="5634"/>
                  </a:lnTo>
                  <a:lnTo>
                    <a:pt x="4440596" y="11230"/>
                  </a:lnTo>
                  <a:lnTo>
                    <a:pt x="4368974" y="16788"/>
                  </a:lnTo>
                  <a:lnTo>
                    <a:pt x="4297351" y="22308"/>
                  </a:lnTo>
                  <a:lnTo>
                    <a:pt x="4225729" y="27791"/>
                  </a:lnTo>
                  <a:lnTo>
                    <a:pt x="4154106" y="33237"/>
                  </a:lnTo>
                  <a:lnTo>
                    <a:pt x="4082483" y="38645"/>
                  </a:lnTo>
                  <a:lnTo>
                    <a:pt x="4010861" y="44017"/>
                  </a:lnTo>
                  <a:lnTo>
                    <a:pt x="3939238" y="49352"/>
                  </a:lnTo>
                  <a:lnTo>
                    <a:pt x="3867616" y="54652"/>
                  </a:lnTo>
                  <a:lnTo>
                    <a:pt x="3795993" y="59915"/>
                  </a:lnTo>
                  <a:lnTo>
                    <a:pt x="3724371" y="65142"/>
                  </a:lnTo>
                  <a:lnTo>
                    <a:pt x="3652748" y="70334"/>
                  </a:lnTo>
                  <a:lnTo>
                    <a:pt x="3581126" y="75490"/>
                  </a:lnTo>
                  <a:lnTo>
                    <a:pt x="3509503" y="80612"/>
                  </a:lnTo>
                  <a:lnTo>
                    <a:pt x="3437881" y="85699"/>
                  </a:lnTo>
                  <a:lnTo>
                    <a:pt x="3366258" y="90751"/>
                  </a:lnTo>
                  <a:lnTo>
                    <a:pt x="3294636" y="95769"/>
                  </a:lnTo>
                  <a:lnTo>
                    <a:pt x="3223013" y="100753"/>
                  </a:lnTo>
                  <a:lnTo>
                    <a:pt x="3151391" y="105703"/>
                  </a:lnTo>
                  <a:lnTo>
                    <a:pt x="3079768" y="110619"/>
                  </a:lnTo>
                  <a:lnTo>
                    <a:pt x="3008146" y="115502"/>
                  </a:lnTo>
                  <a:lnTo>
                    <a:pt x="2936523" y="120351"/>
                  </a:lnTo>
                  <a:lnTo>
                    <a:pt x="2864901" y="125168"/>
                  </a:lnTo>
                  <a:lnTo>
                    <a:pt x="2793278" y="129952"/>
                  </a:lnTo>
                  <a:lnTo>
                    <a:pt x="2721655" y="134704"/>
                  </a:lnTo>
                  <a:lnTo>
                    <a:pt x="2650033" y="139423"/>
                  </a:lnTo>
                  <a:lnTo>
                    <a:pt x="2578410" y="144110"/>
                  </a:lnTo>
                  <a:lnTo>
                    <a:pt x="2506788" y="148766"/>
                  </a:lnTo>
                  <a:lnTo>
                    <a:pt x="2435165" y="153390"/>
                  </a:lnTo>
                  <a:lnTo>
                    <a:pt x="2363543" y="157982"/>
                  </a:lnTo>
                  <a:lnTo>
                    <a:pt x="2291920" y="162543"/>
                  </a:lnTo>
                  <a:lnTo>
                    <a:pt x="2220298" y="167073"/>
                  </a:lnTo>
                  <a:lnTo>
                    <a:pt x="2148675" y="171573"/>
                  </a:lnTo>
                  <a:lnTo>
                    <a:pt x="2077053" y="176042"/>
                  </a:lnTo>
                  <a:lnTo>
                    <a:pt x="2005430" y="180480"/>
                  </a:lnTo>
                  <a:lnTo>
                    <a:pt x="1933808" y="184888"/>
                  </a:lnTo>
                  <a:lnTo>
                    <a:pt x="1862185" y="189267"/>
                  </a:lnTo>
                  <a:lnTo>
                    <a:pt x="1790563" y="193615"/>
                  </a:lnTo>
                  <a:lnTo>
                    <a:pt x="1718940" y="197935"/>
                  </a:lnTo>
                  <a:lnTo>
                    <a:pt x="1647318" y="202224"/>
                  </a:lnTo>
                  <a:lnTo>
                    <a:pt x="1575695" y="206485"/>
                  </a:lnTo>
                  <a:lnTo>
                    <a:pt x="1504073" y="210717"/>
                  </a:lnTo>
                  <a:lnTo>
                    <a:pt x="1432450" y="214920"/>
                  </a:lnTo>
                  <a:lnTo>
                    <a:pt x="1360827" y="219094"/>
                  </a:lnTo>
                  <a:lnTo>
                    <a:pt x="1289205" y="223240"/>
                  </a:lnTo>
                  <a:lnTo>
                    <a:pt x="1217582" y="227358"/>
                  </a:lnTo>
                  <a:lnTo>
                    <a:pt x="1145960" y="231448"/>
                  </a:lnTo>
                  <a:lnTo>
                    <a:pt x="1074337" y="235510"/>
                  </a:lnTo>
                  <a:lnTo>
                    <a:pt x="1002715" y="239544"/>
                  </a:lnTo>
                  <a:lnTo>
                    <a:pt x="931092" y="243551"/>
                  </a:lnTo>
                  <a:lnTo>
                    <a:pt x="859470" y="247531"/>
                  </a:lnTo>
                  <a:lnTo>
                    <a:pt x="787847" y="251484"/>
                  </a:lnTo>
                  <a:lnTo>
                    <a:pt x="716225" y="255410"/>
                  </a:lnTo>
                  <a:lnTo>
                    <a:pt x="644602" y="259309"/>
                  </a:lnTo>
                  <a:lnTo>
                    <a:pt x="572980" y="263182"/>
                  </a:lnTo>
                  <a:lnTo>
                    <a:pt x="501357" y="267029"/>
                  </a:lnTo>
                  <a:lnTo>
                    <a:pt x="429735" y="270849"/>
                  </a:lnTo>
                  <a:lnTo>
                    <a:pt x="358112" y="274644"/>
                  </a:lnTo>
                  <a:lnTo>
                    <a:pt x="286490" y="278412"/>
                  </a:lnTo>
                  <a:lnTo>
                    <a:pt x="214867" y="282155"/>
                  </a:lnTo>
                  <a:lnTo>
                    <a:pt x="143245" y="285873"/>
                  </a:lnTo>
                  <a:lnTo>
                    <a:pt x="71622" y="289565"/>
                  </a:lnTo>
                  <a:lnTo>
                    <a:pt x="0" y="2932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989478"/>
              <a:ext cx="7090630" cy="2120567"/>
            </a:xfrm>
            <a:custGeom>
              <a:avLst/>
              <a:pathLst>
                <a:path w="7090630" h="2120567">
                  <a:moveTo>
                    <a:pt x="0" y="0"/>
                  </a:moveTo>
                  <a:lnTo>
                    <a:pt x="71622" y="44934"/>
                  </a:lnTo>
                  <a:lnTo>
                    <a:pt x="143245" y="89082"/>
                  </a:lnTo>
                  <a:lnTo>
                    <a:pt x="214867" y="132458"/>
                  </a:lnTo>
                  <a:lnTo>
                    <a:pt x="286490" y="175074"/>
                  </a:lnTo>
                  <a:lnTo>
                    <a:pt x="358112" y="216945"/>
                  </a:lnTo>
                  <a:lnTo>
                    <a:pt x="429735" y="258083"/>
                  </a:lnTo>
                  <a:lnTo>
                    <a:pt x="501357" y="298501"/>
                  </a:lnTo>
                  <a:lnTo>
                    <a:pt x="572980" y="338212"/>
                  </a:lnTo>
                  <a:lnTo>
                    <a:pt x="644602" y="377228"/>
                  </a:lnTo>
                  <a:lnTo>
                    <a:pt x="716225" y="415561"/>
                  </a:lnTo>
                  <a:lnTo>
                    <a:pt x="787847" y="453224"/>
                  </a:lnTo>
                  <a:lnTo>
                    <a:pt x="859470" y="490227"/>
                  </a:lnTo>
                  <a:lnTo>
                    <a:pt x="931092" y="526583"/>
                  </a:lnTo>
                  <a:lnTo>
                    <a:pt x="1002715" y="562302"/>
                  </a:lnTo>
                  <a:lnTo>
                    <a:pt x="1074337" y="597397"/>
                  </a:lnTo>
                  <a:lnTo>
                    <a:pt x="1145960" y="631877"/>
                  </a:lnTo>
                  <a:lnTo>
                    <a:pt x="1217582" y="665754"/>
                  </a:lnTo>
                  <a:lnTo>
                    <a:pt x="1289205" y="699038"/>
                  </a:lnTo>
                  <a:lnTo>
                    <a:pt x="1360827" y="731740"/>
                  </a:lnTo>
                  <a:lnTo>
                    <a:pt x="1432450" y="763870"/>
                  </a:lnTo>
                  <a:lnTo>
                    <a:pt x="1504073" y="795437"/>
                  </a:lnTo>
                  <a:lnTo>
                    <a:pt x="1575695" y="826452"/>
                  </a:lnTo>
                  <a:lnTo>
                    <a:pt x="1647318" y="856924"/>
                  </a:lnTo>
                  <a:lnTo>
                    <a:pt x="1718940" y="886862"/>
                  </a:lnTo>
                  <a:lnTo>
                    <a:pt x="1790563" y="916277"/>
                  </a:lnTo>
                  <a:lnTo>
                    <a:pt x="1862185" y="945177"/>
                  </a:lnTo>
                  <a:lnTo>
                    <a:pt x="1933808" y="973572"/>
                  </a:lnTo>
                  <a:lnTo>
                    <a:pt x="2005430" y="1001469"/>
                  </a:lnTo>
                  <a:lnTo>
                    <a:pt x="2077053" y="1028879"/>
                  </a:lnTo>
                  <a:lnTo>
                    <a:pt x="2148675" y="1055808"/>
                  </a:lnTo>
                  <a:lnTo>
                    <a:pt x="2220298" y="1082267"/>
                  </a:lnTo>
                  <a:lnTo>
                    <a:pt x="2291920" y="1108262"/>
                  </a:lnTo>
                  <a:lnTo>
                    <a:pt x="2363543" y="1133803"/>
                  </a:lnTo>
                  <a:lnTo>
                    <a:pt x="2435165" y="1158897"/>
                  </a:lnTo>
                  <a:lnTo>
                    <a:pt x="2506788" y="1183551"/>
                  </a:lnTo>
                  <a:lnTo>
                    <a:pt x="2578410" y="1207774"/>
                  </a:lnTo>
                  <a:lnTo>
                    <a:pt x="2650033" y="1231573"/>
                  </a:lnTo>
                  <a:lnTo>
                    <a:pt x="2721655" y="1254956"/>
                  </a:lnTo>
                  <a:lnTo>
                    <a:pt x="2793278" y="1277929"/>
                  </a:lnTo>
                  <a:lnTo>
                    <a:pt x="2864901" y="1300501"/>
                  </a:lnTo>
                  <a:lnTo>
                    <a:pt x="2936523" y="1322677"/>
                  </a:lnTo>
                  <a:lnTo>
                    <a:pt x="3008146" y="1344466"/>
                  </a:lnTo>
                  <a:lnTo>
                    <a:pt x="3079768" y="1365873"/>
                  </a:lnTo>
                  <a:lnTo>
                    <a:pt x="3151391" y="1386905"/>
                  </a:lnTo>
                  <a:lnTo>
                    <a:pt x="3223013" y="1407570"/>
                  </a:lnTo>
                  <a:lnTo>
                    <a:pt x="3294636" y="1427873"/>
                  </a:lnTo>
                  <a:lnTo>
                    <a:pt x="3366258" y="1447820"/>
                  </a:lnTo>
                  <a:lnTo>
                    <a:pt x="3437881" y="1467419"/>
                  </a:lnTo>
                  <a:lnTo>
                    <a:pt x="3509503" y="1486674"/>
                  </a:lnTo>
                  <a:lnTo>
                    <a:pt x="3581126" y="1505593"/>
                  </a:lnTo>
                  <a:lnTo>
                    <a:pt x="3652748" y="1524180"/>
                  </a:lnTo>
                  <a:lnTo>
                    <a:pt x="3724371" y="1542442"/>
                  </a:lnTo>
                  <a:lnTo>
                    <a:pt x="3795993" y="1560385"/>
                  </a:lnTo>
                  <a:lnTo>
                    <a:pt x="3867616" y="1578014"/>
                  </a:lnTo>
                  <a:lnTo>
                    <a:pt x="3939238" y="1595334"/>
                  </a:lnTo>
                  <a:lnTo>
                    <a:pt x="4010861" y="1612351"/>
                  </a:lnTo>
                  <a:lnTo>
                    <a:pt x="4082483" y="1629070"/>
                  </a:lnTo>
                  <a:lnTo>
                    <a:pt x="4154106" y="1645497"/>
                  </a:lnTo>
                  <a:lnTo>
                    <a:pt x="4225729" y="1661636"/>
                  </a:lnTo>
                  <a:lnTo>
                    <a:pt x="4297351" y="1677493"/>
                  </a:lnTo>
                  <a:lnTo>
                    <a:pt x="4368974" y="1693072"/>
                  </a:lnTo>
                  <a:lnTo>
                    <a:pt x="4440596" y="1708379"/>
                  </a:lnTo>
                  <a:lnTo>
                    <a:pt x="4512219" y="1723418"/>
                  </a:lnTo>
                  <a:lnTo>
                    <a:pt x="4583841" y="1738194"/>
                  </a:lnTo>
                  <a:lnTo>
                    <a:pt x="4655464" y="1752711"/>
                  </a:lnTo>
                  <a:lnTo>
                    <a:pt x="4727086" y="1766974"/>
                  </a:lnTo>
                  <a:lnTo>
                    <a:pt x="4798709" y="1780987"/>
                  </a:lnTo>
                  <a:lnTo>
                    <a:pt x="4870331" y="1794755"/>
                  </a:lnTo>
                  <a:lnTo>
                    <a:pt x="4941954" y="1808283"/>
                  </a:lnTo>
                  <a:lnTo>
                    <a:pt x="5013576" y="1821573"/>
                  </a:lnTo>
                  <a:lnTo>
                    <a:pt x="5085199" y="1834631"/>
                  </a:lnTo>
                  <a:lnTo>
                    <a:pt x="5156821" y="1847461"/>
                  </a:lnTo>
                  <a:lnTo>
                    <a:pt x="5228444" y="1860066"/>
                  </a:lnTo>
                  <a:lnTo>
                    <a:pt x="5300066" y="1872450"/>
                  </a:lnTo>
                  <a:lnTo>
                    <a:pt x="5371689" y="1884618"/>
                  </a:lnTo>
                  <a:lnTo>
                    <a:pt x="5443311" y="1896573"/>
                  </a:lnTo>
                  <a:lnTo>
                    <a:pt x="5514934" y="1908318"/>
                  </a:lnTo>
                  <a:lnTo>
                    <a:pt x="5586557" y="1919858"/>
                  </a:lnTo>
                  <a:lnTo>
                    <a:pt x="5658179" y="1931196"/>
                  </a:lnTo>
                  <a:lnTo>
                    <a:pt x="5729802" y="1942336"/>
                  </a:lnTo>
                  <a:lnTo>
                    <a:pt x="5801424" y="1953281"/>
                  </a:lnTo>
                  <a:lnTo>
                    <a:pt x="5873047" y="1964034"/>
                  </a:lnTo>
                  <a:lnTo>
                    <a:pt x="5944669" y="1974599"/>
                  </a:lnTo>
                  <a:lnTo>
                    <a:pt x="6016292" y="1984979"/>
                  </a:lnTo>
                  <a:lnTo>
                    <a:pt x="6087914" y="1995178"/>
                  </a:lnTo>
                  <a:lnTo>
                    <a:pt x="6159537" y="2005198"/>
                  </a:lnTo>
                  <a:lnTo>
                    <a:pt x="6231159" y="2015043"/>
                  </a:lnTo>
                  <a:lnTo>
                    <a:pt x="6302782" y="2024715"/>
                  </a:lnTo>
                  <a:lnTo>
                    <a:pt x="6374404" y="2034218"/>
                  </a:lnTo>
                  <a:lnTo>
                    <a:pt x="6446027" y="2043555"/>
                  </a:lnTo>
                  <a:lnTo>
                    <a:pt x="6517649" y="2052728"/>
                  </a:lnTo>
                  <a:lnTo>
                    <a:pt x="6589272" y="2061741"/>
                  </a:lnTo>
                  <a:lnTo>
                    <a:pt x="6660894" y="2070597"/>
                  </a:lnTo>
                  <a:lnTo>
                    <a:pt x="6732517" y="2079297"/>
                  </a:lnTo>
                  <a:lnTo>
                    <a:pt x="6804139" y="2087845"/>
                  </a:lnTo>
                  <a:lnTo>
                    <a:pt x="6875762" y="2096243"/>
                  </a:lnTo>
                  <a:lnTo>
                    <a:pt x="6947385" y="2104495"/>
                  </a:lnTo>
                  <a:lnTo>
                    <a:pt x="7019007" y="2112602"/>
                  </a:lnTo>
                  <a:lnTo>
                    <a:pt x="7090630" y="212056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1.28 (0.91-1.79), p_Bonf = 0.944 (n = 6)  |  per IQR decline (Δ = 24.2): 1.81 (0.80-4.11)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2026-08-06T10:34:55Z</dcterms:modified>
  <cp:category/>
</cp:coreProperties>
</file>