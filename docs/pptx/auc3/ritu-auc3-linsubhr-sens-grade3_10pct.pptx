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4928"/>
            </a:xfrm>
            <a:custGeom>
              <a:avLst/>
              <a:pathLst>
                <a:path w="7090630" h="3474928">
                  <a:moveTo>
                    <a:pt x="2010755" y="0"/>
                  </a:moveTo>
                  <a:lnTo>
                    <a:pt x="2077053" y="262268"/>
                  </a:lnTo>
                  <a:lnTo>
                    <a:pt x="2148675" y="522694"/>
                  </a:lnTo>
                  <a:lnTo>
                    <a:pt x="2220298" y="762067"/>
                  </a:lnTo>
                  <a:lnTo>
                    <a:pt x="2291920" y="982089"/>
                  </a:lnTo>
                  <a:lnTo>
                    <a:pt x="2363543" y="1184325"/>
                  </a:lnTo>
                  <a:lnTo>
                    <a:pt x="2435165" y="1370211"/>
                  </a:lnTo>
                  <a:lnTo>
                    <a:pt x="2506788" y="1541071"/>
                  </a:lnTo>
                  <a:lnTo>
                    <a:pt x="2578410" y="1698118"/>
                  </a:lnTo>
                  <a:lnTo>
                    <a:pt x="2650033" y="1842469"/>
                  </a:lnTo>
                  <a:lnTo>
                    <a:pt x="2721655" y="1975151"/>
                  </a:lnTo>
                  <a:lnTo>
                    <a:pt x="2793278" y="2097106"/>
                  </a:lnTo>
                  <a:lnTo>
                    <a:pt x="2864901" y="2209203"/>
                  </a:lnTo>
                  <a:lnTo>
                    <a:pt x="2936523" y="2312238"/>
                  </a:lnTo>
                  <a:lnTo>
                    <a:pt x="3008146" y="2406943"/>
                  </a:lnTo>
                  <a:lnTo>
                    <a:pt x="3079768" y="2493993"/>
                  </a:lnTo>
                  <a:lnTo>
                    <a:pt x="3151391" y="2574005"/>
                  </a:lnTo>
                  <a:lnTo>
                    <a:pt x="3223013" y="2647549"/>
                  </a:lnTo>
                  <a:lnTo>
                    <a:pt x="3294636" y="2659582"/>
                  </a:lnTo>
                  <a:lnTo>
                    <a:pt x="3366258" y="2665404"/>
                  </a:lnTo>
                  <a:lnTo>
                    <a:pt x="3437881" y="2671185"/>
                  </a:lnTo>
                  <a:lnTo>
                    <a:pt x="3509503" y="2676926"/>
                  </a:lnTo>
                  <a:lnTo>
                    <a:pt x="3581126" y="2682625"/>
                  </a:lnTo>
                  <a:lnTo>
                    <a:pt x="3652748" y="2688285"/>
                  </a:lnTo>
                  <a:lnTo>
                    <a:pt x="3724371" y="2693904"/>
                  </a:lnTo>
                  <a:lnTo>
                    <a:pt x="3795993" y="2699484"/>
                  </a:lnTo>
                  <a:lnTo>
                    <a:pt x="3867616" y="2705024"/>
                  </a:lnTo>
                  <a:lnTo>
                    <a:pt x="3939238" y="2710525"/>
                  </a:lnTo>
                  <a:lnTo>
                    <a:pt x="4010861" y="2715987"/>
                  </a:lnTo>
                  <a:lnTo>
                    <a:pt x="4082483" y="2721411"/>
                  </a:lnTo>
                  <a:lnTo>
                    <a:pt x="4154106" y="2726796"/>
                  </a:lnTo>
                  <a:lnTo>
                    <a:pt x="4225729" y="2732144"/>
                  </a:lnTo>
                  <a:lnTo>
                    <a:pt x="4297351" y="2737453"/>
                  </a:lnTo>
                  <a:lnTo>
                    <a:pt x="4368974" y="2742725"/>
                  </a:lnTo>
                  <a:lnTo>
                    <a:pt x="4440596" y="2747960"/>
                  </a:lnTo>
                  <a:lnTo>
                    <a:pt x="4512219" y="2753158"/>
                  </a:lnTo>
                  <a:lnTo>
                    <a:pt x="4583841" y="2758319"/>
                  </a:lnTo>
                  <a:lnTo>
                    <a:pt x="4655464" y="2763444"/>
                  </a:lnTo>
                  <a:lnTo>
                    <a:pt x="4727086" y="2768532"/>
                  </a:lnTo>
                  <a:lnTo>
                    <a:pt x="4798709" y="2773584"/>
                  </a:lnTo>
                  <a:lnTo>
                    <a:pt x="4870331" y="2778601"/>
                  </a:lnTo>
                  <a:lnTo>
                    <a:pt x="4941954" y="2783583"/>
                  </a:lnTo>
                  <a:lnTo>
                    <a:pt x="5013576" y="2788529"/>
                  </a:lnTo>
                  <a:lnTo>
                    <a:pt x="5085199" y="2793440"/>
                  </a:lnTo>
                  <a:lnTo>
                    <a:pt x="5156821" y="2798317"/>
                  </a:lnTo>
                  <a:lnTo>
                    <a:pt x="5228444" y="2803159"/>
                  </a:lnTo>
                  <a:lnTo>
                    <a:pt x="5300066" y="2807966"/>
                  </a:lnTo>
                  <a:lnTo>
                    <a:pt x="5371689" y="2812740"/>
                  </a:lnTo>
                  <a:lnTo>
                    <a:pt x="5443311" y="2817481"/>
                  </a:lnTo>
                  <a:lnTo>
                    <a:pt x="5514934" y="2822187"/>
                  </a:lnTo>
                  <a:lnTo>
                    <a:pt x="5586557" y="2826861"/>
                  </a:lnTo>
                  <a:lnTo>
                    <a:pt x="5658179" y="2831501"/>
                  </a:lnTo>
                  <a:lnTo>
                    <a:pt x="5729802" y="2836109"/>
                  </a:lnTo>
                  <a:lnTo>
                    <a:pt x="5801424" y="2840684"/>
                  </a:lnTo>
                  <a:lnTo>
                    <a:pt x="5873047" y="2845227"/>
                  </a:lnTo>
                  <a:lnTo>
                    <a:pt x="5944669" y="2849737"/>
                  </a:lnTo>
                  <a:lnTo>
                    <a:pt x="6016292" y="2854216"/>
                  </a:lnTo>
                  <a:lnTo>
                    <a:pt x="6087914" y="2858663"/>
                  </a:lnTo>
                  <a:lnTo>
                    <a:pt x="6159537" y="2863079"/>
                  </a:lnTo>
                  <a:lnTo>
                    <a:pt x="6231159" y="2867464"/>
                  </a:lnTo>
                  <a:lnTo>
                    <a:pt x="6302782" y="2871817"/>
                  </a:lnTo>
                  <a:lnTo>
                    <a:pt x="6374404" y="2876140"/>
                  </a:lnTo>
                  <a:lnTo>
                    <a:pt x="6446027" y="2880433"/>
                  </a:lnTo>
                  <a:lnTo>
                    <a:pt x="6517649" y="2884695"/>
                  </a:lnTo>
                  <a:lnTo>
                    <a:pt x="6589272" y="2888926"/>
                  </a:lnTo>
                  <a:lnTo>
                    <a:pt x="6660894" y="2893128"/>
                  </a:lnTo>
                  <a:lnTo>
                    <a:pt x="6732517" y="2897301"/>
                  </a:lnTo>
                  <a:lnTo>
                    <a:pt x="6804139" y="2901444"/>
                  </a:lnTo>
                  <a:lnTo>
                    <a:pt x="6875762" y="2905557"/>
                  </a:lnTo>
                  <a:lnTo>
                    <a:pt x="6947385" y="2909642"/>
                  </a:lnTo>
                  <a:lnTo>
                    <a:pt x="7019007" y="2913697"/>
                  </a:lnTo>
                  <a:lnTo>
                    <a:pt x="7090630" y="2917724"/>
                  </a:lnTo>
                  <a:lnTo>
                    <a:pt x="7090630" y="3474928"/>
                  </a:lnTo>
                  <a:lnTo>
                    <a:pt x="7019007" y="3474152"/>
                  </a:lnTo>
                  <a:lnTo>
                    <a:pt x="6947385" y="3473308"/>
                  </a:lnTo>
                  <a:lnTo>
                    <a:pt x="6875762" y="3472390"/>
                  </a:lnTo>
                  <a:lnTo>
                    <a:pt x="6804139" y="3471391"/>
                  </a:lnTo>
                  <a:lnTo>
                    <a:pt x="6732517" y="3470305"/>
                  </a:lnTo>
                  <a:lnTo>
                    <a:pt x="6660894" y="3469122"/>
                  </a:lnTo>
                  <a:lnTo>
                    <a:pt x="6589272" y="3467836"/>
                  </a:lnTo>
                  <a:lnTo>
                    <a:pt x="6517649" y="3466437"/>
                  </a:lnTo>
                  <a:lnTo>
                    <a:pt x="6446027" y="3464914"/>
                  </a:lnTo>
                  <a:lnTo>
                    <a:pt x="6374404" y="3463258"/>
                  </a:lnTo>
                  <a:lnTo>
                    <a:pt x="6302782" y="3461456"/>
                  </a:lnTo>
                  <a:lnTo>
                    <a:pt x="6231159" y="3459496"/>
                  </a:lnTo>
                  <a:lnTo>
                    <a:pt x="6159537" y="3457363"/>
                  </a:lnTo>
                  <a:lnTo>
                    <a:pt x="6087914" y="3455042"/>
                  </a:lnTo>
                  <a:lnTo>
                    <a:pt x="6016292" y="3452518"/>
                  </a:lnTo>
                  <a:lnTo>
                    <a:pt x="5944669" y="3449771"/>
                  </a:lnTo>
                  <a:lnTo>
                    <a:pt x="5873047" y="3446783"/>
                  </a:lnTo>
                  <a:lnTo>
                    <a:pt x="5801424" y="3443532"/>
                  </a:lnTo>
                  <a:lnTo>
                    <a:pt x="5729802" y="3439995"/>
                  </a:lnTo>
                  <a:lnTo>
                    <a:pt x="5658179" y="3436147"/>
                  </a:lnTo>
                  <a:lnTo>
                    <a:pt x="5586557" y="3431961"/>
                  </a:lnTo>
                  <a:lnTo>
                    <a:pt x="5514934" y="3427407"/>
                  </a:lnTo>
                  <a:lnTo>
                    <a:pt x="5443311" y="3422451"/>
                  </a:lnTo>
                  <a:lnTo>
                    <a:pt x="5371689" y="3417060"/>
                  </a:lnTo>
                  <a:lnTo>
                    <a:pt x="5300066" y="3411195"/>
                  </a:lnTo>
                  <a:lnTo>
                    <a:pt x="5228444" y="3404815"/>
                  </a:lnTo>
                  <a:lnTo>
                    <a:pt x="5156821" y="3397872"/>
                  </a:lnTo>
                  <a:lnTo>
                    <a:pt x="5085199" y="3390320"/>
                  </a:lnTo>
                  <a:lnTo>
                    <a:pt x="5013576" y="3382103"/>
                  </a:lnTo>
                  <a:lnTo>
                    <a:pt x="4941954" y="3373163"/>
                  </a:lnTo>
                  <a:lnTo>
                    <a:pt x="4870331" y="3363437"/>
                  </a:lnTo>
                  <a:lnTo>
                    <a:pt x="4798709" y="3352856"/>
                  </a:lnTo>
                  <a:lnTo>
                    <a:pt x="4727086" y="3341344"/>
                  </a:lnTo>
                  <a:lnTo>
                    <a:pt x="4655464" y="3328820"/>
                  </a:lnTo>
                  <a:lnTo>
                    <a:pt x="4583841" y="3315194"/>
                  </a:lnTo>
                  <a:lnTo>
                    <a:pt x="4512219" y="3300370"/>
                  </a:lnTo>
                  <a:lnTo>
                    <a:pt x="4440596" y="3284242"/>
                  </a:lnTo>
                  <a:lnTo>
                    <a:pt x="4368974" y="3266695"/>
                  </a:lnTo>
                  <a:lnTo>
                    <a:pt x="4297351" y="3247605"/>
                  </a:lnTo>
                  <a:lnTo>
                    <a:pt x="4225729" y="3226837"/>
                  </a:lnTo>
                  <a:lnTo>
                    <a:pt x="4154106" y="3204241"/>
                  </a:lnTo>
                  <a:lnTo>
                    <a:pt x="4082483" y="3179659"/>
                  </a:lnTo>
                  <a:lnTo>
                    <a:pt x="4010861" y="3152914"/>
                  </a:lnTo>
                  <a:lnTo>
                    <a:pt x="3939238" y="3123817"/>
                  </a:lnTo>
                  <a:lnTo>
                    <a:pt x="3867616" y="3092161"/>
                  </a:lnTo>
                  <a:lnTo>
                    <a:pt x="3795993" y="3057721"/>
                  </a:lnTo>
                  <a:lnTo>
                    <a:pt x="3724371" y="3020252"/>
                  </a:lnTo>
                  <a:lnTo>
                    <a:pt x="3652748" y="2979487"/>
                  </a:lnTo>
                  <a:lnTo>
                    <a:pt x="3581126" y="2935137"/>
                  </a:lnTo>
                  <a:lnTo>
                    <a:pt x="3509503" y="2886887"/>
                  </a:lnTo>
                  <a:lnTo>
                    <a:pt x="3437881" y="2834393"/>
                  </a:lnTo>
                  <a:lnTo>
                    <a:pt x="3366258" y="2777282"/>
                  </a:lnTo>
                  <a:lnTo>
                    <a:pt x="3294636" y="2715148"/>
                  </a:lnTo>
                  <a:lnTo>
                    <a:pt x="3223013" y="2653719"/>
                  </a:lnTo>
                  <a:lnTo>
                    <a:pt x="3151391" y="2647813"/>
                  </a:lnTo>
                  <a:lnTo>
                    <a:pt x="3079768" y="2641866"/>
                  </a:lnTo>
                  <a:lnTo>
                    <a:pt x="3008146" y="2635876"/>
                  </a:lnTo>
                  <a:lnTo>
                    <a:pt x="2936523" y="2629844"/>
                  </a:lnTo>
                  <a:lnTo>
                    <a:pt x="2864901" y="2623769"/>
                  </a:lnTo>
                  <a:lnTo>
                    <a:pt x="2793278" y="2617651"/>
                  </a:lnTo>
                  <a:lnTo>
                    <a:pt x="2721655" y="2611489"/>
                  </a:lnTo>
                  <a:lnTo>
                    <a:pt x="2650033" y="2605283"/>
                  </a:lnTo>
                  <a:lnTo>
                    <a:pt x="2578410" y="2599033"/>
                  </a:lnTo>
                  <a:lnTo>
                    <a:pt x="2506788" y="2592739"/>
                  </a:lnTo>
                  <a:lnTo>
                    <a:pt x="2435165" y="2586400"/>
                  </a:lnTo>
                  <a:lnTo>
                    <a:pt x="2363543" y="2580016"/>
                  </a:lnTo>
                  <a:lnTo>
                    <a:pt x="2291920" y="2573586"/>
                  </a:lnTo>
                  <a:lnTo>
                    <a:pt x="2220298" y="2567111"/>
                  </a:lnTo>
                  <a:lnTo>
                    <a:pt x="2148675" y="2560589"/>
                  </a:lnTo>
                  <a:lnTo>
                    <a:pt x="2077053" y="2554021"/>
                  </a:lnTo>
                  <a:lnTo>
                    <a:pt x="2005430" y="2547407"/>
                  </a:lnTo>
                  <a:lnTo>
                    <a:pt x="1933808" y="2540745"/>
                  </a:lnTo>
                  <a:lnTo>
                    <a:pt x="1862185" y="2534036"/>
                  </a:lnTo>
                  <a:lnTo>
                    <a:pt x="1790563" y="2527279"/>
                  </a:lnTo>
                  <a:lnTo>
                    <a:pt x="1718940" y="2520474"/>
                  </a:lnTo>
                  <a:lnTo>
                    <a:pt x="1647318" y="2513621"/>
                  </a:lnTo>
                  <a:lnTo>
                    <a:pt x="1575695" y="2506719"/>
                  </a:lnTo>
                  <a:lnTo>
                    <a:pt x="1504073" y="2499768"/>
                  </a:lnTo>
                  <a:lnTo>
                    <a:pt x="1432450" y="2492767"/>
                  </a:lnTo>
                  <a:lnTo>
                    <a:pt x="1360827" y="2485717"/>
                  </a:lnTo>
                  <a:lnTo>
                    <a:pt x="1289205" y="2478616"/>
                  </a:lnTo>
                  <a:lnTo>
                    <a:pt x="1217582" y="2471465"/>
                  </a:lnTo>
                  <a:lnTo>
                    <a:pt x="1145960" y="2464263"/>
                  </a:lnTo>
                  <a:lnTo>
                    <a:pt x="1074337" y="2457010"/>
                  </a:lnTo>
                  <a:lnTo>
                    <a:pt x="1002715" y="2449706"/>
                  </a:lnTo>
                  <a:lnTo>
                    <a:pt x="931092" y="2442349"/>
                  </a:lnTo>
                  <a:lnTo>
                    <a:pt x="859470" y="2434940"/>
                  </a:lnTo>
                  <a:lnTo>
                    <a:pt x="787847" y="2427478"/>
                  </a:lnTo>
                  <a:lnTo>
                    <a:pt x="716225" y="2419963"/>
                  </a:lnTo>
                  <a:lnTo>
                    <a:pt x="644602" y="2412395"/>
                  </a:lnTo>
                  <a:lnTo>
                    <a:pt x="572980" y="2404772"/>
                  </a:lnTo>
                  <a:lnTo>
                    <a:pt x="501357" y="2397096"/>
                  </a:lnTo>
                  <a:lnTo>
                    <a:pt x="429735" y="2389365"/>
                  </a:lnTo>
                  <a:lnTo>
                    <a:pt x="358112" y="2381579"/>
                  </a:lnTo>
                  <a:lnTo>
                    <a:pt x="286490" y="2373738"/>
                  </a:lnTo>
                  <a:lnTo>
                    <a:pt x="214867" y="2365840"/>
                  </a:lnTo>
                  <a:lnTo>
                    <a:pt x="143245" y="2357887"/>
                  </a:lnTo>
                  <a:lnTo>
                    <a:pt x="71622" y="2349877"/>
                  </a:lnTo>
                  <a:lnTo>
                    <a:pt x="0" y="2341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82804" y="2073503"/>
              <a:ext cx="5079875" cy="2917724"/>
            </a:xfrm>
            <a:custGeom>
              <a:avLst/>
              <a:pathLst>
                <a:path w="5079875" h="2917724">
                  <a:moveTo>
                    <a:pt x="0" y="0"/>
                  </a:moveTo>
                  <a:lnTo>
                    <a:pt x="66298" y="262268"/>
                  </a:lnTo>
                  <a:lnTo>
                    <a:pt x="137920" y="522694"/>
                  </a:lnTo>
                  <a:lnTo>
                    <a:pt x="209543" y="762067"/>
                  </a:lnTo>
                  <a:lnTo>
                    <a:pt x="281165" y="982089"/>
                  </a:lnTo>
                  <a:lnTo>
                    <a:pt x="352788" y="1184325"/>
                  </a:lnTo>
                  <a:lnTo>
                    <a:pt x="424410" y="1370211"/>
                  </a:lnTo>
                  <a:lnTo>
                    <a:pt x="496033" y="1541071"/>
                  </a:lnTo>
                  <a:lnTo>
                    <a:pt x="567655" y="1698118"/>
                  </a:lnTo>
                  <a:lnTo>
                    <a:pt x="639278" y="1842469"/>
                  </a:lnTo>
                  <a:lnTo>
                    <a:pt x="710900" y="1975151"/>
                  </a:lnTo>
                  <a:lnTo>
                    <a:pt x="782523" y="2097106"/>
                  </a:lnTo>
                  <a:lnTo>
                    <a:pt x="854145" y="2209203"/>
                  </a:lnTo>
                  <a:lnTo>
                    <a:pt x="925768" y="2312238"/>
                  </a:lnTo>
                  <a:lnTo>
                    <a:pt x="997391" y="2406943"/>
                  </a:lnTo>
                  <a:lnTo>
                    <a:pt x="1069013" y="2493993"/>
                  </a:lnTo>
                  <a:lnTo>
                    <a:pt x="1140636" y="2574005"/>
                  </a:lnTo>
                  <a:lnTo>
                    <a:pt x="1212258" y="2647549"/>
                  </a:lnTo>
                  <a:lnTo>
                    <a:pt x="1283881" y="2659582"/>
                  </a:lnTo>
                  <a:lnTo>
                    <a:pt x="1355503" y="2665404"/>
                  </a:lnTo>
                  <a:lnTo>
                    <a:pt x="1427126" y="2671185"/>
                  </a:lnTo>
                  <a:lnTo>
                    <a:pt x="1498748" y="2676926"/>
                  </a:lnTo>
                  <a:lnTo>
                    <a:pt x="1570371" y="2682625"/>
                  </a:lnTo>
                  <a:lnTo>
                    <a:pt x="1641993" y="2688285"/>
                  </a:lnTo>
                  <a:lnTo>
                    <a:pt x="1713616" y="2693904"/>
                  </a:lnTo>
                  <a:lnTo>
                    <a:pt x="1785238" y="2699484"/>
                  </a:lnTo>
                  <a:lnTo>
                    <a:pt x="1856861" y="2705024"/>
                  </a:lnTo>
                  <a:lnTo>
                    <a:pt x="1928483" y="2710525"/>
                  </a:lnTo>
                  <a:lnTo>
                    <a:pt x="2000106" y="2715987"/>
                  </a:lnTo>
                  <a:lnTo>
                    <a:pt x="2071728" y="2721411"/>
                  </a:lnTo>
                  <a:lnTo>
                    <a:pt x="2143351" y="2726796"/>
                  </a:lnTo>
                  <a:lnTo>
                    <a:pt x="2214973" y="2732144"/>
                  </a:lnTo>
                  <a:lnTo>
                    <a:pt x="2286596" y="2737453"/>
                  </a:lnTo>
                  <a:lnTo>
                    <a:pt x="2358219" y="2742725"/>
                  </a:lnTo>
                  <a:lnTo>
                    <a:pt x="2429841" y="2747960"/>
                  </a:lnTo>
                  <a:lnTo>
                    <a:pt x="2501464" y="2753158"/>
                  </a:lnTo>
                  <a:lnTo>
                    <a:pt x="2573086" y="2758319"/>
                  </a:lnTo>
                  <a:lnTo>
                    <a:pt x="2644709" y="2763444"/>
                  </a:lnTo>
                  <a:lnTo>
                    <a:pt x="2716331" y="2768532"/>
                  </a:lnTo>
                  <a:lnTo>
                    <a:pt x="2787954" y="2773584"/>
                  </a:lnTo>
                  <a:lnTo>
                    <a:pt x="2859576" y="2778601"/>
                  </a:lnTo>
                  <a:lnTo>
                    <a:pt x="2931199" y="2783583"/>
                  </a:lnTo>
                  <a:lnTo>
                    <a:pt x="3002821" y="2788529"/>
                  </a:lnTo>
                  <a:lnTo>
                    <a:pt x="3074444" y="2793440"/>
                  </a:lnTo>
                  <a:lnTo>
                    <a:pt x="3146066" y="2798317"/>
                  </a:lnTo>
                  <a:lnTo>
                    <a:pt x="3217689" y="2803159"/>
                  </a:lnTo>
                  <a:lnTo>
                    <a:pt x="3289311" y="2807966"/>
                  </a:lnTo>
                  <a:lnTo>
                    <a:pt x="3360934" y="2812740"/>
                  </a:lnTo>
                  <a:lnTo>
                    <a:pt x="3432556" y="2817481"/>
                  </a:lnTo>
                  <a:lnTo>
                    <a:pt x="3504179" y="2822187"/>
                  </a:lnTo>
                  <a:lnTo>
                    <a:pt x="3575801" y="2826861"/>
                  </a:lnTo>
                  <a:lnTo>
                    <a:pt x="3647424" y="2831501"/>
                  </a:lnTo>
                  <a:lnTo>
                    <a:pt x="3719047" y="2836109"/>
                  </a:lnTo>
                  <a:lnTo>
                    <a:pt x="3790669" y="2840684"/>
                  </a:lnTo>
                  <a:lnTo>
                    <a:pt x="3862292" y="2845227"/>
                  </a:lnTo>
                  <a:lnTo>
                    <a:pt x="3933914" y="2849737"/>
                  </a:lnTo>
                  <a:lnTo>
                    <a:pt x="4005537" y="2854216"/>
                  </a:lnTo>
                  <a:lnTo>
                    <a:pt x="4077159" y="2858663"/>
                  </a:lnTo>
                  <a:lnTo>
                    <a:pt x="4148782" y="2863079"/>
                  </a:lnTo>
                  <a:lnTo>
                    <a:pt x="4220404" y="2867464"/>
                  </a:lnTo>
                  <a:lnTo>
                    <a:pt x="4292027" y="2871817"/>
                  </a:lnTo>
                  <a:lnTo>
                    <a:pt x="4363649" y="2876140"/>
                  </a:lnTo>
                  <a:lnTo>
                    <a:pt x="4435272" y="2880433"/>
                  </a:lnTo>
                  <a:lnTo>
                    <a:pt x="4506894" y="2884695"/>
                  </a:lnTo>
                  <a:lnTo>
                    <a:pt x="4578517" y="2888926"/>
                  </a:lnTo>
                  <a:lnTo>
                    <a:pt x="4650139" y="2893128"/>
                  </a:lnTo>
                  <a:lnTo>
                    <a:pt x="4721762" y="2897301"/>
                  </a:lnTo>
                  <a:lnTo>
                    <a:pt x="4793384" y="2901444"/>
                  </a:lnTo>
                  <a:lnTo>
                    <a:pt x="4865007" y="2905557"/>
                  </a:lnTo>
                  <a:lnTo>
                    <a:pt x="4936629" y="2909642"/>
                  </a:lnTo>
                  <a:lnTo>
                    <a:pt x="5008252" y="2913697"/>
                  </a:lnTo>
                  <a:lnTo>
                    <a:pt x="5079875" y="291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415313"/>
              <a:ext cx="7090630" cy="1133117"/>
            </a:xfrm>
            <a:custGeom>
              <a:avLst/>
              <a:pathLst>
                <a:path w="7090630" h="1133117">
                  <a:moveTo>
                    <a:pt x="7090630" y="1133117"/>
                  </a:moveTo>
                  <a:lnTo>
                    <a:pt x="7019007" y="1132341"/>
                  </a:lnTo>
                  <a:lnTo>
                    <a:pt x="6947385" y="1131498"/>
                  </a:lnTo>
                  <a:lnTo>
                    <a:pt x="6875762" y="1130580"/>
                  </a:lnTo>
                  <a:lnTo>
                    <a:pt x="6804139" y="1129581"/>
                  </a:lnTo>
                  <a:lnTo>
                    <a:pt x="6732517" y="1128494"/>
                  </a:lnTo>
                  <a:lnTo>
                    <a:pt x="6660894" y="1127312"/>
                  </a:lnTo>
                  <a:lnTo>
                    <a:pt x="6589272" y="1126026"/>
                  </a:lnTo>
                  <a:lnTo>
                    <a:pt x="6517649" y="1124626"/>
                  </a:lnTo>
                  <a:lnTo>
                    <a:pt x="6446027" y="1123104"/>
                  </a:lnTo>
                  <a:lnTo>
                    <a:pt x="6374404" y="1121448"/>
                  </a:lnTo>
                  <a:lnTo>
                    <a:pt x="6302782" y="1119646"/>
                  </a:lnTo>
                  <a:lnTo>
                    <a:pt x="6231159" y="1117685"/>
                  </a:lnTo>
                  <a:lnTo>
                    <a:pt x="6159537" y="1115552"/>
                  </a:lnTo>
                  <a:lnTo>
                    <a:pt x="6087914" y="1113232"/>
                  </a:lnTo>
                  <a:lnTo>
                    <a:pt x="6016292" y="1110707"/>
                  </a:lnTo>
                  <a:lnTo>
                    <a:pt x="5944669" y="1107961"/>
                  </a:lnTo>
                  <a:lnTo>
                    <a:pt x="5873047" y="1104973"/>
                  </a:lnTo>
                  <a:lnTo>
                    <a:pt x="5801424" y="1101722"/>
                  </a:lnTo>
                  <a:lnTo>
                    <a:pt x="5729802" y="1098185"/>
                  </a:lnTo>
                  <a:lnTo>
                    <a:pt x="5658179" y="1094337"/>
                  </a:lnTo>
                  <a:lnTo>
                    <a:pt x="5586557" y="1090151"/>
                  </a:lnTo>
                  <a:lnTo>
                    <a:pt x="5514934" y="1085596"/>
                  </a:lnTo>
                  <a:lnTo>
                    <a:pt x="5443311" y="1080641"/>
                  </a:lnTo>
                  <a:lnTo>
                    <a:pt x="5371689" y="1075250"/>
                  </a:lnTo>
                  <a:lnTo>
                    <a:pt x="5300066" y="1069385"/>
                  </a:lnTo>
                  <a:lnTo>
                    <a:pt x="5228444" y="1063004"/>
                  </a:lnTo>
                  <a:lnTo>
                    <a:pt x="5156821" y="1056062"/>
                  </a:lnTo>
                  <a:lnTo>
                    <a:pt x="5085199" y="1048509"/>
                  </a:lnTo>
                  <a:lnTo>
                    <a:pt x="5013576" y="1040292"/>
                  </a:lnTo>
                  <a:lnTo>
                    <a:pt x="4941954" y="1031353"/>
                  </a:lnTo>
                  <a:lnTo>
                    <a:pt x="4870331" y="1021627"/>
                  </a:lnTo>
                  <a:lnTo>
                    <a:pt x="4798709" y="1011046"/>
                  </a:lnTo>
                  <a:lnTo>
                    <a:pt x="4727086" y="999534"/>
                  </a:lnTo>
                  <a:lnTo>
                    <a:pt x="4655464" y="987009"/>
                  </a:lnTo>
                  <a:lnTo>
                    <a:pt x="4583841" y="973384"/>
                  </a:lnTo>
                  <a:lnTo>
                    <a:pt x="4512219" y="958559"/>
                  </a:lnTo>
                  <a:lnTo>
                    <a:pt x="4440596" y="942431"/>
                  </a:lnTo>
                  <a:lnTo>
                    <a:pt x="4368974" y="924885"/>
                  </a:lnTo>
                  <a:lnTo>
                    <a:pt x="4297351" y="905795"/>
                  </a:lnTo>
                  <a:lnTo>
                    <a:pt x="4225729" y="885026"/>
                  </a:lnTo>
                  <a:lnTo>
                    <a:pt x="4154106" y="862431"/>
                  </a:lnTo>
                  <a:lnTo>
                    <a:pt x="4082483" y="837848"/>
                  </a:lnTo>
                  <a:lnTo>
                    <a:pt x="4010861" y="811103"/>
                  </a:lnTo>
                  <a:lnTo>
                    <a:pt x="3939238" y="782007"/>
                  </a:lnTo>
                  <a:lnTo>
                    <a:pt x="3867616" y="750351"/>
                  </a:lnTo>
                  <a:lnTo>
                    <a:pt x="3795993" y="715910"/>
                  </a:lnTo>
                  <a:lnTo>
                    <a:pt x="3724371" y="678441"/>
                  </a:lnTo>
                  <a:lnTo>
                    <a:pt x="3652748" y="637677"/>
                  </a:lnTo>
                  <a:lnTo>
                    <a:pt x="3581126" y="593327"/>
                  </a:lnTo>
                  <a:lnTo>
                    <a:pt x="3509503" y="545076"/>
                  </a:lnTo>
                  <a:lnTo>
                    <a:pt x="3437881" y="492582"/>
                  </a:lnTo>
                  <a:lnTo>
                    <a:pt x="3366258" y="435471"/>
                  </a:lnTo>
                  <a:lnTo>
                    <a:pt x="3294636" y="373337"/>
                  </a:lnTo>
                  <a:lnTo>
                    <a:pt x="3223013" y="311908"/>
                  </a:lnTo>
                  <a:lnTo>
                    <a:pt x="3151391" y="306003"/>
                  </a:lnTo>
                  <a:lnTo>
                    <a:pt x="3079768" y="300056"/>
                  </a:lnTo>
                  <a:lnTo>
                    <a:pt x="3008146" y="294066"/>
                  </a:lnTo>
                  <a:lnTo>
                    <a:pt x="2936523" y="288034"/>
                  </a:lnTo>
                  <a:lnTo>
                    <a:pt x="2864901" y="281959"/>
                  </a:lnTo>
                  <a:lnTo>
                    <a:pt x="2793278" y="275840"/>
                  </a:lnTo>
                  <a:lnTo>
                    <a:pt x="2721655" y="269678"/>
                  </a:lnTo>
                  <a:lnTo>
                    <a:pt x="2650033" y="263473"/>
                  </a:lnTo>
                  <a:lnTo>
                    <a:pt x="2578410" y="257223"/>
                  </a:lnTo>
                  <a:lnTo>
                    <a:pt x="2506788" y="250928"/>
                  </a:lnTo>
                  <a:lnTo>
                    <a:pt x="2435165" y="244589"/>
                  </a:lnTo>
                  <a:lnTo>
                    <a:pt x="2363543" y="238205"/>
                  </a:lnTo>
                  <a:lnTo>
                    <a:pt x="2291920" y="231775"/>
                  </a:lnTo>
                  <a:lnTo>
                    <a:pt x="2220298" y="225300"/>
                  </a:lnTo>
                  <a:lnTo>
                    <a:pt x="2148675" y="218779"/>
                  </a:lnTo>
                  <a:lnTo>
                    <a:pt x="2077053" y="212211"/>
                  </a:lnTo>
                  <a:lnTo>
                    <a:pt x="2005430" y="205596"/>
                  </a:lnTo>
                  <a:lnTo>
                    <a:pt x="1933808" y="198935"/>
                  </a:lnTo>
                  <a:lnTo>
                    <a:pt x="1862185" y="192226"/>
                  </a:lnTo>
                  <a:lnTo>
                    <a:pt x="1790563" y="185469"/>
                  </a:lnTo>
                  <a:lnTo>
                    <a:pt x="1718940" y="178664"/>
                  </a:lnTo>
                  <a:lnTo>
                    <a:pt x="1647318" y="171811"/>
                  </a:lnTo>
                  <a:lnTo>
                    <a:pt x="1575695" y="164909"/>
                  </a:lnTo>
                  <a:lnTo>
                    <a:pt x="1504073" y="157958"/>
                  </a:lnTo>
                  <a:lnTo>
                    <a:pt x="1432450" y="150957"/>
                  </a:lnTo>
                  <a:lnTo>
                    <a:pt x="1360827" y="143907"/>
                  </a:lnTo>
                  <a:lnTo>
                    <a:pt x="1289205" y="136806"/>
                  </a:lnTo>
                  <a:lnTo>
                    <a:pt x="1217582" y="129655"/>
                  </a:lnTo>
                  <a:lnTo>
                    <a:pt x="1145960" y="122453"/>
                  </a:lnTo>
                  <a:lnTo>
                    <a:pt x="1074337" y="115200"/>
                  </a:lnTo>
                  <a:lnTo>
                    <a:pt x="1002715" y="107895"/>
                  </a:lnTo>
                  <a:lnTo>
                    <a:pt x="931092" y="100538"/>
                  </a:lnTo>
                  <a:lnTo>
                    <a:pt x="859470" y="93129"/>
                  </a:lnTo>
                  <a:lnTo>
                    <a:pt x="787847" y="85667"/>
                  </a:lnTo>
                  <a:lnTo>
                    <a:pt x="716225" y="78153"/>
                  </a:lnTo>
                  <a:lnTo>
                    <a:pt x="644602" y="70584"/>
                  </a:lnTo>
                  <a:lnTo>
                    <a:pt x="572980" y="62962"/>
                  </a:lnTo>
                  <a:lnTo>
                    <a:pt x="501357" y="55286"/>
                  </a:lnTo>
                  <a:lnTo>
                    <a:pt x="429735" y="47555"/>
                  </a:lnTo>
                  <a:lnTo>
                    <a:pt x="358112" y="39769"/>
                  </a:lnTo>
                  <a:lnTo>
                    <a:pt x="286490" y="31927"/>
                  </a:lnTo>
                  <a:lnTo>
                    <a:pt x="214867" y="24030"/>
                  </a:lnTo>
                  <a:lnTo>
                    <a:pt x="143245" y="16076"/>
                  </a:lnTo>
                  <a:lnTo>
                    <a:pt x="71622" y="8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152803" y="2073503"/>
              <a:ext cx="6109875" cy="3413094"/>
            </a:xfrm>
            <a:custGeom>
              <a:avLst/>
              <a:pathLst>
                <a:path w="6109875" h="3413094">
                  <a:moveTo>
                    <a:pt x="0" y="0"/>
                  </a:moveTo>
                  <a:lnTo>
                    <a:pt x="21960" y="49234"/>
                  </a:lnTo>
                  <a:lnTo>
                    <a:pt x="93583" y="202634"/>
                  </a:lnTo>
                  <a:lnTo>
                    <a:pt x="165205" y="349183"/>
                  </a:lnTo>
                  <a:lnTo>
                    <a:pt x="236828" y="489186"/>
                  </a:lnTo>
                  <a:lnTo>
                    <a:pt x="308450" y="622936"/>
                  </a:lnTo>
                  <a:lnTo>
                    <a:pt x="380073" y="750712"/>
                  </a:lnTo>
                  <a:lnTo>
                    <a:pt x="451695" y="872781"/>
                  </a:lnTo>
                  <a:lnTo>
                    <a:pt x="523318" y="989399"/>
                  </a:lnTo>
                  <a:lnTo>
                    <a:pt x="594940" y="1100807"/>
                  </a:lnTo>
                  <a:lnTo>
                    <a:pt x="666563" y="1207239"/>
                  </a:lnTo>
                  <a:lnTo>
                    <a:pt x="738186" y="1308918"/>
                  </a:lnTo>
                  <a:lnTo>
                    <a:pt x="809808" y="1406055"/>
                  </a:lnTo>
                  <a:lnTo>
                    <a:pt x="881431" y="1498854"/>
                  </a:lnTo>
                  <a:lnTo>
                    <a:pt x="953053" y="1587508"/>
                  </a:lnTo>
                  <a:lnTo>
                    <a:pt x="1024676" y="1672202"/>
                  </a:lnTo>
                  <a:lnTo>
                    <a:pt x="1096298" y="1753114"/>
                  </a:lnTo>
                  <a:lnTo>
                    <a:pt x="1167921" y="1830411"/>
                  </a:lnTo>
                  <a:lnTo>
                    <a:pt x="1239543" y="1904256"/>
                  </a:lnTo>
                  <a:lnTo>
                    <a:pt x="1311166" y="1974803"/>
                  </a:lnTo>
                  <a:lnTo>
                    <a:pt x="1382788" y="2042199"/>
                  </a:lnTo>
                  <a:lnTo>
                    <a:pt x="1454411" y="2106585"/>
                  </a:lnTo>
                  <a:lnTo>
                    <a:pt x="1526033" y="2168095"/>
                  </a:lnTo>
                  <a:lnTo>
                    <a:pt x="1597656" y="2226858"/>
                  </a:lnTo>
                  <a:lnTo>
                    <a:pt x="1669278" y="2282996"/>
                  </a:lnTo>
                  <a:lnTo>
                    <a:pt x="1740901" y="2336627"/>
                  </a:lnTo>
                  <a:lnTo>
                    <a:pt x="1812523" y="2387862"/>
                  </a:lnTo>
                  <a:lnTo>
                    <a:pt x="1884146" y="2436809"/>
                  </a:lnTo>
                  <a:lnTo>
                    <a:pt x="1955768" y="2483570"/>
                  </a:lnTo>
                  <a:lnTo>
                    <a:pt x="2027391" y="2528242"/>
                  </a:lnTo>
                  <a:lnTo>
                    <a:pt x="2099014" y="2570919"/>
                  </a:lnTo>
                  <a:lnTo>
                    <a:pt x="2170636" y="2611690"/>
                  </a:lnTo>
                  <a:lnTo>
                    <a:pt x="2242259" y="2650640"/>
                  </a:lnTo>
                  <a:lnTo>
                    <a:pt x="2313881" y="2687850"/>
                  </a:lnTo>
                  <a:lnTo>
                    <a:pt x="2385504" y="2723398"/>
                  </a:lnTo>
                  <a:lnTo>
                    <a:pt x="2457126" y="2757358"/>
                  </a:lnTo>
                  <a:lnTo>
                    <a:pt x="2528749" y="2789802"/>
                  </a:lnTo>
                  <a:lnTo>
                    <a:pt x="2600371" y="2820797"/>
                  </a:lnTo>
                  <a:lnTo>
                    <a:pt x="2671994" y="2850407"/>
                  </a:lnTo>
                  <a:lnTo>
                    <a:pt x="2743616" y="2878694"/>
                  </a:lnTo>
                  <a:lnTo>
                    <a:pt x="2815239" y="2905719"/>
                  </a:lnTo>
                  <a:lnTo>
                    <a:pt x="2886861" y="2931536"/>
                  </a:lnTo>
                  <a:lnTo>
                    <a:pt x="2958484" y="2956200"/>
                  </a:lnTo>
                  <a:lnTo>
                    <a:pt x="3030106" y="2979763"/>
                  </a:lnTo>
                  <a:lnTo>
                    <a:pt x="3101729" y="3002273"/>
                  </a:lnTo>
                  <a:lnTo>
                    <a:pt x="3173351" y="3023777"/>
                  </a:lnTo>
                  <a:lnTo>
                    <a:pt x="3244974" y="3044322"/>
                  </a:lnTo>
                  <a:lnTo>
                    <a:pt x="3316596" y="3063948"/>
                  </a:lnTo>
                  <a:lnTo>
                    <a:pt x="3388219" y="3082698"/>
                  </a:lnTo>
                  <a:lnTo>
                    <a:pt x="3459842" y="3100611"/>
                  </a:lnTo>
                  <a:lnTo>
                    <a:pt x="3531464" y="3117723"/>
                  </a:lnTo>
                  <a:lnTo>
                    <a:pt x="3603087" y="3134071"/>
                  </a:lnTo>
                  <a:lnTo>
                    <a:pt x="3674709" y="3149689"/>
                  </a:lnTo>
                  <a:lnTo>
                    <a:pt x="3746332" y="3164610"/>
                  </a:lnTo>
                  <a:lnTo>
                    <a:pt x="3817954" y="3178864"/>
                  </a:lnTo>
                  <a:lnTo>
                    <a:pt x="3889577" y="3192481"/>
                  </a:lnTo>
                  <a:lnTo>
                    <a:pt x="3961199" y="3205490"/>
                  </a:lnTo>
                  <a:lnTo>
                    <a:pt x="4032822" y="3217919"/>
                  </a:lnTo>
                  <a:lnTo>
                    <a:pt x="4104444" y="3229792"/>
                  </a:lnTo>
                  <a:lnTo>
                    <a:pt x="4176067" y="3241134"/>
                  </a:lnTo>
                  <a:lnTo>
                    <a:pt x="4247689" y="3251970"/>
                  </a:lnTo>
                  <a:lnTo>
                    <a:pt x="4319312" y="3262323"/>
                  </a:lnTo>
                  <a:lnTo>
                    <a:pt x="4390934" y="3272212"/>
                  </a:lnTo>
                  <a:lnTo>
                    <a:pt x="4462557" y="3281660"/>
                  </a:lnTo>
                  <a:lnTo>
                    <a:pt x="4534179" y="3290686"/>
                  </a:lnTo>
                  <a:lnTo>
                    <a:pt x="4605802" y="3299309"/>
                  </a:lnTo>
                  <a:lnTo>
                    <a:pt x="4677424" y="3307547"/>
                  </a:lnTo>
                  <a:lnTo>
                    <a:pt x="4749047" y="3315417"/>
                  </a:lnTo>
                  <a:lnTo>
                    <a:pt x="4820670" y="3322935"/>
                  </a:lnTo>
                  <a:lnTo>
                    <a:pt x="4892292" y="3330118"/>
                  </a:lnTo>
                  <a:lnTo>
                    <a:pt x="4963915" y="3336979"/>
                  </a:lnTo>
                  <a:lnTo>
                    <a:pt x="5035537" y="3343535"/>
                  </a:lnTo>
                  <a:lnTo>
                    <a:pt x="5107160" y="3349797"/>
                  </a:lnTo>
                  <a:lnTo>
                    <a:pt x="5178782" y="3355780"/>
                  </a:lnTo>
                  <a:lnTo>
                    <a:pt x="5250405" y="3361495"/>
                  </a:lnTo>
                  <a:lnTo>
                    <a:pt x="5322027" y="3366956"/>
                  </a:lnTo>
                  <a:lnTo>
                    <a:pt x="5393650" y="3372172"/>
                  </a:lnTo>
                  <a:lnTo>
                    <a:pt x="5465272" y="3377156"/>
                  </a:lnTo>
                  <a:lnTo>
                    <a:pt x="5536895" y="3381916"/>
                  </a:lnTo>
                  <a:lnTo>
                    <a:pt x="5608517" y="3386464"/>
                  </a:lnTo>
                  <a:lnTo>
                    <a:pt x="5680140" y="3390810"/>
                  </a:lnTo>
                  <a:lnTo>
                    <a:pt x="5751762" y="3394960"/>
                  </a:lnTo>
                  <a:lnTo>
                    <a:pt x="5823385" y="3398926"/>
                  </a:lnTo>
                  <a:lnTo>
                    <a:pt x="5895007" y="3402714"/>
                  </a:lnTo>
                  <a:lnTo>
                    <a:pt x="5966630" y="3406334"/>
                  </a:lnTo>
                  <a:lnTo>
                    <a:pt x="6038252" y="3409791"/>
                  </a:lnTo>
                  <a:lnTo>
                    <a:pt x="6109875" y="3413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1.71 (1.09-2.69), p_Bonf = 0.122 (n = 6)  |  per IQR decline (Δ = 22.9 %): 3.42 (1.21-9.65)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2026-08-19T20:19:25Z</dcterms:modified>
  <cp:category/>
</cp:coreProperties>
</file>