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1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263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507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75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140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38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62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93291"/>
            </a:xfrm>
            <a:custGeom>
              <a:avLst/>
              <a:pathLst>
                <a:path w="7090630" h="3593291">
                  <a:moveTo>
                    <a:pt x="0" y="2535309"/>
                  </a:moveTo>
                  <a:lnTo>
                    <a:pt x="71622" y="2541554"/>
                  </a:lnTo>
                  <a:lnTo>
                    <a:pt x="143245" y="2547763"/>
                  </a:lnTo>
                  <a:lnTo>
                    <a:pt x="214867" y="2553937"/>
                  </a:lnTo>
                  <a:lnTo>
                    <a:pt x="286490" y="2560077"/>
                  </a:lnTo>
                  <a:lnTo>
                    <a:pt x="358112" y="2566183"/>
                  </a:lnTo>
                  <a:lnTo>
                    <a:pt x="429735" y="2572255"/>
                  </a:lnTo>
                  <a:lnTo>
                    <a:pt x="501357" y="2578292"/>
                  </a:lnTo>
                  <a:lnTo>
                    <a:pt x="572980" y="2584296"/>
                  </a:lnTo>
                  <a:lnTo>
                    <a:pt x="644602" y="2590267"/>
                  </a:lnTo>
                  <a:lnTo>
                    <a:pt x="716225" y="2596204"/>
                  </a:lnTo>
                  <a:lnTo>
                    <a:pt x="787847" y="2602108"/>
                  </a:lnTo>
                  <a:lnTo>
                    <a:pt x="859470" y="2607978"/>
                  </a:lnTo>
                  <a:lnTo>
                    <a:pt x="931092" y="2613816"/>
                  </a:lnTo>
                  <a:lnTo>
                    <a:pt x="1002715" y="2619622"/>
                  </a:lnTo>
                  <a:lnTo>
                    <a:pt x="1074337" y="2625395"/>
                  </a:lnTo>
                  <a:lnTo>
                    <a:pt x="1145960" y="2631136"/>
                  </a:lnTo>
                  <a:lnTo>
                    <a:pt x="1217582" y="2636844"/>
                  </a:lnTo>
                  <a:lnTo>
                    <a:pt x="1289205" y="2642521"/>
                  </a:lnTo>
                  <a:lnTo>
                    <a:pt x="1360827" y="2648166"/>
                  </a:lnTo>
                  <a:lnTo>
                    <a:pt x="1432450" y="2653779"/>
                  </a:lnTo>
                  <a:lnTo>
                    <a:pt x="1504073" y="2659361"/>
                  </a:lnTo>
                  <a:lnTo>
                    <a:pt x="1575695" y="2664912"/>
                  </a:lnTo>
                  <a:lnTo>
                    <a:pt x="1647318" y="2670432"/>
                  </a:lnTo>
                  <a:lnTo>
                    <a:pt x="1718940" y="2675921"/>
                  </a:lnTo>
                  <a:lnTo>
                    <a:pt x="1790563" y="2681380"/>
                  </a:lnTo>
                  <a:lnTo>
                    <a:pt x="1862185" y="2686807"/>
                  </a:lnTo>
                  <a:lnTo>
                    <a:pt x="1933808" y="2692205"/>
                  </a:lnTo>
                  <a:lnTo>
                    <a:pt x="2005430" y="2697572"/>
                  </a:lnTo>
                  <a:lnTo>
                    <a:pt x="2077053" y="2702910"/>
                  </a:lnTo>
                  <a:lnTo>
                    <a:pt x="2148675" y="2708217"/>
                  </a:lnTo>
                  <a:lnTo>
                    <a:pt x="2220298" y="2713495"/>
                  </a:lnTo>
                  <a:lnTo>
                    <a:pt x="2291920" y="2718743"/>
                  </a:lnTo>
                  <a:lnTo>
                    <a:pt x="2363543" y="2723962"/>
                  </a:lnTo>
                  <a:lnTo>
                    <a:pt x="2435165" y="2729152"/>
                  </a:lnTo>
                  <a:lnTo>
                    <a:pt x="2506788" y="2734313"/>
                  </a:lnTo>
                  <a:lnTo>
                    <a:pt x="2578410" y="2739445"/>
                  </a:lnTo>
                  <a:lnTo>
                    <a:pt x="2650033" y="2744549"/>
                  </a:lnTo>
                  <a:lnTo>
                    <a:pt x="2721655" y="2749623"/>
                  </a:lnTo>
                  <a:lnTo>
                    <a:pt x="2793278" y="2754670"/>
                  </a:lnTo>
                  <a:lnTo>
                    <a:pt x="2864901" y="2759688"/>
                  </a:lnTo>
                  <a:lnTo>
                    <a:pt x="2936523" y="2764678"/>
                  </a:lnTo>
                  <a:lnTo>
                    <a:pt x="3008146" y="2769641"/>
                  </a:lnTo>
                  <a:lnTo>
                    <a:pt x="3079768" y="2774575"/>
                  </a:lnTo>
                  <a:lnTo>
                    <a:pt x="3151391" y="2779482"/>
                  </a:lnTo>
                  <a:lnTo>
                    <a:pt x="3223013" y="2767872"/>
                  </a:lnTo>
                  <a:lnTo>
                    <a:pt x="3294636" y="2713122"/>
                  </a:lnTo>
                  <a:lnTo>
                    <a:pt x="3366258" y="2654985"/>
                  </a:lnTo>
                  <a:lnTo>
                    <a:pt x="3437881" y="2593250"/>
                  </a:lnTo>
                  <a:lnTo>
                    <a:pt x="3509503" y="2527695"/>
                  </a:lnTo>
                  <a:lnTo>
                    <a:pt x="3581126" y="2458084"/>
                  </a:lnTo>
                  <a:lnTo>
                    <a:pt x="3652748" y="2384165"/>
                  </a:lnTo>
                  <a:lnTo>
                    <a:pt x="3724371" y="2305671"/>
                  </a:lnTo>
                  <a:lnTo>
                    <a:pt x="3795993" y="2222321"/>
                  </a:lnTo>
                  <a:lnTo>
                    <a:pt x="3867616" y="2133813"/>
                  </a:lnTo>
                  <a:lnTo>
                    <a:pt x="3939238" y="2039828"/>
                  </a:lnTo>
                  <a:lnTo>
                    <a:pt x="4010861" y="1940027"/>
                  </a:lnTo>
                  <a:lnTo>
                    <a:pt x="4082483" y="1834051"/>
                  </a:lnTo>
                  <a:lnTo>
                    <a:pt x="4154106" y="1721517"/>
                  </a:lnTo>
                  <a:lnTo>
                    <a:pt x="4225729" y="1602019"/>
                  </a:lnTo>
                  <a:lnTo>
                    <a:pt x="4297351" y="1475127"/>
                  </a:lnTo>
                  <a:lnTo>
                    <a:pt x="4368974" y="1340383"/>
                  </a:lnTo>
                  <a:lnTo>
                    <a:pt x="4440596" y="1197300"/>
                  </a:lnTo>
                  <a:lnTo>
                    <a:pt x="4512219" y="1045364"/>
                  </a:lnTo>
                  <a:lnTo>
                    <a:pt x="4583841" y="884026"/>
                  </a:lnTo>
                  <a:lnTo>
                    <a:pt x="4655464" y="712705"/>
                  </a:lnTo>
                  <a:lnTo>
                    <a:pt x="4727086" y="530782"/>
                  </a:lnTo>
                  <a:lnTo>
                    <a:pt x="4798709" y="337602"/>
                  </a:lnTo>
                  <a:lnTo>
                    <a:pt x="4870331" y="132468"/>
                  </a:lnTo>
                  <a:lnTo>
                    <a:pt x="4913887" y="0"/>
                  </a:lnTo>
                  <a:lnTo>
                    <a:pt x="7090630" y="0"/>
                  </a:lnTo>
                  <a:lnTo>
                    <a:pt x="7090630" y="3011089"/>
                  </a:lnTo>
                  <a:lnTo>
                    <a:pt x="7019007" y="3007483"/>
                  </a:lnTo>
                  <a:lnTo>
                    <a:pt x="6947385" y="3003858"/>
                  </a:lnTo>
                  <a:lnTo>
                    <a:pt x="6875762" y="3000212"/>
                  </a:lnTo>
                  <a:lnTo>
                    <a:pt x="6804139" y="2996545"/>
                  </a:lnTo>
                  <a:lnTo>
                    <a:pt x="6732517" y="2992858"/>
                  </a:lnTo>
                  <a:lnTo>
                    <a:pt x="6660894" y="2989150"/>
                  </a:lnTo>
                  <a:lnTo>
                    <a:pt x="6589272" y="2985421"/>
                  </a:lnTo>
                  <a:lnTo>
                    <a:pt x="6517649" y="2981672"/>
                  </a:lnTo>
                  <a:lnTo>
                    <a:pt x="6446027" y="2977901"/>
                  </a:lnTo>
                  <a:lnTo>
                    <a:pt x="6374404" y="2974109"/>
                  </a:lnTo>
                  <a:lnTo>
                    <a:pt x="6302782" y="2970296"/>
                  </a:lnTo>
                  <a:lnTo>
                    <a:pt x="6231159" y="2966461"/>
                  </a:lnTo>
                  <a:lnTo>
                    <a:pt x="6159537" y="2962605"/>
                  </a:lnTo>
                  <a:lnTo>
                    <a:pt x="6087914" y="2958727"/>
                  </a:lnTo>
                  <a:lnTo>
                    <a:pt x="6016292" y="2954827"/>
                  </a:lnTo>
                  <a:lnTo>
                    <a:pt x="5944669" y="2950905"/>
                  </a:lnTo>
                  <a:lnTo>
                    <a:pt x="5873047" y="2946962"/>
                  </a:lnTo>
                  <a:lnTo>
                    <a:pt x="5801424" y="2942996"/>
                  </a:lnTo>
                  <a:lnTo>
                    <a:pt x="5729802" y="2939008"/>
                  </a:lnTo>
                  <a:lnTo>
                    <a:pt x="5658179" y="2934997"/>
                  </a:lnTo>
                  <a:lnTo>
                    <a:pt x="5586557" y="2930964"/>
                  </a:lnTo>
                  <a:lnTo>
                    <a:pt x="5514934" y="2926909"/>
                  </a:lnTo>
                  <a:lnTo>
                    <a:pt x="5443311" y="2922830"/>
                  </a:lnTo>
                  <a:lnTo>
                    <a:pt x="5371689" y="2918729"/>
                  </a:lnTo>
                  <a:lnTo>
                    <a:pt x="5300066" y="2914604"/>
                  </a:lnTo>
                  <a:lnTo>
                    <a:pt x="5228444" y="2910457"/>
                  </a:lnTo>
                  <a:lnTo>
                    <a:pt x="5156821" y="2906286"/>
                  </a:lnTo>
                  <a:lnTo>
                    <a:pt x="5085199" y="2902091"/>
                  </a:lnTo>
                  <a:lnTo>
                    <a:pt x="5013576" y="2897873"/>
                  </a:lnTo>
                  <a:lnTo>
                    <a:pt x="4941954" y="2893631"/>
                  </a:lnTo>
                  <a:lnTo>
                    <a:pt x="4870331" y="2889366"/>
                  </a:lnTo>
                  <a:lnTo>
                    <a:pt x="4798709" y="2885076"/>
                  </a:lnTo>
                  <a:lnTo>
                    <a:pt x="4727086" y="2880763"/>
                  </a:lnTo>
                  <a:lnTo>
                    <a:pt x="4655464" y="2876425"/>
                  </a:lnTo>
                  <a:lnTo>
                    <a:pt x="4583841" y="2872063"/>
                  </a:lnTo>
                  <a:lnTo>
                    <a:pt x="4512219" y="2867676"/>
                  </a:lnTo>
                  <a:lnTo>
                    <a:pt x="4440596" y="2863265"/>
                  </a:lnTo>
                  <a:lnTo>
                    <a:pt x="4368974" y="2858829"/>
                  </a:lnTo>
                  <a:lnTo>
                    <a:pt x="4297351" y="2854367"/>
                  </a:lnTo>
                  <a:lnTo>
                    <a:pt x="4225729" y="2849881"/>
                  </a:lnTo>
                  <a:lnTo>
                    <a:pt x="4154106" y="2845370"/>
                  </a:lnTo>
                  <a:lnTo>
                    <a:pt x="4082483" y="2840833"/>
                  </a:lnTo>
                  <a:lnTo>
                    <a:pt x="4010861" y="2836271"/>
                  </a:lnTo>
                  <a:lnTo>
                    <a:pt x="3939238" y="2831683"/>
                  </a:lnTo>
                  <a:lnTo>
                    <a:pt x="3867616" y="2827069"/>
                  </a:lnTo>
                  <a:lnTo>
                    <a:pt x="3795993" y="2822430"/>
                  </a:lnTo>
                  <a:lnTo>
                    <a:pt x="3724371" y="2817764"/>
                  </a:lnTo>
                  <a:lnTo>
                    <a:pt x="3652748" y="2813072"/>
                  </a:lnTo>
                  <a:lnTo>
                    <a:pt x="3581126" y="2808354"/>
                  </a:lnTo>
                  <a:lnTo>
                    <a:pt x="3509503" y="2803609"/>
                  </a:lnTo>
                  <a:lnTo>
                    <a:pt x="3437881" y="2798838"/>
                  </a:lnTo>
                  <a:lnTo>
                    <a:pt x="3366258" y="2794039"/>
                  </a:lnTo>
                  <a:lnTo>
                    <a:pt x="3294636" y="2789214"/>
                  </a:lnTo>
                  <a:lnTo>
                    <a:pt x="3223013" y="2784362"/>
                  </a:lnTo>
                  <a:lnTo>
                    <a:pt x="3151391" y="2819431"/>
                  </a:lnTo>
                  <a:lnTo>
                    <a:pt x="3079768" y="2867985"/>
                  </a:lnTo>
                  <a:lnTo>
                    <a:pt x="3008146" y="2913710"/>
                  </a:lnTo>
                  <a:lnTo>
                    <a:pt x="2936523" y="2956771"/>
                  </a:lnTo>
                  <a:lnTo>
                    <a:pt x="2864901" y="2997322"/>
                  </a:lnTo>
                  <a:lnTo>
                    <a:pt x="2793278" y="3035510"/>
                  </a:lnTo>
                  <a:lnTo>
                    <a:pt x="2721655" y="3071473"/>
                  </a:lnTo>
                  <a:lnTo>
                    <a:pt x="2650033" y="3105340"/>
                  </a:lnTo>
                  <a:lnTo>
                    <a:pt x="2578410" y="3137233"/>
                  </a:lnTo>
                  <a:lnTo>
                    <a:pt x="2506788" y="3167268"/>
                  </a:lnTo>
                  <a:lnTo>
                    <a:pt x="2435165" y="3195553"/>
                  </a:lnTo>
                  <a:lnTo>
                    <a:pt x="2363543" y="3222189"/>
                  </a:lnTo>
                  <a:lnTo>
                    <a:pt x="2291920" y="3247274"/>
                  </a:lnTo>
                  <a:lnTo>
                    <a:pt x="2220298" y="3270896"/>
                  </a:lnTo>
                  <a:lnTo>
                    <a:pt x="2148675" y="3293142"/>
                  </a:lnTo>
                  <a:lnTo>
                    <a:pt x="2077053" y="3314091"/>
                  </a:lnTo>
                  <a:lnTo>
                    <a:pt x="2005430" y="3333820"/>
                  </a:lnTo>
                  <a:lnTo>
                    <a:pt x="1933808" y="3352399"/>
                  </a:lnTo>
                  <a:lnTo>
                    <a:pt x="1862185" y="3369896"/>
                  </a:lnTo>
                  <a:lnTo>
                    <a:pt x="1790563" y="3386372"/>
                  </a:lnTo>
                  <a:lnTo>
                    <a:pt x="1718940" y="3401889"/>
                  </a:lnTo>
                  <a:lnTo>
                    <a:pt x="1647318" y="3416501"/>
                  </a:lnTo>
                  <a:lnTo>
                    <a:pt x="1575695" y="3430262"/>
                  </a:lnTo>
                  <a:lnTo>
                    <a:pt x="1504073" y="3443221"/>
                  </a:lnTo>
                  <a:lnTo>
                    <a:pt x="1432450" y="3455425"/>
                  </a:lnTo>
                  <a:lnTo>
                    <a:pt x="1360827" y="3466918"/>
                  </a:lnTo>
                  <a:lnTo>
                    <a:pt x="1289205" y="3477741"/>
                  </a:lnTo>
                  <a:lnTo>
                    <a:pt x="1217582" y="3487933"/>
                  </a:lnTo>
                  <a:lnTo>
                    <a:pt x="1145960" y="3497531"/>
                  </a:lnTo>
                  <a:lnTo>
                    <a:pt x="1074337" y="3506570"/>
                  </a:lnTo>
                  <a:lnTo>
                    <a:pt x="1002715" y="3515082"/>
                  </a:lnTo>
                  <a:lnTo>
                    <a:pt x="931092" y="3523099"/>
                  </a:lnTo>
                  <a:lnTo>
                    <a:pt x="859470" y="3530648"/>
                  </a:lnTo>
                  <a:lnTo>
                    <a:pt x="787847" y="3537757"/>
                  </a:lnTo>
                  <a:lnTo>
                    <a:pt x="716225" y="3544452"/>
                  </a:lnTo>
                  <a:lnTo>
                    <a:pt x="644602" y="3550756"/>
                  </a:lnTo>
                  <a:lnTo>
                    <a:pt x="572980" y="3556694"/>
                  </a:lnTo>
                  <a:lnTo>
                    <a:pt x="501357" y="3562285"/>
                  </a:lnTo>
                  <a:lnTo>
                    <a:pt x="429735" y="3567551"/>
                  </a:lnTo>
                  <a:lnTo>
                    <a:pt x="358112" y="3572509"/>
                  </a:lnTo>
                  <a:lnTo>
                    <a:pt x="286490" y="3577179"/>
                  </a:lnTo>
                  <a:lnTo>
                    <a:pt x="214867" y="3581577"/>
                  </a:lnTo>
                  <a:lnTo>
                    <a:pt x="143245" y="3585718"/>
                  </a:lnTo>
                  <a:lnTo>
                    <a:pt x="71622" y="3589618"/>
                  </a:lnTo>
                  <a:lnTo>
                    <a:pt x="0" y="359329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913887" cy="2779482"/>
            </a:xfrm>
            <a:custGeom>
              <a:avLst/>
              <a:pathLst>
                <a:path w="4913887" h="2779482">
                  <a:moveTo>
                    <a:pt x="0" y="2535309"/>
                  </a:moveTo>
                  <a:lnTo>
                    <a:pt x="71622" y="2541554"/>
                  </a:lnTo>
                  <a:lnTo>
                    <a:pt x="143245" y="2547763"/>
                  </a:lnTo>
                  <a:lnTo>
                    <a:pt x="214867" y="2553937"/>
                  </a:lnTo>
                  <a:lnTo>
                    <a:pt x="286490" y="2560077"/>
                  </a:lnTo>
                  <a:lnTo>
                    <a:pt x="358112" y="2566183"/>
                  </a:lnTo>
                  <a:lnTo>
                    <a:pt x="429735" y="2572255"/>
                  </a:lnTo>
                  <a:lnTo>
                    <a:pt x="501357" y="2578292"/>
                  </a:lnTo>
                  <a:lnTo>
                    <a:pt x="572980" y="2584296"/>
                  </a:lnTo>
                  <a:lnTo>
                    <a:pt x="644602" y="2590267"/>
                  </a:lnTo>
                  <a:lnTo>
                    <a:pt x="716225" y="2596204"/>
                  </a:lnTo>
                  <a:lnTo>
                    <a:pt x="787847" y="2602108"/>
                  </a:lnTo>
                  <a:lnTo>
                    <a:pt x="859470" y="2607978"/>
                  </a:lnTo>
                  <a:lnTo>
                    <a:pt x="931092" y="2613816"/>
                  </a:lnTo>
                  <a:lnTo>
                    <a:pt x="1002715" y="2619622"/>
                  </a:lnTo>
                  <a:lnTo>
                    <a:pt x="1074337" y="2625395"/>
                  </a:lnTo>
                  <a:lnTo>
                    <a:pt x="1145960" y="2631136"/>
                  </a:lnTo>
                  <a:lnTo>
                    <a:pt x="1217582" y="2636844"/>
                  </a:lnTo>
                  <a:lnTo>
                    <a:pt x="1289205" y="2642521"/>
                  </a:lnTo>
                  <a:lnTo>
                    <a:pt x="1360827" y="2648166"/>
                  </a:lnTo>
                  <a:lnTo>
                    <a:pt x="1432450" y="2653779"/>
                  </a:lnTo>
                  <a:lnTo>
                    <a:pt x="1504073" y="2659361"/>
                  </a:lnTo>
                  <a:lnTo>
                    <a:pt x="1575695" y="2664912"/>
                  </a:lnTo>
                  <a:lnTo>
                    <a:pt x="1647318" y="2670432"/>
                  </a:lnTo>
                  <a:lnTo>
                    <a:pt x="1718940" y="2675921"/>
                  </a:lnTo>
                  <a:lnTo>
                    <a:pt x="1790563" y="2681380"/>
                  </a:lnTo>
                  <a:lnTo>
                    <a:pt x="1862185" y="2686807"/>
                  </a:lnTo>
                  <a:lnTo>
                    <a:pt x="1933808" y="2692205"/>
                  </a:lnTo>
                  <a:lnTo>
                    <a:pt x="2005430" y="2697572"/>
                  </a:lnTo>
                  <a:lnTo>
                    <a:pt x="2077053" y="2702910"/>
                  </a:lnTo>
                  <a:lnTo>
                    <a:pt x="2148675" y="2708217"/>
                  </a:lnTo>
                  <a:lnTo>
                    <a:pt x="2220298" y="2713495"/>
                  </a:lnTo>
                  <a:lnTo>
                    <a:pt x="2291920" y="2718743"/>
                  </a:lnTo>
                  <a:lnTo>
                    <a:pt x="2363543" y="2723962"/>
                  </a:lnTo>
                  <a:lnTo>
                    <a:pt x="2435165" y="2729152"/>
                  </a:lnTo>
                  <a:lnTo>
                    <a:pt x="2506788" y="2734313"/>
                  </a:lnTo>
                  <a:lnTo>
                    <a:pt x="2578410" y="2739445"/>
                  </a:lnTo>
                  <a:lnTo>
                    <a:pt x="2650033" y="2744549"/>
                  </a:lnTo>
                  <a:lnTo>
                    <a:pt x="2721655" y="2749623"/>
                  </a:lnTo>
                  <a:lnTo>
                    <a:pt x="2793278" y="2754670"/>
                  </a:lnTo>
                  <a:lnTo>
                    <a:pt x="2864901" y="2759688"/>
                  </a:lnTo>
                  <a:lnTo>
                    <a:pt x="2936523" y="2764678"/>
                  </a:lnTo>
                  <a:lnTo>
                    <a:pt x="3008146" y="2769641"/>
                  </a:lnTo>
                  <a:lnTo>
                    <a:pt x="3079768" y="2774575"/>
                  </a:lnTo>
                  <a:lnTo>
                    <a:pt x="3151391" y="2779482"/>
                  </a:lnTo>
                  <a:lnTo>
                    <a:pt x="3223013" y="2767872"/>
                  </a:lnTo>
                  <a:lnTo>
                    <a:pt x="3294636" y="2713122"/>
                  </a:lnTo>
                  <a:lnTo>
                    <a:pt x="3366258" y="2654985"/>
                  </a:lnTo>
                  <a:lnTo>
                    <a:pt x="3437881" y="2593250"/>
                  </a:lnTo>
                  <a:lnTo>
                    <a:pt x="3509503" y="2527695"/>
                  </a:lnTo>
                  <a:lnTo>
                    <a:pt x="3581126" y="2458084"/>
                  </a:lnTo>
                  <a:lnTo>
                    <a:pt x="3652748" y="2384165"/>
                  </a:lnTo>
                  <a:lnTo>
                    <a:pt x="3724371" y="2305671"/>
                  </a:lnTo>
                  <a:lnTo>
                    <a:pt x="3795993" y="2222321"/>
                  </a:lnTo>
                  <a:lnTo>
                    <a:pt x="3867616" y="2133813"/>
                  </a:lnTo>
                  <a:lnTo>
                    <a:pt x="3939238" y="2039828"/>
                  </a:lnTo>
                  <a:lnTo>
                    <a:pt x="4010861" y="1940027"/>
                  </a:lnTo>
                  <a:lnTo>
                    <a:pt x="4082483" y="1834051"/>
                  </a:lnTo>
                  <a:lnTo>
                    <a:pt x="4154106" y="1721517"/>
                  </a:lnTo>
                  <a:lnTo>
                    <a:pt x="4225729" y="1602019"/>
                  </a:lnTo>
                  <a:lnTo>
                    <a:pt x="4297351" y="1475127"/>
                  </a:lnTo>
                  <a:lnTo>
                    <a:pt x="4368974" y="1340383"/>
                  </a:lnTo>
                  <a:lnTo>
                    <a:pt x="4440596" y="1197300"/>
                  </a:lnTo>
                  <a:lnTo>
                    <a:pt x="4512219" y="1045364"/>
                  </a:lnTo>
                  <a:lnTo>
                    <a:pt x="4583841" y="884026"/>
                  </a:lnTo>
                  <a:lnTo>
                    <a:pt x="4655464" y="712705"/>
                  </a:lnTo>
                  <a:lnTo>
                    <a:pt x="4727086" y="530782"/>
                  </a:lnTo>
                  <a:lnTo>
                    <a:pt x="4798709" y="337602"/>
                  </a:lnTo>
                  <a:lnTo>
                    <a:pt x="4870331" y="132468"/>
                  </a:lnTo>
                  <a:lnTo>
                    <a:pt x="491388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0925"/>
              <a:ext cx="7090630" cy="808928"/>
            </a:xfrm>
            <a:custGeom>
              <a:avLst/>
              <a:pathLst>
                <a:path w="7090630" h="808928">
                  <a:moveTo>
                    <a:pt x="7090630" y="226726"/>
                  </a:moveTo>
                  <a:lnTo>
                    <a:pt x="7019007" y="223121"/>
                  </a:lnTo>
                  <a:lnTo>
                    <a:pt x="6947385" y="219495"/>
                  </a:lnTo>
                  <a:lnTo>
                    <a:pt x="6875762" y="215849"/>
                  </a:lnTo>
                  <a:lnTo>
                    <a:pt x="6804139" y="212183"/>
                  </a:lnTo>
                  <a:lnTo>
                    <a:pt x="6732517" y="208496"/>
                  </a:lnTo>
                  <a:lnTo>
                    <a:pt x="6660894" y="204788"/>
                  </a:lnTo>
                  <a:lnTo>
                    <a:pt x="6589272" y="201059"/>
                  </a:lnTo>
                  <a:lnTo>
                    <a:pt x="6517649" y="197309"/>
                  </a:lnTo>
                  <a:lnTo>
                    <a:pt x="6446027" y="193538"/>
                  </a:lnTo>
                  <a:lnTo>
                    <a:pt x="6374404" y="189747"/>
                  </a:lnTo>
                  <a:lnTo>
                    <a:pt x="6302782" y="185933"/>
                  </a:lnTo>
                  <a:lnTo>
                    <a:pt x="6231159" y="182099"/>
                  </a:lnTo>
                  <a:lnTo>
                    <a:pt x="6159537" y="178242"/>
                  </a:lnTo>
                  <a:lnTo>
                    <a:pt x="6087914" y="174364"/>
                  </a:lnTo>
                  <a:lnTo>
                    <a:pt x="6016292" y="170465"/>
                  </a:lnTo>
                  <a:lnTo>
                    <a:pt x="5944669" y="166543"/>
                  </a:lnTo>
                  <a:lnTo>
                    <a:pt x="5873047" y="162599"/>
                  </a:lnTo>
                  <a:lnTo>
                    <a:pt x="5801424" y="158634"/>
                  </a:lnTo>
                  <a:lnTo>
                    <a:pt x="5729802" y="154646"/>
                  </a:lnTo>
                  <a:lnTo>
                    <a:pt x="5658179" y="150635"/>
                  </a:lnTo>
                  <a:lnTo>
                    <a:pt x="5586557" y="146602"/>
                  </a:lnTo>
                  <a:lnTo>
                    <a:pt x="5514934" y="142546"/>
                  </a:lnTo>
                  <a:lnTo>
                    <a:pt x="5443311" y="138468"/>
                  </a:lnTo>
                  <a:lnTo>
                    <a:pt x="5371689" y="134366"/>
                  </a:lnTo>
                  <a:lnTo>
                    <a:pt x="5300066" y="130242"/>
                  </a:lnTo>
                  <a:lnTo>
                    <a:pt x="5228444" y="126094"/>
                  </a:lnTo>
                  <a:lnTo>
                    <a:pt x="5156821" y="121923"/>
                  </a:lnTo>
                  <a:lnTo>
                    <a:pt x="5085199" y="117729"/>
                  </a:lnTo>
                  <a:lnTo>
                    <a:pt x="5013576" y="113511"/>
                  </a:lnTo>
                  <a:lnTo>
                    <a:pt x="4941954" y="109269"/>
                  </a:lnTo>
                  <a:lnTo>
                    <a:pt x="4870331" y="105004"/>
                  </a:lnTo>
                  <a:lnTo>
                    <a:pt x="4798709" y="100714"/>
                  </a:lnTo>
                  <a:lnTo>
                    <a:pt x="4727086" y="96401"/>
                  </a:lnTo>
                  <a:lnTo>
                    <a:pt x="4655464" y="92063"/>
                  </a:lnTo>
                  <a:lnTo>
                    <a:pt x="4583841" y="87700"/>
                  </a:lnTo>
                  <a:lnTo>
                    <a:pt x="4512219" y="83314"/>
                  </a:lnTo>
                  <a:lnTo>
                    <a:pt x="4440596" y="78902"/>
                  </a:lnTo>
                  <a:lnTo>
                    <a:pt x="4368974" y="74466"/>
                  </a:lnTo>
                  <a:lnTo>
                    <a:pt x="4297351" y="70005"/>
                  </a:lnTo>
                  <a:lnTo>
                    <a:pt x="4225729" y="65519"/>
                  </a:lnTo>
                  <a:lnTo>
                    <a:pt x="4154106" y="61007"/>
                  </a:lnTo>
                  <a:lnTo>
                    <a:pt x="4082483" y="56471"/>
                  </a:lnTo>
                  <a:lnTo>
                    <a:pt x="4010861" y="51908"/>
                  </a:lnTo>
                  <a:lnTo>
                    <a:pt x="3939238" y="47321"/>
                  </a:lnTo>
                  <a:lnTo>
                    <a:pt x="3867616" y="42707"/>
                  </a:lnTo>
                  <a:lnTo>
                    <a:pt x="3795993" y="38067"/>
                  </a:lnTo>
                  <a:lnTo>
                    <a:pt x="3724371" y="33402"/>
                  </a:lnTo>
                  <a:lnTo>
                    <a:pt x="3652748" y="28710"/>
                  </a:lnTo>
                  <a:lnTo>
                    <a:pt x="3581126" y="23992"/>
                  </a:lnTo>
                  <a:lnTo>
                    <a:pt x="3509503" y="19247"/>
                  </a:lnTo>
                  <a:lnTo>
                    <a:pt x="3437881" y="14475"/>
                  </a:lnTo>
                  <a:lnTo>
                    <a:pt x="3366258" y="9677"/>
                  </a:lnTo>
                  <a:lnTo>
                    <a:pt x="3294636" y="4852"/>
                  </a:lnTo>
                  <a:lnTo>
                    <a:pt x="3223013" y="0"/>
                  </a:lnTo>
                  <a:lnTo>
                    <a:pt x="3151391" y="35069"/>
                  </a:lnTo>
                  <a:lnTo>
                    <a:pt x="3079768" y="83623"/>
                  </a:lnTo>
                  <a:lnTo>
                    <a:pt x="3008146" y="129348"/>
                  </a:lnTo>
                  <a:lnTo>
                    <a:pt x="2936523" y="172409"/>
                  </a:lnTo>
                  <a:lnTo>
                    <a:pt x="2864901" y="212960"/>
                  </a:lnTo>
                  <a:lnTo>
                    <a:pt x="2793278" y="251148"/>
                  </a:lnTo>
                  <a:lnTo>
                    <a:pt x="2721655" y="287110"/>
                  </a:lnTo>
                  <a:lnTo>
                    <a:pt x="2650033" y="320977"/>
                  </a:lnTo>
                  <a:lnTo>
                    <a:pt x="2578410" y="352871"/>
                  </a:lnTo>
                  <a:lnTo>
                    <a:pt x="2506788" y="382906"/>
                  </a:lnTo>
                  <a:lnTo>
                    <a:pt x="2435165" y="411191"/>
                  </a:lnTo>
                  <a:lnTo>
                    <a:pt x="2363543" y="437827"/>
                  </a:lnTo>
                  <a:lnTo>
                    <a:pt x="2291920" y="462911"/>
                  </a:lnTo>
                  <a:lnTo>
                    <a:pt x="2220298" y="486534"/>
                  </a:lnTo>
                  <a:lnTo>
                    <a:pt x="2148675" y="508779"/>
                  </a:lnTo>
                  <a:lnTo>
                    <a:pt x="2077053" y="529729"/>
                  </a:lnTo>
                  <a:lnTo>
                    <a:pt x="2005430" y="549458"/>
                  </a:lnTo>
                  <a:lnTo>
                    <a:pt x="1933808" y="568037"/>
                  </a:lnTo>
                  <a:lnTo>
                    <a:pt x="1862185" y="585533"/>
                  </a:lnTo>
                  <a:lnTo>
                    <a:pt x="1790563" y="602010"/>
                  </a:lnTo>
                  <a:lnTo>
                    <a:pt x="1718940" y="617527"/>
                  </a:lnTo>
                  <a:lnTo>
                    <a:pt x="1647318" y="632139"/>
                  </a:lnTo>
                  <a:lnTo>
                    <a:pt x="1575695" y="645900"/>
                  </a:lnTo>
                  <a:lnTo>
                    <a:pt x="1504073" y="658859"/>
                  </a:lnTo>
                  <a:lnTo>
                    <a:pt x="1432450" y="671063"/>
                  </a:lnTo>
                  <a:lnTo>
                    <a:pt x="1360827" y="682555"/>
                  </a:lnTo>
                  <a:lnTo>
                    <a:pt x="1289205" y="693378"/>
                  </a:lnTo>
                  <a:lnTo>
                    <a:pt x="1217582" y="703571"/>
                  </a:lnTo>
                  <a:lnTo>
                    <a:pt x="1145960" y="713169"/>
                  </a:lnTo>
                  <a:lnTo>
                    <a:pt x="1074337" y="722208"/>
                  </a:lnTo>
                  <a:lnTo>
                    <a:pt x="1002715" y="730720"/>
                  </a:lnTo>
                  <a:lnTo>
                    <a:pt x="931092" y="738736"/>
                  </a:lnTo>
                  <a:lnTo>
                    <a:pt x="859470" y="746285"/>
                  </a:lnTo>
                  <a:lnTo>
                    <a:pt x="787847" y="753394"/>
                  </a:lnTo>
                  <a:lnTo>
                    <a:pt x="716225" y="760089"/>
                  </a:lnTo>
                  <a:lnTo>
                    <a:pt x="644602" y="766394"/>
                  </a:lnTo>
                  <a:lnTo>
                    <a:pt x="572980" y="772331"/>
                  </a:lnTo>
                  <a:lnTo>
                    <a:pt x="501357" y="777923"/>
                  </a:lnTo>
                  <a:lnTo>
                    <a:pt x="429735" y="783188"/>
                  </a:lnTo>
                  <a:lnTo>
                    <a:pt x="358112" y="788147"/>
                  </a:lnTo>
                  <a:lnTo>
                    <a:pt x="286490" y="792817"/>
                  </a:lnTo>
                  <a:lnTo>
                    <a:pt x="214867" y="797214"/>
                  </a:lnTo>
                  <a:lnTo>
                    <a:pt x="143245" y="801356"/>
                  </a:lnTo>
                  <a:lnTo>
                    <a:pt x="71622" y="805256"/>
                  </a:lnTo>
                  <a:lnTo>
                    <a:pt x="0" y="8089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6978542" cy="3395123"/>
            </a:xfrm>
            <a:custGeom>
              <a:avLst/>
              <a:pathLst>
                <a:path w="6978542" h="3395123">
                  <a:moveTo>
                    <a:pt x="0" y="3395123"/>
                  </a:moveTo>
                  <a:lnTo>
                    <a:pt x="71622" y="3388017"/>
                  </a:lnTo>
                  <a:lnTo>
                    <a:pt x="143245" y="3380716"/>
                  </a:lnTo>
                  <a:lnTo>
                    <a:pt x="214867" y="3373213"/>
                  </a:lnTo>
                  <a:lnTo>
                    <a:pt x="286490" y="3365503"/>
                  </a:lnTo>
                  <a:lnTo>
                    <a:pt x="358112" y="3357580"/>
                  </a:lnTo>
                  <a:lnTo>
                    <a:pt x="429735" y="3349439"/>
                  </a:lnTo>
                  <a:lnTo>
                    <a:pt x="501357" y="3341072"/>
                  </a:lnTo>
                  <a:lnTo>
                    <a:pt x="572980" y="3332476"/>
                  </a:lnTo>
                  <a:lnTo>
                    <a:pt x="644602" y="3323641"/>
                  </a:lnTo>
                  <a:lnTo>
                    <a:pt x="716225" y="3314564"/>
                  </a:lnTo>
                  <a:lnTo>
                    <a:pt x="787847" y="3305235"/>
                  </a:lnTo>
                  <a:lnTo>
                    <a:pt x="859470" y="3295650"/>
                  </a:lnTo>
                  <a:lnTo>
                    <a:pt x="931092" y="3285799"/>
                  </a:lnTo>
                  <a:lnTo>
                    <a:pt x="1002715" y="3275677"/>
                  </a:lnTo>
                  <a:lnTo>
                    <a:pt x="1074337" y="3265276"/>
                  </a:lnTo>
                  <a:lnTo>
                    <a:pt x="1145960" y="3254588"/>
                  </a:lnTo>
                  <a:lnTo>
                    <a:pt x="1217582" y="3243605"/>
                  </a:lnTo>
                  <a:lnTo>
                    <a:pt x="1289205" y="3232318"/>
                  </a:lnTo>
                  <a:lnTo>
                    <a:pt x="1360827" y="3220721"/>
                  </a:lnTo>
                  <a:lnTo>
                    <a:pt x="1432450" y="3208803"/>
                  </a:lnTo>
                  <a:lnTo>
                    <a:pt x="1504073" y="3196557"/>
                  </a:lnTo>
                  <a:lnTo>
                    <a:pt x="1575695" y="3183972"/>
                  </a:lnTo>
                  <a:lnTo>
                    <a:pt x="1647318" y="3171041"/>
                  </a:lnTo>
                  <a:lnTo>
                    <a:pt x="1718940" y="3157752"/>
                  </a:lnTo>
                  <a:lnTo>
                    <a:pt x="1790563" y="3144097"/>
                  </a:lnTo>
                  <a:lnTo>
                    <a:pt x="1862185" y="3130065"/>
                  </a:lnTo>
                  <a:lnTo>
                    <a:pt x="1933808" y="3115646"/>
                  </a:lnTo>
                  <a:lnTo>
                    <a:pt x="2005430" y="3100829"/>
                  </a:lnTo>
                  <a:lnTo>
                    <a:pt x="2077053" y="3085603"/>
                  </a:lnTo>
                  <a:lnTo>
                    <a:pt x="2148675" y="3069958"/>
                  </a:lnTo>
                  <a:lnTo>
                    <a:pt x="2220298" y="3053880"/>
                  </a:lnTo>
                  <a:lnTo>
                    <a:pt x="2291920" y="3037359"/>
                  </a:lnTo>
                  <a:lnTo>
                    <a:pt x="2363543" y="3020382"/>
                  </a:lnTo>
                  <a:lnTo>
                    <a:pt x="2435165" y="3002937"/>
                  </a:lnTo>
                  <a:lnTo>
                    <a:pt x="2506788" y="2985010"/>
                  </a:lnTo>
                  <a:lnTo>
                    <a:pt x="2578410" y="2966588"/>
                  </a:lnTo>
                  <a:lnTo>
                    <a:pt x="2650033" y="2947659"/>
                  </a:lnTo>
                  <a:lnTo>
                    <a:pt x="2721655" y="2928207"/>
                  </a:lnTo>
                  <a:lnTo>
                    <a:pt x="2793278" y="2908218"/>
                  </a:lnTo>
                  <a:lnTo>
                    <a:pt x="2864901" y="2887678"/>
                  </a:lnTo>
                  <a:lnTo>
                    <a:pt x="2936523" y="2866571"/>
                  </a:lnTo>
                  <a:lnTo>
                    <a:pt x="3008146" y="2844881"/>
                  </a:lnTo>
                  <a:lnTo>
                    <a:pt x="3079768" y="2822593"/>
                  </a:lnTo>
                  <a:lnTo>
                    <a:pt x="3151391" y="2799690"/>
                  </a:lnTo>
                  <a:lnTo>
                    <a:pt x="3223013" y="2776156"/>
                  </a:lnTo>
                  <a:lnTo>
                    <a:pt x="3294636" y="2751972"/>
                  </a:lnTo>
                  <a:lnTo>
                    <a:pt x="3366258" y="2727120"/>
                  </a:lnTo>
                  <a:lnTo>
                    <a:pt x="3437881" y="2701583"/>
                  </a:lnTo>
                  <a:lnTo>
                    <a:pt x="3509503" y="2675341"/>
                  </a:lnTo>
                  <a:lnTo>
                    <a:pt x="3581126" y="2648375"/>
                  </a:lnTo>
                  <a:lnTo>
                    <a:pt x="3652748" y="2620665"/>
                  </a:lnTo>
                  <a:lnTo>
                    <a:pt x="3724371" y="2592191"/>
                  </a:lnTo>
                  <a:lnTo>
                    <a:pt x="3795993" y="2562931"/>
                  </a:lnTo>
                  <a:lnTo>
                    <a:pt x="3867616" y="2532863"/>
                  </a:lnTo>
                  <a:lnTo>
                    <a:pt x="3939238" y="2501966"/>
                  </a:lnTo>
                  <a:lnTo>
                    <a:pt x="4010861" y="2470217"/>
                  </a:lnTo>
                  <a:lnTo>
                    <a:pt x="4082483" y="2437591"/>
                  </a:lnTo>
                  <a:lnTo>
                    <a:pt x="4154106" y="2404065"/>
                  </a:lnTo>
                  <a:lnTo>
                    <a:pt x="4225729" y="2369614"/>
                  </a:lnTo>
                  <a:lnTo>
                    <a:pt x="4297351" y="2334213"/>
                  </a:lnTo>
                  <a:lnTo>
                    <a:pt x="4368974" y="2297835"/>
                  </a:lnTo>
                  <a:lnTo>
                    <a:pt x="4440596" y="2260452"/>
                  </a:lnTo>
                  <a:lnTo>
                    <a:pt x="4512219" y="2222039"/>
                  </a:lnTo>
                  <a:lnTo>
                    <a:pt x="4583841" y="2182566"/>
                  </a:lnTo>
                  <a:lnTo>
                    <a:pt x="4655464" y="2142003"/>
                  </a:lnTo>
                  <a:lnTo>
                    <a:pt x="4727086" y="2100321"/>
                  </a:lnTo>
                  <a:lnTo>
                    <a:pt x="4798709" y="2057489"/>
                  </a:lnTo>
                  <a:lnTo>
                    <a:pt x="4870331" y="2013476"/>
                  </a:lnTo>
                  <a:lnTo>
                    <a:pt x="4941954" y="1968248"/>
                  </a:lnTo>
                  <a:lnTo>
                    <a:pt x="5013576" y="1921772"/>
                  </a:lnTo>
                  <a:lnTo>
                    <a:pt x="5085199" y="1874013"/>
                  </a:lnTo>
                  <a:lnTo>
                    <a:pt x="5156821" y="1824937"/>
                  </a:lnTo>
                  <a:lnTo>
                    <a:pt x="5228444" y="1774507"/>
                  </a:lnTo>
                  <a:lnTo>
                    <a:pt x="5300066" y="1722685"/>
                  </a:lnTo>
                  <a:lnTo>
                    <a:pt x="5371689" y="1669433"/>
                  </a:lnTo>
                  <a:lnTo>
                    <a:pt x="5443311" y="1614712"/>
                  </a:lnTo>
                  <a:lnTo>
                    <a:pt x="5514934" y="1558482"/>
                  </a:lnTo>
                  <a:lnTo>
                    <a:pt x="5586557" y="1500699"/>
                  </a:lnTo>
                  <a:lnTo>
                    <a:pt x="5658179" y="1441323"/>
                  </a:lnTo>
                  <a:lnTo>
                    <a:pt x="5729802" y="1380308"/>
                  </a:lnTo>
                  <a:lnTo>
                    <a:pt x="5801424" y="1317609"/>
                  </a:lnTo>
                  <a:lnTo>
                    <a:pt x="5873047" y="1253180"/>
                  </a:lnTo>
                  <a:lnTo>
                    <a:pt x="5944669" y="1186974"/>
                  </a:lnTo>
                  <a:lnTo>
                    <a:pt x="6016292" y="1118941"/>
                  </a:lnTo>
                  <a:lnTo>
                    <a:pt x="6087914" y="1049031"/>
                  </a:lnTo>
                  <a:lnTo>
                    <a:pt x="6159537" y="977192"/>
                  </a:lnTo>
                  <a:lnTo>
                    <a:pt x="6231159" y="903370"/>
                  </a:lnTo>
                  <a:lnTo>
                    <a:pt x="6302782" y="827512"/>
                  </a:lnTo>
                  <a:lnTo>
                    <a:pt x="6374404" y="749561"/>
                  </a:lnTo>
                  <a:lnTo>
                    <a:pt x="6446027" y="669459"/>
                  </a:lnTo>
                  <a:lnTo>
                    <a:pt x="6517649" y="587146"/>
                  </a:lnTo>
                  <a:lnTo>
                    <a:pt x="6589272" y="502563"/>
                  </a:lnTo>
                  <a:lnTo>
                    <a:pt x="6660894" y="415645"/>
                  </a:lnTo>
                  <a:lnTo>
                    <a:pt x="6732517" y="326330"/>
                  </a:lnTo>
                  <a:lnTo>
                    <a:pt x="6804139" y="234550"/>
                  </a:lnTo>
                  <a:lnTo>
                    <a:pt x="6875762" y="140237"/>
                  </a:lnTo>
                  <a:lnTo>
                    <a:pt x="6947385" y="43323"/>
                  </a:lnTo>
                  <a:lnTo>
                    <a:pt x="6978542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7453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9531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7276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93026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2026-10-08T10:13:02Z</dcterms:modified>
  <cp:category/>
</cp:coreProperties>
</file>