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2010"/>
            </a:xfrm>
            <a:custGeom>
              <a:avLst/>
              <a:pathLst>
                <a:path w="7090630" h="3592010">
                  <a:moveTo>
                    <a:pt x="0" y="2489658"/>
                  </a:moveTo>
                  <a:lnTo>
                    <a:pt x="71622" y="2497289"/>
                  </a:lnTo>
                  <a:lnTo>
                    <a:pt x="143245" y="2504869"/>
                  </a:lnTo>
                  <a:lnTo>
                    <a:pt x="214867" y="2512400"/>
                  </a:lnTo>
                  <a:lnTo>
                    <a:pt x="286490" y="2519882"/>
                  </a:lnTo>
                  <a:lnTo>
                    <a:pt x="358112" y="2527314"/>
                  </a:lnTo>
                  <a:lnTo>
                    <a:pt x="429735" y="2534698"/>
                  </a:lnTo>
                  <a:lnTo>
                    <a:pt x="501357" y="2542033"/>
                  </a:lnTo>
                  <a:lnTo>
                    <a:pt x="572980" y="2549320"/>
                  </a:lnTo>
                  <a:lnTo>
                    <a:pt x="644602" y="2556559"/>
                  </a:lnTo>
                  <a:lnTo>
                    <a:pt x="716225" y="2563751"/>
                  </a:lnTo>
                  <a:lnTo>
                    <a:pt x="787847" y="2570895"/>
                  </a:lnTo>
                  <a:lnTo>
                    <a:pt x="859470" y="2577993"/>
                  </a:lnTo>
                  <a:lnTo>
                    <a:pt x="931092" y="2585044"/>
                  </a:lnTo>
                  <a:lnTo>
                    <a:pt x="1002715" y="2592049"/>
                  </a:lnTo>
                  <a:lnTo>
                    <a:pt x="1074337" y="2599008"/>
                  </a:lnTo>
                  <a:lnTo>
                    <a:pt x="1145960" y="2605921"/>
                  </a:lnTo>
                  <a:lnTo>
                    <a:pt x="1217582" y="2612789"/>
                  </a:lnTo>
                  <a:lnTo>
                    <a:pt x="1289205" y="2619611"/>
                  </a:lnTo>
                  <a:lnTo>
                    <a:pt x="1360827" y="2626390"/>
                  </a:lnTo>
                  <a:lnTo>
                    <a:pt x="1432450" y="2633123"/>
                  </a:lnTo>
                  <a:lnTo>
                    <a:pt x="1504073" y="2639812"/>
                  </a:lnTo>
                  <a:lnTo>
                    <a:pt x="1575695" y="2646458"/>
                  </a:lnTo>
                  <a:lnTo>
                    <a:pt x="1647318" y="2653060"/>
                  </a:lnTo>
                  <a:lnTo>
                    <a:pt x="1718940" y="2659618"/>
                  </a:lnTo>
                  <a:lnTo>
                    <a:pt x="1790563" y="2666134"/>
                  </a:lnTo>
                  <a:lnTo>
                    <a:pt x="1862185" y="2672607"/>
                  </a:lnTo>
                  <a:lnTo>
                    <a:pt x="1933808" y="2679037"/>
                  </a:lnTo>
                  <a:lnTo>
                    <a:pt x="2005430" y="2685425"/>
                  </a:lnTo>
                  <a:lnTo>
                    <a:pt x="2077053" y="2691771"/>
                  </a:lnTo>
                  <a:lnTo>
                    <a:pt x="2148675" y="2698076"/>
                  </a:lnTo>
                  <a:lnTo>
                    <a:pt x="2220298" y="2704339"/>
                  </a:lnTo>
                  <a:lnTo>
                    <a:pt x="2291920" y="2710561"/>
                  </a:lnTo>
                  <a:lnTo>
                    <a:pt x="2363543" y="2716742"/>
                  </a:lnTo>
                  <a:lnTo>
                    <a:pt x="2435165" y="2722883"/>
                  </a:lnTo>
                  <a:lnTo>
                    <a:pt x="2506788" y="2728983"/>
                  </a:lnTo>
                  <a:lnTo>
                    <a:pt x="2578410" y="2735044"/>
                  </a:lnTo>
                  <a:lnTo>
                    <a:pt x="2650033" y="2741064"/>
                  </a:lnTo>
                  <a:lnTo>
                    <a:pt x="2721655" y="2747046"/>
                  </a:lnTo>
                  <a:lnTo>
                    <a:pt x="2793278" y="2752987"/>
                  </a:lnTo>
                  <a:lnTo>
                    <a:pt x="2864901" y="2758890"/>
                  </a:lnTo>
                  <a:lnTo>
                    <a:pt x="2936523" y="2764755"/>
                  </a:lnTo>
                  <a:lnTo>
                    <a:pt x="3008146" y="2770580"/>
                  </a:lnTo>
                  <a:lnTo>
                    <a:pt x="3079768" y="2776368"/>
                  </a:lnTo>
                  <a:lnTo>
                    <a:pt x="3151391" y="2782117"/>
                  </a:lnTo>
                  <a:lnTo>
                    <a:pt x="3223013" y="2737111"/>
                  </a:lnTo>
                  <a:lnTo>
                    <a:pt x="3294636" y="2680181"/>
                  </a:lnTo>
                  <a:lnTo>
                    <a:pt x="3366258" y="2619711"/>
                  </a:lnTo>
                  <a:lnTo>
                    <a:pt x="3437881" y="2555481"/>
                  </a:lnTo>
                  <a:lnTo>
                    <a:pt x="3509503" y="2487257"/>
                  </a:lnTo>
                  <a:lnTo>
                    <a:pt x="3581126" y="2414790"/>
                  </a:lnTo>
                  <a:lnTo>
                    <a:pt x="3652748" y="2337817"/>
                  </a:lnTo>
                  <a:lnTo>
                    <a:pt x="3724371" y="2256058"/>
                  </a:lnTo>
                  <a:lnTo>
                    <a:pt x="3795993" y="2169215"/>
                  </a:lnTo>
                  <a:lnTo>
                    <a:pt x="3867616" y="2076972"/>
                  </a:lnTo>
                  <a:lnTo>
                    <a:pt x="3939238" y="1978993"/>
                  </a:lnTo>
                  <a:lnTo>
                    <a:pt x="4010861" y="1874922"/>
                  </a:lnTo>
                  <a:lnTo>
                    <a:pt x="4082483" y="1764379"/>
                  </a:lnTo>
                  <a:lnTo>
                    <a:pt x="4154106" y="1646962"/>
                  </a:lnTo>
                  <a:lnTo>
                    <a:pt x="4225729" y="1522244"/>
                  </a:lnTo>
                  <a:lnTo>
                    <a:pt x="4297351" y="1389771"/>
                  </a:lnTo>
                  <a:lnTo>
                    <a:pt x="4368974" y="1249060"/>
                  </a:lnTo>
                  <a:lnTo>
                    <a:pt x="4440596" y="1099599"/>
                  </a:lnTo>
                  <a:lnTo>
                    <a:pt x="4512219" y="940845"/>
                  </a:lnTo>
                  <a:lnTo>
                    <a:pt x="4583841" y="772219"/>
                  </a:lnTo>
                  <a:lnTo>
                    <a:pt x="4655464" y="593107"/>
                  </a:lnTo>
                  <a:lnTo>
                    <a:pt x="4727086" y="402858"/>
                  </a:lnTo>
                  <a:lnTo>
                    <a:pt x="4798709" y="200778"/>
                  </a:lnTo>
                  <a:lnTo>
                    <a:pt x="4865704" y="0"/>
                  </a:lnTo>
                  <a:lnTo>
                    <a:pt x="7090630" y="0"/>
                  </a:lnTo>
                  <a:lnTo>
                    <a:pt x="7090630" y="3046548"/>
                  </a:lnTo>
                  <a:lnTo>
                    <a:pt x="7019007" y="3042544"/>
                  </a:lnTo>
                  <a:lnTo>
                    <a:pt x="6947385" y="3038515"/>
                  </a:lnTo>
                  <a:lnTo>
                    <a:pt x="6875762" y="3034459"/>
                  </a:lnTo>
                  <a:lnTo>
                    <a:pt x="6804139" y="3030376"/>
                  </a:lnTo>
                  <a:lnTo>
                    <a:pt x="6732517" y="3026266"/>
                  </a:lnTo>
                  <a:lnTo>
                    <a:pt x="6660894" y="3022129"/>
                  </a:lnTo>
                  <a:lnTo>
                    <a:pt x="6589272" y="3017965"/>
                  </a:lnTo>
                  <a:lnTo>
                    <a:pt x="6517649" y="3013773"/>
                  </a:lnTo>
                  <a:lnTo>
                    <a:pt x="6446027" y="3009554"/>
                  </a:lnTo>
                  <a:lnTo>
                    <a:pt x="6374404" y="3005306"/>
                  </a:lnTo>
                  <a:lnTo>
                    <a:pt x="6302782" y="3001031"/>
                  </a:lnTo>
                  <a:lnTo>
                    <a:pt x="6231159" y="2996727"/>
                  </a:lnTo>
                  <a:lnTo>
                    <a:pt x="6159537" y="2992395"/>
                  </a:lnTo>
                  <a:lnTo>
                    <a:pt x="6087914" y="2988034"/>
                  </a:lnTo>
                  <a:lnTo>
                    <a:pt x="6016292" y="2983645"/>
                  </a:lnTo>
                  <a:lnTo>
                    <a:pt x="5944669" y="2979226"/>
                  </a:lnTo>
                  <a:lnTo>
                    <a:pt x="5873047" y="2974779"/>
                  </a:lnTo>
                  <a:lnTo>
                    <a:pt x="5801424" y="2970302"/>
                  </a:lnTo>
                  <a:lnTo>
                    <a:pt x="5729802" y="2965795"/>
                  </a:lnTo>
                  <a:lnTo>
                    <a:pt x="5658179" y="2961259"/>
                  </a:lnTo>
                  <a:lnTo>
                    <a:pt x="5586557" y="2956692"/>
                  </a:lnTo>
                  <a:lnTo>
                    <a:pt x="5514934" y="2952096"/>
                  </a:lnTo>
                  <a:lnTo>
                    <a:pt x="5443311" y="2947469"/>
                  </a:lnTo>
                  <a:lnTo>
                    <a:pt x="5371689" y="2942812"/>
                  </a:lnTo>
                  <a:lnTo>
                    <a:pt x="5300066" y="2938124"/>
                  </a:lnTo>
                  <a:lnTo>
                    <a:pt x="5228444" y="2933404"/>
                  </a:lnTo>
                  <a:lnTo>
                    <a:pt x="5156821" y="2928654"/>
                  </a:lnTo>
                  <a:lnTo>
                    <a:pt x="5085199" y="2923872"/>
                  </a:lnTo>
                  <a:lnTo>
                    <a:pt x="5013576" y="2919059"/>
                  </a:lnTo>
                  <a:lnTo>
                    <a:pt x="4941954" y="2914214"/>
                  </a:lnTo>
                  <a:lnTo>
                    <a:pt x="4870331" y="2909337"/>
                  </a:lnTo>
                  <a:lnTo>
                    <a:pt x="4798709" y="2904428"/>
                  </a:lnTo>
                  <a:lnTo>
                    <a:pt x="4727086" y="2899486"/>
                  </a:lnTo>
                  <a:lnTo>
                    <a:pt x="4655464" y="2894512"/>
                  </a:lnTo>
                  <a:lnTo>
                    <a:pt x="4583841" y="2889505"/>
                  </a:lnTo>
                  <a:lnTo>
                    <a:pt x="4512219" y="2884464"/>
                  </a:lnTo>
                  <a:lnTo>
                    <a:pt x="4440596" y="2879391"/>
                  </a:lnTo>
                  <a:lnTo>
                    <a:pt x="4368974" y="2874284"/>
                  </a:lnTo>
                  <a:lnTo>
                    <a:pt x="4297351" y="2869143"/>
                  </a:lnTo>
                  <a:lnTo>
                    <a:pt x="4225729" y="2863968"/>
                  </a:lnTo>
                  <a:lnTo>
                    <a:pt x="4154106" y="2858759"/>
                  </a:lnTo>
                  <a:lnTo>
                    <a:pt x="4082483" y="2853516"/>
                  </a:lnTo>
                  <a:lnTo>
                    <a:pt x="4010861" y="2848238"/>
                  </a:lnTo>
                  <a:lnTo>
                    <a:pt x="3939238" y="2842925"/>
                  </a:lnTo>
                  <a:lnTo>
                    <a:pt x="3867616" y="2837578"/>
                  </a:lnTo>
                  <a:lnTo>
                    <a:pt x="3795993" y="2832194"/>
                  </a:lnTo>
                  <a:lnTo>
                    <a:pt x="3724371" y="2826776"/>
                  </a:lnTo>
                  <a:lnTo>
                    <a:pt x="3652748" y="2821321"/>
                  </a:lnTo>
                  <a:lnTo>
                    <a:pt x="3581126" y="2815831"/>
                  </a:lnTo>
                  <a:lnTo>
                    <a:pt x="3509503" y="2810304"/>
                  </a:lnTo>
                  <a:lnTo>
                    <a:pt x="3437881" y="2804740"/>
                  </a:lnTo>
                  <a:lnTo>
                    <a:pt x="3366258" y="2799140"/>
                  </a:lnTo>
                  <a:lnTo>
                    <a:pt x="3294636" y="2793503"/>
                  </a:lnTo>
                  <a:lnTo>
                    <a:pt x="3223013" y="2787829"/>
                  </a:lnTo>
                  <a:lnTo>
                    <a:pt x="3151391" y="2790708"/>
                  </a:lnTo>
                  <a:lnTo>
                    <a:pt x="3079768" y="2841168"/>
                  </a:lnTo>
                  <a:lnTo>
                    <a:pt x="3008146" y="2888673"/>
                  </a:lnTo>
                  <a:lnTo>
                    <a:pt x="2936523" y="2933398"/>
                  </a:lnTo>
                  <a:lnTo>
                    <a:pt x="2864901" y="2975504"/>
                  </a:lnTo>
                  <a:lnTo>
                    <a:pt x="2793278" y="3015145"/>
                  </a:lnTo>
                  <a:lnTo>
                    <a:pt x="2721655" y="3052465"/>
                  </a:lnTo>
                  <a:lnTo>
                    <a:pt x="2650033" y="3087601"/>
                  </a:lnTo>
                  <a:lnTo>
                    <a:pt x="2578410" y="3120680"/>
                  </a:lnTo>
                  <a:lnTo>
                    <a:pt x="2506788" y="3151822"/>
                  </a:lnTo>
                  <a:lnTo>
                    <a:pt x="2435165" y="3181141"/>
                  </a:lnTo>
                  <a:lnTo>
                    <a:pt x="2363543" y="3208744"/>
                  </a:lnTo>
                  <a:lnTo>
                    <a:pt x="2291920" y="3234731"/>
                  </a:lnTo>
                  <a:lnTo>
                    <a:pt x="2220298" y="3259196"/>
                  </a:lnTo>
                  <a:lnTo>
                    <a:pt x="2148675" y="3282229"/>
                  </a:lnTo>
                  <a:lnTo>
                    <a:pt x="2077053" y="3303914"/>
                  </a:lnTo>
                  <a:lnTo>
                    <a:pt x="2005430" y="3324330"/>
                  </a:lnTo>
                  <a:lnTo>
                    <a:pt x="1933808" y="3343550"/>
                  </a:lnTo>
                  <a:lnTo>
                    <a:pt x="1862185" y="3361645"/>
                  </a:lnTo>
                  <a:lnTo>
                    <a:pt x="1790563" y="3378680"/>
                  </a:lnTo>
                  <a:lnTo>
                    <a:pt x="1718940" y="3394719"/>
                  </a:lnTo>
                  <a:lnTo>
                    <a:pt x="1647318" y="3409818"/>
                  </a:lnTo>
                  <a:lnTo>
                    <a:pt x="1575695" y="3424034"/>
                  </a:lnTo>
                  <a:lnTo>
                    <a:pt x="1504073" y="3437417"/>
                  </a:lnTo>
                  <a:lnTo>
                    <a:pt x="1432450" y="3450017"/>
                  </a:lnTo>
                  <a:lnTo>
                    <a:pt x="1360827" y="3461879"/>
                  </a:lnTo>
                  <a:lnTo>
                    <a:pt x="1289205" y="3473047"/>
                  </a:lnTo>
                  <a:lnTo>
                    <a:pt x="1217582" y="3483561"/>
                  </a:lnTo>
                  <a:lnTo>
                    <a:pt x="1145960" y="3493459"/>
                  </a:lnTo>
                  <a:lnTo>
                    <a:pt x="1074337" y="3502778"/>
                  </a:lnTo>
                  <a:lnTo>
                    <a:pt x="1002715" y="3511552"/>
                  </a:lnTo>
                  <a:lnTo>
                    <a:pt x="931092" y="3519811"/>
                  </a:lnTo>
                  <a:lnTo>
                    <a:pt x="859470" y="3527588"/>
                  </a:lnTo>
                  <a:lnTo>
                    <a:pt x="787847" y="3534909"/>
                  </a:lnTo>
                  <a:lnTo>
                    <a:pt x="716225" y="3541801"/>
                  </a:lnTo>
                  <a:lnTo>
                    <a:pt x="644602" y="3548290"/>
                  </a:lnTo>
                  <a:lnTo>
                    <a:pt x="572980" y="3554399"/>
                  </a:lnTo>
                  <a:lnTo>
                    <a:pt x="501357" y="3560150"/>
                  </a:lnTo>
                  <a:lnTo>
                    <a:pt x="429735" y="3565565"/>
                  </a:lnTo>
                  <a:lnTo>
                    <a:pt x="358112" y="3570663"/>
                  </a:lnTo>
                  <a:lnTo>
                    <a:pt x="286490" y="3575462"/>
                  </a:lnTo>
                  <a:lnTo>
                    <a:pt x="214867" y="3579981"/>
                  </a:lnTo>
                  <a:lnTo>
                    <a:pt x="143245" y="3584234"/>
                  </a:lnTo>
                  <a:lnTo>
                    <a:pt x="71622" y="3588239"/>
                  </a:lnTo>
                  <a:lnTo>
                    <a:pt x="0" y="3592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65704" cy="2782117"/>
            </a:xfrm>
            <a:custGeom>
              <a:avLst/>
              <a:pathLst>
                <a:path w="4865704" h="2782117">
                  <a:moveTo>
                    <a:pt x="0" y="2489658"/>
                  </a:moveTo>
                  <a:lnTo>
                    <a:pt x="71622" y="2497289"/>
                  </a:lnTo>
                  <a:lnTo>
                    <a:pt x="143245" y="2504869"/>
                  </a:lnTo>
                  <a:lnTo>
                    <a:pt x="214867" y="2512400"/>
                  </a:lnTo>
                  <a:lnTo>
                    <a:pt x="286490" y="2519882"/>
                  </a:lnTo>
                  <a:lnTo>
                    <a:pt x="358112" y="2527314"/>
                  </a:lnTo>
                  <a:lnTo>
                    <a:pt x="429735" y="2534698"/>
                  </a:lnTo>
                  <a:lnTo>
                    <a:pt x="501357" y="2542033"/>
                  </a:lnTo>
                  <a:lnTo>
                    <a:pt x="572980" y="2549320"/>
                  </a:lnTo>
                  <a:lnTo>
                    <a:pt x="644602" y="2556559"/>
                  </a:lnTo>
                  <a:lnTo>
                    <a:pt x="716225" y="2563751"/>
                  </a:lnTo>
                  <a:lnTo>
                    <a:pt x="787847" y="2570895"/>
                  </a:lnTo>
                  <a:lnTo>
                    <a:pt x="859470" y="2577993"/>
                  </a:lnTo>
                  <a:lnTo>
                    <a:pt x="931092" y="2585044"/>
                  </a:lnTo>
                  <a:lnTo>
                    <a:pt x="1002715" y="2592049"/>
                  </a:lnTo>
                  <a:lnTo>
                    <a:pt x="1074337" y="2599008"/>
                  </a:lnTo>
                  <a:lnTo>
                    <a:pt x="1145960" y="2605921"/>
                  </a:lnTo>
                  <a:lnTo>
                    <a:pt x="1217582" y="2612789"/>
                  </a:lnTo>
                  <a:lnTo>
                    <a:pt x="1289205" y="2619611"/>
                  </a:lnTo>
                  <a:lnTo>
                    <a:pt x="1360827" y="2626390"/>
                  </a:lnTo>
                  <a:lnTo>
                    <a:pt x="1432450" y="2633123"/>
                  </a:lnTo>
                  <a:lnTo>
                    <a:pt x="1504073" y="2639812"/>
                  </a:lnTo>
                  <a:lnTo>
                    <a:pt x="1575695" y="2646458"/>
                  </a:lnTo>
                  <a:lnTo>
                    <a:pt x="1647318" y="2653060"/>
                  </a:lnTo>
                  <a:lnTo>
                    <a:pt x="1718940" y="2659618"/>
                  </a:lnTo>
                  <a:lnTo>
                    <a:pt x="1790563" y="2666134"/>
                  </a:lnTo>
                  <a:lnTo>
                    <a:pt x="1862185" y="2672607"/>
                  </a:lnTo>
                  <a:lnTo>
                    <a:pt x="1933808" y="2679037"/>
                  </a:lnTo>
                  <a:lnTo>
                    <a:pt x="2005430" y="2685425"/>
                  </a:lnTo>
                  <a:lnTo>
                    <a:pt x="2077053" y="2691771"/>
                  </a:lnTo>
                  <a:lnTo>
                    <a:pt x="2148675" y="2698076"/>
                  </a:lnTo>
                  <a:lnTo>
                    <a:pt x="2220298" y="2704339"/>
                  </a:lnTo>
                  <a:lnTo>
                    <a:pt x="2291920" y="2710561"/>
                  </a:lnTo>
                  <a:lnTo>
                    <a:pt x="2363543" y="2716742"/>
                  </a:lnTo>
                  <a:lnTo>
                    <a:pt x="2435165" y="2722883"/>
                  </a:lnTo>
                  <a:lnTo>
                    <a:pt x="2506788" y="2728983"/>
                  </a:lnTo>
                  <a:lnTo>
                    <a:pt x="2578410" y="2735044"/>
                  </a:lnTo>
                  <a:lnTo>
                    <a:pt x="2650033" y="2741064"/>
                  </a:lnTo>
                  <a:lnTo>
                    <a:pt x="2721655" y="2747046"/>
                  </a:lnTo>
                  <a:lnTo>
                    <a:pt x="2793278" y="2752987"/>
                  </a:lnTo>
                  <a:lnTo>
                    <a:pt x="2864901" y="2758890"/>
                  </a:lnTo>
                  <a:lnTo>
                    <a:pt x="2936523" y="2764755"/>
                  </a:lnTo>
                  <a:lnTo>
                    <a:pt x="3008146" y="2770580"/>
                  </a:lnTo>
                  <a:lnTo>
                    <a:pt x="3079768" y="2776368"/>
                  </a:lnTo>
                  <a:lnTo>
                    <a:pt x="3151391" y="2782117"/>
                  </a:lnTo>
                  <a:lnTo>
                    <a:pt x="3223013" y="2737111"/>
                  </a:lnTo>
                  <a:lnTo>
                    <a:pt x="3294636" y="2680181"/>
                  </a:lnTo>
                  <a:lnTo>
                    <a:pt x="3366258" y="2619711"/>
                  </a:lnTo>
                  <a:lnTo>
                    <a:pt x="3437881" y="2555481"/>
                  </a:lnTo>
                  <a:lnTo>
                    <a:pt x="3509503" y="2487257"/>
                  </a:lnTo>
                  <a:lnTo>
                    <a:pt x="3581126" y="2414790"/>
                  </a:lnTo>
                  <a:lnTo>
                    <a:pt x="3652748" y="2337817"/>
                  </a:lnTo>
                  <a:lnTo>
                    <a:pt x="3724371" y="2256058"/>
                  </a:lnTo>
                  <a:lnTo>
                    <a:pt x="3795993" y="2169215"/>
                  </a:lnTo>
                  <a:lnTo>
                    <a:pt x="3867616" y="2076972"/>
                  </a:lnTo>
                  <a:lnTo>
                    <a:pt x="3939238" y="1978993"/>
                  </a:lnTo>
                  <a:lnTo>
                    <a:pt x="4010861" y="1874922"/>
                  </a:lnTo>
                  <a:lnTo>
                    <a:pt x="4082483" y="1764379"/>
                  </a:lnTo>
                  <a:lnTo>
                    <a:pt x="4154106" y="1646962"/>
                  </a:lnTo>
                  <a:lnTo>
                    <a:pt x="4225729" y="1522244"/>
                  </a:lnTo>
                  <a:lnTo>
                    <a:pt x="4297351" y="1389771"/>
                  </a:lnTo>
                  <a:lnTo>
                    <a:pt x="4368974" y="1249060"/>
                  </a:lnTo>
                  <a:lnTo>
                    <a:pt x="4440596" y="1099599"/>
                  </a:lnTo>
                  <a:lnTo>
                    <a:pt x="4512219" y="940845"/>
                  </a:lnTo>
                  <a:lnTo>
                    <a:pt x="4583841" y="772219"/>
                  </a:lnTo>
                  <a:lnTo>
                    <a:pt x="4655464" y="593107"/>
                  </a:lnTo>
                  <a:lnTo>
                    <a:pt x="4727086" y="402858"/>
                  </a:lnTo>
                  <a:lnTo>
                    <a:pt x="4798709" y="200778"/>
                  </a:lnTo>
                  <a:lnTo>
                    <a:pt x="48657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392"/>
              <a:ext cx="7090630" cy="804180"/>
            </a:xfrm>
            <a:custGeom>
              <a:avLst/>
              <a:pathLst>
                <a:path w="7090630" h="804180">
                  <a:moveTo>
                    <a:pt x="7090630" y="258718"/>
                  </a:moveTo>
                  <a:lnTo>
                    <a:pt x="7019007" y="254715"/>
                  </a:lnTo>
                  <a:lnTo>
                    <a:pt x="6947385" y="250686"/>
                  </a:lnTo>
                  <a:lnTo>
                    <a:pt x="6875762" y="246629"/>
                  </a:lnTo>
                  <a:lnTo>
                    <a:pt x="6804139" y="242547"/>
                  </a:lnTo>
                  <a:lnTo>
                    <a:pt x="6732517" y="238437"/>
                  </a:lnTo>
                  <a:lnTo>
                    <a:pt x="6660894" y="234300"/>
                  </a:lnTo>
                  <a:lnTo>
                    <a:pt x="6589272" y="230135"/>
                  </a:lnTo>
                  <a:lnTo>
                    <a:pt x="6517649" y="225944"/>
                  </a:lnTo>
                  <a:lnTo>
                    <a:pt x="6446027" y="221724"/>
                  </a:lnTo>
                  <a:lnTo>
                    <a:pt x="6374404" y="217477"/>
                  </a:lnTo>
                  <a:lnTo>
                    <a:pt x="6302782" y="213201"/>
                  </a:lnTo>
                  <a:lnTo>
                    <a:pt x="6231159" y="208898"/>
                  </a:lnTo>
                  <a:lnTo>
                    <a:pt x="6159537" y="204566"/>
                  </a:lnTo>
                  <a:lnTo>
                    <a:pt x="6087914" y="200205"/>
                  </a:lnTo>
                  <a:lnTo>
                    <a:pt x="6016292" y="195815"/>
                  </a:lnTo>
                  <a:lnTo>
                    <a:pt x="5944669" y="191397"/>
                  </a:lnTo>
                  <a:lnTo>
                    <a:pt x="5873047" y="186949"/>
                  </a:lnTo>
                  <a:lnTo>
                    <a:pt x="5801424" y="182472"/>
                  </a:lnTo>
                  <a:lnTo>
                    <a:pt x="5729802" y="177966"/>
                  </a:lnTo>
                  <a:lnTo>
                    <a:pt x="5658179" y="173429"/>
                  </a:lnTo>
                  <a:lnTo>
                    <a:pt x="5586557" y="168863"/>
                  </a:lnTo>
                  <a:lnTo>
                    <a:pt x="5514934" y="164267"/>
                  </a:lnTo>
                  <a:lnTo>
                    <a:pt x="5443311" y="159640"/>
                  </a:lnTo>
                  <a:lnTo>
                    <a:pt x="5371689" y="154982"/>
                  </a:lnTo>
                  <a:lnTo>
                    <a:pt x="5300066" y="150294"/>
                  </a:lnTo>
                  <a:lnTo>
                    <a:pt x="5228444" y="145575"/>
                  </a:lnTo>
                  <a:lnTo>
                    <a:pt x="5156821" y="140825"/>
                  </a:lnTo>
                  <a:lnTo>
                    <a:pt x="5085199" y="136043"/>
                  </a:lnTo>
                  <a:lnTo>
                    <a:pt x="5013576" y="131230"/>
                  </a:lnTo>
                  <a:lnTo>
                    <a:pt x="4941954" y="126385"/>
                  </a:lnTo>
                  <a:lnTo>
                    <a:pt x="4870331" y="121508"/>
                  </a:lnTo>
                  <a:lnTo>
                    <a:pt x="4798709" y="116598"/>
                  </a:lnTo>
                  <a:lnTo>
                    <a:pt x="4727086" y="111657"/>
                  </a:lnTo>
                  <a:lnTo>
                    <a:pt x="4655464" y="106682"/>
                  </a:lnTo>
                  <a:lnTo>
                    <a:pt x="4583841" y="101675"/>
                  </a:lnTo>
                  <a:lnTo>
                    <a:pt x="4512219" y="96635"/>
                  </a:lnTo>
                  <a:lnTo>
                    <a:pt x="4440596" y="91561"/>
                  </a:lnTo>
                  <a:lnTo>
                    <a:pt x="4368974" y="86454"/>
                  </a:lnTo>
                  <a:lnTo>
                    <a:pt x="4297351" y="81314"/>
                  </a:lnTo>
                  <a:lnTo>
                    <a:pt x="4225729" y="76139"/>
                  </a:lnTo>
                  <a:lnTo>
                    <a:pt x="4154106" y="70930"/>
                  </a:lnTo>
                  <a:lnTo>
                    <a:pt x="4082483" y="65687"/>
                  </a:lnTo>
                  <a:lnTo>
                    <a:pt x="4010861" y="60409"/>
                  </a:lnTo>
                  <a:lnTo>
                    <a:pt x="3939238" y="55096"/>
                  </a:lnTo>
                  <a:lnTo>
                    <a:pt x="3867616" y="49748"/>
                  </a:lnTo>
                  <a:lnTo>
                    <a:pt x="3795993" y="44365"/>
                  </a:lnTo>
                  <a:lnTo>
                    <a:pt x="3724371" y="38946"/>
                  </a:lnTo>
                  <a:lnTo>
                    <a:pt x="3652748" y="33492"/>
                  </a:lnTo>
                  <a:lnTo>
                    <a:pt x="3581126" y="28001"/>
                  </a:lnTo>
                  <a:lnTo>
                    <a:pt x="3509503" y="22474"/>
                  </a:lnTo>
                  <a:lnTo>
                    <a:pt x="3437881" y="16911"/>
                  </a:lnTo>
                  <a:lnTo>
                    <a:pt x="3366258" y="11311"/>
                  </a:lnTo>
                  <a:lnTo>
                    <a:pt x="3294636" y="5674"/>
                  </a:lnTo>
                  <a:lnTo>
                    <a:pt x="3223013" y="0"/>
                  </a:lnTo>
                  <a:lnTo>
                    <a:pt x="3151391" y="2879"/>
                  </a:lnTo>
                  <a:lnTo>
                    <a:pt x="3079768" y="53338"/>
                  </a:lnTo>
                  <a:lnTo>
                    <a:pt x="3008146" y="100844"/>
                  </a:lnTo>
                  <a:lnTo>
                    <a:pt x="2936523" y="145568"/>
                  </a:lnTo>
                  <a:lnTo>
                    <a:pt x="2864901" y="187674"/>
                  </a:lnTo>
                  <a:lnTo>
                    <a:pt x="2793278" y="227315"/>
                  </a:lnTo>
                  <a:lnTo>
                    <a:pt x="2721655" y="264636"/>
                  </a:lnTo>
                  <a:lnTo>
                    <a:pt x="2650033" y="299772"/>
                  </a:lnTo>
                  <a:lnTo>
                    <a:pt x="2578410" y="332850"/>
                  </a:lnTo>
                  <a:lnTo>
                    <a:pt x="2506788" y="363993"/>
                  </a:lnTo>
                  <a:lnTo>
                    <a:pt x="2435165" y="393312"/>
                  </a:lnTo>
                  <a:lnTo>
                    <a:pt x="2363543" y="420914"/>
                  </a:lnTo>
                  <a:lnTo>
                    <a:pt x="2291920" y="446901"/>
                  </a:lnTo>
                  <a:lnTo>
                    <a:pt x="2220298" y="471367"/>
                  </a:lnTo>
                  <a:lnTo>
                    <a:pt x="2148675" y="494400"/>
                  </a:lnTo>
                  <a:lnTo>
                    <a:pt x="2077053" y="516085"/>
                  </a:lnTo>
                  <a:lnTo>
                    <a:pt x="2005430" y="536500"/>
                  </a:lnTo>
                  <a:lnTo>
                    <a:pt x="1933808" y="555720"/>
                  </a:lnTo>
                  <a:lnTo>
                    <a:pt x="1862185" y="573815"/>
                  </a:lnTo>
                  <a:lnTo>
                    <a:pt x="1790563" y="590851"/>
                  </a:lnTo>
                  <a:lnTo>
                    <a:pt x="1718940" y="606889"/>
                  </a:lnTo>
                  <a:lnTo>
                    <a:pt x="1647318" y="621989"/>
                  </a:lnTo>
                  <a:lnTo>
                    <a:pt x="1575695" y="636204"/>
                  </a:lnTo>
                  <a:lnTo>
                    <a:pt x="1504073" y="649588"/>
                  </a:lnTo>
                  <a:lnTo>
                    <a:pt x="1432450" y="662187"/>
                  </a:lnTo>
                  <a:lnTo>
                    <a:pt x="1360827" y="674050"/>
                  </a:lnTo>
                  <a:lnTo>
                    <a:pt x="1289205" y="685217"/>
                  </a:lnTo>
                  <a:lnTo>
                    <a:pt x="1217582" y="695731"/>
                  </a:lnTo>
                  <a:lnTo>
                    <a:pt x="1145960" y="705630"/>
                  </a:lnTo>
                  <a:lnTo>
                    <a:pt x="1074337" y="714949"/>
                  </a:lnTo>
                  <a:lnTo>
                    <a:pt x="1002715" y="723722"/>
                  </a:lnTo>
                  <a:lnTo>
                    <a:pt x="931092" y="731982"/>
                  </a:lnTo>
                  <a:lnTo>
                    <a:pt x="859470" y="739758"/>
                  </a:lnTo>
                  <a:lnTo>
                    <a:pt x="787847" y="747079"/>
                  </a:lnTo>
                  <a:lnTo>
                    <a:pt x="716225" y="753972"/>
                  </a:lnTo>
                  <a:lnTo>
                    <a:pt x="644602" y="760461"/>
                  </a:lnTo>
                  <a:lnTo>
                    <a:pt x="572980" y="766570"/>
                  </a:lnTo>
                  <a:lnTo>
                    <a:pt x="501357" y="772321"/>
                  </a:lnTo>
                  <a:lnTo>
                    <a:pt x="429735" y="777736"/>
                  </a:lnTo>
                  <a:lnTo>
                    <a:pt x="358112" y="782833"/>
                  </a:lnTo>
                  <a:lnTo>
                    <a:pt x="286490" y="787633"/>
                  </a:lnTo>
                  <a:lnTo>
                    <a:pt x="214867" y="792151"/>
                  </a:lnTo>
                  <a:lnTo>
                    <a:pt x="143245" y="796405"/>
                  </a:lnTo>
                  <a:lnTo>
                    <a:pt x="71622" y="800410"/>
                  </a:lnTo>
                  <a:lnTo>
                    <a:pt x="0" y="804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986820" cy="3387095"/>
            </a:xfrm>
            <a:custGeom>
              <a:avLst/>
              <a:pathLst>
                <a:path w="6986820" h="3387095">
                  <a:moveTo>
                    <a:pt x="0" y="3387095"/>
                  </a:moveTo>
                  <a:lnTo>
                    <a:pt x="71622" y="3379862"/>
                  </a:lnTo>
                  <a:lnTo>
                    <a:pt x="143245" y="3372433"/>
                  </a:lnTo>
                  <a:lnTo>
                    <a:pt x="214867" y="3364801"/>
                  </a:lnTo>
                  <a:lnTo>
                    <a:pt x="286490" y="3356961"/>
                  </a:lnTo>
                  <a:lnTo>
                    <a:pt x="358112" y="3348908"/>
                  </a:lnTo>
                  <a:lnTo>
                    <a:pt x="429735" y="3340636"/>
                  </a:lnTo>
                  <a:lnTo>
                    <a:pt x="501357" y="3332138"/>
                  </a:lnTo>
                  <a:lnTo>
                    <a:pt x="572980" y="3323409"/>
                  </a:lnTo>
                  <a:lnTo>
                    <a:pt x="644602" y="3314442"/>
                  </a:lnTo>
                  <a:lnTo>
                    <a:pt x="716225" y="3305231"/>
                  </a:lnTo>
                  <a:lnTo>
                    <a:pt x="787847" y="3295769"/>
                  </a:lnTo>
                  <a:lnTo>
                    <a:pt x="859470" y="3286049"/>
                  </a:lnTo>
                  <a:lnTo>
                    <a:pt x="931092" y="3276065"/>
                  </a:lnTo>
                  <a:lnTo>
                    <a:pt x="1002715" y="3265809"/>
                  </a:lnTo>
                  <a:lnTo>
                    <a:pt x="1074337" y="3255273"/>
                  </a:lnTo>
                  <a:lnTo>
                    <a:pt x="1145960" y="3244450"/>
                  </a:lnTo>
                  <a:lnTo>
                    <a:pt x="1217582" y="3233333"/>
                  </a:lnTo>
                  <a:lnTo>
                    <a:pt x="1289205" y="3221913"/>
                  </a:lnTo>
                  <a:lnTo>
                    <a:pt x="1360827" y="3210181"/>
                  </a:lnTo>
                  <a:lnTo>
                    <a:pt x="1432450" y="3198131"/>
                  </a:lnTo>
                  <a:lnTo>
                    <a:pt x="1504073" y="3185752"/>
                  </a:lnTo>
                  <a:lnTo>
                    <a:pt x="1575695" y="3173036"/>
                  </a:lnTo>
                  <a:lnTo>
                    <a:pt x="1647318" y="3159973"/>
                  </a:lnTo>
                  <a:lnTo>
                    <a:pt x="1718940" y="3146555"/>
                  </a:lnTo>
                  <a:lnTo>
                    <a:pt x="1790563" y="3132771"/>
                  </a:lnTo>
                  <a:lnTo>
                    <a:pt x="1862185" y="3118612"/>
                  </a:lnTo>
                  <a:lnTo>
                    <a:pt x="1933808" y="3104067"/>
                  </a:lnTo>
                  <a:lnTo>
                    <a:pt x="2005430" y="3089127"/>
                  </a:lnTo>
                  <a:lnTo>
                    <a:pt x="2077053" y="3073779"/>
                  </a:lnTo>
                  <a:lnTo>
                    <a:pt x="2148675" y="3058013"/>
                  </a:lnTo>
                  <a:lnTo>
                    <a:pt x="2220298" y="3041818"/>
                  </a:lnTo>
                  <a:lnTo>
                    <a:pt x="2291920" y="3025182"/>
                  </a:lnTo>
                  <a:lnTo>
                    <a:pt x="2363543" y="3008092"/>
                  </a:lnTo>
                  <a:lnTo>
                    <a:pt x="2435165" y="2990538"/>
                  </a:lnTo>
                  <a:lnTo>
                    <a:pt x="2506788" y="2972505"/>
                  </a:lnTo>
                  <a:lnTo>
                    <a:pt x="2578410" y="2953981"/>
                  </a:lnTo>
                  <a:lnTo>
                    <a:pt x="2650033" y="2934952"/>
                  </a:lnTo>
                  <a:lnTo>
                    <a:pt x="2721655" y="2915405"/>
                  </a:lnTo>
                  <a:lnTo>
                    <a:pt x="2793278" y="2895326"/>
                  </a:lnTo>
                  <a:lnTo>
                    <a:pt x="2864901" y="2874700"/>
                  </a:lnTo>
                  <a:lnTo>
                    <a:pt x="2936523" y="2853512"/>
                  </a:lnTo>
                  <a:lnTo>
                    <a:pt x="3008146" y="2831748"/>
                  </a:lnTo>
                  <a:lnTo>
                    <a:pt x="3079768" y="2809390"/>
                  </a:lnTo>
                  <a:lnTo>
                    <a:pt x="3151391" y="2786423"/>
                  </a:lnTo>
                  <a:lnTo>
                    <a:pt x="3223013" y="2762831"/>
                  </a:lnTo>
                  <a:lnTo>
                    <a:pt x="3294636" y="2738597"/>
                  </a:lnTo>
                  <a:lnTo>
                    <a:pt x="3366258" y="2713702"/>
                  </a:lnTo>
                  <a:lnTo>
                    <a:pt x="3437881" y="2688129"/>
                  </a:lnTo>
                  <a:lnTo>
                    <a:pt x="3509503" y="2661860"/>
                  </a:lnTo>
                  <a:lnTo>
                    <a:pt x="3581126" y="2634875"/>
                  </a:lnTo>
                  <a:lnTo>
                    <a:pt x="3652748" y="2607156"/>
                  </a:lnTo>
                  <a:lnTo>
                    <a:pt x="3724371" y="2578681"/>
                  </a:lnTo>
                  <a:lnTo>
                    <a:pt x="3795993" y="2549431"/>
                  </a:lnTo>
                  <a:lnTo>
                    <a:pt x="3867616" y="2519385"/>
                  </a:lnTo>
                  <a:lnTo>
                    <a:pt x="3939238" y="2488519"/>
                  </a:lnTo>
                  <a:lnTo>
                    <a:pt x="4010861" y="2456814"/>
                  </a:lnTo>
                  <a:lnTo>
                    <a:pt x="4082483" y="2424245"/>
                  </a:lnTo>
                  <a:lnTo>
                    <a:pt x="4154106" y="2390788"/>
                  </a:lnTo>
                  <a:lnTo>
                    <a:pt x="4225729" y="2356421"/>
                  </a:lnTo>
                  <a:lnTo>
                    <a:pt x="4297351" y="2321117"/>
                  </a:lnTo>
                  <a:lnTo>
                    <a:pt x="4368974" y="2284852"/>
                  </a:lnTo>
                  <a:lnTo>
                    <a:pt x="4440596" y="2247600"/>
                  </a:lnTo>
                  <a:lnTo>
                    <a:pt x="4512219" y="2209332"/>
                  </a:lnTo>
                  <a:lnTo>
                    <a:pt x="4583841" y="2170023"/>
                  </a:lnTo>
                  <a:lnTo>
                    <a:pt x="4655464" y="2129643"/>
                  </a:lnTo>
                  <a:lnTo>
                    <a:pt x="4727086" y="2088163"/>
                  </a:lnTo>
                  <a:lnTo>
                    <a:pt x="4798709" y="2045553"/>
                  </a:lnTo>
                  <a:lnTo>
                    <a:pt x="4870331" y="2001783"/>
                  </a:lnTo>
                  <a:lnTo>
                    <a:pt x="4941954" y="1956821"/>
                  </a:lnTo>
                  <a:lnTo>
                    <a:pt x="5013576" y="1910634"/>
                  </a:lnTo>
                  <a:lnTo>
                    <a:pt x="5085199" y="1863189"/>
                  </a:lnTo>
                  <a:lnTo>
                    <a:pt x="5156821" y="1814452"/>
                  </a:lnTo>
                  <a:lnTo>
                    <a:pt x="5228444" y="1764388"/>
                  </a:lnTo>
                  <a:lnTo>
                    <a:pt x="5300066" y="1712960"/>
                  </a:lnTo>
                  <a:lnTo>
                    <a:pt x="5371689" y="1660131"/>
                  </a:lnTo>
                  <a:lnTo>
                    <a:pt x="5443311" y="1605864"/>
                  </a:lnTo>
                  <a:lnTo>
                    <a:pt x="5514934" y="1550118"/>
                  </a:lnTo>
                  <a:lnTo>
                    <a:pt x="5586557" y="1492855"/>
                  </a:lnTo>
                  <a:lnTo>
                    <a:pt x="5658179" y="1434032"/>
                  </a:lnTo>
                  <a:lnTo>
                    <a:pt x="5729802" y="1373606"/>
                  </a:lnTo>
                  <a:lnTo>
                    <a:pt x="5801424" y="1311535"/>
                  </a:lnTo>
                  <a:lnTo>
                    <a:pt x="5873047" y="1247773"/>
                  </a:lnTo>
                  <a:lnTo>
                    <a:pt x="5944669" y="1182275"/>
                  </a:lnTo>
                  <a:lnTo>
                    <a:pt x="6016292" y="1114993"/>
                  </a:lnTo>
                  <a:lnTo>
                    <a:pt x="6087914" y="1045878"/>
                  </a:lnTo>
                  <a:lnTo>
                    <a:pt x="6159537" y="974882"/>
                  </a:lnTo>
                  <a:lnTo>
                    <a:pt x="6231159" y="901951"/>
                  </a:lnTo>
                  <a:lnTo>
                    <a:pt x="6302782" y="827034"/>
                  </a:lnTo>
                  <a:lnTo>
                    <a:pt x="6374404" y="750077"/>
                  </a:lnTo>
                  <a:lnTo>
                    <a:pt x="6446027" y="671023"/>
                  </a:lnTo>
                  <a:lnTo>
                    <a:pt x="6517649" y="589817"/>
                  </a:lnTo>
                  <a:lnTo>
                    <a:pt x="6589272" y="506399"/>
                  </a:lnTo>
                  <a:lnTo>
                    <a:pt x="6660894" y="420709"/>
                  </a:lnTo>
                  <a:lnTo>
                    <a:pt x="6732517" y="332685"/>
                  </a:lnTo>
                  <a:lnTo>
                    <a:pt x="6804139" y="242264"/>
                  </a:lnTo>
                  <a:lnTo>
                    <a:pt x="6875762" y="149380"/>
                  </a:lnTo>
                  <a:lnTo>
                    <a:pt x="6947385" y="53966"/>
                  </a:lnTo>
                  <a:lnTo>
                    <a:pt x="698682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2026-10-09T15:12:23Z</dcterms:modified>
  <cp:category/>
</cp:coreProperties>
</file>