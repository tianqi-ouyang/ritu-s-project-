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1436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2446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37501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50533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98018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262630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545073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7827517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4920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679530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09853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294017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07049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121408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403852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686295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g20"/>
            <p:cNvSpPr/>
            <p:nvPr/>
          </p:nvSpPr>
          <p:spPr>
            <a:xfrm>
              <a:off x="1172049" y="1896563"/>
              <a:ext cx="7090630" cy="3584524"/>
            </a:xfrm>
            <a:custGeom>
              <a:avLst/>
              <a:pathLst>
                <a:path w="7090630" h="3584524">
                  <a:moveTo>
                    <a:pt x="0" y="827684"/>
                  </a:moveTo>
                  <a:lnTo>
                    <a:pt x="71622" y="901145"/>
                  </a:lnTo>
                  <a:lnTo>
                    <a:pt x="143245" y="972696"/>
                  </a:lnTo>
                  <a:lnTo>
                    <a:pt x="214867" y="1042386"/>
                  </a:lnTo>
                  <a:lnTo>
                    <a:pt x="286490" y="1110264"/>
                  </a:lnTo>
                  <a:lnTo>
                    <a:pt x="358112" y="1176377"/>
                  </a:lnTo>
                  <a:lnTo>
                    <a:pt x="429735" y="1240771"/>
                  </a:lnTo>
                  <a:lnTo>
                    <a:pt x="501357" y="1303490"/>
                  </a:lnTo>
                  <a:lnTo>
                    <a:pt x="572980" y="1364578"/>
                  </a:lnTo>
                  <a:lnTo>
                    <a:pt x="644602" y="1424078"/>
                  </a:lnTo>
                  <a:lnTo>
                    <a:pt x="716225" y="1482030"/>
                  </a:lnTo>
                  <a:lnTo>
                    <a:pt x="787847" y="1538475"/>
                  </a:lnTo>
                  <a:lnTo>
                    <a:pt x="859470" y="1593453"/>
                  </a:lnTo>
                  <a:lnTo>
                    <a:pt x="931092" y="1647001"/>
                  </a:lnTo>
                  <a:lnTo>
                    <a:pt x="1002715" y="1699156"/>
                  </a:lnTo>
                  <a:lnTo>
                    <a:pt x="1074337" y="1749955"/>
                  </a:lnTo>
                  <a:lnTo>
                    <a:pt x="1145960" y="1799433"/>
                  </a:lnTo>
                  <a:lnTo>
                    <a:pt x="1217582" y="1847625"/>
                  </a:lnTo>
                  <a:lnTo>
                    <a:pt x="1289205" y="1894563"/>
                  </a:lnTo>
                  <a:lnTo>
                    <a:pt x="1360827" y="1940281"/>
                  </a:lnTo>
                  <a:lnTo>
                    <a:pt x="1432450" y="1984809"/>
                  </a:lnTo>
                  <a:lnTo>
                    <a:pt x="1504073" y="2028180"/>
                  </a:lnTo>
                  <a:lnTo>
                    <a:pt x="1575695" y="2070423"/>
                  </a:lnTo>
                  <a:lnTo>
                    <a:pt x="1647318" y="2111568"/>
                  </a:lnTo>
                  <a:lnTo>
                    <a:pt x="1718940" y="2151643"/>
                  </a:lnTo>
                  <a:lnTo>
                    <a:pt x="1790563" y="2190675"/>
                  </a:lnTo>
                  <a:lnTo>
                    <a:pt x="1862185" y="2228693"/>
                  </a:lnTo>
                  <a:lnTo>
                    <a:pt x="1933808" y="2265721"/>
                  </a:lnTo>
                  <a:lnTo>
                    <a:pt x="2005430" y="2301787"/>
                  </a:lnTo>
                  <a:lnTo>
                    <a:pt x="2077053" y="2336915"/>
                  </a:lnTo>
                  <a:lnTo>
                    <a:pt x="2148675" y="2371130"/>
                  </a:lnTo>
                  <a:lnTo>
                    <a:pt x="2220298" y="2404455"/>
                  </a:lnTo>
                  <a:lnTo>
                    <a:pt x="2291920" y="2436913"/>
                  </a:lnTo>
                  <a:lnTo>
                    <a:pt x="2363543" y="2468527"/>
                  </a:lnTo>
                  <a:lnTo>
                    <a:pt x="2435165" y="2499320"/>
                  </a:lnTo>
                  <a:lnTo>
                    <a:pt x="2506788" y="2529311"/>
                  </a:lnTo>
                  <a:lnTo>
                    <a:pt x="2578410" y="2558522"/>
                  </a:lnTo>
                  <a:lnTo>
                    <a:pt x="2650033" y="2586974"/>
                  </a:lnTo>
                  <a:lnTo>
                    <a:pt x="2721655" y="2614686"/>
                  </a:lnTo>
                  <a:lnTo>
                    <a:pt x="2793278" y="2641678"/>
                  </a:lnTo>
                  <a:lnTo>
                    <a:pt x="2864901" y="2667967"/>
                  </a:lnTo>
                  <a:lnTo>
                    <a:pt x="2936523" y="2693573"/>
                  </a:lnTo>
                  <a:lnTo>
                    <a:pt x="3008146" y="2718513"/>
                  </a:lnTo>
                  <a:lnTo>
                    <a:pt x="3079768" y="2742804"/>
                  </a:lnTo>
                  <a:lnTo>
                    <a:pt x="3151391" y="2766464"/>
                  </a:lnTo>
                  <a:lnTo>
                    <a:pt x="3223013" y="2768653"/>
                  </a:lnTo>
                  <a:lnTo>
                    <a:pt x="3294636" y="2716839"/>
                  </a:lnTo>
                  <a:lnTo>
                    <a:pt x="3366258" y="2661989"/>
                  </a:lnTo>
                  <a:lnTo>
                    <a:pt x="3437881" y="2603924"/>
                  </a:lnTo>
                  <a:lnTo>
                    <a:pt x="3509503" y="2542455"/>
                  </a:lnTo>
                  <a:lnTo>
                    <a:pt x="3581126" y="2477383"/>
                  </a:lnTo>
                  <a:lnTo>
                    <a:pt x="3652748" y="2408498"/>
                  </a:lnTo>
                  <a:lnTo>
                    <a:pt x="3724371" y="2335574"/>
                  </a:lnTo>
                  <a:lnTo>
                    <a:pt x="3795993" y="2258377"/>
                  </a:lnTo>
                  <a:lnTo>
                    <a:pt x="3867616" y="2176655"/>
                  </a:lnTo>
                  <a:lnTo>
                    <a:pt x="3939238" y="2090142"/>
                  </a:lnTo>
                  <a:lnTo>
                    <a:pt x="4010861" y="1998559"/>
                  </a:lnTo>
                  <a:lnTo>
                    <a:pt x="4082483" y="1901608"/>
                  </a:lnTo>
                  <a:lnTo>
                    <a:pt x="4154106" y="1798975"/>
                  </a:lnTo>
                  <a:lnTo>
                    <a:pt x="4225729" y="1690325"/>
                  </a:lnTo>
                  <a:lnTo>
                    <a:pt x="4297351" y="1575308"/>
                  </a:lnTo>
                  <a:lnTo>
                    <a:pt x="4368974" y="1453549"/>
                  </a:lnTo>
                  <a:lnTo>
                    <a:pt x="4440596" y="1324653"/>
                  </a:lnTo>
                  <a:lnTo>
                    <a:pt x="4512219" y="1188202"/>
                  </a:lnTo>
                  <a:lnTo>
                    <a:pt x="4583841" y="1043753"/>
                  </a:lnTo>
                  <a:lnTo>
                    <a:pt x="4655464" y="890838"/>
                  </a:lnTo>
                  <a:lnTo>
                    <a:pt x="4727086" y="728960"/>
                  </a:lnTo>
                  <a:lnTo>
                    <a:pt x="4798709" y="557594"/>
                  </a:lnTo>
                  <a:lnTo>
                    <a:pt x="4870331" y="376183"/>
                  </a:lnTo>
                  <a:lnTo>
                    <a:pt x="4941954" y="184140"/>
                  </a:lnTo>
                  <a:lnTo>
                    <a:pt x="5006826" y="0"/>
                  </a:lnTo>
                  <a:lnTo>
                    <a:pt x="7090630" y="0"/>
                  </a:lnTo>
                  <a:lnTo>
                    <a:pt x="7090630" y="3444598"/>
                  </a:lnTo>
                  <a:lnTo>
                    <a:pt x="7019007" y="3439043"/>
                  </a:lnTo>
                  <a:lnTo>
                    <a:pt x="6947385" y="3433341"/>
                  </a:lnTo>
                  <a:lnTo>
                    <a:pt x="6875762" y="3427485"/>
                  </a:lnTo>
                  <a:lnTo>
                    <a:pt x="6804139" y="3421474"/>
                  </a:lnTo>
                  <a:lnTo>
                    <a:pt x="6732517" y="3415302"/>
                  </a:lnTo>
                  <a:lnTo>
                    <a:pt x="6660894" y="3408965"/>
                  </a:lnTo>
                  <a:lnTo>
                    <a:pt x="6589272" y="3402460"/>
                  </a:lnTo>
                  <a:lnTo>
                    <a:pt x="6517649" y="3395780"/>
                  </a:lnTo>
                  <a:lnTo>
                    <a:pt x="6446027" y="3388922"/>
                  </a:lnTo>
                  <a:lnTo>
                    <a:pt x="6374404" y="3381881"/>
                  </a:lnTo>
                  <a:lnTo>
                    <a:pt x="6302782" y="3374652"/>
                  </a:lnTo>
                  <a:lnTo>
                    <a:pt x="6231159" y="3367230"/>
                  </a:lnTo>
                  <a:lnTo>
                    <a:pt x="6159537" y="3359610"/>
                  </a:lnTo>
                  <a:lnTo>
                    <a:pt x="6087914" y="3351787"/>
                  </a:lnTo>
                  <a:lnTo>
                    <a:pt x="6016292" y="3343754"/>
                  </a:lnTo>
                  <a:lnTo>
                    <a:pt x="5944669" y="3335507"/>
                  </a:lnTo>
                  <a:lnTo>
                    <a:pt x="5873047" y="3327040"/>
                  </a:lnTo>
                  <a:lnTo>
                    <a:pt x="5801424" y="3318347"/>
                  </a:lnTo>
                  <a:lnTo>
                    <a:pt x="5729802" y="3309422"/>
                  </a:lnTo>
                  <a:lnTo>
                    <a:pt x="5658179" y="3300258"/>
                  </a:lnTo>
                  <a:lnTo>
                    <a:pt x="5586557" y="3290850"/>
                  </a:lnTo>
                  <a:lnTo>
                    <a:pt x="5514934" y="3281191"/>
                  </a:lnTo>
                  <a:lnTo>
                    <a:pt x="5443311" y="3271273"/>
                  </a:lnTo>
                  <a:lnTo>
                    <a:pt x="5371689" y="3261091"/>
                  </a:lnTo>
                  <a:lnTo>
                    <a:pt x="5300066" y="3250637"/>
                  </a:lnTo>
                  <a:lnTo>
                    <a:pt x="5228444" y="3239904"/>
                  </a:lnTo>
                  <a:lnTo>
                    <a:pt x="5156821" y="3228885"/>
                  </a:lnTo>
                  <a:lnTo>
                    <a:pt x="5085199" y="3217571"/>
                  </a:lnTo>
                  <a:lnTo>
                    <a:pt x="5013576" y="3205955"/>
                  </a:lnTo>
                  <a:lnTo>
                    <a:pt x="4941954" y="3194029"/>
                  </a:lnTo>
                  <a:lnTo>
                    <a:pt x="4870331" y="3181785"/>
                  </a:lnTo>
                  <a:lnTo>
                    <a:pt x="4798709" y="3169214"/>
                  </a:lnTo>
                  <a:lnTo>
                    <a:pt x="4727086" y="3156307"/>
                  </a:lnTo>
                  <a:lnTo>
                    <a:pt x="4655464" y="3143055"/>
                  </a:lnTo>
                  <a:lnTo>
                    <a:pt x="4583841" y="3129450"/>
                  </a:lnTo>
                  <a:lnTo>
                    <a:pt x="4512219" y="3115482"/>
                  </a:lnTo>
                  <a:lnTo>
                    <a:pt x="4440596" y="3101140"/>
                  </a:lnTo>
                  <a:lnTo>
                    <a:pt x="4368974" y="3086416"/>
                  </a:lnTo>
                  <a:lnTo>
                    <a:pt x="4297351" y="3071298"/>
                  </a:lnTo>
                  <a:lnTo>
                    <a:pt x="4225729" y="3055777"/>
                  </a:lnTo>
                  <a:lnTo>
                    <a:pt x="4154106" y="3039842"/>
                  </a:lnTo>
                  <a:lnTo>
                    <a:pt x="4082483" y="3023481"/>
                  </a:lnTo>
                  <a:lnTo>
                    <a:pt x="4010861" y="3006683"/>
                  </a:lnTo>
                  <a:lnTo>
                    <a:pt x="3939238" y="2989437"/>
                  </a:lnTo>
                  <a:lnTo>
                    <a:pt x="3867616" y="2971730"/>
                  </a:lnTo>
                  <a:lnTo>
                    <a:pt x="3795993" y="2953551"/>
                  </a:lnTo>
                  <a:lnTo>
                    <a:pt x="3724371" y="2934886"/>
                  </a:lnTo>
                  <a:lnTo>
                    <a:pt x="3652748" y="2915723"/>
                  </a:lnTo>
                  <a:lnTo>
                    <a:pt x="3581126" y="2896048"/>
                  </a:lnTo>
                  <a:lnTo>
                    <a:pt x="3509503" y="2875848"/>
                  </a:lnTo>
                  <a:lnTo>
                    <a:pt x="3437881" y="2855108"/>
                  </a:lnTo>
                  <a:lnTo>
                    <a:pt x="3366258" y="2833815"/>
                  </a:lnTo>
                  <a:lnTo>
                    <a:pt x="3294636" y="2811954"/>
                  </a:lnTo>
                  <a:lnTo>
                    <a:pt x="3223013" y="2789509"/>
                  </a:lnTo>
                  <a:lnTo>
                    <a:pt x="3151391" y="2817598"/>
                  </a:lnTo>
                  <a:lnTo>
                    <a:pt x="3079768" y="2863832"/>
                  </a:lnTo>
                  <a:lnTo>
                    <a:pt x="3008146" y="2907507"/>
                  </a:lnTo>
                  <a:lnTo>
                    <a:pt x="2936523" y="2948764"/>
                  </a:lnTo>
                  <a:lnTo>
                    <a:pt x="2864901" y="2987736"/>
                  </a:lnTo>
                  <a:lnTo>
                    <a:pt x="2793278" y="3024550"/>
                  </a:lnTo>
                  <a:lnTo>
                    <a:pt x="2721655" y="3059326"/>
                  </a:lnTo>
                  <a:lnTo>
                    <a:pt x="2650033" y="3092177"/>
                  </a:lnTo>
                  <a:lnTo>
                    <a:pt x="2578410" y="3123209"/>
                  </a:lnTo>
                  <a:lnTo>
                    <a:pt x="2506788" y="3152523"/>
                  </a:lnTo>
                  <a:lnTo>
                    <a:pt x="2435165" y="3180213"/>
                  </a:lnTo>
                  <a:lnTo>
                    <a:pt x="2363543" y="3206371"/>
                  </a:lnTo>
                  <a:lnTo>
                    <a:pt x="2291920" y="3231080"/>
                  </a:lnTo>
                  <a:lnTo>
                    <a:pt x="2220298" y="3254421"/>
                  </a:lnTo>
                  <a:lnTo>
                    <a:pt x="2148675" y="3276470"/>
                  </a:lnTo>
                  <a:lnTo>
                    <a:pt x="2077053" y="3297297"/>
                  </a:lnTo>
                  <a:lnTo>
                    <a:pt x="2005430" y="3316972"/>
                  </a:lnTo>
                  <a:lnTo>
                    <a:pt x="1933808" y="3335558"/>
                  </a:lnTo>
                  <a:lnTo>
                    <a:pt x="1862185" y="3353114"/>
                  </a:lnTo>
                  <a:lnTo>
                    <a:pt x="1790563" y="3369698"/>
                  </a:lnTo>
                  <a:lnTo>
                    <a:pt x="1718940" y="3385364"/>
                  </a:lnTo>
                  <a:lnTo>
                    <a:pt x="1647318" y="3400163"/>
                  </a:lnTo>
                  <a:lnTo>
                    <a:pt x="1575695" y="3414142"/>
                  </a:lnTo>
                  <a:lnTo>
                    <a:pt x="1504073" y="3427348"/>
                  </a:lnTo>
                  <a:lnTo>
                    <a:pt x="1432450" y="3439822"/>
                  </a:lnTo>
                  <a:lnTo>
                    <a:pt x="1360827" y="3451605"/>
                  </a:lnTo>
                  <a:lnTo>
                    <a:pt x="1289205" y="3462736"/>
                  </a:lnTo>
                  <a:lnTo>
                    <a:pt x="1217582" y="3473251"/>
                  </a:lnTo>
                  <a:lnTo>
                    <a:pt x="1145960" y="3483184"/>
                  </a:lnTo>
                  <a:lnTo>
                    <a:pt x="1074337" y="3492566"/>
                  </a:lnTo>
                  <a:lnTo>
                    <a:pt x="1002715" y="3501429"/>
                  </a:lnTo>
                  <a:lnTo>
                    <a:pt x="931092" y="3509802"/>
                  </a:lnTo>
                  <a:lnTo>
                    <a:pt x="859470" y="3517710"/>
                  </a:lnTo>
                  <a:lnTo>
                    <a:pt x="787847" y="3525181"/>
                  </a:lnTo>
                  <a:lnTo>
                    <a:pt x="716225" y="3532239"/>
                  </a:lnTo>
                  <a:lnTo>
                    <a:pt x="644602" y="3538905"/>
                  </a:lnTo>
                  <a:lnTo>
                    <a:pt x="572980" y="3545203"/>
                  </a:lnTo>
                  <a:lnTo>
                    <a:pt x="501357" y="3551151"/>
                  </a:lnTo>
                  <a:lnTo>
                    <a:pt x="429735" y="3556771"/>
                  </a:lnTo>
                  <a:lnTo>
                    <a:pt x="358112" y="3562079"/>
                  </a:lnTo>
                  <a:lnTo>
                    <a:pt x="286490" y="3567093"/>
                  </a:lnTo>
                  <a:lnTo>
                    <a:pt x="214867" y="3571830"/>
                  </a:lnTo>
                  <a:lnTo>
                    <a:pt x="143245" y="3576305"/>
                  </a:lnTo>
                  <a:lnTo>
                    <a:pt x="71622" y="3580531"/>
                  </a:lnTo>
                  <a:lnTo>
                    <a:pt x="0" y="3584524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1172049" y="1896563"/>
              <a:ext cx="5006826" cy="2768653"/>
            </a:xfrm>
            <a:custGeom>
              <a:avLst/>
              <a:pathLst>
                <a:path w="5006826" h="2768653">
                  <a:moveTo>
                    <a:pt x="0" y="827684"/>
                  </a:moveTo>
                  <a:lnTo>
                    <a:pt x="71622" y="901145"/>
                  </a:lnTo>
                  <a:lnTo>
                    <a:pt x="143245" y="972696"/>
                  </a:lnTo>
                  <a:lnTo>
                    <a:pt x="214867" y="1042386"/>
                  </a:lnTo>
                  <a:lnTo>
                    <a:pt x="286490" y="1110264"/>
                  </a:lnTo>
                  <a:lnTo>
                    <a:pt x="358112" y="1176377"/>
                  </a:lnTo>
                  <a:lnTo>
                    <a:pt x="429735" y="1240771"/>
                  </a:lnTo>
                  <a:lnTo>
                    <a:pt x="501357" y="1303490"/>
                  </a:lnTo>
                  <a:lnTo>
                    <a:pt x="572980" y="1364578"/>
                  </a:lnTo>
                  <a:lnTo>
                    <a:pt x="644602" y="1424078"/>
                  </a:lnTo>
                  <a:lnTo>
                    <a:pt x="716225" y="1482030"/>
                  </a:lnTo>
                  <a:lnTo>
                    <a:pt x="787847" y="1538475"/>
                  </a:lnTo>
                  <a:lnTo>
                    <a:pt x="859470" y="1593453"/>
                  </a:lnTo>
                  <a:lnTo>
                    <a:pt x="931092" y="1647001"/>
                  </a:lnTo>
                  <a:lnTo>
                    <a:pt x="1002715" y="1699156"/>
                  </a:lnTo>
                  <a:lnTo>
                    <a:pt x="1074337" y="1749955"/>
                  </a:lnTo>
                  <a:lnTo>
                    <a:pt x="1145960" y="1799433"/>
                  </a:lnTo>
                  <a:lnTo>
                    <a:pt x="1217582" y="1847625"/>
                  </a:lnTo>
                  <a:lnTo>
                    <a:pt x="1289205" y="1894563"/>
                  </a:lnTo>
                  <a:lnTo>
                    <a:pt x="1360827" y="1940281"/>
                  </a:lnTo>
                  <a:lnTo>
                    <a:pt x="1432450" y="1984809"/>
                  </a:lnTo>
                  <a:lnTo>
                    <a:pt x="1504073" y="2028180"/>
                  </a:lnTo>
                  <a:lnTo>
                    <a:pt x="1575695" y="2070423"/>
                  </a:lnTo>
                  <a:lnTo>
                    <a:pt x="1647318" y="2111568"/>
                  </a:lnTo>
                  <a:lnTo>
                    <a:pt x="1718940" y="2151643"/>
                  </a:lnTo>
                  <a:lnTo>
                    <a:pt x="1790563" y="2190675"/>
                  </a:lnTo>
                  <a:lnTo>
                    <a:pt x="1862185" y="2228693"/>
                  </a:lnTo>
                  <a:lnTo>
                    <a:pt x="1933808" y="2265721"/>
                  </a:lnTo>
                  <a:lnTo>
                    <a:pt x="2005430" y="2301787"/>
                  </a:lnTo>
                  <a:lnTo>
                    <a:pt x="2077053" y="2336915"/>
                  </a:lnTo>
                  <a:lnTo>
                    <a:pt x="2148675" y="2371130"/>
                  </a:lnTo>
                  <a:lnTo>
                    <a:pt x="2220298" y="2404455"/>
                  </a:lnTo>
                  <a:lnTo>
                    <a:pt x="2291920" y="2436913"/>
                  </a:lnTo>
                  <a:lnTo>
                    <a:pt x="2363543" y="2468527"/>
                  </a:lnTo>
                  <a:lnTo>
                    <a:pt x="2435165" y="2499320"/>
                  </a:lnTo>
                  <a:lnTo>
                    <a:pt x="2506788" y="2529311"/>
                  </a:lnTo>
                  <a:lnTo>
                    <a:pt x="2578410" y="2558522"/>
                  </a:lnTo>
                  <a:lnTo>
                    <a:pt x="2650033" y="2586974"/>
                  </a:lnTo>
                  <a:lnTo>
                    <a:pt x="2721655" y="2614686"/>
                  </a:lnTo>
                  <a:lnTo>
                    <a:pt x="2793278" y="2641678"/>
                  </a:lnTo>
                  <a:lnTo>
                    <a:pt x="2864901" y="2667967"/>
                  </a:lnTo>
                  <a:lnTo>
                    <a:pt x="2936523" y="2693573"/>
                  </a:lnTo>
                  <a:lnTo>
                    <a:pt x="3008146" y="2718513"/>
                  </a:lnTo>
                  <a:lnTo>
                    <a:pt x="3079768" y="2742804"/>
                  </a:lnTo>
                  <a:lnTo>
                    <a:pt x="3151391" y="2766464"/>
                  </a:lnTo>
                  <a:lnTo>
                    <a:pt x="3223013" y="2768653"/>
                  </a:lnTo>
                  <a:lnTo>
                    <a:pt x="3294636" y="2716839"/>
                  </a:lnTo>
                  <a:lnTo>
                    <a:pt x="3366258" y="2661989"/>
                  </a:lnTo>
                  <a:lnTo>
                    <a:pt x="3437881" y="2603924"/>
                  </a:lnTo>
                  <a:lnTo>
                    <a:pt x="3509503" y="2542455"/>
                  </a:lnTo>
                  <a:lnTo>
                    <a:pt x="3581126" y="2477383"/>
                  </a:lnTo>
                  <a:lnTo>
                    <a:pt x="3652748" y="2408498"/>
                  </a:lnTo>
                  <a:lnTo>
                    <a:pt x="3724371" y="2335574"/>
                  </a:lnTo>
                  <a:lnTo>
                    <a:pt x="3795993" y="2258377"/>
                  </a:lnTo>
                  <a:lnTo>
                    <a:pt x="3867616" y="2176655"/>
                  </a:lnTo>
                  <a:lnTo>
                    <a:pt x="3939238" y="2090142"/>
                  </a:lnTo>
                  <a:lnTo>
                    <a:pt x="4010861" y="1998559"/>
                  </a:lnTo>
                  <a:lnTo>
                    <a:pt x="4082483" y="1901608"/>
                  </a:lnTo>
                  <a:lnTo>
                    <a:pt x="4154106" y="1798975"/>
                  </a:lnTo>
                  <a:lnTo>
                    <a:pt x="4225729" y="1690325"/>
                  </a:lnTo>
                  <a:lnTo>
                    <a:pt x="4297351" y="1575308"/>
                  </a:lnTo>
                  <a:lnTo>
                    <a:pt x="4368974" y="1453549"/>
                  </a:lnTo>
                  <a:lnTo>
                    <a:pt x="4440596" y="1324653"/>
                  </a:lnTo>
                  <a:lnTo>
                    <a:pt x="4512219" y="1188202"/>
                  </a:lnTo>
                  <a:lnTo>
                    <a:pt x="4583841" y="1043753"/>
                  </a:lnTo>
                  <a:lnTo>
                    <a:pt x="4655464" y="890838"/>
                  </a:lnTo>
                  <a:lnTo>
                    <a:pt x="4727086" y="728960"/>
                  </a:lnTo>
                  <a:lnTo>
                    <a:pt x="4798709" y="557594"/>
                  </a:lnTo>
                  <a:lnTo>
                    <a:pt x="4870331" y="376183"/>
                  </a:lnTo>
                  <a:lnTo>
                    <a:pt x="4941954" y="184140"/>
                  </a:lnTo>
                  <a:lnTo>
                    <a:pt x="5006826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172049" y="4686072"/>
              <a:ext cx="7090630" cy="795015"/>
            </a:xfrm>
            <a:custGeom>
              <a:avLst/>
              <a:pathLst>
                <a:path w="7090630" h="795015">
                  <a:moveTo>
                    <a:pt x="7090630" y="655089"/>
                  </a:moveTo>
                  <a:lnTo>
                    <a:pt x="7019007" y="649534"/>
                  </a:lnTo>
                  <a:lnTo>
                    <a:pt x="6947385" y="643831"/>
                  </a:lnTo>
                  <a:lnTo>
                    <a:pt x="6875762" y="637976"/>
                  </a:lnTo>
                  <a:lnTo>
                    <a:pt x="6804139" y="631965"/>
                  </a:lnTo>
                  <a:lnTo>
                    <a:pt x="6732517" y="625793"/>
                  </a:lnTo>
                  <a:lnTo>
                    <a:pt x="6660894" y="619456"/>
                  </a:lnTo>
                  <a:lnTo>
                    <a:pt x="6589272" y="612950"/>
                  </a:lnTo>
                  <a:lnTo>
                    <a:pt x="6517649" y="606271"/>
                  </a:lnTo>
                  <a:lnTo>
                    <a:pt x="6446027" y="599413"/>
                  </a:lnTo>
                  <a:lnTo>
                    <a:pt x="6374404" y="592372"/>
                  </a:lnTo>
                  <a:lnTo>
                    <a:pt x="6302782" y="585143"/>
                  </a:lnTo>
                  <a:lnTo>
                    <a:pt x="6231159" y="577721"/>
                  </a:lnTo>
                  <a:lnTo>
                    <a:pt x="6159537" y="570101"/>
                  </a:lnTo>
                  <a:lnTo>
                    <a:pt x="6087914" y="562277"/>
                  </a:lnTo>
                  <a:lnTo>
                    <a:pt x="6016292" y="554245"/>
                  </a:lnTo>
                  <a:lnTo>
                    <a:pt x="5944669" y="545998"/>
                  </a:lnTo>
                  <a:lnTo>
                    <a:pt x="5873047" y="537531"/>
                  </a:lnTo>
                  <a:lnTo>
                    <a:pt x="5801424" y="528838"/>
                  </a:lnTo>
                  <a:lnTo>
                    <a:pt x="5729802" y="519913"/>
                  </a:lnTo>
                  <a:lnTo>
                    <a:pt x="5658179" y="510749"/>
                  </a:lnTo>
                  <a:lnTo>
                    <a:pt x="5586557" y="501341"/>
                  </a:lnTo>
                  <a:lnTo>
                    <a:pt x="5514934" y="491681"/>
                  </a:lnTo>
                  <a:lnTo>
                    <a:pt x="5443311" y="481764"/>
                  </a:lnTo>
                  <a:lnTo>
                    <a:pt x="5371689" y="471582"/>
                  </a:lnTo>
                  <a:lnTo>
                    <a:pt x="5300066" y="461128"/>
                  </a:lnTo>
                  <a:lnTo>
                    <a:pt x="5228444" y="450395"/>
                  </a:lnTo>
                  <a:lnTo>
                    <a:pt x="5156821" y="439376"/>
                  </a:lnTo>
                  <a:lnTo>
                    <a:pt x="5085199" y="428062"/>
                  </a:lnTo>
                  <a:lnTo>
                    <a:pt x="5013576" y="416446"/>
                  </a:lnTo>
                  <a:lnTo>
                    <a:pt x="4941954" y="404520"/>
                  </a:lnTo>
                  <a:lnTo>
                    <a:pt x="4870331" y="392276"/>
                  </a:lnTo>
                  <a:lnTo>
                    <a:pt x="4798709" y="379705"/>
                  </a:lnTo>
                  <a:lnTo>
                    <a:pt x="4727086" y="366798"/>
                  </a:lnTo>
                  <a:lnTo>
                    <a:pt x="4655464" y="353546"/>
                  </a:lnTo>
                  <a:lnTo>
                    <a:pt x="4583841" y="339941"/>
                  </a:lnTo>
                  <a:lnTo>
                    <a:pt x="4512219" y="325972"/>
                  </a:lnTo>
                  <a:lnTo>
                    <a:pt x="4440596" y="311631"/>
                  </a:lnTo>
                  <a:lnTo>
                    <a:pt x="4368974" y="296907"/>
                  </a:lnTo>
                  <a:lnTo>
                    <a:pt x="4297351" y="281789"/>
                  </a:lnTo>
                  <a:lnTo>
                    <a:pt x="4225729" y="266268"/>
                  </a:lnTo>
                  <a:lnTo>
                    <a:pt x="4154106" y="250332"/>
                  </a:lnTo>
                  <a:lnTo>
                    <a:pt x="4082483" y="233972"/>
                  </a:lnTo>
                  <a:lnTo>
                    <a:pt x="4010861" y="217174"/>
                  </a:lnTo>
                  <a:lnTo>
                    <a:pt x="3939238" y="199928"/>
                  </a:lnTo>
                  <a:lnTo>
                    <a:pt x="3867616" y="182221"/>
                  </a:lnTo>
                  <a:lnTo>
                    <a:pt x="3795993" y="164041"/>
                  </a:lnTo>
                  <a:lnTo>
                    <a:pt x="3724371" y="145377"/>
                  </a:lnTo>
                  <a:lnTo>
                    <a:pt x="3652748" y="126213"/>
                  </a:lnTo>
                  <a:lnTo>
                    <a:pt x="3581126" y="106539"/>
                  </a:lnTo>
                  <a:lnTo>
                    <a:pt x="3509503" y="86339"/>
                  </a:lnTo>
                  <a:lnTo>
                    <a:pt x="3437881" y="65599"/>
                  </a:lnTo>
                  <a:lnTo>
                    <a:pt x="3366258" y="44306"/>
                  </a:lnTo>
                  <a:lnTo>
                    <a:pt x="3294636" y="22445"/>
                  </a:lnTo>
                  <a:lnTo>
                    <a:pt x="3223013" y="0"/>
                  </a:lnTo>
                  <a:lnTo>
                    <a:pt x="3151391" y="28088"/>
                  </a:lnTo>
                  <a:lnTo>
                    <a:pt x="3079768" y="74323"/>
                  </a:lnTo>
                  <a:lnTo>
                    <a:pt x="3008146" y="117998"/>
                  </a:lnTo>
                  <a:lnTo>
                    <a:pt x="2936523" y="159254"/>
                  </a:lnTo>
                  <a:lnTo>
                    <a:pt x="2864901" y="198227"/>
                  </a:lnTo>
                  <a:lnTo>
                    <a:pt x="2793278" y="235041"/>
                  </a:lnTo>
                  <a:lnTo>
                    <a:pt x="2721655" y="269817"/>
                  </a:lnTo>
                  <a:lnTo>
                    <a:pt x="2650033" y="302668"/>
                  </a:lnTo>
                  <a:lnTo>
                    <a:pt x="2578410" y="333700"/>
                  </a:lnTo>
                  <a:lnTo>
                    <a:pt x="2506788" y="363013"/>
                  </a:lnTo>
                  <a:lnTo>
                    <a:pt x="2435165" y="390704"/>
                  </a:lnTo>
                  <a:lnTo>
                    <a:pt x="2363543" y="416861"/>
                  </a:lnTo>
                  <a:lnTo>
                    <a:pt x="2291920" y="441571"/>
                  </a:lnTo>
                  <a:lnTo>
                    <a:pt x="2220298" y="464912"/>
                  </a:lnTo>
                  <a:lnTo>
                    <a:pt x="2148675" y="486960"/>
                  </a:lnTo>
                  <a:lnTo>
                    <a:pt x="2077053" y="507788"/>
                  </a:lnTo>
                  <a:lnTo>
                    <a:pt x="2005430" y="527463"/>
                  </a:lnTo>
                  <a:lnTo>
                    <a:pt x="1933808" y="546048"/>
                  </a:lnTo>
                  <a:lnTo>
                    <a:pt x="1862185" y="563605"/>
                  </a:lnTo>
                  <a:lnTo>
                    <a:pt x="1790563" y="580189"/>
                  </a:lnTo>
                  <a:lnTo>
                    <a:pt x="1718940" y="595855"/>
                  </a:lnTo>
                  <a:lnTo>
                    <a:pt x="1647318" y="610654"/>
                  </a:lnTo>
                  <a:lnTo>
                    <a:pt x="1575695" y="624633"/>
                  </a:lnTo>
                  <a:lnTo>
                    <a:pt x="1504073" y="637838"/>
                  </a:lnTo>
                  <a:lnTo>
                    <a:pt x="1432450" y="650313"/>
                  </a:lnTo>
                  <a:lnTo>
                    <a:pt x="1360827" y="662096"/>
                  </a:lnTo>
                  <a:lnTo>
                    <a:pt x="1289205" y="673227"/>
                  </a:lnTo>
                  <a:lnTo>
                    <a:pt x="1217582" y="683742"/>
                  </a:lnTo>
                  <a:lnTo>
                    <a:pt x="1145960" y="693674"/>
                  </a:lnTo>
                  <a:lnTo>
                    <a:pt x="1074337" y="703057"/>
                  </a:lnTo>
                  <a:lnTo>
                    <a:pt x="1002715" y="711920"/>
                  </a:lnTo>
                  <a:lnTo>
                    <a:pt x="931092" y="720293"/>
                  </a:lnTo>
                  <a:lnTo>
                    <a:pt x="859470" y="728201"/>
                  </a:lnTo>
                  <a:lnTo>
                    <a:pt x="787847" y="735672"/>
                  </a:lnTo>
                  <a:lnTo>
                    <a:pt x="716225" y="742730"/>
                  </a:lnTo>
                  <a:lnTo>
                    <a:pt x="644602" y="749396"/>
                  </a:lnTo>
                  <a:lnTo>
                    <a:pt x="572980" y="755694"/>
                  </a:lnTo>
                  <a:lnTo>
                    <a:pt x="501357" y="761642"/>
                  </a:lnTo>
                  <a:lnTo>
                    <a:pt x="429735" y="767262"/>
                  </a:lnTo>
                  <a:lnTo>
                    <a:pt x="358112" y="772570"/>
                  </a:lnTo>
                  <a:lnTo>
                    <a:pt x="286490" y="777584"/>
                  </a:lnTo>
                  <a:lnTo>
                    <a:pt x="214867" y="782321"/>
                  </a:lnTo>
                  <a:lnTo>
                    <a:pt x="143245" y="786795"/>
                  </a:lnTo>
                  <a:lnTo>
                    <a:pt x="71622" y="791022"/>
                  </a:lnTo>
                  <a:lnTo>
                    <a:pt x="0" y="795015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172049" y="3552983"/>
              <a:ext cx="7090630" cy="1557550"/>
            </a:xfrm>
            <a:custGeom>
              <a:avLst/>
              <a:pathLst>
                <a:path w="7090630" h="1557550">
                  <a:moveTo>
                    <a:pt x="0" y="1557550"/>
                  </a:moveTo>
                  <a:lnTo>
                    <a:pt x="71622" y="1550784"/>
                  </a:lnTo>
                  <a:lnTo>
                    <a:pt x="143245" y="1543914"/>
                  </a:lnTo>
                  <a:lnTo>
                    <a:pt x="214867" y="1536938"/>
                  </a:lnTo>
                  <a:lnTo>
                    <a:pt x="286490" y="1529854"/>
                  </a:lnTo>
                  <a:lnTo>
                    <a:pt x="358112" y="1522661"/>
                  </a:lnTo>
                  <a:lnTo>
                    <a:pt x="429735" y="1515357"/>
                  </a:lnTo>
                  <a:lnTo>
                    <a:pt x="501357" y="1507941"/>
                  </a:lnTo>
                  <a:lnTo>
                    <a:pt x="572980" y="1500410"/>
                  </a:lnTo>
                  <a:lnTo>
                    <a:pt x="644602" y="1492763"/>
                  </a:lnTo>
                  <a:lnTo>
                    <a:pt x="716225" y="1484998"/>
                  </a:lnTo>
                  <a:lnTo>
                    <a:pt x="787847" y="1477113"/>
                  </a:lnTo>
                  <a:lnTo>
                    <a:pt x="859470" y="1469106"/>
                  </a:lnTo>
                  <a:lnTo>
                    <a:pt x="931092" y="1460976"/>
                  </a:lnTo>
                  <a:lnTo>
                    <a:pt x="1002715" y="1452721"/>
                  </a:lnTo>
                  <a:lnTo>
                    <a:pt x="1074337" y="1444339"/>
                  </a:lnTo>
                  <a:lnTo>
                    <a:pt x="1145960" y="1435827"/>
                  </a:lnTo>
                  <a:lnTo>
                    <a:pt x="1217582" y="1427183"/>
                  </a:lnTo>
                  <a:lnTo>
                    <a:pt x="1289205" y="1418407"/>
                  </a:lnTo>
                  <a:lnTo>
                    <a:pt x="1360827" y="1409495"/>
                  </a:lnTo>
                  <a:lnTo>
                    <a:pt x="1432450" y="1400446"/>
                  </a:lnTo>
                  <a:lnTo>
                    <a:pt x="1504073" y="1391257"/>
                  </a:lnTo>
                  <a:lnTo>
                    <a:pt x="1575695" y="1381926"/>
                  </a:lnTo>
                  <a:lnTo>
                    <a:pt x="1647318" y="1372452"/>
                  </a:lnTo>
                  <a:lnTo>
                    <a:pt x="1718940" y="1362831"/>
                  </a:lnTo>
                  <a:lnTo>
                    <a:pt x="1790563" y="1353062"/>
                  </a:lnTo>
                  <a:lnTo>
                    <a:pt x="1862185" y="1343142"/>
                  </a:lnTo>
                  <a:lnTo>
                    <a:pt x="1933808" y="1333070"/>
                  </a:lnTo>
                  <a:lnTo>
                    <a:pt x="2005430" y="1322841"/>
                  </a:lnTo>
                  <a:lnTo>
                    <a:pt x="2077053" y="1312456"/>
                  </a:lnTo>
                  <a:lnTo>
                    <a:pt x="2148675" y="1301910"/>
                  </a:lnTo>
                  <a:lnTo>
                    <a:pt x="2220298" y="1291201"/>
                  </a:lnTo>
                  <a:lnTo>
                    <a:pt x="2291920" y="1280327"/>
                  </a:lnTo>
                  <a:lnTo>
                    <a:pt x="2363543" y="1269286"/>
                  </a:lnTo>
                  <a:lnTo>
                    <a:pt x="2435165" y="1258074"/>
                  </a:lnTo>
                  <a:lnTo>
                    <a:pt x="2506788" y="1246689"/>
                  </a:lnTo>
                  <a:lnTo>
                    <a:pt x="2578410" y="1235129"/>
                  </a:lnTo>
                  <a:lnTo>
                    <a:pt x="2650033" y="1223390"/>
                  </a:lnTo>
                  <a:lnTo>
                    <a:pt x="2721655" y="1211470"/>
                  </a:lnTo>
                  <a:lnTo>
                    <a:pt x="2793278" y="1199367"/>
                  </a:lnTo>
                  <a:lnTo>
                    <a:pt x="2864901" y="1187077"/>
                  </a:lnTo>
                  <a:lnTo>
                    <a:pt x="2936523" y="1174597"/>
                  </a:lnTo>
                  <a:lnTo>
                    <a:pt x="3008146" y="1161925"/>
                  </a:lnTo>
                  <a:lnTo>
                    <a:pt x="3079768" y="1149057"/>
                  </a:lnTo>
                  <a:lnTo>
                    <a:pt x="3151391" y="1135991"/>
                  </a:lnTo>
                  <a:lnTo>
                    <a:pt x="3223013" y="1122723"/>
                  </a:lnTo>
                  <a:lnTo>
                    <a:pt x="3294636" y="1109251"/>
                  </a:lnTo>
                  <a:lnTo>
                    <a:pt x="3366258" y="1095571"/>
                  </a:lnTo>
                  <a:lnTo>
                    <a:pt x="3437881" y="1081680"/>
                  </a:lnTo>
                  <a:lnTo>
                    <a:pt x="3509503" y="1067574"/>
                  </a:lnTo>
                  <a:lnTo>
                    <a:pt x="3581126" y="1053251"/>
                  </a:lnTo>
                  <a:lnTo>
                    <a:pt x="3652748" y="1038708"/>
                  </a:lnTo>
                  <a:lnTo>
                    <a:pt x="3724371" y="1023939"/>
                  </a:lnTo>
                  <a:lnTo>
                    <a:pt x="3795993" y="1008944"/>
                  </a:lnTo>
                  <a:lnTo>
                    <a:pt x="3867616" y="993716"/>
                  </a:lnTo>
                  <a:lnTo>
                    <a:pt x="3939238" y="978254"/>
                  </a:lnTo>
                  <a:lnTo>
                    <a:pt x="4010861" y="962554"/>
                  </a:lnTo>
                  <a:lnTo>
                    <a:pt x="4082483" y="946611"/>
                  </a:lnTo>
                  <a:lnTo>
                    <a:pt x="4154106" y="930423"/>
                  </a:lnTo>
                  <a:lnTo>
                    <a:pt x="4225729" y="913984"/>
                  </a:lnTo>
                  <a:lnTo>
                    <a:pt x="4297351" y="897293"/>
                  </a:lnTo>
                  <a:lnTo>
                    <a:pt x="4368974" y="880343"/>
                  </a:lnTo>
                  <a:lnTo>
                    <a:pt x="4440596" y="863133"/>
                  </a:lnTo>
                  <a:lnTo>
                    <a:pt x="4512219" y="845657"/>
                  </a:lnTo>
                  <a:lnTo>
                    <a:pt x="4583841" y="827911"/>
                  </a:lnTo>
                  <a:lnTo>
                    <a:pt x="4655464" y="809892"/>
                  </a:lnTo>
                  <a:lnTo>
                    <a:pt x="4727086" y="791595"/>
                  </a:lnTo>
                  <a:lnTo>
                    <a:pt x="4798709" y="773015"/>
                  </a:lnTo>
                  <a:lnTo>
                    <a:pt x="4870331" y="754149"/>
                  </a:lnTo>
                  <a:lnTo>
                    <a:pt x="4941954" y="734992"/>
                  </a:lnTo>
                  <a:lnTo>
                    <a:pt x="5013576" y="715540"/>
                  </a:lnTo>
                  <a:lnTo>
                    <a:pt x="5085199" y="695787"/>
                  </a:lnTo>
                  <a:lnTo>
                    <a:pt x="5156821" y="675730"/>
                  </a:lnTo>
                  <a:lnTo>
                    <a:pt x="5228444" y="655364"/>
                  </a:lnTo>
                  <a:lnTo>
                    <a:pt x="5300066" y="634683"/>
                  </a:lnTo>
                  <a:lnTo>
                    <a:pt x="5371689" y="613684"/>
                  </a:lnTo>
                  <a:lnTo>
                    <a:pt x="5443311" y="592360"/>
                  </a:lnTo>
                  <a:lnTo>
                    <a:pt x="5514934" y="570708"/>
                  </a:lnTo>
                  <a:lnTo>
                    <a:pt x="5586557" y="548722"/>
                  </a:lnTo>
                  <a:lnTo>
                    <a:pt x="5658179" y="526396"/>
                  </a:lnTo>
                  <a:lnTo>
                    <a:pt x="5729802" y="503727"/>
                  </a:lnTo>
                  <a:lnTo>
                    <a:pt x="5801424" y="480707"/>
                  </a:lnTo>
                  <a:lnTo>
                    <a:pt x="5873047" y="457333"/>
                  </a:lnTo>
                  <a:lnTo>
                    <a:pt x="5944669" y="433598"/>
                  </a:lnTo>
                  <a:lnTo>
                    <a:pt x="6016292" y="409497"/>
                  </a:lnTo>
                  <a:lnTo>
                    <a:pt x="6087914" y="385025"/>
                  </a:lnTo>
                  <a:lnTo>
                    <a:pt x="6159537" y="360175"/>
                  </a:lnTo>
                  <a:lnTo>
                    <a:pt x="6231159" y="334941"/>
                  </a:lnTo>
                  <a:lnTo>
                    <a:pt x="6302782" y="309319"/>
                  </a:lnTo>
                  <a:lnTo>
                    <a:pt x="6374404" y="283301"/>
                  </a:lnTo>
                  <a:lnTo>
                    <a:pt x="6446027" y="256882"/>
                  </a:lnTo>
                  <a:lnTo>
                    <a:pt x="6517649" y="230055"/>
                  </a:lnTo>
                  <a:lnTo>
                    <a:pt x="6589272" y="202815"/>
                  </a:lnTo>
                  <a:lnTo>
                    <a:pt x="6660894" y="175155"/>
                  </a:lnTo>
                  <a:lnTo>
                    <a:pt x="6732517" y="147068"/>
                  </a:lnTo>
                  <a:lnTo>
                    <a:pt x="6804139" y="118547"/>
                  </a:lnTo>
                  <a:lnTo>
                    <a:pt x="6875762" y="89587"/>
                  </a:lnTo>
                  <a:lnTo>
                    <a:pt x="6947385" y="60181"/>
                  </a:lnTo>
                  <a:lnTo>
                    <a:pt x="7019007" y="30320"/>
                  </a:lnTo>
                  <a:lnTo>
                    <a:pt x="7090630" y="0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817517" y="4679530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437453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6" name="tx26"/>
            <p:cNvSpPr/>
            <p:nvPr/>
          </p:nvSpPr>
          <p:spPr>
            <a:xfrm>
              <a:off x="692708" y="5509156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7" name="tx27"/>
            <p:cNvSpPr/>
            <p:nvPr/>
          </p:nvSpPr>
          <p:spPr>
            <a:xfrm>
              <a:off x="692708" y="463947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376980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290012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203044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2009531" y="5785772"/>
              <a:ext cx="223753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-100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4372762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593026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3987536" y="5925448"/>
              <a:ext cx="145965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Dose Discrepancy (mg)</a:t>
              </a:r>
            </a:p>
          </p:txBody>
        </p:sp>
        <p:sp>
          <p:nvSpPr>
            <p:cNvPr id="35" name="tx35"/>
            <p:cNvSpPr/>
            <p:nvPr/>
          </p:nvSpPr>
          <p:spPr>
            <a:xfrm rot="-5400000">
              <a:off x="68446" y="375974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817517" y="1669789"/>
              <a:ext cx="2661269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AKI (KDIGO) (Carboplatin AUC ≥ 3)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2026-08-19T20:19:16Z</dcterms:modified>
  <cp:category/>
</cp:coreProperties>
</file>