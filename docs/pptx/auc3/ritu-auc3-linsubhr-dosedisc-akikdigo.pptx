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8073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6079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54085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91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2076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0082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8088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1896563"/>
              <a:ext cx="7090630" cy="3582480"/>
            </a:xfrm>
            <a:custGeom>
              <a:avLst/>
              <a:pathLst>
                <a:path w="7090630" h="3582480">
                  <a:moveTo>
                    <a:pt x="0" y="866046"/>
                  </a:moveTo>
                  <a:lnTo>
                    <a:pt x="71622" y="938584"/>
                  </a:lnTo>
                  <a:lnTo>
                    <a:pt x="143245" y="1009234"/>
                  </a:lnTo>
                  <a:lnTo>
                    <a:pt x="214867" y="1078045"/>
                  </a:lnTo>
                  <a:lnTo>
                    <a:pt x="286490" y="1145065"/>
                  </a:lnTo>
                  <a:lnTo>
                    <a:pt x="358112" y="1210341"/>
                  </a:lnTo>
                  <a:lnTo>
                    <a:pt x="429735" y="1273917"/>
                  </a:lnTo>
                  <a:lnTo>
                    <a:pt x="501357" y="1335838"/>
                  </a:lnTo>
                  <a:lnTo>
                    <a:pt x="572980" y="1396147"/>
                  </a:lnTo>
                  <a:lnTo>
                    <a:pt x="644602" y="1454887"/>
                  </a:lnTo>
                  <a:lnTo>
                    <a:pt x="716225" y="1512097"/>
                  </a:lnTo>
                  <a:lnTo>
                    <a:pt x="787847" y="1567818"/>
                  </a:lnTo>
                  <a:lnTo>
                    <a:pt x="859470" y="1622088"/>
                  </a:lnTo>
                  <a:lnTo>
                    <a:pt x="931092" y="1674946"/>
                  </a:lnTo>
                  <a:lnTo>
                    <a:pt x="1002715" y="1726428"/>
                  </a:lnTo>
                  <a:lnTo>
                    <a:pt x="1074337" y="1776570"/>
                  </a:lnTo>
                  <a:lnTo>
                    <a:pt x="1145960" y="1825406"/>
                  </a:lnTo>
                  <a:lnTo>
                    <a:pt x="1217582" y="1872971"/>
                  </a:lnTo>
                  <a:lnTo>
                    <a:pt x="1289205" y="1919298"/>
                  </a:lnTo>
                  <a:lnTo>
                    <a:pt x="1360827" y="1964420"/>
                  </a:lnTo>
                  <a:lnTo>
                    <a:pt x="1432450" y="2008366"/>
                  </a:lnTo>
                  <a:lnTo>
                    <a:pt x="1504073" y="2051169"/>
                  </a:lnTo>
                  <a:lnTo>
                    <a:pt x="1575695" y="2092857"/>
                  </a:lnTo>
                  <a:lnTo>
                    <a:pt x="1647318" y="2133460"/>
                  </a:lnTo>
                  <a:lnTo>
                    <a:pt x="1718940" y="2173006"/>
                  </a:lnTo>
                  <a:lnTo>
                    <a:pt x="1790563" y="2211523"/>
                  </a:lnTo>
                  <a:lnTo>
                    <a:pt x="1862185" y="2249037"/>
                  </a:lnTo>
                  <a:lnTo>
                    <a:pt x="1933808" y="2285575"/>
                  </a:lnTo>
                  <a:lnTo>
                    <a:pt x="2005430" y="2321161"/>
                  </a:lnTo>
                  <a:lnTo>
                    <a:pt x="2077053" y="2355821"/>
                  </a:lnTo>
                  <a:lnTo>
                    <a:pt x="2148675" y="2389579"/>
                  </a:lnTo>
                  <a:lnTo>
                    <a:pt x="2220298" y="2422458"/>
                  </a:lnTo>
                  <a:lnTo>
                    <a:pt x="2291920" y="2454481"/>
                  </a:lnTo>
                  <a:lnTo>
                    <a:pt x="2363543" y="2485671"/>
                  </a:lnTo>
                  <a:lnTo>
                    <a:pt x="2435165" y="2516049"/>
                  </a:lnTo>
                  <a:lnTo>
                    <a:pt x="2506788" y="2545636"/>
                  </a:lnTo>
                  <a:lnTo>
                    <a:pt x="2578410" y="2574452"/>
                  </a:lnTo>
                  <a:lnTo>
                    <a:pt x="2650033" y="2602519"/>
                  </a:lnTo>
                  <a:lnTo>
                    <a:pt x="2721655" y="2629855"/>
                  </a:lnTo>
                  <a:lnTo>
                    <a:pt x="2793278" y="2656479"/>
                  </a:lnTo>
                  <a:lnTo>
                    <a:pt x="2864901" y="2682411"/>
                  </a:lnTo>
                  <a:lnTo>
                    <a:pt x="2936523" y="2707667"/>
                  </a:lnTo>
                  <a:lnTo>
                    <a:pt x="3008146" y="2732266"/>
                  </a:lnTo>
                  <a:lnTo>
                    <a:pt x="3079768" y="2756225"/>
                  </a:lnTo>
                  <a:lnTo>
                    <a:pt x="3151391" y="2779559"/>
                  </a:lnTo>
                  <a:lnTo>
                    <a:pt x="3223013" y="2739686"/>
                  </a:lnTo>
                  <a:lnTo>
                    <a:pt x="3294636" y="2686117"/>
                  </a:lnTo>
                  <a:lnTo>
                    <a:pt x="3366258" y="2629405"/>
                  </a:lnTo>
                  <a:lnTo>
                    <a:pt x="3437881" y="2569365"/>
                  </a:lnTo>
                  <a:lnTo>
                    <a:pt x="3509503" y="2505802"/>
                  </a:lnTo>
                  <a:lnTo>
                    <a:pt x="3581126" y="2438510"/>
                  </a:lnTo>
                  <a:lnTo>
                    <a:pt x="3652748" y="2367269"/>
                  </a:lnTo>
                  <a:lnTo>
                    <a:pt x="3724371" y="2291848"/>
                  </a:lnTo>
                  <a:lnTo>
                    <a:pt x="3795993" y="2212002"/>
                  </a:lnTo>
                  <a:lnTo>
                    <a:pt x="3867616" y="2127471"/>
                  </a:lnTo>
                  <a:lnTo>
                    <a:pt x="3939238" y="2037979"/>
                  </a:lnTo>
                  <a:lnTo>
                    <a:pt x="4010861" y="1943237"/>
                  </a:lnTo>
                  <a:lnTo>
                    <a:pt x="4082483" y="1842935"/>
                  </a:lnTo>
                  <a:lnTo>
                    <a:pt x="4154106" y="1736748"/>
                  </a:lnTo>
                  <a:lnTo>
                    <a:pt x="4225729" y="1624331"/>
                  </a:lnTo>
                  <a:lnTo>
                    <a:pt x="4297351" y="1505317"/>
                  </a:lnTo>
                  <a:lnTo>
                    <a:pt x="4368974" y="1379320"/>
                  </a:lnTo>
                  <a:lnTo>
                    <a:pt x="4440596" y="1245930"/>
                  </a:lnTo>
                  <a:lnTo>
                    <a:pt x="4512219" y="1104713"/>
                  </a:lnTo>
                  <a:lnTo>
                    <a:pt x="4583841" y="955210"/>
                  </a:lnTo>
                  <a:lnTo>
                    <a:pt x="4655464" y="796935"/>
                  </a:lnTo>
                  <a:lnTo>
                    <a:pt x="4727086" y="629373"/>
                  </a:lnTo>
                  <a:lnTo>
                    <a:pt x="4798709" y="451979"/>
                  </a:lnTo>
                  <a:lnTo>
                    <a:pt x="4870331" y="264176"/>
                  </a:lnTo>
                  <a:lnTo>
                    <a:pt x="4941954" y="65353"/>
                  </a:lnTo>
                  <a:lnTo>
                    <a:pt x="4964192" y="0"/>
                  </a:lnTo>
                  <a:lnTo>
                    <a:pt x="7090630" y="0"/>
                  </a:lnTo>
                  <a:lnTo>
                    <a:pt x="7090630" y="3447983"/>
                  </a:lnTo>
                  <a:lnTo>
                    <a:pt x="7019007" y="3442513"/>
                  </a:lnTo>
                  <a:lnTo>
                    <a:pt x="6947385" y="3436897"/>
                  </a:lnTo>
                  <a:lnTo>
                    <a:pt x="6875762" y="3431131"/>
                  </a:lnTo>
                  <a:lnTo>
                    <a:pt x="6804139" y="3425211"/>
                  </a:lnTo>
                  <a:lnTo>
                    <a:pt x="6732517" y="3419132"/>
                  </a:lnTo>
                  <a:lnTo>
                    <a:pt x="6660894" y="3412891"/>
                  </a:lnTo>
                  <a:lnTo>
                    <a:pt x="6589272" y="3406483"/>
                  </a:lnTo>
                  <a:lnTo>
                    <a:pt x="6517649" y="3399904"/>
                  </a:lnTo>
                  <a:lnTo>
                    <a:pt x="6446027" y="3393149"/>
                  </a:lnTo>
                  <a:lnTo>
                    <a:pt x="6374404" y="3386214"/>
                  </a:lnTo>
                  <a:lnTo>
                    <a:pt x="6302782" y="3379093"/>
                  </a:lnTo>
                  <a:lnTo>
                    <a:pt x="6231159" y="3371782"/>
                  </a:lnTo>
                  <a:lnTo>
                    <a:pt x="6159537" y="3364275"/>
                  </a:lnTo>
                  <a:lnTo>
                    <a:pt x="6087914" y="3356568"/>
                  </a:lnTo>
                  <a:lnTo>
                    <a:pt x="6016292" y="3348655"/>
                  </a:lnTo>
                  <a:lnTo>
                    <a:pt x="5944669" y="3340530"/>
                  </a:lnTo>
                  <a:lnTo>
                    <a:pt x="5873047" y="3332188"/>
                  </a:lnTo>
                  <a:lnTo>
                    <a:pt x="5801424" y="3323623"/>
                  </a:lnTo>
                  <a:lnTo>
                    <a:pt x="5729802" y="3314830"/>
                  </a:lnTo>
                  <a:lnTo>
                    <a:pt x="5658179" y="3305801"/>
                  </a:lnTo>
                  <a:lnTo>
                    <a:pt x="5586557" y="3296531"/>
                  </a:lnTo>
                  <a:lnTo>
                    <a:pt x="5514934" y="3287013"/>
                  </a:lnTo>
                  <a:lnTo>
                    <a:pt x="5443311" y="3277241"/>
                  </a:lnTo>
                  <a:lnTo>
                    <a:pt x="5371689" y="3267207"/>
                  </a:lnTo>
                  <a:lnTo>
                    <a:pt x="5300066" y="3256906"/>
                  </a:lnTo>
                  <a:lnTo>
                    <a:pt x="5228444" y="3246329"/>
                  </a:lnTo>
                  <a:lnTo>
                    <a:pt x="5156821" y="3235469"/>
                  </a:lnTo>
                  <a:lnTo>
                    <a:pt x="5085199" y="3224320"/>
                  </a:lnTo>
                  <a:lnTo>
                    <a:pt x="5013576" y="3212872"/>
                  </a:lnTo>
                  <a:lnTo>
                    <a:pt x="4941954" y="3201118"/>
                  </a:lnTo>
                  <a:lnTo>
                    <a:pt x="4870331" y="3189050"/>
                  </a:lnTo>
                  <a:lnTo>
                    <a:pt x="4798709" y="3176660"/>
                  </a:lnTo>
                  <a:lnTo>
                    <a:pt x="4727086" y="3163938"/>
                  </a:lnTo>
                  <a:lnTo>
                    <a:pt x="4655464" y="3150877"/>
                  </a:lnTo>
                  <a:lnTo>
                    <a:pt x="4583841" y="3137466"/>
                  </a:lnTo>
                  <a:lnTo>
                    <a:pt x="4512219" y="3123697"/>
                  </a:lnTo>
                  <a:lnTo>
                    <a:pt x="4440596" y="3109560"/>
                  </a:lnTo>
                  <a:lnTo>
                    <a:pt x="4368974" y="3095045"/>
                  </a:lnTo>
                  <a:lnTo>
                    <a:pt x="4297351" y="3080142"/>
                  </a:lnTo>
                  <a:lnTo>
                    <a:pt x="4225729" y="3064841"/>
                  </a:lnTo>
                  <a:lnTo>
                    <a:pt x="4154106" y="3049130"/>
                  </a:lnTo>
                  <a:lnTo>
                    <a:pt x="4082483" y="3033000"/>
                  </a:lnTo>
                  <a:lnTo>
                    <a:pt x="4010861" y="3016439"/>
                  </a:lnTo>
                  <a:lnTo>
                    <a:pt x="3939238" y="2999435"/>
                  </a:lnTo>
                  <a:lnTo>
                    <a:pt x="3867616" y="2981977"/>
                  </a:lnTo>
                  <a:lnTo>
                    <a:pt x="3795993" y="2964052"/>
                  </a:lnTo>
                  <a:lnTo>
                    <a:pt x="3724371" y="2945648"/>
                  </a:lnTo>
                  <a:lnTo>
                    <a:pt x="3652748" y="2926753"/>
                  </a:lnTo>
                  <a:lnTo>
                    <a:pt x="3581126" y="2907352"/>
                  </a:lnTo>
                  <a:lnTo>
                    <a:pt x="3509503" y="2887432"/>
                  </a:lnTo>
                  <a:lnTo>
                    <a:pt x="3437881" y="2866981"/>
                  </a:lnTo>
                  <a:lnTo>
                    <a:pt x="3366258" y="2845982"/>
                  </a:lnTo>
                  <a:lnTo>
                    <a:pt x="3294636" y="2824423"/>
                  </a:lnTo>
                  <a:lnTo>
                    <a:pt x="3223013" y="2802287"/>
                  </a:lnTo>
                  <a:lnTo>
                    <a:pt x="3151391" y="2790286"/>
                  </a:lnTo>
                  <a:lnTo>
                    <a:pt x="3079768" y="2838081"/>
                  </a:lnTo>
                  <a:lnTo>
                    <a:pt x="3008146" y="2883227"/>
                  </a:lnTo>
                  <a:lnTo>
                    <a:pt x="2936523" y="2925872"/>
                  </a:lnTo>
                  <a:lnTo>
                    <a:pt x="2864901" y="2966152"/>
                  </a:lnTo>
                  <a:lnTo>
                    <a:pt x="2793278" y="3004201"/>
                  </a:lnTo>
                  <a:lnTo>
                    <a:pt x="2721655" y="3040140"/>
                  </a:lnTo>
                  <a:lnTo>
                    <a:pt x="2650033" y="3074087"/>
                  </a:lnTo>
                  <a:lnTo>
                    <a:pt x="2578410" y="3106153"/>
                  </a:lnTo>
                  <a:lnTo>
                    <a:pt x="2506788" y="3136442"/>
                  </a:lnTo>
                  <a:lnTo>
                    <a:pt x="2435165" y="3165052"/>
                  </a:lnTo>
                  <a:lnTo>
                    <a:pt x="2363543" y="3192076"/>
                  </a:lnTo>
                  <a:lnTo>
                    <a:pt x="2291920" y="3217603"/>
                  </a:lnTo>
                  <a:lnTo>
                    <a:pt x="2220298" y="3241715"/>
                  </a:lnTo>
                  <a:lnTo>
                    <a:pt x="2148675" y="3264490"/>
                  </a:lnTo>
                  <a:lnTo>
                    <a:pt x="2077053" y="3286003"/>
                  </a:lnTo>
                  <a:lnTo>
                    <a:pt x="2005430" y="3306324"/>
                  </a:lnTo>
                  <a:lnTo>
                    <a:pt x="1933808" y="3325518"/>
                  </a:lnTo>
                  <a:lnTo>
                    <a:pt x="1862185" y="3343649"/>
                  </a:lnTo>
                  <a:lnTo>
                    <a:pt x="1790563" y="3360775"/>
                  </a:lnTo>
                  <a:lnTo>
                    <a:pt x="1718940" y="3376951"/>
                  </a:lnTo>
                  <a:lnTo>
                    <a:pt x="1647318" y="3392231"/>
                  </a:lnTo>
                  <a:lnTo>
                    <a:pt x="1575695" y="3406664"/>
                  </a:lnTo>
                  <a:lnTo>
                    <a:pt x="1504073" y="3420298"/>
                  </a:lnTo>
                  <a:lnTo>
                    <a:pt x="1432450" y="3433175"/>
                  </a:lnTo>
                  <a:lnTo>
                    <a:pt x="1360827" y="3445339"/>
                  </a:lnTo>
                  <a:lnTo>
                    <a:pt x="1289205" y="3456829"/>
                  </a:lnTo>
                  <a:lnTo>
                    <a:pt x="1217582" y="3467681"/>
                  </a:lnTo>
                  <a:lnTo>
                    <a:pt x="1145960" y="3477933"/>
                  </a:lnTo>
                  <a:lnTo>
                    <a:pt x="1074337" y="3487616"/>
                  </a:lnTo>
                  <a:lnTo>
                    <a:pt x="1002715" y="3496763"/>
                  </a:lnTo>
                  <a:lnTo>
                    <a:pt x="931092" y="3505402"/>
                  </a:lnTo>
                  <a:lnTo>
                    <a:pt x="859470" y="3513563"/>
                  </a:lnTo>
                  <a:lnTo>
                    <a:pt x="787847" y="3521271"/>
                  </a:lnTo>
                  <a:lnTo>
                    <a:pt x="716225" y="3528552"/>
                  </a:lnTo>
                  <a:lnTo>
                    <a:pt x="644602" y="3535430"/>
                  </a:lnTo>
                  <a:lnTo>
                    <a:pt x="572980" y="3541926"/>
                  </a:lnTo>
                  <a:lnTo>
                    <a:pt x="501357" y="3548063"/>
                  </a:lnTo>
                  <a:lnTo>
                    <a:pt x="429735" y="3553859"/>
                  </a:lnTo>
                  <a:lnTo>
                    <a:pt x="358112" y="3559334"/>
                  </a:lnTo>
                  <a:lnTo>
                    <a:pt x="286490" y="3564506"/>
                  </a:lnTo>
                  <a:lnTo>
                    <a:pt x="214867" y="3569391"/>
                  </a:lnTo>
                  <a:lnTo>
                    <a:pt x="143245" y="3574005"/>
                  </a:lnTo>
                  <a:lnTo>
                    <a:pt x="71622" y="3578363"/>
                  </a:lnTo>
                  <a:lnTo>
                    <a:pt x="0" y="358248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1896563"/>
              <a:ext cx="4964192" cy="2779559"/>
            </a:xfrm>
            <a:custGeom>
              <a:avLst/>
              <a:pathLst>
                <a:path w="4964192" h="2779559">
                  <a:moveTo>
                    <a:pt x="0" y="866046"/>
                  </a:moveTo>
                  <a:lnTo>
                    <a:pt x="71622" y="938584"/>
                  </a:lnTo>
                  <a:lnTo>
                    <a:pt x="143245" y="1009234"/>
                  </a:lnTo>
                  <a:lnTo>
                    <a:pt x="214867" y="1078045"/>
                  </a:lnTo>
                  <a:lnTo>
                    <a:pt x="286490" y="1145065"/>
                  </a:lnTo>
                  <a:lnTo>
                    <a:pt x="358112" y="1210341"/>
                  </a:lnTo>
                  <a:lnTo>
                    <a:pt x="429735" y="1273917"/>
                  </a:lnTo>
                  <a:lnTo>
                    <a:pt x="501357" y="1335838"/>
                  </a:lnTo>
                  <a:lnTo>
                    <a:pt x="572980" y="1396147"/>
                  </a:lnTo>
                  <a:lnTo>
                    <a:pt x="644602" y="1454887"/>
                  </a:lnTo>
                  <a:lnTo>
                    <a:pt x="716225" y="1512097"/>
                  </a:lnTo>
                  <a:lnTo>
                    <a:pt x="787847" y="1567818"/>
                  </a:lnTo>
                  <a:lnTo>
                    <a:pt x="859470" y="1622088"/>
                  </a:lnTo>
                  <a:lnTo>
                    <a:pt x="931092" y="1674946"/>
                  </a:lnTo>
                  <a:lnTo>
                    <a:pt x="1002715" y="1726428"/>
                  </a:lnTo>
                  <a:lnTo>
                    <a:pt x="1074337" y="1776570"/>
                  </a:lnTo>
                  <a:lnTo>
                    <a:pt x="1145960" y="1825406"/>
                  </a:lnTo>
                  <a:lnTo>
                    <a:pt x="1217582" y="1872971"/>
                  </a:lnTo>
                  <a:lnTo>
                    <a:pt x="1289205" y="1919298"/>
                  </a:lnTo>
                  <a:lnTo>
                    <a:pt x="1360827" y="1964420"/>
                  </a:lnTo>
                  <a:lnTo>
                    <a:pt x="1432450" y="2008366"/>
                  </a:lnTo>
                  <a:lnTo>
                    <a:pt x="1504073" y="2051169"/>
                  </a:lnTo>
                  <a:lnTo>
                    <a:pt x="1575695" y="2092857"/>
                  </a:lnTo>
                  <a:lnTo>
                    <a:pt x="1647318" y="2133460"/>
                  </a:lnTo>
                  <a:lnTo>
                    <a:pt x="1718940" y="2173006"/>
                  </a:lnTo>
                  <a:lnTo>
                    <a:pt x="1790563" y="2211523"/>
                  </a:lnTo>
                  <a:lnTo>
                    <a:pt x="1862185" y="2249037"/>
                  </a:lnTo>
                  <a:lnTo>
                    <a:pt x="1933808" y="2285575"/>
                  </a:lnTo>
                  <a:lnTo>
                    <a:pt x="2005430" y="2321161"/>
                  </a:lnTo>
                  <a:lnTo>
                    <a:pt x="2077053" y="2355821"/>
                  </a:lnTo>
                  <a:lnTo>
                    <a:pt x="2148675" y="2389579"/>
                  </a:lnTo>
                  <a:lnTo>
                    <a:pt x="2220298" y="2422458"/>
                  </a:lnTo>
                  <a:lnTo>
                    <a:pt x="2291920" y="2454481"/>
                  </a:lnTo>
                  <a:lnTo>
                    <a:pt x="2363543" y="2485671"/>
                  </a:lnTo>
                  <a:lnTo>
                    <a:pt x="2435165" y="2516049"/>
                  </a:lnTo>
                  <a:lnTo>
                    <a:pt x="2506788" y="2545636"/>
                  </a:lnTo>
                  <a:lnTo>
                    <a:pt x="2578410" y="2574452"/>
                  </a:lnTo>
                  <a:lnTo>
                    <a:pt x="2650033" y="2602519"/>
                  </a:lnTo>
                  <a:lnTo>
                    <a:pt x="2721655" y="2629855"/>
                  </a:lnTo>
                  <a:lnTo>
                    <a:pt x="2793278" y="2656479"/>
                  </a:lnTo>
                  <a:lnTo>
                    <a:pt x="2864901" y="2682411"/>
                  </a:lnTo>
                  <a:lnTo>
                    <a:pt x="2936523" y="2707667"/>
                  </a:lnTo>
                  <a:lnTo>
                    <a:pt x="3008146" y="2732266"/>
                  </a:lnTo>
                  <a:lnTo>
                    <a:pt x="3079768" y="2756225"/>
                  </a:lnTo>
                  <a:lnTo>
                    <a:pt x="3151391" y="2779559"/>
                  </a:lnTo>
                  <a:lnTo>
                    <a:pt x="3223013" y="2739686"/>
                  </a:lnTo>
                  <a:lnTo>
                    <a:pt x="3294636" y="2686117"/>
                  </a:lnTo>
                  <a:lnTo>
                    <a:pt x="3366258" y="2629405"/>
                  </a:lnTo>
                  <a:lnTo>
                    <a:pt x="3437881" y="2569365"/>
                  </a:lnTo>
                  <a:lnTo>
                    <a:pt x="3509503" y="2505802"/>
                  </a:lnTo>
                  <a:lnTo>
                    <a:pt x="3581126" y="2438510"/>
                  </a:lnTo>
                  <a:lnTo>
                    <a:pt x="3652748" y="2367269"/>
                  </a:lnTo>
                  <a:lnTo>
                    <a:pt x="3724371" y="2291848"/>
                  </a:lnTo>
                  <a:lnTo>
                    <a:pt x="3795993" y="2212002"/>
                  </a:lnTo>
                  <a:lnTo>
                    <a:pt x="3867616" y="2127471"/>
                  </a:lnTo>
                  <a:lnTo>
                    <a:pt x="3939238" y="2037979"/>
                  </a:lnTo>
                  <a:lnTo>
                    <a:pt x="4010861" y="1943237"/>
                  </a:lnTo>
                  <a:lnTo>
                    <a:pt x="4082483" y="1842935"/>
                  </a:lnTo>
                  <a:lnTo>
                    <a:pt x="4154106" y="1736748"/>
                  </a:lnTo>
                  <a:lnTo>
                    <a:pt x="4225729" y="1624331"/>
                  </a:lnTo>
                  <a:lnTo>
                    <a:pt x="4297351" y="1505317"/>
                  </a:lnTo>
                  <a:lnTo>
                    <a:pt x="4368974" y="1379320"/>
                  </a:lnTo>
                  <a:lnTo>
                    <a:pt x="4440596" y="1245930"/>
                  </a:lnTo>
                  <a:lnTo>
                    <a:pt x="4512219" y="1104713"/>
                  </a:lnTo>
                  <a:lnTo>
                    <a:pt x="4583841" y="955210"/>
                  </a:lnTo>
                  <a:lnTo>
                    <a:pt x="4655464" y="796935"/>
                  </a:lnTo>
                  <a:lnTo>
                    <a:pt x="4727086" y="629373"/>
                  </a:lnTo>
                  <a:lnTo>
                    <a:pt x="4798709" y="451979"/>
                  </a:lnTo>
                  <a:lnTo>
                    <a:pt x="4870331" y="264176"/>
                  </a:lnTo>
                  <a:lnTo>
                    <a:pt x="4941954" y="65353"/>
                  </a:lnTo>
                  <a:lnTo>
                    <a:pt x="49641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686849"/>
              <a:ext cx="7090630" cy="792194"/>
            </a:xfrm>
            <a:custGeom>
              <a:avLst/>
              <a:pathLst>
                <a:path w="7090630" h="792194">
                  <a:moveTo>
                    <a:pt x="7090630" y="657697"/>
                  </a:moveTo>
                  <a:lnTo>
                    <a:pt x="7019007" y="652227"/>
                  </a:lnTo>
                  <a:lnTo>
                    <a:pt x="6947385" y="646611"/>
                  </a:lnTo>
                  <a:lnTo>
                    <a:pt x="6875762" y="640845"/>
                  </a:lnTo>
                  <a:lnTo>
                    <a:pt x="6804139" y="634924"/>
                  </a:lnTo>
                  <a:lnTo>
                    <a:pt x="6732517" y="628846"/>
                  </a:lnTo>
                  <a:lnTo>
                    <a:pt x="6660894" y="622605"/>
                  </a:lnTo>
                  <a:lnTo>
                    <a:pt x="6589272" y="616197"/>
                  </a:lnTo>
                  <a:lnTo>
                    <a:pt x="6517649" y="609618"/>
                  </a:lnTo>
                  <a:lnTo>
                    <a:pt x="6446027" y="602863"/>
                  </a:lnTo>
                  <a:lnTo>
                    <a:pt x="6374404" y="595927"/>
                  </a:lnTo>
                  <a:lnTo>
                    <a:pt x="6302782" y="588807"/>
                  </a:lnTo>
                  <a:lnTo>
                    <a:pt x="6231159" y="581495"/>
                  </a:lnTo>
                  <a:lnTo>
                    <a:pt x="6159537" y="573989"/>
                  </a:lnTo>
                  <a:lnTo>
                    <a:pt x="6087914" y="566282"/>
                  </a:lnTo>
                  <a:lnTo>
                    <a:pt x="6016292" y="558368"/>
                  </a:lnTo>
                  <a:lnTo>
                    <a:pt x="5944669" y="550244"/>
                  </a:lnTo>
                  <a:lnTo>
                    <a:pt x="5873047" y="541902"/>
                  </a:lnTo>
                  <a:lnTo>
                    <a:pt x="5801424" y="533337"/>
                  </a:lnTo>
                  <a:lnTo>
                    <a:pt x="5729802" y="524543"/>
                  </a:lnTo>
                  <a:lnTo>
                    <a:pt x="5658179" y="515515"/>
                  </a:lnTo>
                  <a:lnTo>
                    <a:pt x="5586557" y="506245"/>
                  </a:lnTo>
                  <a:lnTo>
                    <a:pt x="5514934" y="496727"/>
                  </a:lnTo>
                  <a:lnTo>
                    <a:pt x="5443311" y="486955"/>
                  </a:lnTo>
                  <a:lnTo>
                    <a:pt x="5371689" y="476921"/>
                  </a:lnTo>
                  <a:lnTo>
                    <a:pt x="5300066" y="466620"/>
                  </a:lnTo>
                  <a:lnTo>
                    <a:pt x="5228444" y="456043"/>
                  </a:lnTo>
                  <a:lnTo>
                    <a:pt x="5156821" y="445183"/>
                  </a:lnTo>
                  <a:lnTo>
                    <a:pt x="5085199" y="434034"/>
                  </a:lnTo>
                  <a:lnTo>
                    <a:pt x="5013576" y="422586"/>
                  </a:lnTo>
                  <a:lnTo>
                    <a:pt x="4941954" y="410832"/>
                  </a:lnTo>
                  <a:lnTo>
                    <a:pt x="4870331" y="398764"/>
                  </a:lnTo>
                  <a:lnTo>
                    <a:pt x="4798709" y="386374"/>
                  </a:lnTo>
                  <a:lnTo>
                    <a:pt x="4727086" y="373652"/>
                  </a:lnTo>
                  <a:lnTo>
                    <a:pt x="4655464" y="360591"/>
                  </a:lnTo>
                  <a:lnTo>
                    <a:pt x="4583841" y="347180"/>
                  </a:lnTo>
                  <a:lnTo>
                    <a:pt x="4512219" y="333411"/>
                  </a:lnTo>
                  <a:lnTo>
                    <a:pt x="4440596" y="319274"/>
                  </a:lnTo>
                  <a:lnTo>
                    <a:pt x="4368974" y="304759"/>
                  </a:lnTo>
                  <a:lnTo>
                    <a:pt x="4297351" y="289856"/>
                  </a:lnTo>
                  <a:lnTo>
                    <a:pt x="4225729" y="274554"/>
                  </a:lnTo>
                  <a:lnTo>
                    <a:pt x="4154106" y="258844"/>
                  </a:lnTo>
                  <a:lnTo>
                    <a:pt x="4082483" y="242714"/>
                  </a:lnTo>
                  <a:lnTo>
                    <a:pt x="4010861" y="226153"/>
                  </a:lnTo>
                  <a:lnTo>
                    <a:pt x="3939238" y="209149"/>
                  </a:lnTo>
                  <a:lnTo>
                    <a:pt x="3867616" y="191691"/>
                  </a:lnTo>
                  <a:lnTo>
                    <a:pt x="3795993" y="173766"/>
                  </a:lnTo>
                  <a:lnTo>
                    <a:pt x="3724371" y="155362"/>
                  </a:lnTo>
                  <a:lnTo>
                    <a:pt x="3652748" y="136466"/>
                  </a:lnTo>
                  <a:lnTo>
                    <a:pt x="3581126" y="117066"/>
                  </a:lnTo>
                  <a:lnTo>
                    <a:pt x="3509503" y="97146"/>
                  </a:lnTo>
                  <a:lnTo>
                    <a:pt x="3437881" y="76694"/>
                  </a:lnTo>
                  <a:lnTo>
                    <a:pt x="3366258" y="55696"/>
                  </a:lnTo>
                  <a:lnTo>
                    <a:pt x="3294636" y="34137"/>
                  </a:lnTo>
                  <a:lnTo>
                    <a:pt x="3223013" y="12001"/>
                  </a:lnTo>
                  <a:lnTo>
                    <a:pt x="3151391" y="0"/>
                  </a:lnTo>
                  <a:lnTo>
                    <a:pt x="3079768" y="47795"/>
                  </a:lnTo>
                  <a:lnTo>
                    <a:pt x="3008146" y="92941"/>
                  </a:lnTo>
                  <a:lnTo>
                    <a:pt x="2936523" y="135586"/>
                  </a:lnTo>
                  <a:lnTo>
                    <a:pt x="2864901" y="175866"/>
                  </a:lnTo>
                  <a:lnTo>
                    <a:pt x="2793278" y="213914"/>
                  </a:lnTo>
                  <a:lnTo>
                    <a:pt x="2721655" y="249854"/>
                  </a:lnTo>
                  <a:lnTo>
                    <a:pt x="2650033" y="283801"/>
                  </a:lnTo>
                  <a:lnTo>
                    <a:pt x="2578410" y="315867"/>
                  </a:lnTo>
                  <a:lnTo>
                    <a:pt x="2506788" y="346156"/>
                  </a:lnTo>
                  <a:lnTo>
                    <a:pt x="2435165" y="374766"/>
                  </a:lnTo>
                  <a:lnTo>
                    <a:pt x="2363543" y="401790"/>
                  </a:lnTo>
                  <a:lnTo>
                    <a:pt x="2291920" y="427317"/>
                  </a:lnTo>
                  <a:lnTo>
                    <a:pt x="2220298" y="451429"/>
                  </a:lnTo>
                  <a:lnTo>
                    <a:pt x="2148675" y="474204"/>
                  </a:lnTo>
                  <a:lnTo>
                    <a:pt x="2077053" y="495717"/>
                  </a:lnTo>
                  <a:lnTo>
                    <a:pt x="2005430" y="516038"/>
                  </a:lnTo>
                  <a:lnTo>
                    <a:pt x="1933808" y="535232"/>
                  </a:lnTo>
                  <a:lnTo>
                    <a:pt x="1862185" y="553363"/>
                  </a:lnTo>
                  <a:lnTo>
                    <a:pt x="1790563" y="570489"/>
                  </a:lnTo>
                  <a:lnTo>
                    <a:pt x="1718940" y="586665"/>
                  </a:lnTo>
                  <a:lnTo>
                    <a:pt x="1647318" y="601945"/>
                  </a:lnTo>
                  <a:lnTo>
                    <a:pt x="1575695" y="616378"/>
                  </a:lnTo>
                  <a:lnTo>
                    <a:pt x="1504073" y="630011"/>
                  </a:lnTo>
                  <a:lnTo>
                    <a:pt x="1432450" y="642889"/>
                  </a:lnTo>
                  <a:lnTo>
                    <a:pt x="1360827" y="655053"/>
                  </a:lnTo>
                  <a:lnTo>
                    <a:pt x="1289205" y="666543"/>
                  </a:lnTo>
                  <a:lnTo>
                    <a:pt x="1217582" y="677395"/>
                  </a:lnTo>
                  <a:lnTo>
                    <a:pt x="1145960" y="687647"/>
                  </a:lnTo>
                  <a:lnTo>
                    <a:pt x="1074337" y="697330"/>
                  </a:lnTo>
                  <a:lnTo>
                    <a:pt x="1002715" y="706476"/>
                  </a:lnTo>
                  <a:lnTo>
                    <a:pt x="931092" y="715116"/>
                  </a:lnTo>
                  <a:lnTo>
                    <a:pt x="859470" y="723277"/>
                  </a:lnTo>
                  <a:lnTo>
                    <a:pt x="787847" y="730985"/>
                  </a:lnTo>
                  <a:lnTo>
                    <a:pt x="716225" y="738266"/>
                  </a:lnTo>
                  <a:lnTo>
                    <a:pt x="644602" y="745144"/>
                  </a:lnTo>
                  <a:lnTo>
                    <a:pt x="572980" y="751640"/>
                  </a:lnTo>
                  <a:lnTo>
                    <a:pt x="501357" y="757777"/>
                  </a:lnTo>
                  <a:lnTo>
                    <a:pt x="429735" y="763573"/>
                  </a:lnTo>
                  <a:lnTo>
                    <a:pt x="358112" y="769048"/>
                  </a:lnTo>
                  <a:lnTo>
                    <a:pt x="286490" y="774220"/>
                  </a:lnTo>
                  <a:lnTo>
                    <a:pt x="214867" y="779105"/>
                  </a:lnTo>
                  <a:lnTo>
                    <a:pt x="143245" y="783719"/>
                  </a:lnTo>
                  <a:lnTo>
                    <a:pt x="71622" y="788077"/>
                  </a:lnTo>
                  <a:lnTo>
                    <a:pt x="0" y="7921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533872"/>
              <a:ext cx="7090630" cy="1573162"/>
            </a:xfrm>
            <a:custGeom>
              <a:avLst/>
              <a:pathLst>
                <a:path w="7090630" h="1573162">
                  <a:moveTo>
                    <a:pt x="0" y="1573162"/>
                  </a:moveTo>
                  <a:lnTo>
                    <a:pt x="71622" y="1566335"/>
                  </a:lnTo>
                  <a:lnTo>
                    <a:pt x="143245" y="1559403"/>
                  </a:lnTo>
                  <a:lnTo>
                    <a:pt x="214867" y="1552364"/>
                  </a:lnTo>
                  <a:lnTo>
                    <a:pt x="286490" y="1545216"/>
                  </a:lnTo>
                  <a:lnTo>
                    <a:pt x="358112" y="1537957"/>
                  </a:lnTo>
                  <a:lnTo>
                    <a:pt x="429735" y="1530587"/>
                  </a:lnTo>
                  <a:lnTo>
                    <a:pt x="501357" y="1523102"/>
                  </a:lnTo>
                  <a:lnTo>
                    <a:pt x="572980" y="1515502"/>
                  </a:lnTo>
                  <a:lnTo>
                    <a:pt x="644602" y="1507785"/>
                  </a:lnTo>
                  <a:lnTo>
                    <a:pt x="716225" y="1499949"/>
                  </a:lnTo>
                  <a:lnTo>
                    <a:pt x="787847" y="1491991"/>
                  </a:lnTo>
                  <a:lnTo>
                    <a:pt x="859470" y="1483911"/>
                  </a:lnTo>
                  <a:lnTo>
                    <a:pt x="931092" y="1475706"/>
                  </a:lnTo>
                  <a:lnTo>
                    <a:pt x="1002715" y="1467375"/>
                  </a:lnTo>
                  <a:lnTo>
                    <a:pt x="1074337" y="1458914"/>
                  </a:lnTo>
                  <a:lnTo>
                    <a:pt x="1145960" y="1450323"/>
                  </a:lnTo>
                  <a:lnTo>
                    <a:pt x="1217582" y="1441600"/>
                  </a:lnTo>
                  <a:lnTo>
                    <a:pt x="1289205" y="1432742"/>
                  </a:lnTo>
                  <a:lnTo>
                    <a:pt x="1360827" y="1423747"/>
                  </a:lnTo>
                  <a:lnTo>
                    <a:pt x="1432450" y="1414613"/>
                  </a:lnTo>
                  <a:lnTo>
                    <a:pt x="1504073" y="1405338"/>
                  </a:lnTo>
                  <a:lnTo>
                    <a:pt x="1575695" y="1395920"/>
                  </a:lnTo>
                  <a:lnTo>
                    <a:pt x="1647318" y="1386356"/>
                  </a:lnTo>
                  <a:lnTo>
                    <a:pt x="1718940" y="1376645"/>
                  </a:lnTo>
                  <a:lnTo>
                    <a:pt x="1790563" y="1366784"/>
                  </a:lnTo>
                  <a:lnTo>
                    <a:pt x="1862185" y="1356771"/>
                  </a:lnTo>
                  <a:lnTo>
                    <a:pt x="1933808" y="1346603"/>
                  </a:lnTo>
                  <a:lnTo>
                    <a:pt x="2005430" y="1336278"/>
                  </a:lnTo>
                  <a:lnTo>
                    <a:pt x="2077053" y="1325793"/>
                  </a:lnTo>
                  <a:lnTo>
                    <a:pt x="2148675" y="1315147"/>
                  </a:lnTo>
                  <a:lnTo>
                    <a:pt x="2220298" y="1304336"/>
                  </a:lnTo>
                  <a:lnTo>
                    <a:pt x="2291920" y="1293359"/>
                  </a:lnTo>
                  <a:lnTo>
                    <a:pt x="2363543" y="1282212"/>
                  </a:lnTo>
                  <a:lnTo>
                    <a:pt x="2435165" y="1270893"/>
                  </a:lnTo>
                  <a:lnTo>
                    <a:pt x="2506788" y="1259399"/>
                  </a:lnTo>
                  <a:lnTo>
                    <a:pt x="2578410" y="1247727"/>
                  </a:lnTo>
                  <a:lnTo>
                    <a:pt x="2650033" y="1235876"/>
                  </a:lnTo>
                  <a:lnTo>
                    <a:pt x="2721655" y="1223841"/>
                  </a:lnTo>
                  <a:lnTo>
                    <a:pt x="2793278" y="1211621"/>
                  </a:lnTo>
                  <a:lnTo>
                    <a:pt x="2864901" y="1199212"/>
                  </a:lnTo>
                  <a:lnTo>
                    <a:pt x="2936523" y="1186611"/>
                  </a:lnTo>
                  <a:lnTo>
                    <a:pt x="3008146" y="1173816"/>
                  </a:lnTo>
                  <a:lnTo>
                    <a:pt x="3079768" y="1160823"/>
                  </a:lnTo>
                  <a:lnTo>
                    <a:pt x="3151391" y="1147630"/>
                  </a:lnTo>
                  <a:lnTo>
                    <a:pt x="3223013" y="1134233"/>
                  </a:lnTo>
                  <a:lnTo>
                    <a:pt x="3294636" y="1120629"/>
                  </a:lnTo>
                  <a:lnTo>
                    <a:pt x="3366258" y="1106815"/>
                  </a:lnTo>
                  <a:lnTo>
                    <a:pt x="3437881" y="1092788"/>
                  </a:lnTo>
                  <a:lnTo>
                    <a:pt x="3509503" y="1078544"/>
                  </a:lnTo>
                  <a:lnTo>
                    <a:pt x="3581126" y="1064081"/>
                  </a:lnTo>
                  <a:lnTo>
                    <a:pt x="3652748" y="1049394"/>
                  </a:lnTo>
                  <a:lnTo>
                    <a:pt x="3724371" y="1034480"/>
                  </a:lnTo>
                  <a:lnTo>
                    <a:pt x="3795993" y="1019336"/>
                  </a:lnTo>
                  <a:lnTo>
                    <a:pt x="3867616" y="1003958"/>
                  </a:lnTo>
                  <a:lnTo>
                    <a:pt x="3939238" y="988343"/>
                  </a:lnTo>
                  <a:lnTo>
                    <a:pt x="4010861" y="972487"/>
                  </a:lnTo>
                  <a:lnTo>
                    <a:pt x="4082483" y="956385"/>
                  </a:lnTo>
                  <a:lnTo>
                    <a:pt x="4154106" y="940036"/>
                  </a:lnTo>
                  <a:lnTo>
                    <a:pt x="4225729" y="923434"/>
                  </a:lnTo>
                  <a:lnTo>
                    <a:pt x="4297351" y="906575"/>
                  </a:lnTo>
                  <a:lnTo>
                    <a:pt x="4368974" y="889456"/>
                  </a:lnTo>
                  <a:lnTo>
                    <a:pt x="4440596" y="872073"/>
                  </a:lnTo>
                  <a:lnTo>
                    <a:pt x="4512219" y="854422"/>
                  </a:lnTo>
                  <a:lnTo>
                    <a:pt x="4583841" y="836498"/>
                  </a:lnTo>
                  <a:lnTo>
                    <a:pt x="4655464" y="818297"/>
                  </a:lnTo>
                  <a:lnTo>
                    <a:pt x="4727086" y="799815"/>
                  </a:lnTo>
                  <a:lnTo>
                    <a:pt x="4798709" y="781048"/>
                  </a:lnTo>
                  <a:lnTo>
                    <a:pt x="4870331" y="761991"/>
                  </a:lnTo>
                  <a:lnTo>
                    <a:pt x="4941954" y="742640"/>
                  </a:lnTo>
                  <a:lnTo>
                    <a:pt x="5013576" y="722990"/>
                  </a:lnTo>
                  <a:lnTo>
                    <a:pt x="5085199" y="703037"/>
                  </a:lnTo>
                  <a:lnTo>
                    <a:pt x="5156821" y="682775"/>
                  </a:lnTo>
                  <a:lnTo>
                    <a:pt x="5228444" y="662201"/>
                  </a:lnTo>
                  <a:lnTo>
                    <a:pt x="5300066" y="641309"/>
                  </a:lnTo>
                  <a:lnTo>
                    <a:pt x="5371689" y="620095"/>
                  </a:lnTo>
                  <a:lnTo>
                    <a:pt x="5443311" y="598553"/>
                  </a:lnTo>
                  <a:lnTo>
                    <a:pt x="5514934" y="576678"/>
                  </a:lnTo>
                  <a:lnTo>
                    <a:pt x="5586557" y="554466"/>
                  </a:lnTo>
                  <a:lnTo>
                    <a:pt x="5658179" y="531911"/>
                  </a:lnTo>
                  <a:lnTo>
                    <a:pt x="5729802" y="509007"/>
                  </a:lnTo>
                  <a:lnTo>
                    <a:pt x="5801424" y="485750"/>
                  </a:lnTo>
                  <a:lnTo>
                    <a:pt x="5873047" y="462134"/>
                  </a:lnTo>
                  <a:lnTo>
                    <a:pt x="5944669" y="438153"/>
                  </a:lnTo>
                  <a:lnTo>
                    <a:pt x="6016292" y="413802"/>
                  </a:lnTo>
                  <a:lnTo>
                    <a:pt x="6087914" y="389075"/>
                  </a:lnTo>
                  <a:lnTo>
                    <a:pt x="6159537" y="363966"/>
                  </a:lnTo>
                  <a:lnTo>
                    <a:pt x="6231159" y="338470"/>
                  </a:lnTo>
                  <a:lnTo>
                    <a:pt x="6302782" y="312580"/>
                  </a:lnTo>
                  <a:lnTo>
                    <a:pt x="6374404" y="286290"/>
                  </a:lnTo>
                  <a:lnTo>
                    <a:pt x="6446027" y="259594"/>
                  </a:lnTo>
                  <a:lnTo>
                    <a:pt x="6517649" y="232486"/>
                  </a:lnTo>
                  <a:lnTo>
                    <a:pt x="6589272" y="204959"/>
                  </a:lnTo>
                  <a:lnTo>
                    <a:pt x="6660894" y="177008"/>
                  </a:lnTo>
                  <a:lnTo>
                    <a:pt x="6732517" y="148625"/>
                  </a:lnTo>
                  <a:lnTo>
                    <a:pt x="6804139" y="119804"/>
                  </a:lnTo>
                  <a:lnTo>
                    <a:pt x="6875762" y="90537"/>
                  </a:lnTo>
                  <a:lnTo>
                    <a:pt x="6947385" y="60819"/>
                  </a:lnTo>
                  <a:lnTo>
                    <a:pt x="7019007" y="30642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3405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008892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3697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87619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266126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2026-10-09T11:57:53Z</dcterms:modified>
  <cp:category/>
</cp:coreProperties>
</file>